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33"/>
  </p:notesMasterIdLst>
  <p:sldIdLst>
    <p:sldId id="347" r:id="rId5"/>
    <p:sldId id="385" r:id="rId6"/>
    <p:sldId id="257" r:id="rId7"/>
    <p:sldId id="260" r:id="rId8"/>
    <p:sldId id="327" r:id="rId9"/>
    <p:sldId id="264" r:id="rId10"/>
    <p:sldId id="265" r:id="rId11"/>
    <p:sldId id="266" r:id="rId12"/>
    <p:sldId id="306" r:id="rId13"/>
    <p:sldId id="307" r:id="rId14"/>
    <p:sldId id="308" r:id="rId15"/>
    <p:sldId id="322" r:id="rId16"/>
    <p:sldId id="323" r:id="rId17"/>
    <p:sldId id="304" r:id="rId18"/>
    <p:sldId id="305" r:id="rId19"/>
    <p:sldId id="294" r:id="rId20"/>
    <p:sldId id="258" r:id="rId21"/>
    <p:sldId id="309" r:id="rId22"/>
    <p:sldId id="310" r:id="rId23"/>
    <p:sldId id="284" r:id="rId24"/>
    <p:sldId id="274" r:id="rId25"/>
    <p:sldId id="277" r:id="rId26"/>
    <p:sldId id="281" r:id="rId27"/>
    <p:sldId id="282" r:id="rId28"/>
    <p:sldId id="349" r:id="rId29"/>
    <p:sldId id="350" r:id="rId30"/>
    <p:sldId id="386" r:id="rId31"/>
    <p:sldId id="3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1A65A184-364B-F345-9B6E-DE136E1D4BC5}">
          <p14:sldIdLst>
            <p14:sldId id="347"/>
            <p14:sldId id="385"/>
          </p14:sldIdLst>
        </p14:section>
        <p14:section name="Cover + agenda" id="{3100FC04-F0BE-1648-BA15-D369A64EF63D}">
          <p14:sldIdLst>
            <p14:sldId id="257"/>
            <p14:sldId id="260"/>
            <p14:sldId id="327"/>
          </p14:sldIdLst>
        </p14:section>
        <p14:section name="Statements + slide dividers + quotes" id="{28E2738E-4572-2C49-B8C7-D2A4EE9055EA}">
          <p14:sldIdLst>
            <p14:sldId id="264"/>
            <p14:sldId id="265"/>
            <p14:sldId id="266"/>
            <p14:sldId id="306"/>
            <p14:sldId id="307"/>
            <p14:sldId id="308"/>
            <p14:sldId id="322"/>
            <p14:sldId id="323"/>
            <p14:sldId id="304"/>
            <p14:sldId id="305"/>
          </p14:sldIdLst>
        </p14:section>
        <p14:section name="Standard layouts" id="{1A1A407A-F086-1147-BCF4-BE0433D7E511}">
          <p14:sldIdLst>
            <p14:sldId id="294"/>
            <p14:sldId id="258"/>
            <p14:sldId id="309"/>
            <p14:sldId id="310"/>
            <p14:sldId id="284"/>
            <p14:sldId id="274"/>
            <p14:sldId id="277"/>
            <p14:sldId id="281"/>
            <p14:sldId id="282"/>
            <p14:sldId id="349"/>
            <p14:sldId id="350"/>
            <p14:sldId id="386"/>
            <p14:sldId id="3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CDB"/>
    <a:srgbClr val="FDE1AB"/>
    <a:srgbClr val="FCCE79"/>
    <a:srgbClr val="FBBC46"/>
    <a:srgbClr val="B6C2EE"/>
    <a:srgbClr val="8B9DE5"/>
    <a:srgbClr val="5F78DB"/>
    <a:srgbClr val="C6F4F4"/>
    <a:srgbClr val="A4EEEE"/>
    <a:srgbClr val="82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DE8239-D252-9E05-C970-5EDE90FD23A5}" v="28" dt="2024-03-04T15:45:28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37"/>
    <p:restoredTop sz="96525"/>
  </p:normalViewPr>
  <p:slideViewPr>
    <p:cSldViewPr snapToGrid="0">
      <p:cViewPr varScale="1">
        <p:scale>
          <a:sx n="67" d="100"/>
          <a:sy n="67" d="100"/>
        </p:scale>
        <p:origin x="7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9.xml" Id="rId13" /><Relationship Type="http://schemas.openxmlformats.org/officeDocument/2006/relationships/slide" Target="slides/slide14.xml" Id="rId18" /><Relationship Type="http://schemas.openxmlformats.org/officeDocument/2006/relationships/slide" Target="slides/slide22.xml" Id="rId26" /><Relationship Type="http://schemas.microsoft.com/office/2015/10/relationships/revisionInfo" Target="revisionInfo.xml" Id="rId39" /><Relationship Type="http://schemas.openxmlformats.org/officeDocument/2006/relationships/slide" Target="slides/slide17.xml" Id="rId21" /><Relationship Type="http://schemas.openxmlformats.org/officeDocument/2006/relationships/presProps" Target="presProps.xml" Id="rId34" /><Relationship Type="http://schemas.openxmlformats.org/officeDocument/2006/relationships/slide" Target="slides/slide3.xml" Id="rId7" /><Relationship Type="http://schemas.openxmlformats.org/officeDocument/2006/relationships/slide" Target="slides/slide8.xml" Id="rId12" /><Relationship Type="http://schemas.openxmlformats.org/officeDocument/2006/relationships/slide" Target="slides/slide13.xml" Id="rId17" /><Relationship Type="http://schemas.openxmlformats.org/officeDocument/2006/relationships/slide" Target="slides/slide21.xml" Id="rId25" /><Relationship Type="http://schemas.openxmlformats.org/officeDocument/2006/relationships/notesMaster" Target="notesMasters/notesMaster1.xml" Id="rId33" /><Relationship Type="http://schemas.openxmlformats.org/officeDocument/2006/relationships/customXml" Target="../customXml/item2.xml" Id="rId2" /><Relationship Type="http://schemas.openxmlformats.org/officeDocument/2006/relationships/slide" Target="slides/slide12.xml" Id="rId16" /><Relationship Type="http://schemas.openxmlformats.org/officeDocument/2006/relationships/slide" Target="slides/slide16.xml" Id="rId20" /><Relationship Type="http://schemas.openxmlformats.org/officeDocument/2006/relationships/slide" Target="slides/slide25.xml" Id="rId29" /><Relationship Type="http://schemas.openxmlformats.org/officeDocument/2006/relationships/customXml" Target="../customXml/item1.xml" Id="rId1" /><Relationship Type="http://schemas.openxmlformats.org/officeDocument/2006/relationships/slide" Target="slides/slide2.xml" Id="rId6" /><Relationship Type="http://schemas.openxmlformats.org/officeDocument/2006/relationships/slide" Target="slides/slide7.xml" Id="rId11" /><Relationship Type="http://schemas.openxmlformats.org/officeDocument/2006/relationships/slide" Target="slides/slide20.xml" Id="rId24" /><Relationship Type="http://schemas.openxmlformats.org/officeDocument/2006/relationships/slide" Target="slides/slide28.xml" Id="rId32" /><Relationship Type="http://schemas.openxmlformats.org/officeDocument/2006/relationships/tableStyles" Target="tableStyles.xml" Id="rId37" /><Relationship Type="http://schemas.openxmlformats.org/officeDocument/2006/relationships/slide" Target="slides/slide1.xml" Id="rId5" /><Relationship Type="http://schemas.openxmlformats.org/officeDocument/2006/relationships/slide" Target="slides/slide11.xml" Id="rId15" /><Relationship Type="http://schemas.openxmlformats.org/officeDocument/2006/relationships/slide" Target="slides/slide19.xml" Id="rId23" /><Relationship Type="http://schemas.openxmlformats.org/officeDocument/2006/relationships/slide" Target="slides/slide24.xml" Id="rId28" /><Relationship Type="http://schemas.openxmlformats.org/officeDocument/2006/relationships/theme" Target="theme/theme1.xml" Id="rId36" /><Relationship Type="http://schemas.openxmlformats.org/officeDocument/2006/relationships/slide" Target="slides/slide6.xml" Id="rId10" /><Relationship Type="http://schemas.openxmlformats.org/officeDocument/2006/relationships/slide" Target="slides/slide15.xml" Id="rId19" /><Relationship Type="http://schemas.openxmlformats.org/officeDocument/2006/relationships/slide" Target="slides/slide27.xml" Id="rId31" /><Relationship Type="http://schemas.openxmlformats.org/officeDocument/2006/relationships/slideMaster" Target="slideMasters/slideMaster1.xml" Id="rId4" /><Relationship Type="http://schemas.openxmlformats.org/officeDocument/2006/relationships/slide" Target="slides/slide5.xml" Id="rId9" /><Relationship Type="http://schemas.openxmlformats.org/officeDocument/2006/relationships/slide" Target="slides/slide10.xml" Id="rId14" /><Relationship Type="http://schemas.openxmlformats.org/officeDocument/2006/relationships/slide" Target="slides/slide18.xml" Id="rId22" /><Relationship Type="http://schemas.openxmlformats.org/officeDocument/2006/relationships/slide" Target="slides/slide23.xml" Id="rId27" /><Relationship Type="http://schemas.openxmlformats.org/officeDocument/2006/relationships/slide" Target="slides/slide26.xml" Id="rId30" /><Relationship Type="http://schemas.openxmlformats.org/officeDocument/2006/relationships/viewProps" Target="viewProps.xml" Id="rId35" /><Relationship Type="http://schemas.openxmlformats.org/officeDocument/2006/relationships/slide" Target="slides/slide4.xml" Id="rId8" /><Relationship Type="http://schemas.openxmlformats.org/officeDocument/2006/relationships/customXml" Target="../customXml/item3.xml" Id="rId3" 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08-D74C-8C14-78F08C060C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08-D74C-8C14-78F08C060C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08-D74C-8C14-78F08C060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2455439"/>
        <c:axId val="911798671"/>
      </c:barChart>
      <c:catAx>
        <c:axId val="912455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1798671"/>
        <c:crosses val="autoZero"/>
        <c:auto val="1"/>
        <c:lblAlgn val="ctr"/>
        <c:lblOffset val="100"/>
        <c:noMultiLvlLbl val="0"/>
      </c:catAx>
      <c:valAx>
        <c:axId val="9117986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2455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layout>
        <c:manualLayout>
          <c:xMode val="edge"/>
          <c:yMode val="edge"/>
          <c:x val="0.25964982687224619"/>
          <c:y val="2.55559766441179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699-F94A-A6BF-E44B8CC5D5B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699-F94A-A6BF-E44B8CC5D5B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699-F94A-A6BF-E44B8CC5D5B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699-F94A-A6BF-E44B8CC5D5B8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99-F94A-A6BF-E44B8CC5D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715359817878443"/>
          <c:y val="0.40939668443064159"/>
          <c:w val="0.21700223232681554"/>
          <c:h val="0.311421062588061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E6-E94F-9ACF-2408840F4D1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3E6-E94F-9ACF-2408840F4D1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3E6-E94F-9ACF-2408840F4D1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83E6-E94F-9ACF-2408840F4D1A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6D-A745-B224-05141D14E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95096-647E-7E40-B544-3E0FFE63A660}" type="datetimeFigureOut">
              <a:rPr lang="en-GB" smtClean="0"/>
              <a:t>04/03/2024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635CC-E9AB-F241-BD47-49145ED01C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29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10769600" cy="40391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8614B1-F0A0-489A-3AAD-33E68C54668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61539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imag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8C29CC-6571-16C4-0A5E-9E0F6D8748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10769600" cy="40391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8614B1-F0A0-489A-3AAD-33E68C54668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81CFAAB-8D25-A525-5A66-7CC1F8C51A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266" y="0"/>
            <a:ext cx="18000" cy="6876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BC34C1-86ED-B6CD-4FA1-BFE76FBC98BF}"/>
              </a:ext>
            </a:extLst>
          </p:cNvPr>
          <p:cNvSpPr/>
          <p:nvPr userDrawn="1"/>
        </p:nvSpPr>
        <p:spPr>
          <a:xfrm>
            <a:off x="0" y="-490506"/>
            <a:ext cx="2731089" cy="369442"/>
          </a:xfrm>
          <a:prstGeom prst="roundRect">
            <a:avLst>
              <a:gd name="adj" fmla="val 232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NB: </a:t>
            </a:r>
            <a:r>
              <a:rPr lang="en-GB" sz="900">
                <a:solidFill>
                  <a:schemeClr val="tx1"/>
                </a:solidFill>
              </a:rPr>
              <a:t>Headline line to be used over imagery on this slide. Not to be used on statement text</a:t>
            </a:r>
            <a:endParaRPr lang="en-GB" sz="9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29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6354"/>
            <a:ext cx="60960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2" y="2060575"/>
            <a:ext cx="4990063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763B5E-38DF-023F-E8B2-FB8239862B5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202E9AB-4C79-B96B-58C5-A2E25708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990063" cy="152567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925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le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16185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799" y="279724"/>
            <a:ext cx="4990063" cy="178085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65350" y="2060575"/>
            <a:ext cx="4990063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763B5E-38DF-023F-E8B2-FB8239862B5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09532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w/ black box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8196262" cy="4108450"/>
          </a:xfrm>
        </p:spPr>
        <p:txBody>
          <a:bodyPr numCol="2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6FB04FF-5BAC-2BD5-FC22-039F925B7A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0"/>
            <a:ext cx="2568575" cy="6169025"/>
          </a:xfrm>
          <a:solidFill>
            <a:schemeClr val="tx1"/>
          </a:solidFill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FD9022-2914-7F52-5A0E-72641AC75369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FDD4009-DFF3-9493-EE2A-C4C86E74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8196262" cy="153202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77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colour + adjustable RH box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B7B82BD-D7C9-EA27-38C8-696390309C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-1"/>
            <a:ext cx="2568575" cy="6169028"/>
          </a:xfrm>
          <a:solidFill>
            <a:schemeClr val="bg1"/>
          </a:solidFill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20AFED-62E3-D680-8583-5024D77E7F21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F6F261-3084-02CA-45B7-471636DD7D0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7C12AD9-55AF-1D69-7EE8-32D89221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94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834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512F60-D130-DB98-71CB-5C4FFFC9D2B4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3A3E4B8-D659-5EC6-927A-2121CE38D98B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4679CA42-04F0-AA3D-1F63-7D59F202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608337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862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image + black bo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31789" y="6354"/>
            <a:ext cx="44958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B7B82BD-D7C9-EA27-38C8-696390309C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0"/>
            <a:ext cx="2568575" cy="6155496"/>
          </a:xfrm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2AE0620-5A7D-A48E-B01F-3591700519A5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16F155E-4DA3-D996-6763-E72D0D79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12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476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block colour R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44C6837-2462-56EE-7235-DC2A311D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2529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0848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block colou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572EAC-B651-3D6C-EF45-6A68A0F12134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C62386-C2D0-5EC4-1719-ABF5CBCA155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3DD52938-1550-DCDB-D8D8-FE58953D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2529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672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tiv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FFF8B64-862B-6862-D840-DD47275E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5224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tive layout w/ image b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133B677-29A5-A0EC-E6BD-A37065FD78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266" y="0"/>
            <a:ext cx="18000" cy="6876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4CA71-4FEB-E6F8-25A7-3AC9F40B9080}"/>
              </a:ext>
            </a:extLst>
          </p:cNvPr>
          <p:cNvSpPr/>
          <p:nvPr userDrawn="1"/>
        </p:nvSpPr>
        <p:spPr>
          <a:xfrm>
            <a:off x="0" y="-490506"/>
            <a:ext cx="2731089" cy="369442"/>
          </a:xfrm>
          <a:prstGeom prst="roundRect">
            <a:avLst>
              <a:gd name="adj" fmla="val 232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NB: </a:t>
            </a:r>
            <a:r>
              <a:rPr lang="en-GB" sz="900">
                <a:solidFill>
                  <a:schemeClr val="tx1"/>
                </a:solidFill>
              </a:rPr>
              <a:t>Headline line to be used over imagery on this slide. Not to be used on statement text</a:t>
            </a:r>
            <a:endParaRPr lang="en-GB" sz="900" b="0">
              <a:solidFill>
                <a:schemeClr val="tx1"/>
              </a:solidFill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D42C411-D788-F488-7D3D-748CEC27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0464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 block colour R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A1BC5B-0CBD-4BA7-96DF-4842AE3F77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23425" y="0"/>
            <a:ext cx="2568575" cy="61690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76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6169CB28-1D52-DC01-A716-31468E22FE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31789" y="0"/>
            <a:ext cx="4495800" cy="6174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C772E9-69F2-44C7-EA22-CD86A71996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99375" y="1368425"/>
            <a:ext cx="4492625" cy="3429000"/>
          </a:xfrm>
          <a:solidFill>
            <a:schemeClr val="tx1"/>
          </a:solidFill>
        </p:spPr>
        <p:txBody>
          <a:bodyPr lIns="432000" tIns="360000" rIns="432000" bIns="360000" anchor="ctr"/>
          <a:lstStyle>
            <a:lvl1pPr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6D0988-1731-EBBF-16FB-1BEAD56FBF6F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95944C4-66F7-4758-44CF-24BBFCAB6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94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4433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813" y="722138"/>
            <a:ext cx="4193133" cy="1236133"/>
          </a:xfrm>
        </p:spPr>
        <p:txBody>
          <a:bodyPr numCol="1" spcCol="360000"/>
          <a:lstStyle>
            <a:lvl1pPr>
              <a:lnSpc>
                <a:spcPct val="120000"/>
              </a:lnSpc>
              <a:spcAft>
                <a:spcPts val="0"/>
              </a:spcAft>
              <a:defRPr sz="2000" b="1"/>
            </a:lvl1pPr>
            <a:lvl2pPr>
              <a:lnSpc>
                <a:spcPct val="120000"/>
              </a:lnSpc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GB"/>
              <a:t>Name Surname</a:t>
            </a:r>
          </a:p>
          <a:p>
            <a:pPr marL="0" marR="0" lvl="1" indent="0" algn="l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/>
              <a:t>Personal Gender Pronouns</a:t>
            </a:r>
          </a:p>
          <a:p>
            <a:pPr lvl="2"/>
            <a:r>
              <a:rPr lang="en-GB"/>
              <a:t>Job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DF1546-854E-5AEA-B461-BEBE0FF23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5813" y="2060576"/>
            <a:ext cx="4192601" cy="41084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B4A39F78-EBBB-48C6-FED1-4F6DF296DE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30801" y="1"/>
            <a:ext cx="4492622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E2F26926-A7AB-71E8-9853-4F38F51C87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9547" y="3429000"/>
            <a:ext cx="3419298" cy="2740025"/>
          </a:xfrm>
        </p:spPr>
        <p:txBody>
          <a:bodyPr tIns="180000" bIns="180000" anchor="ctr"/>
          <a:lstStyle>
            <a:lvl1pPr>
              <a:spcAft>
                <a:spcPts val="0"/>
              </a:spcAft>
              <a:defRPr sz="1400" b="1"/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71BA91-8C48-CB81-ED47-208A0F068404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E7AF910-31F6-9F3E-4EED-7CFB8BE39A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345540" cy="386857"/>
          </a:xfrm>
        </p:spPr>
        <p:txBody>
          <a:bodyPr/>
          <a:lstStyle/>
          <a:p>
            <a:r>
              <a:rPr lang="en-GB" dirty="0"/>
              <a:t>About us</a:t>
            </a:r>
          </a:p>
        </p:txBody>
      </p:sp>
    </p:spTree>
    <p:extLst>
      <p:ext uri="{BB962C8B-B14F-4D97-AF65-F5344CB8AC3E}">
        <p14:creationId xmlns:p14="http://schemas.microsoft.com/office/powerpoint/2010/main" val="3330233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alternativ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1"/>
            <a:ext cx="51308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813" y="722138"/>
            <a:ext cx="4193133" cy="1236133"/>
          </a:xfrm>
        </p:spPr>
        <p:txBody>
          <a:bodyPr numCol="1" spcCol="360000"/>
          <a:lstStyle>
            <a:lvl1pPr>
              <a:lnSpc>
                <a:spcPct val="120000"/>
              </a:lnSpc>
              <a:spcAft>
                <a:spcPts val="0"/>
              </a:spcAft>
              <a:defRPr sz="2000" b="1"/>
            </a:lvl1pPr>
            <a:lvl2pPr>
              <a:lnSpc>
                <a:spcPct val="120000"/>
              </a:lnSpc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GB"/>
              <a:t>Name Surname</a:t>
            </a:r>
          </a:p>
          <a:p>
            <a:pPr marL="0" marR="0" lvl="1" indent="0" algn="l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/>
              <a:t>Personal Gender Pronouns</a:t>
            </a:r>
          </a:p>
          <a:p>
            <a:pPr lvl="2"/>
            <a:r>
              <a:rPr lang="en-GB"/>
              <a:t>Job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DF1546-854E-5AEA-B461-BEBE0FF23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5813" y="3871414"/>
            <a:ext cx="8196262" cy="2297612"/>
          </a:xfrm>
        </p:spPr>
        <p:txBody>
          <a:bodyPr numCol="2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B4A39F78-EBBB-48C6-FED1-4F6DF296DE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22306" y="1"/>
            <a:ext cx="4501117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E295680-BBDD-4439-F9C1-7D05EDD124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5813" y="2066362"/>
            <a:ext cx="4192582" cy="1368990"/>
          </a:xfrm>
        </p:spPr>
        <p:txBody>
          <a:bodyPr numCol="1" spcCol="360000"/>
          <a:lstStyle>
            <a:lvl1pPr>
              <a:spcAft>
                <a:spcPts val="600"/>
              </a:spcAft>
              <a:defRPr sz="20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AECFDEA-E3D1-5065-AAFE-4D2554A70741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E1D55985-B157-345D-BC8A-81C0E5244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345540" cy="386857"/>
          </a:xfrm>
        </p:spPr>
        <p:txBody>
          <a:bodyPr/>
          <a:lstStyle/>
          <a:p>
            <a:r>
              <a:rPr lang="en-GB" dirty="0"/>
              <a:t>About us</a:t>
            </a:r>
          </a:p>
        </p:txBody>
      </p:sp>
    </p:spTree>
    <p:extLst>
      <p:ext uri="{BB962C8B-B14F-4D97-AF65-F5344CB8AC3E}">
        <p14:creationId xmlns:p14="http://schemas.microsoft.com/office/powerpoint/2010/main" val="2003247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38E8F08-EAE3-3623-1104-E02DF47541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3200" cy="2740026"/>
          </a:xfrm>
          <a:solidFill>
            <a:schemeClr val="bg1">
              <a:lumMod val="50000"/>
            </a:schemeClr>
          </a:solidFill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9525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3334E3-4F05-ECF6-2E02-F55F1E727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1713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43A0CCB-11D5-E8CA-53B5-294042D27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0780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33C581-B6B9-DC60-BD58-9247567D9C8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CBC36CFA-9B2C-4CC8-7D59-282DE2A3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3693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g points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38E8F08-EAE3-3623-1104-E02DF47541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3200" cy="2740026"/>
          </a:xfrm>
          <a:solidFill>
            <a:schemeClr val="bg1">
              <a:lumMod val="50000"/>
            </a:schemeClr>
          </a:solidFill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9525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3334E3-4F05-ECF6-2E02-F55F1E727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1713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43A0CCB-11D5-E8CA-53B5-294042D27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0780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8DEB7F9-27FF-E5EF-B365-24F2EE393EF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962612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4915F8E-79BE-5D09-752E-8C8D275C62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623425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46828F-697F-2B87-C817-7F92921E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060575"/>
            <a:ext cx="7699375" cy="4797425"/>
          </a:xfr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0C02F7-7386-FF76-B2DD-EDFBCC9D07CF}"/>
              </a:ext>
            </a:extLst>
          </p:cNvPr>
          <p:cNvSpPr/>
          <p:nvPr userDrawn="1"/>
        </p:nvSpPr>
        <p:spPr>
          <a:xfrm>
            <a:off x="9623425" y="3429000"/>
            <a:ext cx="256857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FF8CB4C-8678-4A3C-7D3C-466A9CBDA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62345" y="184229"/>
            <a:ext cx="1050925" cy="2581275"/>
          </a:xfrm>
        </p:spPr>
        <p:txBody>
          <a:bodyPr/>
          <a:lstStyle>
            <a:lvl1pPr algn="r">
              <a:lnSpc>
                <a:spcPts val="5500"/>
              </a:lnSpc>
              <a:spcAft>
                <a:spcPts val="0"/>
              </a:spcAft>
              <a:defRPr sz="60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lvl="0"/>
            <a:r>
              <a:rPr lang="en-GB"/>
              <a:t>02 03 23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1B5A42E-81C0-743F-F7F1-74B73C934C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23425" y="3635296"/>
            <a:ext cx="2400997" cy="2168913"/>
          </a:xfrm>
        </p:spPr>
        <p:txBody>
          <a:bodyPr/>
          <a:lstStyle>
            <a:lvl1pPr algn="r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bg1"/>
                </a:solidFill>
              </a:defRPr>
            </a:lvl1pPr>
            <a:lvl2pPr algn="r">
              <a:lnSpc>
                <a:spcPct val="80000"/>
              </a:lnSpc>
              <a:spcAft>
                <a:spcPts val="600"/>
              </a:spcAft>
              <a:defRPr sz="36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Subtitle</a:t>
            </a:r>
          </a:p>
          <a:p>
            <a:pPr lvl="1"/>
            <a:r>
              <a:rPr lang="en-GB"/>
              <a:t>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E78176-255C-8F44-53B8-45C26220EC22}"/>
              </a:ext>
            </a:extLst>
          </p:cNvPr>
          <p:cNvGrpSpPr/>
          <p:nvPr userDrawn="1"/>
        </p:nvGrpSpPr>
        <p:grpSpPr>
          <a:xfrm>
            <a:off x="11234130" y="5954751"/>
            <a:ext cx="642565" cy="642565"/>
            <a:chOff x="11656530" y="6299513"/>
            <a:chExt cx="433867" cy="433867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68FBD7-20E2-465E-4AC5-5D05243C3539}"/>
                </a:ext>
              </a:extLst>
            </p:cNvPr>
            <p:cNvSpPr/>
            <p:nvPr/>
          </p:nvSpPr>
          <p:spPr>
            <a:xfrm>
              <a:off x="11656530" y="6299513"/>
              <a:ext cx="433867" cy="433867"/>
            </a:xfrm>
            <a:custGeom>
              <a:avLst/>
              <a:gdLst>
                <a:gd name="connsiteX0" fmla="*/ 433868 w 433867"/>
                <a:gd name="connsiteY0" fmla="*/ 216934 h 433867"/>
                <a:gd name="connsiteX1" fmla="*/ 216934 w 433867"/>
                <a:gd name="connsiteY1" fmla="*/ 433868 h 433867"/>
                <a:gd name="connsiteX2" fmla="*/ 0 w 433867"/>
                <a:gd name="connsiteY2" fmla="*/ 216934 h 433867"/>
                <a:gd name="connsiteX3" fmla="*/ 216934 w 433867"/>
                <a:gd name="connsiteY3" fmla="*/ 0 h 433867"/>
                <a:gd name="connsiteX4" fmla="*/ 433868 w 433867"/>
                <a:gd name="connsiteY4" fmla="*/ 216934 h 433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867" h="433867">
                  <a:moveTo>
                    <a:pt x="433868" y="216934"/>
                  </a:moveTo>
                  <a:cubicBezTo>
                    <a:pt x="433868" y="336743"/>
                    <a:pt x="336743" y="433868"/>
                    <a:pt x="216934" y="433868"/>
                  </a:cubicBezTo>
                  <a:cubicBezTo>
                    <a:pt x="97125" y="433868"/>
                    <a:pt x="0" y="336743"/>
                    <a:pt x="0" y="216934"/>
                  </a:cubicBezTo>
                  <a:cubicBezTo>
                    <a:pt x="0" y="97125"/>
                    <a:pt x="97125" y="0"/>
                    <a:pt x="216934" y="0"/>
                  </a:cubicBezTo>
                  <a:cubicBezTo>
                    <a:pt x="336743" y="0"/>
                    <a:pt x="433868" y="97125"/>
                    <a:pt x="433868" y="216934"/>
                  </a:cubicBezTo>
                  <a:close/>
                </a:path>
              </a:pathLst>
            </a:custGeom>
            <a:solidFill>
              <a:schemeClr val="bg1"/>
            </a:solidFill>
            <a:ln w="11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F8DBE24-1BEA-6706-9B97-AD29299B105B}"/>
                </a:ext>
              </a:extLst>
            </p:cNvPr>
            <p:cNvSpPr/>
            <p:nvPr/>
          </p:nvSpPr>
          <p:spPr>
            <a:xfrm>
              <a:off x="11714548" y="6453441"/>
              <a:ext cx="318365" cy="127333"/>
            </a:xfrm>
            <a:custGeom>
              <a:avLst/>
              <a:gdLst>
                <a:gd name="connsiteX0" fmla="*/ 63648 w 318365"/>
                <a:gd name="connsiteY0" fmla="*/ 17774 h 127333"/>
                <a:gd name="connsiteX1" fmla="*/ 39941 w 318365"/>
                <a:gd name="connsiteY1" fmla="*/ 23707 h 127333"/>
                <a:gd name="connsiteX2" fmla="*/ 23829 w 318365"/>
                <a:gd name="connsiteY2" fmla="*/ 40074 h 127333"/>
                <a:gd name="connsiteX3" fmla="*/ 18029 w 318365"/>
                <a:gd name="connsiteY3" fmla="*/ 63660 h 127333"/>
                <a:gd name="connsiteX4" fmla="*/ 18041 w 318365"/>
                <a:gd name="connsiteY4" fmla="*/ 63660 h 127333"/>
                <a:gd name="connsiteX5" fmla="*/ 23841 w 318365"/>
                <a:gd name="connsiteY5" fmla="*/ 87756 h 127333"/>
                <a:gd name="connsiteX6" fmla="*/ 26437 w 318365"/>
                <a:gd name="connsiteY6" fmla="*/ 91845 h 127333"/>
                <a:gd name="connsiteX7" fmla="*/ 90814 w 318365"/>
                <a:gd name="connsiteY7" fmla="*/ 27238 h 127333"/>
                <a:gd name="connsiteX8" fmla="*/ 83498 w 318365"/>
                <a:gd name="connsiteY8" fmla="*/ 22154 h 127333"/>
                <a:gd name="connsiteX9" fmla="*/ 63648 w 318365"/>
                <a:gd name="connsiteY9" fmla="*/ 17774 h 127333"/>
                <a:gd name="connsiteX10" fmla="*/ 63394 w 318365"/>
                <a:gd name="connsiteY10" fmla="*/ 1031 h 127333"/>
                <a:gd name="connsiteX11" fmla="*/ 92136 w 318365"/>
                <a:gd name="connsiteY11" fmla="*/ 7862 h 127333"/>
                <a:gd name="connsiteX12" fmla="*/ 92124 w 318365"/>
                <a:gd name="connsiteY12" fmla="*/ 7862 h 127333"/>
                <a:gd name="connsiteX13" fmla="*/ 112616 w 318365"/>
                <a:gd name="connsiteY13" fmla="*/ 27068 h 127333"/>
                <a:gd name="connsiteX14" fmla="*/ 37369 w 318365"/>
                <a:gd name="connsiteY14" fmla="*/ 102570 h 127333"/>
                <a:gd name="connsiteX15" fmla="*/ 40062 w 318365"/>
                <a:gd name="connsiteY15" fmla="*/ 104269 h 127333"/>
                <a:gd name="connsiteX16" fmla="*/ 63903 w 318365"/>
                <a:gd name="connsiteY16" fmla="*/ 110323 h 127333"/>
                <a:gd name="connsiteX17" fmla="*/ 84529 w 318365"/>
                <a:gd name="connsiteY17" fmla="*/ 106586 h 127333"/>
                <a:gd name="connsiteX18" fmla="*/ 99998 w 318365"/>
                <a:gd name="connsiteY18" fmla="*/ 95885 h 127333"/>
                <a:gd name="connsiteX19" fmla="*/ 111852 w 318365"/>
                <a:gd name="connsiteY19" fmla="*/ 107739 h 127333"/>
                <a:gd name="connsiteX20" fmla="*/ 90850 w 318365"/>
                <a:gd name="connsiteY20" fmla="*/ 122298 h 127333"/>
                <a:gd name="connsiteX21" fmla="*/ 63915 w 318365"/>
                <a:gd name="connsiteY21" fmla="*/ 127321 h 127333"/>
                <a:gd name="connsiteX22" fmla="*/ 31181 w 318365"/>
                <a:gd name="connsiteY22" fmla="*/ 118816 h 127333"/>
                <a:gd name="connsiteX23" fmla="*/ 8372 w 318365"/>
                <a:gd name="connsiteY23" fmla="*/ 95873 h 127333"/>
                <a:gd name="connsiteX24" fmla="*/ 0 w 318365"/>
                <a:gd name="connsiteY24" fmla="*/ 63660 h 127333"/>
                <a:gd name="connsiteX25" fmla="*/ 8372 w 318365"/>
                <a:gd name="connsiteY25" fmla="*/ 31957 h 127333"/>
                <a:gd name="connsiteX26" fmla="*/ 31048 w 318365"/>
                <a:gd name="connsiteY26" fmla="*/ 9403 h 127333"/>
                <a:gd name="connsiteX27" fmla="*/ 63394 w 318365"/>
                <a:gd name="connsiteY27" fmla="*/ 1031 h 127333"/>
                <a:gd name="connsiteX28" fmla="*/ 179966 w 318365"/>
                <a:gd name="connsiteY28" fmla="*/ 0 h 127333"/>
                <a:gd name="connsiteX29" fmla="*/ 208187 w 318365"/>
                <a:gd name="connsiteY29" fmla="*/ 7219 h 127333"/>
                <a:gd name="connsiteX30" fmla="*/ 221193 w 318365"/>
                <a:gd name="connsiteY30" fmla="*/ 19024 h 127333"/>
                <a:gd name="connsiteX31" fmla="*/ 234090 w 318365"/>
                <a:gd name="connsiteY31" fmla="*/ 7219 h 127333"/>
                <a:gd name="connsiteX32" fmla="*/ 262445 w 318365"/>
                <a:gd name="connsiteY32" fmla="*/ 0 h 127333"/>
                <a:gd name="connsiteX33" fmla="*/ 291952 w 318365"/>
                <a:gd name="connsiteY33" fmla="*/ 7086 h 127333"/>
                <a:gd name="connsiteX34" fmla="*/ 311413 w 318365"/>
                <a:gd name="connsiteY34" fmla="*/ 26546 h 127333"/>
                <a:gd name="connsiteX35" fmla="*/ 311400 w 318365"/>
                <a:gd name="connsiteY35" fmla="*/ 26559 h 127333"/>
                <a:gd name="connsiteX36" fmla="*/ 318365 w 318365"/>
                <a:gd name="connsiteY36" fmla="*/ 55168 h 127333"/>
                <a:gd name="connsiteX37" fmla="*/ 318365 w 318365"/>
                <a:gd name="connsiteY37" fmla="*/ 127333 h 127333"/>
                <a:gd name="connsiteX38" fmla="*/ 284344 w 318365"/>
                <a:gd name="connsiteY38" fmla="*/ 127333 h 127333"/>
                <a:gd name="connsiteX39" fmla="*/ 284344 w 318365"/>
                <a:gd name="connsiteY39" fmla="*/ 57740 h 127333"/>
                <a:gd name="connsiteX40" fmla="*/ 278411 w 318365"/>
                <a:gd name="connsiteY40" fmla="*/ 38145 h 127333"/>
                <a:gd name="connsiteX41" fmla="*/ 261147 w 318365"/>
                <a:gd name="connsiteY41" fmla="*/ 31181 h 127333"/>
                <a:gd name="connsiteX42" fmla="*/ 244136 w 318365"/>
                <a:gd name="connsiteY42" fmla="*/ 38012 h 127333"/>
                <a:gd name="connsiteX43" fmla="*/ 238203 w 318365"/>
                <a:gd name="connsiteY43" fmla="*/ 57728 h 127333"/>
                <a:gd name="connsiteX44" fmla="*/ 238203 w 318365"/>
                <a:gd name="connsiteY44" fmla="*/ 127321 h 127333"/>
                <a:gd name="connsiteX45" fmla="*/ 204183 w 318365"/>
                <a:gd name="connsiteY45" fmla="*/ 127321 h 127333"/>
                <a:gd name="connsiteX46" fmla="*/ 204183 w 318365"/>
                <a:gd name="connsiteY46" fmla="*/ 57728 h 127333"/>
                <a:gd name="connsiteX47" fmla="*/ 198250 w 318365"/>
                <a:gd name="connsiteY47" fmla="*/ 38012 h 127333"/>
                <a:gd name="connsiteX48" fmla="*/ 180985 w 318365"/>
                <a:gd name="connsiteY48" fmla="*/ 31181 h 127333"/>
                <a:gd name="connsiteX49" fmla="*/ 163842 w 318365"/>
                <a:gd name="connsiteY49" fmla="*/ 38012 h 127333"/>
                <a:gd name="connsiteX50" fmla="*/ 157787 w 318365"/>
                <a:gd name="connsiteY50" fmla="*/ 57728 h 127333"/>
                <a:gd name="connsiteX51" fmla="*/ 157787 w 318365"/>
                <a:gd name="connsiteY51" fmla="*/ 127321 h 127333"/>
                <a:gd name="connsiteX52" fmla="*/ 124022 w 318365"/>
                <a:gd name="connsiteY52" fmla="*/ 127321 h 127333"/>
                <a:gd name="connsiteX53" fmla="*/ 124022 w 318365"/>
                <a:gd name="connsiteY53" fmla="*/ 55156 h 127333"/>
                <a:gd name="connsiteX54" fmla="*/ 130986 w 318365"/>
                <a:gd name="connsiteY54" fmla="*/ 26546 h 127333"/>
                <a:gd name="connsiteX55" fmla="*/ 150581 w 318365"/>
                <a:gd name="connsiteY55" fmla="*/ 7086 h 127333"/>
                <a:gd name="connsiteX56" fmla="*/ 179966 w 318365"/>
                <a:gd name="connsiteY56" fmla="*/ 0 h 12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18365" h="127333">
                  <a:moveTo>
                    <a:pt x="63648" y="17774"/>
                  </a:moveTo>
                  <a:cubicBezTo>
                    <a:pt x="54719" y="17774"/>
                    <a:pt x="46808" y="19752"/>
                    <a:pt x="39941" y="23707"/>
                  </a:cubicBezTo>
                  <a:cubicBezTo>
                    <a:pt x="33062" y="27662"/>
                    <a:pt x="27699" y="33110"/>
                    <a:pt x="23829" y="40074"/>
                  </a:cubicBezTo>
                  <a:cubicBezTo>
                    <a:pt x="19958" y="47038"/>
                    <a:pt x="18029" y="54900"/>
                    <a:pt x="18029" y="63660"/>
                  </a:cubicBezTo>
                  <a:lnTo>
                    <a:pt x="18041" y="63660"/>
                  </a:lnTo>
                  <a:cubicBezTo>
                    <a:pt x="18041" y="72772"/>
                    <a:pt x="19971" y="80792"/>
                    <a:pt x="23841" y="87756"/>
                  </a:cubicBezTo>
                  <a:cubicBezTo>
                    <a:pt x="24630" y="89188"/>
                    <a:pt x="25515" y="90534"/>
                    <a:pt x="26437" y="91845"/>
                  </a:cubicBezTo>
                  <a:lnTo>
                    <a:pt x="90814" y="27238"/>
                  </a:lnTo>
                  <a:cubicBezTo>
                    <a:pt x="88618" y="25272"/>
                    <a:pt x="86179" y="23586"/>
                    <a:pt x="83498" y="22154"/>
                  </a:cubicBezTo>
                  <a:cubicBezTo>
                    <a:pt x="77989" y="19242"/>
                    <a:pt x="71377" y="17774"/>
                    <a:pt x="63648" y="17774"/>
                  </a:cubicBezTo>
                  <a:close/>
                  <a:moveTo>
                    <a:pt x="63394" y="1031"/>
                  </a:moveTo>
                  <a:cubicBezTo>
                    <a:pt x="74228" y="1031"/>
                    <a:pt x="83801" y="3312"/>
                    <a:pt x="92136" y="7862"/>
                  </a:cubicBezTo>
                  <a:lnTo>
                    <a:pt x="92124" y="7862"/>
                  </a:lnTo>
                  <a:cubicBezTo>
                    <a:pt x="100459" y="12424"/>
                    <a:pt x="107290" y="18818"/>
                    <a:pt x="112616" y="27068"/>
                  </a:cubicBezTo>
                  <a:lnTo>
                    <a:pt x="37369" y="102570"/>
                  </a:lnTo>
                  <a:cubicBezTo>
                    <a:pt x="38242" y="103165"/>
                    <a:pt x="39140" y="103735"/>
                    <a:pt x="40062" y="104269"/>
                  </a:cubicBezTo>
                  <a:cubicBezTo>
                    <a:pt x="47014" y="108309"/>
                    <a:pt x="54961" y="110323"/>
                    <a:pt x="63903" y="110323"/>
                  </a:cubicBezTo>
                  <a:cubicBezTo>
                    <a:pt x="71814" y="110323"/>
                    <a:pt x="78681" y="109073"/>
                    <a:pt x="84529" y="106586"/>
                  </a:cubicBezTo>
                  <a:cubicBezTo>
                    <a:pt x="90377" y="104087"/>
                    <a:pt x="95533" y="100520"/>
                    <a:pt x="99998" y="95885"/>
                  </a:cubicBezTo>
                  <a:lnTo>
                    <a:pt x="111852" y="107739"/>
                  </a:lnTo>
                  <a:cubicBezTo>
                    <a:pt x="105834" y="114096"/>
                    <a:pt x="98846" y="118949"/>
                    <a:pt x="90850" y="122298"/>
                  </a:cubicBezTo>
                  <a:cubicBezTo>
                    <a:pt x="82855" y="125647"/>
                    <a:pt x="73876" y="127321"/>
                    <a:pt x="63915" y="127321"/>
                  </a:cubicBezTo>
                  <a:cubicBezTo>
                    <a:pt x="51710" y="127321"/>
                    <a:pt x="40802" y="124482"/>
                    <a:pt x="31181" y="118816"/>
                  </a:cubicBezTo>
                  <a:cubicBezTo>
                    <a:pt x="21560" y="113138"/>
                    <a:pt x="13953" y="105494"/>
                    <a:pt x="8372" y="95873"/>
                  </a:cubicBezTo>
                  <a:cubicBezTo>
                    <a:pt x="2791" y="86264"/>
                    <a:pt x="0" y="75344"/>
                    <a:pt x="0" y="63660"/>
                  </a:cubicBezTo>
                  <a:cubicBezTo>
                    <a:pt x="0" y="51976"/>
                    <a:pt x="2791" y="41409"/>
                    <a:pt x="8372" y="31957"/>
                  </a:cubicBezTo>
                  <a:cubicBezTo>
                    <a:pt x="13953" y="22506"/>
                    <a:pt x="21511" y="14984"/>
                    <a:pt x="31048" y="9403"/>
                  </a:cubicBezTo>
                  <a:cubicBezTo>
                    <a:pt x="40584" y="3822"/>
                    <a:pt x="51370" y="1031"/>
                    <a:pt x="63394" y="1031"/>
                  </a:cubicBezTo>
                  <a:close/>
                  <a:moveTo>
                    <a:pt x="179966" y="0"/>
                  </a:moveTo>
                  <a:cubicBezTo>
                    <a:pt x="190789" y="0"/>
                    <a:pt x="200192" y="2414"/>
                    <a:pt x="208187" y="7219"/>
                  </a:cubicBezTo>
                  <a:cubicBezTo>
                    <a:pt x="213271" y="10276"/>
                    <a:pt x="217602" y="14220"/>
                    <a:pt x="221193" y="19024"/>
                  </a:cubicBezTo>
                  <a:cubicBezTo>
                    <a:pt x="224760" y="14220"/>
                    <a:pt x="229055" y="10289"/>
                    <a:pt x="234090" y="7219"/>
                  </a:cubicBezTo>
                  <a:cubicBezTo>
                    <a:pt x="241989" y="2414"/>
                    <a:pt x="251113" y="0"/>
                    <a:pt x="262445" y="0"/>
                  </a:cubicBezTo>
                  <a:cubicBezTo>
                    <a:pt x="273777" y="0"/>
                    <a:pt x="283616" y="2366"/>
                    <a:pt x="291952" y="7086"/>
                  </a:cubicBezTo>
                  <a:cubicBezTo>
                    <a:pt x="300287" y="11817"/>
                    <a:pt x="306778" y="18296"/>
                    <a:pt x="311413" y="26546"/>
                  </a:cubicBezTo>
                  <a:lnTo>
                    <a:pt x="311400" y="26559"/>
                  </a:lnTo>
                  <a:cubicBezTo>
                    <a:pt x="316047" y="34809"/>
                    <a:pt x="318365" y="44345"/>
                    <a:pt x="318365" y="55168"/>
                  </a:cubicBezTo>
                  <a:lnTo>
                    <a:pt x="318365" y="127333"/>
                  </a:lnTo>
                  <a:lnTo>
                    <a:pt x="284344" y="127333"/>
                  </a:lnTo>
                  <a:lnTo>
                    <a:pt x="284344" y="57740"/>
                  </a:lnTo>
                  <a:cubicBezTo>
                    <a:pt x="284344" y="49320"/>
                    <a:pt x="282367" y="42780"/>
                    <a:pt x="278411" y="38145"/>
                  </a:cubicBezTo>
                  <a:cubicBezTo>
                    <a:pt x="274456" y="33499"/>
                    <a:pt x="268535" y="31181"/>
                    <a:pt x="261147" y="31181"/>
                  </a:cubicBezTo>
                  <a:cubicBezTo>
                    <a:pt x="253758" y="31181"/>
                    <a:pt x="248092" y="33462"/>
                    <a:pt x="244136" y="38012"/>
                  </a:cubicBezTo>
                  <a:cubicBezTo>
                    <a:pt x="240181" y="42562"/>
                    <a:pt x="238203" y="49138"/>
                    <a:pt x="238203" y="57728"/>
                  </a:cubicBezTo>
                  <a:lnTo>
                    <a:pt x="238203" y="127321"/>
                  </a:lnTo>
                  <a:lnTo>
                    <a:pt x="204183" y="127321"/>
                  </a:lnTo>
                  <a:lnTo>
                    <a:pt x="204183" y="57728"/>
                  </a:lnTo>
                  <a:cubicBezTo>
                    <a:pt x="204183" y="49138"/>
                    <a:pt x="202206" y="42562"/>
                    <a:pt x="198250" y="38012"/>
                  </a:cubicBezTo>
                  <a:cubicBezTo>
                    <a:pt x="194295" y="33462"/>
                    <a:pt x="188374" y="31181"/>
                    <a:pt x="180985" y="31181"/>
                  </a:cubicBezTo>
                  <a:cubicBezTo>
                    <a:pt x="173596" y="31181"/>
                    <a:pt x="167882" y="33462"/>
                    <a:pt x="163842" y="38012"/>
                  </a:cubicBezTo>
                  <a:cubicBezTo>
                    <a:pt x="159802" y="42562"/>
                    <a:pt x="157787" y="49138"/>
                    <a:pt x="157787" y="57728"/>
                  </a:cubicBezTo>
                  <a:lnTo>
                    <a:pt x="157787" y="127321"/>
                  </a:lnTo>
                  <a:lnTo>
                    <a:pt x="124022" y="127321"/>
                  </a:lnTo>
                  <a:lnTo>
                    <a:pt x="124022" y="55156"/>
                  </a:lnTo>
                  <a:cubicBezTo>
                    <a:pt x="124022" y="44333"/>
                    <a:pt x="126352" y="34797"/>
                    <a:pt x="130986" y="26546"/>
                  </a:cubicBezTo>
                  <a:cubicBezTo>
                    <a:pt x="135633" y="18296"/>
                    <a:pt x="142161" y="11817"/>
                    <a:pt x="150581" y="7086"/>
                  </a:cubicBezTo>
                  <a:cubicBezTo>
                    <a:pt x="159001" y="2366"/>
                    <a:pt x="169144" y="0"/>
                    <a:pt x="179966" y="0"/>
                  </a:cubicBezTo>
                  <a:close/>
                </a:path>
              </a:pathLst>
            </a:custGeom>
            <a:solidFill>
              <a:schemeClr val="tx2"/>
            </a:solidFill>
            <a:ln w="11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6A846FCB-399B-21A4-32EC-0FE3577ECA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0869" y="3640870"/>
            <a:ext cx="5535806" cy="2528155"/>
          </a:xfrm>
        </p:spPr>
        <p:txBody>
          <a:bodyPr/>
          <a:lstStyle>
            <a:lvl1pPr algn="l">
              <a:lnSpc>
                <a:spcPct val="80000"/>
              </a:lnSpc>
              <a:spcAft>
                <a:spcPts val="600"/>
              </a:spcAft>
              <a:defRPr sz="5400" b="0"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Presentation title goes here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F5F3F589-F9C1-DEA1-DC92-7F395BA1E7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797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2BC64E91-1E7C-6E50-6A53-9E1D37F8D0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30" y="2741679"/>
            <a:ext cx="4839107" cy="433131"/>
          </a:xfrm>
          <a:custGeom>
            <a:avLst/>
            <a:gdLst>
              <a:gd name="connsiteX0" fmla="*/ 4185441 w 4839107"/>
              <a:gd name="connsiteY0" fmla="*/ 207954 h 433131"/>
              <a:gd name="connsiteX1" fmla="*/ 4146472 w 4839107"/>
              <a:gd name="connsiteY1" fmla="*/ 217681 h 433131"/>
              <a:gd name="connsiteX2" fmla="*/ 4119682 w 4839107"/>
              <a:gd name="connsiteY2" fmla="*/ 244499 h 433131"/>
              <a:gd name="connsiteX3" fmla="*/ 4109940 w 4839107"/>
              <a:gd name="connsiteY3" fmla="*/ 284065 h 433131"/>
              <a:gd name="connsiteX4" fmla="*/ 4119682 w 4839107"/>
              <a:gd name="connsiteY4" fmla="*/ 323894 h 433131"/>
              <a:gd name="connsiteX5" fmla="*/ 4146472 w 4839107"/>
              <a:gd name="connsiteY5" fmla="*/ 351104 h 433131"/>
              <a:gd name="connsiteX6" fmla="*/ 4185441 w 4839107"/>
              <a:gd name="connsiteY6" fmla="*/ 360832 h 433131"/>
              <a:gd name="connsiteX7" fmla="*/ 4225222 w 4839107"/>
              <a:gd name="connsiteY7" fmla="*/ 351104 h 433131"/>
              <a:gd name="connsiteX8" fmla="*/ 4252012 w 4839107"/>
              <a:gd name="connsiteY8" fmla="*/ 323894 h 433131"/>
              <a:gd name="connsiteX9" fmla="*/ 4261483 w 4839107"/>
              <a:gd name="connsiteY9" fmla="*/ 284065 h 433131"/>
              <a:gd name="connsiteX10" fmla="*/ 4251742 w 4839107"/>
              <a:gd name="connsiteY10" fmla="*/ 244499 h 433131"/>
              <a:gd name="connsiteX11" fmla="*/ 4224950 w 4839107"/>
              <a:gd name="connsiteY11" fmla="*/ 217681 h 433131"/>
              <a:gd name="connsiteX12" fmla="*/ 4185441 w 4839107"/>
              <a:gd name="connsiteY12" fmla="*/ 207954 h 433131"/>
              <a:gd name="connsiteX13" fmla="*/ 3547741 w 4839107"/>
              <a:gd name="connsiteY13" fmla="*/ 207298 h 433131"/>
              <a:gd name="connsiteX14" fmla="*/ 3509178 w 4839107"/>
              <a:gd name="connsiteY14" fmla="*/ 217025 h 433131"/>
              <a:gd name="connsiteX15" fmla="*/ 3483064 w 4839107"/>
              <a:gd name="connsiteY15" fmla="*/ 244237 h 433131"/>
              <a:gd name="connsiteX16" fmla="*/ 3473593 w 4839107"/>
              <a:gd name="connsiteY16" fmla="*/ 284066 h 433131"/>
              <a:gd name="connsiteX17" fmla="*/ 3483064 w 4839107"/>
              <a:gd name="connsiteY17" fmla="*/ 324553 h 433131"/>
              <a:gd name="connsiteX18" fmla="*/ 3509178 w 4839107"/>
              <a:gd name="connsiteY18" fmla="*/ 351763 h 433131"/>
              <a:gd name="connsiteX19" fmla="*/ 3547741 w 4839107"/>
              <a:gd name="connsiteY19" fmla="*/ 361491 h 433131"/>
              <a:gd name="connsiteX20" fmla="*/ 3601863 w 4839107"/>
              <a:gd name="connsiteY20" fmla="*/ 339932 h 433131"/>
              <a:gd name="connsiteX21" fmla="*/ 3622565 w 4839107"/>
              <a:gd name="connsiteY21" fmla="*/ 284066 h 433131"/>
              <a:gd name="connsiteX22" fmla="*/ 3613094 w 4839107"/>
              <a:gd name="connsiteY22" fmla="*/ 244237 h 433131"/>
              <a:gd name="connsiteX23" fmla="*/ 3586980 w 4839107"/>
              <a:gd name="connsiteY23" fmla="*/ 217025 h 433131"/>
              <a:gd name="connsiteX24" fmla="*/ 3547741 w 4839107"/>
              <a:gd name="connsiteY24" fmla="*/ 207298 h 433131"/>
              <a:gd name="connsiteX25" fmla="*/ 3052248 w 4839107"/>
              <a:gd name="connsiteY25" fmla="*/ 207298 h 433131"/>
              <a:gd name="connsiteX26" fmla="*/ 3013009 w 4839107"/>
              <a:gd name="connsiteY26" fmla="*/ 217289 h 433131"/>
              <a:gd name="connsiteX27" fmla="*/ 2986895 w 4839107"/>
              <a:gd name="connsiteY27" fmla="*/ 244499 h 433131"/>
              <a:gd name="connsiteX28" fmla="*/ 2977424 w 4839107"/>
              <a:gd name="connsiteY28" fmla="*/ 284066 h 433131"/>
              <a:gd name="connsiteX29" fmla="*/ 2986895 w 4839107"/>
              <a:gd name="connsiteY29" fmla="*/ 324553 h 433131"/>
              <a:gd name="connsiteX30" fmla="*/ 3013280 w 4839107"/>
              <a:gd name="connsiteY30" fmla="*/ 351763 h 433131"/>
              <a:gd name="connsiteX31" fmla="*/ 3051572 w 4839107"/>
              <a:gd name="connsiteY31" fmla="*/ 361491 h 433131"/>
              <a:gd name="connsiteX32" fmla="*/ 3090811 w 4839107"/>
              <a:gd name="connsiteY32" fmla="*/ 351763 h 433131"/>
              <a:gd name="connsiteX33" fmla="*/ 3116925 w 4839107"/>
              <a:gd name="connsiteY33" fmla="*/ 324553 h 433131"/>
              <a:gd name="connsiteX34" fmla="*/ 3126396 w 4839107"/>
              <a:gd name="connsiteY34" fmla="*/ 284066 h 433131"/>
              <a:gd name="connsiteX35" fmla="*/ 3116925 w 4839107"/>
              <a:gd name="connsiteY35" fmla="*/ 244237 h 433131"/>
              <a:gd name="connsiteX36" fmla="*/ 3090811 w 4839107"/>
              <a:gd name="connsiteY36" fmla="*/ 217025 h 433131"/>
              <a:gd name="connsiteX37" fmla="*/ 3052248 w 4839107"/>
              <a:gd name="connsiteY37" fmla="*/ 207298 h 433131"/>
              <a:gd name="connsiteX38" fmla="*/ 2712899 w 4839107"/>
              <a:gd name="connsiteY38" fmla="*/ 199541 h 433131"/>
              <a:gd name="connsiteX39" fmla="*/ 2671496 w 4839107"/>
              <a:gd name="connsiteY39" fmla="*/ 209926 h 433131"/>
              <a:gd name="connsiteX40" fmla="*/ 2644434 w 4839107"/>
              <a:gd name="connsiteY40" fmla="*/ 238846 h 433131"/>
              <a:gd name="connsiteX41" fmla="*/ 2638886 w 4839107"/>
              <a:gd name="connsiteY41" fmla="*/ 253830 h 433131"/>
              <a:gd name="connsiteX42" fmla="*/ 2780822 w 4839107"/>
              <a:gd name="connsiteY42" fmla="*/ 253436 h 433131"/>
              <a:gd name="connsiteX43" fmla="*/ 2774599 w 4839107"/>
              <a:gd name="connsiteY43" fmla="*/ 235033 h 433131"/>
              <a:gd name="connsiteX44" fmla="*/ 2750920 w 4839107"/>
              <a:gd name="connsiteY44" fmla="*/ 208744 h 433131"/>
              <a:gd name="connsiteX45" fmla="*/ 2712899 w 4839107"/>
              <a:gd name="connsiteY45" fmla="*/ 199541 h 433131"/>
              <a:gd name="connsiteX46" fmla="*/ 1907284 w 4839107"/>
              <a:gd name="connsiteY46" fmla="*/ 182060 h 433131"/>
              <a:gd name="connsiteX47" fmla="*/ 1851403 w 4839107"/>
              <a:gd name="connsiteY47" fmla="*/ 195599 h 433131"/>
              <a:gd name="connsiteX48" fmla="*/ 1813381 w 4839107"/>
              <a:gd name="connsiteY48" fmla="*/ 233063 h 433131"/>
              <a:gd name="connsiteX49" fmla="*/ 1799715 w 4839107"/>
              <a:gd name="connsiteY49" fmla="*/ 287089 h 433131"/>
              <a:gd name="connsiteX50" fmla="*/ 1799580 w 4839107"/>
              <a:gd name="connsiteY50" fmla="*/ 287220 h 433131"/>
              <a:gd name="connsiteX51" fmla="*/ 1813245 w 4839107"/>
              <a:gd name="connsiteY51" fmla="*/ 342430 h 433131"/>
              <a:gd name="connsiteX52" fmla="*/ 1819469 w 4839107"/>
              <a:gd name="connsiteY52" fmla="*/ 351763 h 433131"/>
              <a:gd name="connsiteX53" fmla="*/ 1971284 w 4839107"/>
              <a:gd name="connsiteY53" fmla="*/ 203750 h 433131"/>
              <a:gd name="connsiteX54" fmla="*/ 1954100 w 4839107"/>
              <a:gd name="connsiteY54" fmla="*/ 192050 h 433131"/>
              <a:gd name="connsiteX55" fmla="*/ 1907284 w 4839107"/>
              <a:gd name="connsiteY55" fmla="*/ 182060 h 433131"/>
              <a:gd name="connsiteX56" fmla="*/ 970419 w 4839107"/>
              <a:gd name="connsiteY56" fmla="*/ 181928 h 433131"/>
              <a:gd name="connsiteX57" fmla="*/ 916297 w 4839107"/>
              <a:gd name="connsiteY57" fmla="*/ 194942 h 433131"/>
              <a:gd name="connsiteX58" fmla="*/ 880171 w 4839107"/>
              <a:gd name="connsiteY58" fmla="*/ 231223 h 433131"/>
              <a:gd name="connsiteX59" fmla="*/ 868399 w 4839107"/>
              <a:gd name="connsiteY59" fmla="*/ 268161 h 433131"/>
              <a:gd name="connsiteX60" fmla="*/ 1063646 w 4839107"/>
              <a:gd name="connsiteY60" fmla="*/ 268161 h 433131"/>
              <a:gd name="connsiteX61" fmla="*/ 1053363 w 4839107"/>
              <a:gd name="connsiteY61" fmla="*/ 228331 h 433131"/>
              <a:gd name="connsiteX62" fmla="*/ 1021161 w 4839107"/>
              <a:gd name="connsiteY62" fmla="*/ 194022 h 433131"/>
              <a:gd name="connsiteX63" fmla="*/ 970419 w 4839107"/>
              <a:gd name="connsiteY63" fmla="*/ 181928 h 433131"/>
              <a:gd name="connsiteX64" fmla="*/ 145996 w 4839107"/>
              <a:gd name="connsiteY64" fmla="*/ 181928 h 433131"/>
              <a:gd name="connsiteX65" fmla="*/ 91873 w 4839107"/>
              <a:gd name="connsiteY65" fmla="*/ 194942 h 433131"/>
              <a:gd name="connsiteX66" fmla="*/ 55747 w 4839107"/>
              <a:gd name="connsiteY66" fmla="*/ 231223 h 433131"/>
              <a:gd name="connsiteX67" fmla="*/ 43975 w 4839107"/>
              <a:gd name="connsiteY67" fmla="*/ 268161 h 433131"/>
              <a:gd name="connsiteX68" fmla="*/ 239222 w 4839107"/>
              <a:gd name="connsiteY68" fmla="*/ 268161 h 433131"/>
              <a:gd name="connsiteX69" fmla="*/ 228939 w 4839107"/>
              <a:gd name="connsiteY69" fmla="*/ 228331 h 433131"/>
              <a:gd name="connsiteX70" fmla="*/ 196737 w 4839107"/>
              <a:gd name="connsiteY70" fmla="*/ 194022 h 433131"/>
              <a:gd name="connsiteX71" fmla="*/ 145996 w 4839107"/>
              <a:gd name="connsiteY71" fmla="*/ 181928 h 433131"/>
              <a:gd name="connsiteX72" fmla="*/ 1906742 w 4839107"/>
              <a:gd name="connsiteY72" fmla="*/ 143545 h 433131"/>
              <a:gd name="connsiteX73" fmla="*/ 1974531 w 4839107"/>
              <a:gd name="connsiteY73" fmla="*/ 159187 h 433131"/>
              <a:gd name="connsiteX74" fmla="*/ 1974531 w 4839107"/>
              <a:gd name="connsiteY74" fmla="*/ 158925 h 433131"/>
              <a:gd name="connsiteX75" fmla="*/ 2022836 w 4839107"/>
              <a:gd name="connsiteY75" fmla="*/ 202960 h 433131"/>
              <a:gd name="connsiteX76" fmla="*/ 1845448 w 4839107"/>
              <a:gd name="connsiteY76" fmla="*/ 375819 h 433131"/>
              <a:gd name="connsiteX77" fmla="*/ 1851673 w 4839107"/>
              <a:gd name="connsiteY77" fmla="*/ 379894 h 433131"/>
              <a:gd name="connsiteX78" fmla="*/ 1907960 w 4839107"/>
              <a:gd name="connsiteY78" fmla="*/ 393827 h 433131"/>
              <a:gd name="connsiteX79" fmla="*/ 1956670 w 4839107"/>
              <a:gd name="connsiteY79" fmla="*/ 385283 h 433131"/>
              <a:gd name="connsiteX80" fmla="*/ 1993204 w 4839107"/>
              <a:gd name="connsiteY80" fmla="*/ 360833 h 433131"/>
              <a:gd name="connsiteX81" fmla="*/ 2021212 w 4839107"/>
              <a:gd name="connsiteY81" fmla="*/ 388043 h 433131"/>
              <a:gd name="connsiteX82" fmla="*/ 1971689 w 4839107"/>
              <a:gd name="connsiteY82" fmla="*/ 421433 h 433131"/>
              <a:gd name="connsiteX83" fmla="*/ 1908095 w 4839107"/>
              <a:gd name="connsiteY83" fmla="*/ 433000 h 433131"/>
              <a:gd name="connsiteX84" fmla="*/ 1830836 w 4839107"/>
              <a:gd name="connsiteY84" fmla="*/ 413545 h 433131"/>
              <a:gd name="connsiteX85" fmla="*/ 1776984 w 4839107"/>
              <a:gd name="connsiteY85" fmla="*/ 360964 h 433131"/>
              <a:gd name="connsiteX86" fmla="*/ 1757228 w 4839107"/>
              <a:gd name="connsiteY86" fmla="*/ 287089 h 433131"/>
              <a:gd name="connsiteX87" fmla="*/ 1776984 w 4839107"/>
              <a:gd name="connsiteY87" fmla="*/ 214397 h 433131"/>
              <a:gd name="connsiteX88" fmla="*/ 1830429 w 4839107"/>
              <a:gd name="connsiteY88" fmla="*/ 162736 h 433131"/>
              <a:gd name="connsiteX89" fmla="*/ 1906742 w 4839107"/>
              <a:gd name="connsiteY89" fmla="*/ 143545 h 433131"/>
              <a:gd name="connsiteX90" fmla="*/ 1619216 w 4839107"/>
              <a:gd name="connsiteY90" fmla="*/ 143545 h 433131"/>
              <a:gd name="connsiteX91" fmla="*/ 1679427 w 4839107"/>
              <a:gd name="connsiteY91" fmla="*/ 155376 h 433131"/>
              <a:gd name="connsiteX92" fmla="*/ 1726785 w 4839107"/>
              <a:gd name="connsiteY92" fmla="*/ 188500 h 433131"/>
              <a:gd name="connsiteX93" fmla="*/ 1698777 w 4839107"/>
              <a:gd name="connsiteY93" fmla="*/ 216237 h 433131"/>
              <a:gd name="connsiteX94" fmla="*/ 1663461 w 4839107"/>
              <a:gd name="connsiteY94" fmla="*/ 191786 h 433131"/>
              <a:gd name="connsiteX95" fmla="*/ 1619081 w 4839107"/>
              <a:gd name="connsiteY95" fmla="*/ 183243 h 433131"/>
              <a:gd name="connsiteX96" fmla="*/ 1564958 w 4839107"/>
              <a:gd name="connsiteY96" fmla="*/ 196782 h 433131"/>
              <a:gd name="connsiteX97" fmla="*/ 1527884 w 4839107"/>
              <a:gd name="connsiteY97" fmla="*/ 233719 h 433131"/>
              <a:gd name="connsiteX98" fmla="*/ 1514489 w 4839107"/>
              <a:gd name="connsiteY98" fmla="*/ 287747 h 433131"/>
              <a:gd name="connsiteX99" fmla="*/ 1527884 w 4839107"/>
              <a:gd name="connsiteY99" fmla="*/ 341772 h 433131"/>
              <a:gd name="connsiteX100" fmla="*/ 1564958 w 4839107"/>
              <a:gd name="connsiteY100" fmla="*/ 379236 h 433131"/>
              <a:gd name="connsiteX101" fmla="*/ 1619081 w 4839107"/>
              <a:gd name="connsiteY101" fmla="*/ 392775 h 433131"/>
              <a:gd name="connsiteX102" fmla="*/ 1664137 w 4839107"/>
              <a:gd name="connsiteY102" fmla="*/ 384232 h 433131"/>
              <a:gd name="connsiteX103" fmla="*/ 1699453 w 4839107"/>
              <a:gd name="connsiteY103" fmla="*/ 359781 h 433131"/>
              <a:gd name="connsiteX104" fmla="*/ 1728002 w 4839107"/>
              <a:gd name="connsiteY104" fmla="*/ 387518 h 433131"/>
              <a:gd name="connsiteX105" fmla="*/ 1679697 w 4839107"/>
              <a:gd name="connsiteY105" fmla="*/ 421169 h 433131"/>
              <a:gd name="connsiteX106" fmla="*/ 1619216 w 4839107"/>
              <a:gd name="connsiteY106" fmla="*/ 433000 h 433131"/>
              <a:gd name="connsiteX107" fmla="*/ 1543579 w 4839107"/>
              <a:gd name="connsiteY107" fmla="*/ 413808 h 433131"/>
              <a:gd name="connsiteX108" fmla="*/ 1490134 w 4839107"/>
              <a:gd name="connsiteY108" fmla="*/ 361491 h 433131"/>
              <a:gd name="connsiteX109" fmla="*/ 1470378 w 4839107"/>
              <a:gd name="connsiteY109" fmla="*/ 287616 h 433131"/>
              <a:gd name="connsiteX110" fmla="*/ 1490134 w 4839107"/>
              <a:gd name="connsiteY110" fmla="*/ 214133 h 433131"/>
              <a:gd name="connsiteX111" fmla="*/ 1543579 w 4839107"/>
              <a:gd name="connsiteY111" fmla="*/ 162473 h 433131"/>
              <a:gd name="connsiteX112" fmla="*/ 1619216 w 4839107"/>
              <a:gd name="connsiteY112" fmla="*/ 143545 h 433131"/>
              <a:gd name="connsiteX113" fmla="*/ 1303002 w 4839107"/>
              <a:gd name="connsiteY113" fmla="*/ 143545 h 433131"/>
              <a:gd name="connsiteX114" fmla="*/ 1361321 w 4839107"/>
              <a:gd name="connsiteY114" fmla="*/ 158925 h 433131"/>
              <a:gd name="connsiteX115" fmla="*/ 1361456 w 4839107"/>
              <a:gd name="connsiteY115" fmla="*/ 159056 h 433131"/>
              <a:gd name="connsiteX116" fmla="*/ 1401235 w 4839107"/>
              <a:gd name="connsiteY116" fmla="*/ 200462 h 433131"/>
              <a:gd name="connsiteX117" fmla="*/ 1415578 w 4839107"/>
              <a:gd name="connsiteY117" fmla="*/ 257118 h 433131"/>
              <a:gd name="connsiteX118" fmla="*/ 1415578 w 4839107"/>
              <a:gd name="connsiteY118" fmla="*/ 427216 h 433131"/>
              <a:gd name="connsiteX119" fmla="*/ 1372416 w 4839107"/>
              <a:gd name="connsiteY119" fmla="*/ 427216 h 433131"/>
              <a:gd name="connsiteX120" fmla="*/ 1372416 w 4839107"/>
              <a:gd name="connsiteY120" fmla="*/ 264217 h 433131"/>
              <a:gd name="connsiteX121" fmla="*/ 1350225 w 4839107"/>
              <a:gd name="connsiteY121" fmla="*/ 204800 h 433131"/>
              <a:gd name="connsiteX122" fmla="*/ 1291502 w 4839107"/>
              <a:gd name="connsiteY122" fmla="*/ 182060 h 433131"/>
              <a:gd name="connsiteX123" fmla="*/ 1247663 w 4839107"/>
              <a:gd name="connsiteY123" fmla="*/ 192707 h 433131"/>
              <a:gd name="connsiteX124" fmla="*/ 1217896 w 4839107"/>
              <a:gd name="connsiteY124" fmla="*/ 221626 h 433131"/>
              <a:gd name="connsiteX125" fmla="*/ 1206936 w 4839107"/>
              <a:gd name="connsiteY125" fmla="*/ 263559 h 433131"/>
              <a:gd name="connsiteX126" fmla="*/ 1206936 w 4839107"/>
              <a:gd name="connsiteY126" fmla="*/ 427216 h 433131"/>
              <a:gd name="connsiteX127" fmla="*/ 1164449 w 4839107"/>
              <a:gd name="connsiteY127" fmla="*/ 427216 h 433131"/>
              <a:gd name="connsiteX128" fmla="*/ 1164449 w 4839107"/>
              <a:gd name="connsiteY128" fmla="*/ 149592 h 433131"/>
              <a:gd name="connsiteX129" fmla="*/ 1206936 w 4839107"/>
              <a:gd name="connsiteY129" fmla="*/ 149592 h 433131"/>
              <a:gd name="connsiteX130" fmla="*/ 1206936 w 4839107"/>
              <a:gd name="connsiteY130" fmla="*/ 190736 h 433131"/>
              <a:gd name="connsiteX131" fmla="*/ 1243739 w 4839107"/>
              <a:gd name="connsiteY131" fmla="*/ 157741 h 433131"/>
              <a:gd name="connsiteX132" fmla="*/ 1303002 w 4839107"/>
              <a:gd name="connsiteY132" fmla="*/ 143545 h 433131"/>
              <a:gd name="connsiteX133" fmla="*/ 971638 w 4839107"/>
              <a:gd name="connsiteY133" fmla="*/ 143545 h 433131"/>
              <a:gd name="connsiteX134" fmla="*/ 1040644 w 4839107"/>
              <a:gd name="connsiteY134" fmla="*/ 160633 h 433131"/>
              <a:gd name="connsiteX135" fmla="*/ 1040644 w 4839107"/>
              <a:gd name="connsiteY135" fmla="*/ 160502 h 433131"/>
              <a:gd name="connsiteX136" fmla="*/ 1088002 w 4839107"/>
              <a:gd name="connsiteY136" fmla="*/ 208088 h 433131"/>
              <a:gd name="connsiteX137" fmla="*/ 1105321 w 4839107"/>
              <a:gd name="connsiteY137" fmla="*/ 278019 h 433131"/>
              <a:gd name="connsiteX138" fmla="*/ 1104779 w 4839107"/>
              <a:gd name="connsiteY138" fmla="*/ 288929 h 433131"/>
              <a:gd name="connsiteX139" fmla="*/ 1102344 w 4839107"/>
              <a:gd name="connsiteY139" fmla="*/ 303389 h 433131"/>
              <a:gd name="connsiteX140" fmla="*/ 868264 w 4839107"/>
              <a:gd name="connsiteY140" fmla="*/ 303389 h 433131"/>
              <a:gd name="connsiteX141" fmla="*/ 880847 w 4839107"/>
              <a:gd name="connsiteY141" fmla="*/ 342430 h 433131"/>
              <a:gd name="connsiteX142" fmla="*/ 919139 w 4839107"/>
              <a:gd name="connsiteY142" fmla="*/ 380288 h 433131"/>
              <a:gd name="connsiteX143" fmla="*/ 975967 w 4839107"/>
              <a:gd name="connsiteY143" fmla="*/ 393827 h 433131"/>
              <a:gd name="connsiteX144" fmla="*/ 1024001 w 4839107"/>
              <a:gd name="connsiteY144" fmla="*/ 384626 h 433131"/>
              <a:gd name="connsiteX145" fmla="*/ 1061075 w 4839107"/>
              <a:gd name="connsiteY145" fmla="*/ 357153 h 433131"/>
              <a:gd name="connsiteX146" fmla="*/ 1088408 w 4839107"/>
              <a:gd name="connsiteY146" fmla="*/ 384363 h 433131"/>
              <a:gd name="connsiteX147" fmla="*/ 1038885 w 4839107"/>
              <a:gd name="connsiteY147" fmla="*/ 420117 h 433131"/>
              <a:gd name="connsiteX148" fmla="*/ 975291 w 4839107"/>
              <a:gd name="connsiteY148" fmla="*/ 432868 h 433131"/>
              <a:gd name="connsiteX149" fmla="*/ 898032 w 4839107"/>
              <a:gd name="connsiteY149" fmla="*/ 413939 h 433131"/>
              <a:gd name="connsiteX150" fmla="*/ 844179 w 4839107"/>
              <a:gd name="connsiteY150" fmla="*/ 362016 h 433131"/>
              <a:gd name="connsiteX151" fmla="*/ 824424 w 4839107"/>
              <a:gd name="connsiteY151" fmla="*/ 287616 h 433131"/>
              <a:gd name="connsiteX152" fmla="*/ 843908 w 4839107"/>
              <a:gd name="connsiteY152" fmla="*/ 214133 h 433131"/>
              <a:gd name="connsiteX153" fmla="*/ 896813 w 4839107"/>
              <a:gd name="connsiteY153" fmla="*/ 162473 h 433131"/>
              <a:gd name="connsiteX154" fmla="*/ 971638 w 4839107"/>
              <a:gd name="connsiteY154" fmla="*/ 143545 h 433131"/>
              <a:gd name="connsiteX155" fmla="*/ 147214 w 4839107"/>
              <a:gd name="connsiteY155" fmla="*/ 143545 h 433131"/>
              <a:gd name="connsiteX156" fmla="*/ 216220 w 4839107"/>
              <a:gd name="connsiteY156" fmla="*/ 160633 h 433131"/>
              <a:gd name="connsiteX157" fmla="*/ 216220 w 4839107"/>
              <a:gd name="connsiteY157" fmla="*/ 160502 h 433131"/>
              <a:gd name="connsiteX158" fmla="*/ 263577 w 4839107"/>
              <a:gd name="connsiteY158" fmla="*/ 208088 h 433131"/>
              <a:gd name="connsiteX159" fmla="*/ 280897 w 4839107"/>
              <a:gd name="connsiteY159" fmla="*/ 278019 h 433131"/>
              <a:gd name="connsiteX160" fmla="*/ 280355 w 4839107"/>
              <a:gd name="connsiteY160" fmla="*/ 288929 h 433131"/>
              <a:gd name="connsiteX161" fmla="*/ 277920 w 4839107"/>
              <a:gd name="connsiteY161" fmla="*/ 303389 h 433131"/>
              <a:gd name="connsiteX162" fmla="*/ 43840 w 4839107"/>
              <a:gd name="connsiteY162" fmla="*/ 303389 h 433131"/>
              <a:gd name="connsiteX163" fmla="*/ 56423 w 4839107"/>
              <a:gd name="connsiteY163" fmla="*/ 342430 h 433131"/>
              <a:gd name="connsiteX164" fmla="*/ 94715 w 4839107"/>
              <a:gd name="connsiteY164" fmla="*/ 380288 h 433131"/>
              <a:gd name="connsiteX165" fmla="*/ 151543 w 4839107"/>
              <a:gd name="connsiteY165" fmla="*/ 393827 h 433131"/>
              <a:gd name="connsiteX166" fmla="*/ 199577 w 4839107"/>
              <a:gd name="connsiteY166" fmla="*/ 384626 h 433131"/>
              <a:gd name="connsiteX167" fmla="*/ 236651 w 4839107"/>
              <a:gd name="connsiteY167" fmla="*/ 357153 h 433131"/>
              <a:gd name="connsiteX168" fmla="*/ 263984 w 4839107"/>
              <a:gd name="connsiteY168" fmla="*/ 384363 h 433131"/>
              <a:gd name="connsiteX169" fmla="*/ 214461 w 4839107"/>
              <a:gd name="connsiteY169" fmla="*/ 420117 h 433131"/>
              <a:gd name="connsiteX170" fmla="*/ 150867 w 4839107"/>
              <a:gd name="connsiteY170" fmla="*/ 432868 h 433131"/>
              <a:gd name="connsiteX171" fmla="*/ 73608 w 4839107"/>
              <a:gd name="connsiteY171" fmla="*/ 413939 h 433131"/>
              <a:gd name="connsiteX172" fmla="*/ 19755 w 4839107"/>
              <a:gd name="connsiteY172" fmla="*/ 362016 h 433131"/>
              <a:gd name="connsiteX173" fmla="*/ 0 w 4839107"/>
              <a:gd name="connsiteY173" fmla="*/ 287616 h 433131"/>
              <a:gd name="connsiteX174" fmla="*/ 19484 w 4839107"/>
              <a:gd name="connsiteY174" fmla="*/ 214133 h 433131"/>
              <a:gd name="connsiteX175" fmla="*/ 72389 w 4839107"/>
              <a:gd name="connsiteY175" fmla="*/ 162473 h 433131"/>
              <a:gd name="connsiteX176" fmla="*/ 147214 w 4839107"/>
              <a:gd name="connsiteY176" fmla="*/ 143545 h 433131"/>
              <a:gd name="connsiteX177" fmla="*/ 681810 w 4839107"/>
              <a:gd name="connsiteY177" fmla="*/ 143412 h 433131"/>
              <a:gd name="connsiteX178" fmla="*/ 740127 w 4839107"/>
              <a:gd name="connsiteY178" fmla="*/ 154586 h 433131"/>
              <a:gd name="connsiteX179" fmla="*/ 782073 w 4839107"/>
              <a:gd name="connsiteY179" fmla="*/ 187712 h 433131"/>
              <a:gd name="connsiteX180" fmla="*/ 754740 w 4839107"/>
              <a:gd name="connsiteY180" fmla="*/ 214264 h 433131"/>
              <a:gd name="connsiteX181" fmla="*/ 722808 w 4839107"/>
              <a:gd name="connsiteY181" fmla="*/ 189814 h 433131"/>
              <a:gd name="connsiteX182" fmla="*/ 679916 w 4839107"/>
              <a:gd name="connsiteY182" fmla="*/ 181271 h 433131"/>
              <a:gd name="connsiteX183" fmla="*/ 638242 w 4839107"/>
              <a:gd name="connsiteY183" fmla="*/ 191654 h 433131"/>
              <a:gd name="connsiteX184" fmla="*/ 638242 w 4839107"/>
              <a:gd name="connsiteY184" fmla="*/ 191786 h 433131"/>
              <a:gd name="connsiteX185" fmla="*/ 623899 w 4839107"/>
              <a:gd name="connsiteY185" fmla="*/ 218602 h 433131"/>
              <a:gd name="connsiteX186" fmla="*/ 635400 w 4839107"/>
              <a:gd name="connsiteY186" fmla="*/ 243709 h 433131"/>
              <a:gd name="connsiteX187" fmla="*/ 664897 w 4839107"/>
              <a:gd name="connsiteY187" fmla="*/ 258432 h 433131"/>
              <a:gd name="connsiteX188" fmla="*/ 702918 w 4839107"/>
              <a:gd name="connsiteY188" fmla="*/ 269605 h 433131"/>
              <a:gd name="connsiteX189" fmla="*/ 741210 w 4839107"/>
              <a:gd name="connsiteY189" fmla="*/ 284328 h 433131"/>
              <a:gd name="connsiteX190" fmla="*/ 770707 w 4839107"/>
              <a:gd name="connsiteY190" fmla="*/ 309173 h 433131"/>
              <a:gd name="connsiteX191" fmla="*/ 781937 w 4839107"/>
              <a:gd name="connsiteY191" fmla="*/ 351367 h 433131"/>
              <a:gd name="connsiteX192" fmla="*/ 754335 w 4839107"/>
              <a:gd name="connsiteY192" fmla="*/ 410784 h 433131"/>
              <a:gd name="connsiteX193" fmla="*/ 679240 w 4839107"/>
              <a:gd name="connsiteY193" fmla="*/ 432999 h 433131"/>
              <a:gd name="connsiteX194" fmla="*/ 634859 w 4839107"/>
              <a:gd name="connsiteY194" fmla="*/ 426821 h 433131"/>
              <a:gd name="connsiteX195" fmla="*/ 596296 w 4839107"/>
              <a:gd name="connsiteY195" fmla="*/ 409338 h 433131"/>
              <a:gd name="connsiteX196" fmla="*/ 566258 w 4839107"/>
              <a:gd name="connsiteY196" fmla="*/ 382784 h 433131"/>
              <a:gd name="connsiteX197" fmla="*/ 593591 w 4839107"/>
              <a:gd name="connsiteY197" fmla="*/ 355574 h 433131"/>
              <a:gd name="connsiteX198" fmla="*/ 632152 w 4839107"/>
              <a:gd name="connsiteY198" fmla="*/ 385413 h 433131"/>
              <a:gd name="connsiteX199" fmla="*/ 680457 w 4839107"/>
              <a:gd name="connsiteY199" fmla="*/ 395140 h 433131"/>
              <a:gd name="connsiteX200" fmla="*/ 725108 w 4839107"/>
              <a:gd name="connsiteY200" fmla="*/ 384494 h 433131"/>
              <a:gd name="connsiteX201" fmla="*/ 741210 w 4839107"/>
              <a:gd name="connsiteY201" fmla="*/ 354917 h 433131"/>
              <a:gd name="connsiteX202" fmla="*/ 729709 w 4839107"/>
              <a:gd name="connsiteY202" fmla="*/ 327180 h 433131"/>
              <a:gd name="connsiteX203" fmla="*/ 700212 w 4839107"/>
              <a:gd name="connsiteY203" fmla="*/ 311275 h 433131"/>
              <a:gd name="connsiteX204" fmla="*/ 662190 w 4839107"/>
              <a:gd name="connsiteY204" fmla="*/ 299707 h 433131"/>
              <a:gd name="connsiteX205" fmla="*/ 623899 w 4839107"/>
              <a:gd name="connsiteY205" fmla="*/ 285511 h 433131"/>
              <a:gd name="connsiteX206" fmla="*/ 594402 w 4839107"/>
              <a:gd name="connsiteY206" fmla="*/ 261587 h 433131"/>
              <a:gd name="connsiteX207" fmla="*/ 583172 w 4839107"/>
              <a:gd name="connsiteY207" fmla="*/ 221363 h 433131"/>
              <a:gd name="connsiteX208" fmla="*/ 595078 w 4839107"/>
              <a:gd name="connsiteY208" fmla="*/ 180350 h 433131"/>
              <a:gd name="connsiteX209" fmla="*/ 629176 w 4839107"/>
              <a:gd name="connsiteY209" fmla="*/ 153140 h 433131"/>
              <a:gd name="connsiteX210" fmla="*/ 681810 w 4839107"/>
              <a:gd name="connsiteY210" fmla="*/ 143412 h 433131"/>
              <a:gd name="connsiteX211" fmla="*/ 430005 w 4839107"/>
              <a:gd name="connsiteY211" fmla="*/ 143412 h 433131"/>
              <a:gd name="connsiteX212" fmla="*/ 488322 w 4839107"/>
              <a:gd name="connsiteY212" fmla="*/ 154586 h 433131"/>
              <a:gd name="connsiteX213" fmla="*/ 530267 w 4839107"/>
              <a:gd name="connsiteY213" fmla="*/ 187712 h 433131"/>
              <a:gd name="connsiteX214" fmla="*/ 502935 w 4839107"/>
              <a:gd name="connsiteY214" fmla="*/ 214264 h 433131"/>
              <a:gd name="connsiteX215" fmla="*/ 471003 w 4839107"/>
              <a:gd name="connsiteY215" fmla="*/ 189814 h 433131"/>
              <a:gd name="connsiteX216" fmla="*/ 428111 w 4839107"/>
              <a:gd name="connsiteY216" fmla="*/ 181271 h 433131"/>
              <a:gd name="connsiteX217" fmla="*/ 386437 w 4839107"/>
              <a:gd name="connsiteY217" fmla="*/ 191654 h 433131"/>
              <a:gd name="connsiteX218" fmla="*/ 386437 w 4839107"/>
              <a:gd name="connsiteY218" fmla="*/ 191786 h 433131"/>
              <a:gd name="connsiteX219" fmla="*/ 372094 w 4839107"/>
              <a:gd name="connsiteY219" fmla="*/ 218602 h 433131"/>
              <a:gd name="connsiteX220" fmla="*/ 383595 w 4839107"/>
              <a:gd name="connsiteY220" fmla="*/ 243709 h 433131"/>
              <a:gd name="connsiteX221" fmla="*/ 413092 w 4839107"/>
              <a:gd name="connsiteY221" fmla="*/ 258432 h 433131"/>
              <a:gd name="connsiteX222" fmla="*/ 451112 w 4839107"/>
              <a:gd name="connsiteY222" fmla="*/ 269605 h 433131"/>
              <a:gd name="connsiteX223" fmla="*/ 489405 w 4839107"/>
              <a:gd name="connsiteY223" fmla="*/ 284328 h 433131"/>
              <a:gd name="connsiteX224" fmla="*/ 518902 w 4839107"/>
              <a:gd name="connsiteY224" fmla="*/ 309173 h 433131"/>
              <a:gd name="connsiteX225" fmla="*/ 530132 w 4839107"/>
              <a:gd name="connsiteY225" fmla="*/ 351367 h 433131"/>
              <a:gd name="connsiteX226" fmla="*/ 502529 w 4839107"/>
              <a:gd name="connsiteY226" fmla="*/ 410784 h 433131"/>
              <a:gd name="connsiteX227" fmla="*/ 427435 w 4839107"/>
              <a:gd name="connsiteY227" fmla="*/ 432999 h 433131"/>
              <a:gd name="connsiteX228" fmla="*/ 383054 w 4839107"/>
              <a:gd name="connsiteY228" fmla="*/ 426821 h 433131"/>
              <a:gd name="connsiteX229" fmla="*/ 344491 w 4839107"/>
              <a:gd name="connsiteY229" fmla="*/ 409338 h 433131"/>
              <a:gd name="connsiteX230" fmla="*/ 314453 w 4839107"/>
              <a:gd name="connsiteY230" fmla="*/ 382784 h 433131"/>
              <a:gd name="connsiteX231" fmla="*/ 341785 w 4839107"/>
              <a:gd name="connsiteY231" fmla="*/ 355574 h 433131"/>
              <a:gd name="connsiteX232" fmla="*/ 380347 w 4839107"/>
              <a:gd name="connsiteY232" fmla="*/ 385413 h 433131"/>
              <a:gd name="connsiteX233" fmla="*/ 428651 w 4839107"/>
              <a:gd name="connsiteY233" fmla="*/ 395140 h 433131"/>
              <a:gd name="connsiteX234" fmla="*/ 473303 w 4839107"/>
              <a:gd name="connsiteY234" fmla="*/ 384494 h 433131"/>
              <a:gd name="connsiteX235" fmla="*/ 489405 w 4839107"/>
              <a:gd name="connsiteY235" fmla="*/ 354917 h 433131"/>
              <a:gd name="connsiteX236" fmla="*/ 477904 w 4839107"/>
              <a:gd name="connsiteY236" fmla="*/ 327180 h 433131"/>
              <a:gd name="connsiteX237" fmla="*/ 448407 w 4839107"/>
              <a:gd name="connsiteY237" fmla="*/ 311275 h 433131"/>
              <a:gd name="connsiteX238" fmla="*/ 410385 w 4839107"/>
              <a:gd name="connsiteY238" fmla="*/ 299707 h 433131"/>
              <a:gd name="connsiteX239" fmla="*/ 372094 w 4839107"/>
              <a:gd name="connsiteY239" fmla="*/ 285511 h 433131"/>
              <a:gd name="connsiteX240" fmla="*/ 342597 w 4839107"/>
              <a:gd name="connsiteY240" fmla="*/ 261587 h 433131"/>
              <a:gd name="connsiteX241" fmla="*/ 331366 w 4839107"/>
              <a:gd name="connsiteY241" fmla="*/ 221363 h 433131"/>
              <a:gd name="connsiteX242" fmla="*/ 343273 w 4839107"/>
              <a:gd name="connsiteY242" fmla="*/ 180350 h 433131"/>
              <a:gd name="connsiteX243" fmla="*/ 377371 w 4839107"/>
              <a:gd name="connsiteY243" fmla="*/ 153140 h 433131"/>
              <a:gd name="connsiteX244" fmla="*/ 430005 w 4839107"/>
              <a:gd name="connsiteY244" fmla="*/ 143412 h 433131"/>
              <a:gd name="connsiteX245" fmla="*/ 3265626 w 4839107"/>
              <a:gd name="connsiteY245" fmla="*/ 141704 h 433131"/>
              <a:gd name="connsiteX246" fmla="*/ 3345862 w 4839107"/>
              <a:gd name="connsiteY246" fmla="*/ 141704 h 433131"/>
              <a:gd name="connsiteX247" fmla="*/ 3345862 w 4839107"/>
              <a:gd name="connsiteY247" fmla="*/ 426953 h 433131"/>
              <a:gd name="connsiteX248" fmla="*/ 3265626 w 4839107"/>
              <a:gd name="connsiteY248" fmla="*/ 426953 h 433131"/>
              <a:gd name="connsiteX249" fmla="*/ 3533128 w 4839107"/>
              <a:gd name="connsiteY249" fmla="*/ 135921 h 433131"/>
              <a:gd name="connsiteX250" fmla="*/ 3589685 w 4839107"/>
              <a:gd name="connsiteY250" fmla="*/ 148277 h 433131"/>
              <a:gd name="connsiteX251" fmla="*/ 3618234 w 4839107"/>
              <a:gd name="connsiteY251" fmla="*/ 169178 h 433131"/>
              <a:gd name="connsiteX252" fmla="*/ 3618234 w 4839107"/>
              <a:gd name="connsiteY252" fmla="*/ 141704 h 433131"/>
              <a:gd name="connsiteX253" fmla="*/ 3697254 w 4839107"/>
              <a:gd name="connsiteY253" fmla="*/ 141704 h 433131"/>
              <a:gd name="connsiteX254" fmla="*/ 3697254 w 4839107"/>
              <a:gd name="connsiteY254" fmla="*/ 426953 h 433131"/>
              <a:gd name="connsiteX255" fmla="*/ 3618234 w 4839107"/>
              <a:gd name="connsiteY255" fmla="*/ 426953 h 433131"/>
              <a:gd name="connsiteX256" fmla="*/ 3618234 w 4839107"/>
              <a:gd name="connsiteY256" fmla="*/ 399086 h 433131"/>
              <a:gd name="connsiteX257" fmla="*/ 3589685 w 4839107"/>
              <a:gd name="connsiteY257" fmla="*/ 420117 h 433131"/>
              <a:gd name="connsiteX258" fmla="*/ 3533128 w 4839107"/>
              <a:gd name="connsiteY258" fmla="*/ 432868 h 433131"/>
              <a:gd name="connsiteX259" fmla="*/ 3460738 w 4839107"/>
              <a:gd name="connsiteY259" fmla="*/ 413414 h 433131"/>
              <a:gd name="connsiteX260" fmla="*/ 3410269 w 4839107"/>
              <a:gd name="connsiteY260" fmla="*/ 360308 h 433131"/>
              <a:gd name="connsiteX261" fmla="*/ 3392002 w 4839107"/>
              <a:gd name="connsiteY261" fmla="*/ 284724 h 433131"/>
              <a:gd name="connsiteX262" fmla="*/ 3410269 w 4839107"/>
              <a:gd name="connsiteY262" fmla="*/ 208482 h 433131"/>
              <a:gd name="connsiteX263" fmla="*/ 3460738 w 4839107"/>
              <a:gd name="connsiteY263" fmla="*/ 155376 h 433131"/>
              <a:gd name="connsiteX264" fmla="*/ 3533128 w 4839107"/>
              <a:gd name="connsiteY264" fmla="*/ 135921 h 433131"/>
              <a:gd name="connsiteX265" fmla="*/ 3900214 w 4839107"/>
              <a:gd name="connsiteY265" fmla="*/ 135394 h 433131"/>
              <a:gd name="connsiteX266" fmla="*/ 3964079 w 4839107"/>
              <a:gd name="connsiteY266" fmla="*/ 147750 h 433131"/>
              <a:gd name="connsiteX267" fmla="*/ 4014548 w 4839107"/>
              <a:gd name="connsiteY267" fmla="*/ 183242 h 433131"/>
              <a:gd name="connsiteX268" fmla="*/ 3963538 w 4839107"/>
              <a:gd name="connsiteY268" fmla="*/ 233456 h 433131"/>
              <a:gd name="connsiteX269" fmla="*/ 3935935 w 4839107"/>
              <a:gd name="connsiteY269" fmla="*/ 214528 h 433131"/>
              <a:gd name="connsiteX270" fmla="*/ 3900350 w 4839107"/>
              <a:gd name="connsiteY270" fmla="*/ 208086 h 433131"/>
              <a:gd name="connsiteX271" fmla="*/ 3861111 w 4839107"/>
              <a:gd name="connsiteY271" fmla="*/ 217814 h 433131"/>
              <a:gd name="connsiteX272" fmla="*/ 3833778 w 4839107"/>
              <a:gd name="connsiteY272" fmla="*/ 244366 h 433131"/>
              <a:gd name="connsiteX273" fmla="*/ 3823766 w 4839107"/>
              <a:gd name="connsiteY273" fmla="*/ 284197 h 433131"/>
              <a:gd name="connsiteX274" fmla="*/ 3833778 w 4839107"/>
              <a:gd name="connsiteY274" fmla="*/ 324026 h 433131"/>
              <a:gd name="connsiteX275" fmla="*/ 3861111 w 4839107"/>
              <a:gd name="connsiteY275" fmla="*/ 351236 h 433131"/>
              <a:gd name="connsiteX276" fmla="*/ 3900350 w 4839107"/>
              <a:gd name="connsiteY276" fmla="*/ 360964 h 433131"/>
              <a:gd name="connsiteX277" fmla="*/ 3936476 w 4839107"/>
              <a:gd name="connsiteY277" fmla="*/ 354128 h 433131"/>
              <a:gd name="connsiteX278" fmla="*/ 3936611 w 4839107"/>
              <a:gd name="connsiteY278" fmla="*/ 354392 h 433131"/>
              <a:gd name="connsiteX279" fmla="*/ 3964214 w 4839107"/>
              <a:gd name="connsiteY279" fmla="*/ 334542 h 433131"/>
              <a:gd name="connsiteX280" fmla="*/ 4015901 w 4839107"/>
              <a:gd name="connsiteY280" fmla="*/ 384757 h 433131"/>
              <a:gd name="connsiteX281" fmla="*/ 3964214 w 4839107"/>
              <a:gd name="connsiteY281" fmla="*/ 420774 h 433131"/>
              <a:gd name="connsiteX282" fmla="*/ 3900350 w 4839107"/>
              <a:gd name="connsiteY282" fmla="*/ 433131 h 433131"/>
              <a:gd name="connsiteX283" fmla="*/ 3819435 w 4839107"/>
              <a:gd name="connsiteY283" fmla="*/ 413676 h 433131"/>
              <a:gd name="connsiteX284" fmla="*/ 3762878 w 4839107"/>
              <a:gd name="connsiteY284" fmla="*/ 360570 h 433131"/>
              <a:gd name="connsiteX285" fmla="*/ 3742176 w 4839107"/>
              <a:gd name="connsiteY285" fmla="*/ 284986 h 433131"/>
              <a:gd name="connsiteX286" fmla="*/ 3762878 w 4839107"/>
              <a:gd name="connsiteY286" fmla="*/ 208744 h 433131"/>
              <a:gd name="connsiteX287" fmla="*/ 3819707 w 4839107"/>
              <a:gd name="connsiteY287" fmla="*/ 155243 h 433131"/>
              <a:gd name="connsiteX288" fmla="*/ 3900214 w 4839107"/>
              <a:gd name="connsiteY288" fmla="*/ 135394 h 433131"/>
              <a:gd name="connsiteX289" fmla="*/ 4512478 w 4839107"/>
              <a:gd name="connsiteY289" fmla="*/ 135263 h 433131"/>
              <a:gd name="connsiteX290" fmla="*/ 4579049 w 4839107"/>
              <a:gd name="connsiteY290" fmla="*/ 151826 h 433131"/>
              <a:gd name="connsiteX291" fmla="*/ 4609763 w 4839107"/>
              <a:gd name="connsiteY291" fmla="*/ 179299 h 433131"/>
              <a:gd name="connsiteX292" fmla="*/ 4640206 w 4839107"/>
              <a:gd name="connsiteY292" fmla="*/ 151826 h 433131"/>
              <a:gd name="connsiteX293" fmla="*/ 4707048 w 4839107"/>
              <a:gd name="connsiteY293" fmla="*/ 135263 h 433131"/>
              <a:gd name="connsiteX294" fmla="*/ 4776730 w 4839107"/>
              <a:gd name="connsiteY294" fmla="*/ 151563 h 433131"/>
              <a:gd name="connsiteX295" fmla="*/ 4822600 w 4839107"/>
              <a:gd name="connsiteY295" fmla="*/ 196124 h 433131"/>
              <a:gd name="connsiteX296" fmla="*/ 4822735 w 4839107"/>
              <a:gd name="connsiteY296" fmla="*/ 195993 h 433131"/>
              <a:gd name="connsiteX297" fmla="*/ 4839107 w 4839107"/>
              <a:gd name="connsiteY297" fmla="*/ 261587 h 433131"/>
              <a:gd name="connsiteX298" fmla="*/ 4839107 w 4839107"/>
              <a:gd name="connsiteY298" fmla="*/ 426953 h 433131"/>
              <a:gd name="connsiteX299" fmla="*/ 4758871 w 4839107"/>
              <a:gd name="connsiteY299" fmla="*/ 426953 h 433131"/>
              <a:gd name="connsiteX300" fmla="*/ 4758871 w 4839107"/>
              <a:gd name="connsiteY300" fmla="*/ 267503 h 433131"/>
              <a:gd name="connsiteX301" fmla="*/ 4744935 w 4839107"/>
              <a:gd name="connsiteY301" fmla="*/ 222678 h 433131"/>
              <a:gd name="connsiteX302" fmla="*/ 4704207 w 4839107"/>
              <a:gd name="connsiteY302" fmla="*/ 206773 h 433131"/>
              <a:gd name="connsiteX303" fmla="*/ 4664020 w 4839107"/>
              <a:gd name="connsiteY303" fmla="*/ 222415 h 433131"/>
              <a:gd name="connsiteX304" fmla="*/ 4650085 w 4839107"/>
              <a:gd name="connsiteY304" fmla="*/ 267634 h 433131"/>
              <a:gd name="connsiteX305" fmla="*/ 4650085 w 4839107"/>
              <a:gd name="connsiteY305" fmla="*/ 427084 h 433131"/>
              <a:gd name="connsiteX306" fmla="*/ 4569848 w 4839107"/>
              <a:gd name="connsiteY306" fmla="*/ 427084 h 433131"/>
              <a:gd name="connsiteX307" fmla="*/ 4569848 w 4839107"/>
              <a:gd name="connsiteY307" fmla="*/ 267634 h 433131"/>
              <a:gd name="connsiteX308" fmla="*/ 4555910 w 4839107"/>
              <a:gd name="connsiteY308" fmla="*/ 222415 h 433131"/>
              <a:gd name="connsiteX309" fmla="*/ 4515183 w 4839107"/>
              <a:gd name="connsiteY309" fmla="*/ 206773 h 433131"/>
              <a:gd name="connsiteX310" fmla="*/ 4474727 w 4839107"/>
              <a:gd name="connsiteY310" fmla="*/ 222415 h 433131"/>
              <a:gd name="connsiteX311" fmla="*/ 4460384 w 4839107"/>
              <a:gd name="connsiteY311" fmla="*/ 267634 h 433131"/>
              <a:gd name="connsiteX312" fmla="*/ 4460384 w 4839107"/>
              <a:gd name="connsiteY312" fmla="*/ 427084 h 433131"/>
              <a:gd name="connsiteX313" fmla="*/ 4380688 w 4839107"/>
              <a:gd name="connsiteY313" fmla="*/ 427084 h 433131"/>
              <a:gd name="connsiteX314" fmla="*/ 4380688 w 4839107"/>
              <a:gd name="connsiteY314" fmla="*/ 261719 h 433131"/>
              <a:gd name="connsiteX315" fmla="*/ 4397061 w 4839107"/>
              <a:gd name="connsiteY315" fmla="*/ 196124 h 433131"/>
              <a:gd name="connsiteX316" fmla="*/ 4443201 w 4839107"/>
              <a:gd name="connsiteY316" fmla="*/ 151563 h 433131"/>
              <a:gd name="connsiteX317" fmla="*/ 4512478 w 4839107"/>
              <a:gd name="connsiteY317" fmla="*/ 135263 h 433131"/>
              <a:gd name="connsiteX318" fmla="*/ 4185441 w 4839107"/>
              <a:gd name="connsiteY318" fmla="*/ 135131 h 433131"/>
              <a:gd name="connsiteX319" fmla="*/ 4265948 w 4839107"/>
              <a:gd name="connsiteY319" fmla="*/ 154980 h 433131"/>
              <a:gd name="connsiteX320" fmla="*/ 4322237 w 4839107"/>
              <a:gd name="connsiteY320" fmla="*/ 208086 h 433131"/>
              <a:gd name="connsiteX321" fmla="*/ 4342938 w 4839107"/>
              <a:gd name="connsiteY321" fmla="*/ 283407 h 433131"/>
              <a:gd name="connsiteX322" fmla="*/ 4322237 w 4839107"/>
              <a:gd name="connsiteY322" fmla="*/ 359255 h 433131"/>
              <a:gd name="connsiteX323" fmla="*/ 4265948 w 4839107"/>
              <a:gd name="connsiteY323" fmla="*/ 413019 h 433131"/>
              <a:gd name="connsiteX324" fmla="*/ 4185981 w 4839107"/>
              <a:gd name="connsiteY324" fmla="*/ 432868 h 433131"/>
              <a:gd name="connsiteX325" fmla="*/ 4106017 w 4839107"/>
              <a:gd name="connsiteY325" fmla="*/ 413019 h 433131"/>
              <a:gd name="connsiteX326" fmla="*/ 4049457 w 4839107"/>
              <a:gd name="connsiteY326" fmla="*/ 359255 h 433131"/>
              <a:gd name="connsiteX327" fmla="*/ 4028485 w 4839107"/>
              <a:gd name="connsiteY327" fmla="*/ 283407 h 433131"/>
              <a:gd name="connsiteX328" fmla="*/ 4049187 w 4839107"/>
              <a:gd name="connsiteY328" fmla="*/ 208086 h 433131"/>
              <a:gd name="connsiteX329" fmla="*/ 4105745 w 4839107"/>
              <a:gd name="connsiteY329" fmla="*/ 154980 h 433131"/>
              <a:gd name="connsiteX330" fmla="*/ 4185441 w 4839107"/>
              <a:gd name="connsiteY330" fmla="*/ 135131 h 433131"/>
              <a:gd name="connsiteX331" fmla="*/ 2712764 w 4839107"/>
              <a:gd name="connsiteY331" fmla="*/ 135131 h 433131"/>
              <a:gd name="connsiteX332" fmla="*/ 2787859 w 4839107"/>
              <a:gd name="connsiteY332" fmla="*/ 153797 h 433131"/>
              <a:gd name="connsiteX333" fmla="*/ 2787994 w 4839107"/>
              <a:gd name="connsiteY333" fmla="*/ 153665 h 433131"/>
              <a:gd name="connsiteX334" fmla="*/ 2839005 w 4839107"/>
              <a:gd name="connsiteY334" fmla="*/ 204406 h 433131"/>
              <a:gd name="connsiteX335" fmla="*/ 2857542 w 4839107"/>
              <a:gd name="connsiteY335" fmla="*/ 277360 h 433131"/>
              <a:gd name="connsiteX336" fmla="*/ 2856595 w 4839107"/>
              <a:gd name="connsiteY336" fmla="*/ 293004 h 433131"/>
              <a:gd name="connsiteX337" fmla="*/ 2853212 w 4839107"/>
              <a:gd name="connsiteY337" fmla="*/ 311013 h 433131"/>
              <a:gd name="connsiteX338" fmla="*/ 2638751 w 4839107"/>
              <a:gd name="connsiteY338" fmla="*/ 311538 h 433131"/>
              <a:gd name="connsiteX339" fmla="*/ 2644976 w 4839107"/>
              <a:gd name="connsiteY339" fmla="*/ 327838 h 433131"/>
              <a:gd name="connsiteX340" fmla="*/ 2673796 w 4839107"/>
              <a:gd name="connsiteY340" fmla="*/ 357415 h 433131"/>
              <a:gd name="connsiteX341" fmla="*/ 2717500 w 4839107"/>
              <a:gd name="connsiteY341" fmla="*/ 367800 h 433131"/>
              <a:gd name="connsiteX342" fmla="*/ 2758226 w 4839107"/>
              <a:gd name="connsiteY342" fmla="*/ 360437 h 433131"/>
              <a:gd name="connsiteX343" fmla="*/ 2789888 w 4839107"/>
              <a:gd name="connsiteY343" fmla="*/ 338223 h 433131"/>
              <a:gd name="connsiteX344" fmla="*/ 2836704 w 4839107"/>
              <a:gd name="connsiteY344" fmla="*/ 383705 h 433131"/>
              <a:gd name="connsiteX345" fmla="*/ 2784748 w 4839107"/>
              <a:gd name="connsiteY345" fmla="*/ 420379 h 433131"/>
              <a:gd name="connsiteX346" fmla="*/ 2718176 w 4839107"/>
              <a:gd name="connsiteY346" fmla="*/ 432735 h 433131"/>
              <a:gd name="connsiteX347" fmla="*/ 2636045 w 4839107"/>
              <a:gd name="connsiteY347" fmla="*/ 413544 h 433131"/>
              <a:gd name="connsiteX348" fmla="*/ 2579216 w 4839107"/>
              <a:gd name="connsiteY348" fmla="*/ 360701 h 433131"/>
              <a:gd name="connsiteX349" fmla="*/ 2558244 w 4839107"/>
              <a:gd name="connsiteY349" fmla="*/ 283934 h 433131"/>
              <a:gd name="connsiteX350" fmla="*/ 2578675 w 4839107"/>
              <a:gd name="connsiteY350" fmla="*/ 208086 h 433131"/>
              <a:gd name="connsiteX351" fmla="*/ 2634286 w 4839107"/>
              <a:gd name="connsiteY351" fmla="*/ 154980 h 433131"/>
              <a:gd name="connsiteX352" fmla="*/ 2712764 w 4839107"/>
              <a:gd name="connsiteY352" fmla="*/ 135131 h 433131"/>
              <a:gd name="connsiteX353" fmla="*/ 2194810 w 4839107"/>
              <a:gd name="connsiteY353" fmla="*/ 135131 h 433131"/>
              <a:gd name="connsiteX354" fmla="*/ 2261380 w 4839107"/>
              <a:gd name="connsiteY354" fmla="*/ 151694 h 433131"/>
              <a:gd name="connsiteX355" fmla="*/ 2292095 w 4839107"/>
              <a:gd name="connsiteY355" fmla="*/ 179167 h 433131"/>
              <a:gd name="connsiteX356" fmla="*/ 2322539 w 4839107"/>
              <a:gd name="connsiteY356" fmla="*/ 151694 h 433131"/>
              <a:gd name="connsiteX357" fmla="*/ 2389381 w 4839107"/>
              <a:gd name="connsiteY357" fmla="*/ 135131 h 433131"/>
              <a:gd name="connsiteX358" fmla="*/ 2459063 w 4839107"/>
              <a:gd name="connsiteY358" fmla="*/ 151430 h 433131"/>
              <a:gd name="connsiteX359" fmla="*/ 2459199 w 4839107"/>
              <a:gd name="connsiteY359" fmla="*/ 151300 h 433131"/>
              <a:gd name="connsiteX360" fmla="*/ 2505068 w 4839107"/>
              <a:gd name="connsiteY360" fmla="*/ 195861 h 433131"/>
              <a:gd name="connsiteX361" fmla="*/ 2521440 w 4839107"/>
              <a:gd name="connsiteY361" fmla="*/ 261454 h 433131"/>
              <a:gd name="connsiteX362" fmla="*/ 2521440 w 4839107"/>
              <a:gd name="connsiteY362" fmla="*/ 426821 h 433131"/>
              <a:gd name="connsiteX363" fmla="*/ 2441203 w 4839107"/>
              <a:gd name="connsiteY363" fmla="*/ 426821 h 433131"/>
              <a:gd name="connsiteX364" fmla="*/ 2441203 w 4839107"/>
              <a:gd name="connsiteY364" fmla="*/ 267371 h 433131"/>
              <a:gd name="connsiteX365" fmla="*/ 2427266 w 4839107"/>
              <a:gd name="connsiteY365" fmla="*/ 222546 h 433131"/>
              <a:gd name="connsiteX366" fmla="*/ 2386540 w 4839107"/>
              <a:gd name="connsiteY366" fmla="*/ 206640 h 433131"/>
              <a:gd name="connsiteX367" fmla="*/ 2346353 w 4839107"/>
              <a:gd name="connsiteY367" fmla="*/ 222283 h 433131"/>
              <a:gd name="connsiteX368" fmla="*/ 2332416 w 4839107"/>
              <a:gd name="connsiteY368" fmla="*/ 267502 h 433131"/>
              <a:gd name="connsiteX369" fmla="*/ 2332416 w 4839107"/>
              <a:gd name="connsiteY369" fmla="*/ 426952 h 433131"/>
              <a:gd name="connsiteX370" fmla="*/ 2252179 w 4839107"/>
              <a:gd name="connsiteY370" fmla="*/ 426952 h 433131"/>
              <a:gd name="connsiteX371" fmla="*/ 2252179 w 4839107"/>
              <a:gd name="connsiteY371" fmla="*/ 267502 h 433131"/>
              <a:gd name="connsiteX372" fmla="*/ 2238243 w 4839107"/>
              <a:gd name="connsiteY372" fmla="*/ 222283 h 433131"/>
              <a:gd name="connsiteX373" fmla="*/ 2197516 w 4839107"/>
              <a:gd name="connsiteY373" fmla="*/ 206640 h 433131"/>
              <a:gd name="connsiteX374" fmla="*/ 2157059 w 4839107"/>
              <a:gd name="connsiteY374" fmla="*/ 222283 h 433131"/>
              <a:gd name="connsiteX375" fmla="*/ 2142717 w 4839107"/>
              <a:gd name="connsiteY375" fmla="*/ 267502 h 433131"/>
              <a:gd name="connsiteX376" fmla="*/ 2142717 w 4839107"/>
              <a:gd name="connsiteY376" fmla="*/ 426952 h 433131"/>
              <a:gd name="connsiteX377" fmla="*/ 2063021 w 4839107"/>
              <a:gd name="connsiteY377" fmla="*/ 426952 h 433131"/>
              <a:gd name="connsiteX378" fmla="*/ 2063021 w 4839107"/>
              <a:gd name="connsiteY378" fmla="*/ 261587 h 433131"/>
              <a:gd name="connsiteX379" fmla="*/ 2079394 w 4839107"/>
              <a:gd name="connsiteY379" fmla="*/ 195992 h 433131"/>
              <a:gd name="connsiteX380" fmla="*/ 2125533 w 4839107"/>
              <a:gd name="connsiteY380" fmla="*/ 151430 h 433131"/>
              <a:gd name="connsiteX381" fmla="*/ 2194810 w 4839107"/>
              <a:gd name="connsiteY381" fmla="*/ 135131 h 433131"/>
              <a:gd name="connsiteX382" fmla="*/ 3305677 w 4839107"/>
              <a:gd name="connsiteY382" fmla="*/ 7098 h 433131"/>
              <a:gd name="connsiteX383" fmla="*/ 3338152 w 4839107"/>
              <a:gd name="connsiteY383" fmla="*/ 20111 h 433131"/>
              <a:gd name="connsiteX384" fmla="*/ 3350599 w 4839107"/>
              <a:gd name="connsiteY384" fmla="*/ 51397 h 433131"/>
              <a:gd name="connsiteX385" fmla="*/ 3338152 w 4839107"/>
              <a:gd name="connsiteY385" fmla="*/ 82945 h 433131"/>
              <a:gd name="connsiteX386" fmla="*/ 3305677 w 4839107"/>
              <a:gd name="connsiteY386" fmla="*/ 95695 h 433131"/>
              <a:gd name="connsiteX387" fmla="*/ 3273475 w 4839107"/>
              <a:gd name="connsiteY387" fmla="*/ 82945 h 433131"/>
              <a:gd name="connsiteX388" fmla="*/ 3260756 w 4839107"/>
              <a:gd name="connsiteY388" fmla="*/ 51397 h 433131"/>
              <a:gd name="connsiteX389" fmla="*/ 3273475 w 4839107"/>
              <a:gd name="connsiteY389" fmla="*/ 20111 h 433131"/>
              <a:gd name="connsiteX390" fmla="*/ 3305677 w 4839107"/>
              <a:gd name="connsiteY390" fmla="*/ 7098 h 433131"/>
              <a:gd name="connsiteX391" fmla="*/ 3121525 w 4839107"/>
              <a:gd name="connsiteY391" fmla="*/ 0 h 433131"/>
              <a:gd name="connsiteX392" fmla="*/ 3201221 w 4839107"/>
              <a:gd name="connsiteY392" fmla="*/ 0 h 433131"/>
              <a:gd name="connsiteX393" fmla="*/ 3201221 w 4839107"/>
              <a:gd name="connsiteY393" fmla="*/ 426953 h 433131"/>
              <a:gd name="connsiteX394" fmla="*/ 3122201 w 4839107"/>
              <a:gd name="connsiteY394" fmla="*/ 426953 h 433131"/>
              <a:gd name="connsiteX395" fmla="*/ 3122201 w 4839107"/>
              <a:gd name="connsiteY395" fmla="*/ 400795 h 433131"/>
              <a:gd name="connsiteX396" fmla="*/ 3095411 w 4839107"/>
              <a:gd name="connsiteY396" fmla="*/ 419854 h 433131"/>
              <a:gd name="connsiteX397" fmla="*/ 3038311 w 4839107"/>
              <a:gd name="connsiteY397" fmla="*/ 432868 h 433131"/>
              <a:gd name="connsiteX398" fmla="*/ 2965381 w 4839107"/>
              <a:gd name="connsiteY398" fmla="*/ 413414 h 433131"/>
              <a:gd name="connsiteX399" fmla="*/ 2914641 w 4839107"/>
              <a:gd name="connsiteY399" fmla="*/ 360308 h 433131"/>
              <a:gd name="connsiteX400" fmla="*/ 2896104 w 4839107"/>
              <a:gd name="connsiteY400" fmla="*/ 284724 h 433131"/>
              <a:gd name="connsiteX401" fmla="*/ 2914641 w 4839107"/>
              <a:gd name="connsiteY401" fmla="*/ 208482 h 433131"/>
              <a:gd name="connsiteX402" fmla="*/ 2965110 w 4839107"/>
              <a:gd name="connsiteY402" fmla="*/ 155376 h 433131"/>
              <a:gd name="connsiteX403" fmla="*/ 3038311 w 4839107"/>
              <a:gd name="connsiteY403" fmla="*/ 135921 h 433131"/>
              <a:gd name="connsiteX404" fmla="*/ 3095140 w 4839107"/>
              <a:gd name="connsiteY404" fmla="*/ 148277 h 433131"/>
              <a:gd name="connsiteX405" fmla="*/ 3121525 w 4839107"/>
              <a:gd name="connsiteY405" fmla="*/ 166680 h 4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</a:cxnLst>
            <a:rect l="l" t="t" r="r" b="b"/>
            <a:pathLst>
              <a:path w="4839107" h="433131">
                <a:moveTo>
                  <a:pt x="4185441" y="207954"/>
                </a:moveTo>
                <a:cubicBezTo>
                  <a:pt x="4170827" y="207954"/>
                  <a:pt x="4157838" y="211241"/>
                  <a:pt x="4146472" y="217681"/>
                </a:cubicBezTo>
                <a:cubicBezTo>
                  <a:pt x="4135107" y="224123"/>
                  <a:pt x="4126176" y="233062"/>
                  <a:pt x="4119682" y="244499"/>
                </a:cubicBezTo>
                <a:cubicBezTo>
                  <a:pt x="4113188" y="255934"/>
                  <a:pt x="4109940" y="269080"/>
                  <a:pt x="4109940" y="284065"/>
                </a:cubicBezTo>
                <a:cubicBezTo>
                  <a:pt x="4109940" y="299050"/>
                  <a:pt x="4113188" y="312326"/>
                  <a:pt x="4119682" y="323894"/>
                </a:cubicBezTo>
                <a:cubicBezTo>
                  <a:pt x="4126176" y="335594"/>
                  <a:pt x="4135107" y="344664"/>
                  <a:pt x="4146472" y="351104"/>
                </a:cubicBezTo>
                <a:cubicBezTo>
                  <a:pt x="4157838" y="357545"/>
                  <a:pt x="4170422" y="360832"/>
                  <a:pt x="4185441" y="360832"/>
                </a:cubicBezTo>
                <a:cubicBezTo>
                  <a:pt x="4200460" y="360832"/>
                  <a:pt x="4213720" y="357545"/>
                  <a:pt x="4225222" y="351104"/>
                </a:cubicBezTo>
                <a:cubicBezTo>
                  <a:pt x="4236858" y="344532"/>
                  <a:pt x="4245788" y="335462"/>
                  <a:pt x="4252012" y="323894"/>
                </a:cubicBezTo>
                <a:cubicBezTo>
                  <a:pt x="4258371" y="312326"/>
                  <a:pt x="4261483" y="299050"/>
                  <a:pt x="4261483" y="284065"/>
                </a:cubicBezTo>
                <a:cubicBezTo>
                  <a:pt x="4261483" y="269080"/>
                  <a:pt x="4258236" y="255934"/>
                  <a:pt x="4251742" y="244499"/>
                </a:cubicBezTo>
                <a:cubicBezTo>
                  <a:pt x="4245246" y="233193"/>
                  <a:pt x="4236316" y="224123"/>
                  <a:pt x="4224950" y="217681"/>
                </a:cubicBezTo>
                <a:cubicBezTo>
                  <a:pt x="4213584" y="211241"/>
                  <a:pt x="4200054" y="207954"/>
                  <a:pt x="4185441" y="207954"/>
                </a:cubicBezTo>
                <a:close/>
                <a:moveTo>
                  <a:pt x="3547741" y="207298"/>
                </a:moveTo>
                <a:cubicBezTo>
                  <a:pt x="3533263" y="207298"/>
                  <a:pt x="3520273" y="210585"/>
                  <a:pt x="3509178" y="217025"/>
                </a:cubicBezTo>
                <a:cubicBezTo>
                  <a:pt x="3498083" y="223599"/>
                  <a:pt x="3489288" y="232669"/>
                  <a:pt x="3483064" y="244237"/>
                </a:cubicBezTo>
                <a:cubicBezTo>
                  <a:pt x="3476705" y="255804"/>
                  <a:pt x="3473593" y="268686"/>
                  <a:pt x="3473593" y="284066"/>
                </a:cubicBezTo>
                <a:cubicBezTo>
                  <a:pt x="3473593" y="299445"/>
                  <a:pt x="3476840" y="312985"/>
                  <a:pt x="3483064" y="324553"/>
                </a:cubicBezTo>
                <a:cubicBezTo>
                  <a:pt x="3489288" y="336252"/>
                  <a:pt x="3498083" y="345322"/>
                  <a:pt x="3509178" y="351763"/>
                </a:cubicBezTo>
                <a:cubicBezTo>
                  <a:pt x="3520273" y="358204"/>
                  <a:pt x="3533128" y="361491"/>
                  <a:pt x="3547741" y="361491"/>
                </a:cubicBezTo>
                <a:cubicBezTo>
                  <a:pt x="3570067" y="361491"/>
                  <a:pt x="3588061" y="354261"/>
                  <a:pt x="3601863" y="339932"/>
                </a:cubicBezTo>
                <a:cubicBezTo>
                  <a:pt x="3615664" y="325472"/>
                  <a:pt x="3622565" y="306938"/>
                  <a:pt x="3622565" y="284066"/>
                </a:cubicBezTo>
                <a:cubicBezTo>
                  <a:pt x="3622565" y="269080"/>
                  <a:pt x="3619318" y="255804"/>
                  <a:pt x="3613094" y="244237"/>
                </a:cubicBezTo>
                <a:cubicBezTo>
                  <a:pt x="3606869" y="232537"/>
                  <a:pt x="3598075" y="223467"/>
                  <a:pt x="3586980" y="217025"/>
                </a:cubicBezTo>
                <a:cubicBezTo>
                  <a:pt x="3575749" y="210585"/>
                  <a:pt x="3562219" y="207298"/>
                  <a:pt x="3547741" y="207298"/>
                </a:cubicBezTo>
                <a:close/>
                <a:moveTo>
                  <a:pt x="3052248" y="207298"/>
                </a:moveTo>
                <a:cubicBezTo>
                  <a:pt x="3037229" y="207298"/>
                  <a:pt x="3024104" y="210585"/>
                  <a:pt x="3013009" y="217289"/>
                </a:cubicBezTo>
                <a:cubicBezTo>
                  <a:pt x="3001914" y="223993"/>
                  <a:pt x="2993119" y="233063"/>
                  <a:pt x="2986895" y="244499"/>
                </a:cubicBezTo>
                <a:cubicBezTo>
                  <a:pt x="2980535" y="255935"/>
                  <a:pt x="2977424" y="268686"/>
                  <a:pt x="2977424" y="284066"/>
                </a:cubicBezTo>
                <a:cubicBezTo>
                  <a:pt x="2977424" y="299445"/>
                  <a:pt x="2980670" y="312985"/>
                  <a:pt x="2986895" y="324553"/>
                </a:cubicBezTo>
                <a:cubicBezTo>
                  <a:pt x="2993119" y="336252"/>
                  <a:pt x="3001914" y="345322"/>
                  <a:pt x="3013280" y="351763"/>
                </a:cubicBezTo>
                <a:cubicBezTo>
                  <a:pt x="3024645" y="358204"/>
                  <a:pt x="3037364" y="361491"/>
                  <a:pt x="3051572" y="361491"/>
                </a:cubicBezTo>
                <a:cubicBezTo>
                  <a:pt x="3066591" y="361491"/>
                  <a:pt x="3079716" y="358204"/>
                  <a:pt x="3090811" y="351763"/>
                </a:cubicBezTo>
                <a:cubicBezTo>
                  <a:pt x="3101906" y="345191"/>
                  <a:pt x="3110700" y="336121"/>
                  <a:pt x="3116925" y="324553"/>
                </a:cubicBezTo>
                <a:cubicBezTo>
                  <a:pt x="3123284" y="312853"/>
                  <a:pt x="3126396" y="299051"/>
                  <a:pt x="3126396" y="284066"/>
                </a:cubicBezTo>
                <a:cubicBezTo>
                  <a:pt x="3126396" y="269080"/>
                  <a:pt x="3123149" y="255804"/>
                  <a:pt x="3116925" y="244237"/>
                </a:cubicBezTo>
                <a:cubicBezTo>
                  <a:pt x="3110700" y="232537"/>
                  <a:pt x="3101906" y="223467"/>
                  <a:pt x="3090811" y="217025"/>
                </a:cubicBezTo>
                <a:cubicBezTo>
                  <a:pt x="3079716" y="210585"/>
                  <a:pt x="3067267" y="207298"/>
                  <a:pt x="3052248" y="207298"/>
                </a:cubicBezTo>
                <a:close/>
                <a:moveTo>
                  <a:pt x="2712899" y="199541"/>
                </a:moveTo>
                <a:cubicBezTo>
                  <a:pt x="2697069" y="199541"/>
                  <a:pt x="2683267" y="203091"/>
                  <a:pt x="2671496" y="209926"/>
                </a:cubicBezTo>
                <a:cubicBezTo>
                  <a:pt x="2659723" y="216762"/>
                  <a:pt x="2650659" y="226490"/>
                  <a:pt x="2644434" y="238846"/>
                </a:cubicBezTo>
                <a:cubicBezTo>
                  <a:pt x="2642134" y="243447"/>
                  <a:pt x="2640375" y="248573"/>
                  <a:pt x="2638886" y="253830"/>
                </a:cubicBezTo>
                <a:lnTo>
                  <a:pt x="2780822" y="253436"/>
                </a:lnTo>
                <a:cubicBezTo>
                  <a:pt x="2779335" y="246733"/>
                  <a:pt x="2777171" y="240555"/>
                  <a:pt x="2774599" y="235033"/>
                </a:cubicBezTo>
                <a:cubicBezTo>
                  <a:pt x="2769186" y="223598"/>
                  <a:pt x="2761204" y="214789"/>
                  <a:pt x="2750920" y="208744"/>
                </a:cubicBezTo>
                <a:cubicBezTo>
                  <a:pt x="2740502" y="202566"/>
                  <a:pt x="2727918" y="199541"/>
                  <a:pt x="2712899" y="199541"/>
                </a:cubicBezTo>
                <a:close/>
                <a:moveTo>
                  <a:pt x="1907284" y="182060"/>
                </a:moveTo>
                <a:cubicBezTo>
                  <a:pt x="1886311" y="182060"/>
                  <a:pt x="1867638" y="186529"/>
                  <a:pt x="1851403" y="195599"/>
                </a:cubicBezTo>
                <a:cubicBezTo>
                  <a:pt x="1835165" y="204669"/>
                  <a:pt x="1822446" y="217158"/>
                  <a:pt x="1813381" y="233063"/>
                </a:cubicBezTo>
                <a:cubicBezTo>
                  <a:pt x="1804315" y="248969"/>
                  <a:pt x="1799715" y="266976"/>
                  <a:pt x="1799715" y="287089"/>
                </a:cubicBezTo>
                <a:lnTo>
                  <a:pt x="1799580" y="287220"/>
                </a:lnTo>
                <a:cubicBezTo>
                  <a:pt x="1799580" y="308121"/>
                  <a:pt x="1804180" y="326524"/>
                  <a:pt x="1813245" y="342430"/>
                </a:cubicBezTo>
                <a:cubicBezTo>
                  <a:pt x="1815140" y="345716"/>
                  <a:pt x="1817304" y="348740"/>
                  <a:pt x="1819469" y="351763"/>
                </a:cubicBezTo>
                <a:lnTo>
                  <a:pt x="1971284" y="203750"/>
                </a:lnTo>
                <a:cubicBezTo>
                  <a:pt x="1966142" y="199280"/>
                  <a:pt x="1960459" y="195336"/>
                  <a:pt x="1954100" y="192050"/>
                </a:cubicBezTo>
                <a:cubicBezTo>
                  <a:pt x="1941111" y="185477"/>
                  <a:pt x="1925549" y="182060"/>
                  <a:pt x="1907284" y="182060"/>
                </a:cubicBezTo>
                <a:close/>
                <a:moveTo>
                  <a:pt x="970419" y="181928"/>
                </a:moveTo>
                <a:cubicBezTo>
                  <a:pt x="949718" y="181928"/>
                  <a:pt x="931723" y="186266"/>
                  <a:pt x="916297" y="194942"/>
                </a:cubicBezTo>
                <a:cubicBezTo>
                  <a:pt x="900872" y="203617"/>
                  <a:pt x="888831" y="215712"/>
                  <a:pt x="880171" y="231223"/>
                </a:cubicBezTo>
                <a:cubicBezTo>
                  <a:pt x="874082" y="242133"/>
                  <a:pt x="870294" y="254489"/>
                  <a:pt x="868399" y="268161"/>
                </a:cubicBezTo>
                <a:lnTo>
                  <a:pt x="1063646" y="268161"/>
                </a:lnTo>
                <a:cubicBezTo>
                  <a:pt x="1062564" y="253174"/>
                  <a:pt x="1059181" y="239899"/>
                  <a:pt x="1053363" y="228331"/>
                </a:cubicBezTo>
                <a:cubicBezTo>
                  <a:pt x="1045921" y="213476"/>
                  <a:pt x="1035096" y="202041"/>
                  <a:pt x="1021161" y="194022"/>
                </a:cubicBezTo>
                <a:cubicBezTo>
                  <a:pt x="1007223" y="186003"/>
                  <a:pt x="991121" y="181928"/>
                  <a:pt x="970419" y="181928"/>
                </a:cubicBezTo>
                <a:close/>
                <a:moveTo>
                  <a:pt x="145996" y="181928"/>
                </a:moveTo>
                <a:cubicBezTo>
                  <a:pt x="125294" y="181928"/>
                  <a:pt x="107299" y="186266"/>
                  <a:pt x="91873" y="194942"/>
                </a:cubicBezTo>
                <a:cubicBezTo>
                  <a:pt x="76448" y="203617"/>
                  <a:pt x="64407" y="215712"/>
                  <a:pt x="55747" y="231223"/>
                </a:cubicBezTo>
                <a:cubicBezTo>
                  <a:pt x="49658" y="242133"/>
                  <a:pt x="45870" y="254489"/>
                  <a:pt x="43975" y="268161"/>
                </a:cubicBezTo>
                <a:lnTo>
                  <a:pt x="239222" y="268161"/>
                </a:lnTo>
                <a:cubicBezTo>
                  <a:pt x="238140" y="253174"/>
                  <a:pt x="234757" y="239899"/>
                  <a:pt x="228939" y="228331"/>
                </a:cubicBezTo>
                <a:cubicBezTo>
                  <a:pt x="221497" y="213476"/>
                  <a:pt x="210672" y="202041"/>
                  <a:pt x="196737" y="194022"/>
                </a:cubicBezTo>
                <a:cubicBezTo>
                  <a:pt x="182799" y="186003"/>
                  <a:pt x="166697" y="181928"/>
                  <a:pt x="145996" y="181928"/>
                </a:cubicBezTo>
                <a:close/>
                <a:moveTo>
                  <a:pt x="1906742" y="143545"/>
                </a:moveTo>
                <a:cubicBezTo>
                  <a:pt x="1932315" y="143545"/>
                  <a:pt x="1954911" y="148803"/>
                  <a:pt x="1974531" y="159187"/>
                </a:cubicBezTo>
                <a:lnTo>
                  <a:pt x="1974531" y="158925"/>
                </a:lnTo>
                <a:cubicBezTo>
                  <a:pt x="1994150" y="169441"/>
                  <a:pt x="2010252" y="184031"/>
                  <a:pt x="2022836" y="202960"/>
                </a:cubicBezTo>
                <a:lnTo>
                  <a:pt x="1845448" y="375819"/>
                </a:lnTo>
                <a:cubicBezTo>
                  <a:pt x="1847477" y="377265"/>
                  <a:pt x="1849507" y="378711"/>
                  <a:pt x="1851673" y="379894"/>
                </a:cubicBezTo>
                <a:cubicBezTo>
                  <a:pt x="1868181" y="389227"/>
                  <a:pt x="1886853" y="393827"/>
                  <a:pt x="1907960" y="393827"/>
                </a:cubicBezTo>
                <a:cubicBezTo>
                  <a:pt x="1926632" y="393827"/>
                  <a:pt x="1942870" y="390935"/>
                  <a:pt x="1956670" y="385283"/>
                </a:cubicBezTo>
                <a:cubicBezTo>
                  <a:pt x="1970471" y="379631"/>
                  <a:pt x="1982649" y="371481"/>
                  <a:pt x="1993204" y="360833"/>
                </a:cubicBezTo>
                <a:lnTo>
                  <a:pt x="2021212" y="388043"/>
                </a:lnTo>
                <a:cubicBezTo>
                  <a:pt x="2007004" y="402635"/>
                  <a:pt x="1990497" y="413808"/>
                  <a:pt x="1971689" y="421433"/>
                </a:cubicBezTo>
                <a:cubicBezTo>
                  <a:pt x="1952747" y="429187"/>
                  <a:pt x="1931639" y="433000"/>
                  <a:pt x="1908095" y="433000"/>
                </a:cubicBezTo>
                <a:cubicBezTo>
                  <a:pt x="1879276" y="433000"/>
                  <a:pt x="1853567" y="426559"/>
                  <a:pt x="1830836" y="413545"/>
                </a:cubicBezTo>
                <a:cubicBezTo>
                  <a:pt x="1808103" y="400532"/>
                  <a:pt x="1790108" y="383049"/>
                  <a:pt x="1776984" y="360964"/>
                </a:cubicBezTo>
                <a:cubicBezTo>
                  <a:pt x="1763859" y="338880"/>
                  <a:pt x="1757228" y="313905"/>
                  <a:pt x="1757228" y="287089"/>
                </a:cubicBezTo>
                <a:cubicBezTo>
                  <a:pt x="1757228" y="260273"/>
                  <a:pt x="1763859" y="236086"/>
                  <a:pt x="1776984" y="214397"/>
                </a:cubicBezTo>
                <a:cubicBezTo>
                  <a:pt x="1790108" y="192707"/>
                  <a:pt x="1807968" y="175487"/>
                  <a:pt x="1830429" y="162736"/>
                </a:cubicBezTo>
                <a:cubicBezTo>
                  <a:pt x="1852890" y="149986"/>
                  <a:pt x="1878328" y="143545"/>
                  <a:pt x="1906742" y="143545"/>
                </a:cubicBezTo>
                <a:close/>
                <a:moveTo>
                  <a:pt x="1619216" y="143545"/>
                </a:moveTo>
                <a:cubicBezTo>
                  <a:pt x="1640729" y="143545"/>
                  <a:pt x="1660755" y="147488"/>
                  <a:pt x="1679427" y="155376"/>
                </a:cubicBezTo>
                <a:cubicBezTo>
                  <a:pt x="1697964" y="163263"/>
                  <a:pt x="1713795" y="174304"/>
                  <a:pt x="1726785" y="188500"/>
                </a:cubicBezTo>
                <a:lnTo>
                  <a:pt x="1698777" y="216237"/>
                </a:lnTo>
                <a:cubicBezTo>
                  <a:pt x="1689033" y="205721"/>
                  <a:pt x="1677262" y="197439"/>
                  <a:pt x="1663461" y="191786"/>
                </a:cubicBezTo>
                <a:cubicBezTo>
                  <a:pt x="1649659" y="186135"/>
                  <a:pt x="1634911" y="183243"/>
                  <a:pt x="1619081" y="183243"/>
                </a:cubicBezTo>
                <a:cubicBezTo>
                  <a:pt x="1598784" y="183243"/>
                  <a:pt x="1580788" y="187712"/>
                  <a:pt x="1564958" y="196782"/>
                </a:cubicBezTo>
                <a:cubicBezTo>
                  <a:pt x="1549126" y="205852"/>
                  <a:pt x="1536814" y="218209"/>
                  <a:pt x="1527884" y="233719"/>
                </a:cubicBezTo>
                <a:cubicBezTo>
                  <a:pt x="1518953" y="249231"/>
                  <a:pt x="1514489" y="267634"/>
                  <a:pt x="1514489" y="287747"/>
                </a:cubicBezTo>
                <a:cubicBezTo>
                  <a:pt x="1514489" y="307859"/>
                  <a:pt x="1518953" y="325867"/>
                  <a:pt x="1527884" y="341772"/>
                </a:cubicBezTo>
                <a:cubicBezTo>
                  <a:pt x="1536814" y="357678"/>
                  <a:pt x="1549126" y="370166"/>
                  <a:pt x="1564958" y="379236"/>
                </a:cubicBezTo>
                <a:cubicBezTo>
                  <a:pt x="1580788" y="388306"/>
                  <a:pt x="1598784" y="392775"/>
                  <a:pt x="1619081" y="392775"/>
                </a:cubicBezTo>
                <a:cubicBezTo>
                  <a:pt x="1635316" y="392775"/>
                  <a:pt x="1650337" y="389883"/>
                  <a:pt x="1664137" y="384232"/>
                </a:cubicBezTo>
                <a:cubicBezTo>
                  <a:pt x="1677938" y="378579"/>
                  <a:pt x="1689711" y="370430"/>
                  <a:pt x="1699453" y="359781"/>
                </a:cubicBezTo>
                <a:lnTo>
                  <a:pt x="1728002" y="387518"/>
                </a:lnTo>
                <a:cubicBezTo>
                  <a:pt x="1714607" y="402108"/>
                  <a:pt x="1698505" y="413282"/>
                  <a:pt x="1679697" y="421169"/>
                </a:cubicBezTo>
                <a:cubicBezTo>
                  <a:pt x="1660890" y="429057"/>
                  <a:pt x="1640729" y="433000"/>
                  <a:pt x="1619216" y="433000"/>
                </a:cubicBezTo>
                <a:cubicBezTo>
                  <a:pt x="1591343" y="433000"/>
                  <a:pt x="1566040" y="426559"/>
                  <a:pt x="1543579" y="413808"/>
                </a:cubicBezTo>
                <a:cubicBezTo>
                  <a:pt x="1521118" y="400926"/>
                  <a:pt x="1503258" y="383574"/>
                  <a:pt x="1490134" y="361491"/>
                </a:cubicBezTo>
                <a:cubicBezTo>
                  <a:pt x="1477009" y="339407"/>
                  <a:pt x="1470378" y="314693"/>
                  <a:pt x="1470378" y="287616"/>
                </a:cubicBezTo>
                <a:cubicBezTo>
                  <a:pt x="1470378" y="260537"/>
                  <a:pt x="1477009" y="235955"/>
                  <a:pt x="1490134" y="214133"/>
                </a:cubicBezTo>
                <a:cubicBezTo>
                  <a:pt x="1503258" y="192313"/>
                  <a:pt x="1521118" y="175092"/>
                  <a:pt x="1543579" y="162473"/>
                </a:cubicBezTo>
                <a:cubicBezTo>
                  <a:pt x="1566040" y="149854"/>
                  <a:pt x="1591207" y="143545"/>
                  <a:pt x="1619216" y="143545"/>
                </a:cubicBezTo>
                <a:close/>
                <a:moveTo>
                  <a:pt x="1303002" y="143545"/>
                </a:moveTo>
                <a:cubicBezTo>
                  <a:pt x="1324787" y="143545"/>
                  <a:pt x="1344271" y="148671"/>
                  <a:pt x="1361321" y="158925"/>
                </a:cubicBezTo>
                <a:lnTo>
                  <a:pt x="1361456" y="159056"/>
                </a:lnTo>
                <a:cubicBezTo>
                  <a:pt x="1378504" y="169309"/>
                  <a:pt x="1391764" y="183111"/>
                  <a:pt x="1401235" y="200462"/>
                </a:cubicBezTo>
                <a:cubicBezTo>
                  <a:pt x="1410842" y="217814"/>
                  <a:pt x="1415578" y="236611"/>
                  <a:pt x="1415578" y="257118"/>
                </a:cubicBezTo>
                <a:lnTo>
                  <a:pt x="1415578" y="427216"/>
                </a:lnTo>
                <a:lnTo>
                  <a:pt x="1372416" y="427216"/>
                </a:lnTo>
                <a:lnTo>
                  <a:pt x="1372416" y="264217"/>
                </a:lnTo>
                <a:cubicBezTo>
                  <a:pt x="1372416" y="239766"/>
                  <a:pt x="1364974" y="219917"/>
                  <a:pt x="1350225" y="204800"/>
                </a:cubicBezTo>
                <a:cubicBezTo>
                  <a:pt x="1335342" y="189684"/>
                  <a:pt x="1315857" y="182060"/>
                  <a:pt x="1291502" y="182060"/>
                </a:cubicBezTo>
                <a:cubicBezTo>
                  <a:pt x="1274859" y="182060"/>
                  <a:pt x="1260245" y="185608"/>
                  <a:pt x="1247663" y="192707"/>
                </a:cubicBezTo>
                <a:cubicBezTo>
                  <a:pt x="1235079" y="199806"/>
                  <a:pt x="1225202" y="209401"/>
                  <a:pt x="1217896" y="221626"/>
                </a:cubicBezTo>
                <a:cubicBezTo>
                  <a:pt x="1210589" y="233852"/>
                  <a:pt x="1206936" y="247785"/>
                  <a:pt x="1206936" y="263559"/>
                </a:cubicBezTo>
                <a:lnTo>
                  <a:pt x="1206936" y="427216"/>
                </a:lnTo>
                <a:lnTo>
                  <a:pt x="1164449" y="427216"/>
                </a:lnTo>
                <a:lnTo>
                  <a:pt x="1164449" y="149592"/>
                </a:lnTo>
                <a:lnTo>
                  <a:pt x="1206936" y="149592"/>
                </a:lnTo>
                <a:lnTo>
                  <a:pt x="1206936" y="190736"/>
                </a:lnTo>
                <a:cubicBezTo>
                  <a:pt x="1216542" y="177065"/>
                  <a:pt x="1228719" y="166022"/>
                  <a:pt x="1243739" y="157741"/>
                </a:cubicBezTo>
                <a:cubicBezTo>
                  <a:pt x="1260923" y="148277"/>
                  <a:pt x="1281219" y="143545"/>
                  <a:pt x="1303002" y="143545"/>
                </a:cubicBezTo>
                <a:close/>
                <a:moveTo>
                  <a:pt x="971638" y="143545"/>
                </a:moveTo>
                <a:cubicBezTo>
                  <a:pt x="997617" y="143545"/>
                  <a:pt x="1020618" y="149197"/>
                  <a:pt x="1040644" y="160633"/>
                </a:cubicBezTo>
                <a:lnTo>
                  <a:pt x="1040644" y="160502"/>
                </a:lnTo>
                <a:cubicBezTo>
                  <a:pt x="1060670" y="171939"/>
                  <a:pt x="1076500" y="187844"/>
                  <a:pt x="1088002" y="208088"/>
                </a:cubicBezTo>
                <a:cubicBezTo>
                  <a:pt x="1099503" y="228331"/>
                  <a:pt x="1105321" y="251597"/>
                  <a:pt x="1105321" y="278019"/>
                </a:cubicBezTo>
                <a:cubicBezTo>
                  <a:pt x="1105321" y="281174"/>
                  <a:pt x="1105186" y="284855"/>
                  <a:pt x="1104779" y="288929"/>
                </a:cubicBezTo>
                <a:cubicBezTo>
                  <a:pt x="1104373" y="293004"/>
                  <a:pt x="1103562" y="297868"/>
                  <a:pt x="1102344" y="303389"/>
                </a:cubicBezTo>
                <a:lnTo>
                  <a:pt x="868264" y="303389"/>
                </a:lnTo>
                <a:cubicBezTo>
                  <a:pt x="870158" y="317717"/>
                  <a:pt x="874217" y="330731"/>
                  <a:pt x="880847" y="342430"/>
                </a:cubicBezTo>
                <a:cubicBezTo>
                  <a:pt x="889912" y="358599"/>
                  <a:pt x="902767" y="371218"/>
                  <a:pt x="919139" y="380288"/>
                </a:cubicBezTo>
                <a:cubicBezTo>
                  <a:pt x="935511" y="389358"/>
                  <a:pt x="954454" y="393827"/>
                  <a:pt x="975967" y="393827"/>
                </a:cubicBezTo>
                <a:cubicBezTo>
                  <a:pt x="993423" y="393827"/>
                  <a:pt x="1009388" y="390673"/>
                  <a:pt x="1024001" y="384626"/>
                </a:cubicBezTo>
                <a:cubicBezTo>
                  <a:pt x="1038615" y="378579"/>
                  <a:pt x="1050928" y="369378"/>
                  <a:pt x="1061075" y="357153"/>
                </a:cubicBezTo>
                <a:lnTo>
                  <a:pt x="1088408" y="384363"/>
                </a:lnTo>
                <a:cubicBezTo>
                  <a:pt x="1075013" y="399743"/>
                  <a:pt x="1058505" y="411705"/>
                  <a:pt x="1038885" y="420117"/>
                </a:cubicBezTo>
                <a:cubicBezTo>
                  <a:pt x="1019131" y="428662"/>
                  <a:pt x="998022" y="432868"/>
                  <a:pt x="975291" y="432868"/>
                </a:cubicBezTo>
                <a:cubicBezTo>
                  <a:pt x="946471" y="432868"/>
                  <a:pt x="920763" y="426559"/>
                  <a:pt x="898032" y="413939"/>
                </a:cubicBezTo>
                <a:cubicBezTo>
                  <a:pt x="875299" y="401451"/>
                  <a:pt x="857304" y="384099"/>
                  <a:pt x="844179" y="362016"/>
                </a:cubicBezTo>
                <a:cubicBezTo>
                  <a:pt x="831055" y="339932"/>
                  <a:pt x="824424" y="314693"/>
                  <a:pt x="824424" y="287616"/>
                </a:cubicBezTo>
                <a:cubicBezTo>
                  <a:pt x="824424" y="260537"/>
                  <a:pt x="830920" y="235955"/>
                  <a:pt x="843908" y="214133"/>
                </a:cubicBezTo>
                <a:cubicBezTo>
                  <a:pt x="856897" y="192313"/>
                  <a:pt x="874488" y="175092"/>
                  <a:pt x="896813" y="162473"/>
                </a:cubicBezTo>
                <a:cubicBezTo>
                  <a:pt x="919139" y="149854"/>
                  <a:pt x="944035" y="143545"/>
                  <a:pt x="971638" y="143545"/>
                </a:cubicBezTo>
                <a:close/>
                <a:moveTo>
                  <a:pt x="147214" y="143545"/>
                </a:moveTo>
                <a:cubicBezTo>
                  <a:pt x="173193" y="143545"/>
                  <a:pt x="196194" y="149197"/>
                  <a:pt x="216220" y="160633"/>
                </a:cubicBezTo>
                <a:lnTo>
                  <a:pt x="216220" y="160502"/>
                </a:lnTo>
                <a:cubicBezTo>
                  <a:pt x="236246" y="171939"/>
                  <a:pt x="252076" y="187844"/>
                  <a:pt x="263577" y="208088"/>
                </a:cubicBezTo>
                <a:cubicBezTo>
                  <a:pt x="275079" y="228331"/>
                  <a:pt x="280897" y="251597"/>
                  <a:pt x="280897" y="278019"/>
                </a:cubicBezTo>
                <a:cubicBezTo>
                  <a:pt x="280897" y="281174"/>
                  <a:pt x="280762" y="284855"/>
                  <a:pt x="280355" y="288929"/>
                </a:cubicBezTo>
                <a:cubicBezTo>
                  <a:pt x="279949" y="293004"/>
                  <a:pt x="279138" y="297868"/>
                  <a:pt x="277920" y="303389"/>
                </a:cubicBezTo>
                <a:lnTo>
                  <a:pt x="43840" y="303389"/>
                </a:lnTo>
                <a:cubicBezTo>
                  <a:pt x="45734" y="317717"/>
                  <a:pt x="49793" y="330731"/>
                  <a:pt x="56423" y="342430"/>
                </a:cubicBezTo>
                <a:cubicBezTo>
                  <a:pt x="65488" y="358599"/>
                  <a:pt x="78343" y="371218"/>
                  <a:pt x="94715" y="380288"/>
                </a:cubicBezTo>
                <a:cubicBezTo>
                  <a:pt x="111087" y="389358"/>
                  <a:pt x="130030" y="393827"/>
                  <a:pt x="151543" y="393827"/>
                </a:cubicBezTo>
                <a:cubicBezTo>
                  <a:pt x="168998" y="393827"/>
                  <a:pt x="184964" y="390673"/>
                  <a:pt x="199577" y="384626"/>
                </a:cubicBezTo>
                <a:cubicBezTo>
                  <a:pt x="214191" y="378579"/>
                  <a:pt x="226504" y="369378"/>
                  <a:pt x="236651" y="357153"/>
                </a:cubicBezTo>
                <a:lnTo>
                  <a:pt x="263984" y="384363"/>
                </a:lnTo>
                <a:cubicBezTo>
                  <a:pt x="250589" y="399743"/>
                  <a:pt x="234081" y="411705"/>
                  <a:pt x="214461" y="420117"/>
                </a:cubicBezTo>
                <a:cubicBezTo>
                  <a:pt x="194707" y="428662"/>
                  <a:pt x="173598" y="432868"/>
                  <a:pt x="150867" y="432868"/>
                </a:cubicBezTo>
                <a:cubicBezTo>
                  <a:pt x="122047" y="432868"/>
                  <a:pt x="96339" y="426559"/>
                  <a:pt x="73608" y="413939"/>
                </a:cubicBezTo>
                <a:cubicBezTo>
                  <a:pt x="50875" y="401451"/>
                  <a:pt x="32880" y="384099"/>
                  <a:pt x="19755" y="362016"/>
                </a:cubicBezTo>
                <a:cubicBezTo>
                  <a:pt x="6631" y="339932"/>
                  <a:pt x="0" y="314693"/>
                  <a:pt x="0" y="287616"/>
                </a:cubicBezTo>
                <a:cubicBezTo>
                  <a:pt x="0" y="260537"/>
                  <a:pt x="6494" y="235955"/>
                  <a:pt x="19484" y="214133"/>
                </a:cubicBezTo>
                <a:cubicBezTo>
                  <a:pt x="32473" y="192313"/>
                  <a:pt x="50064" y="175092"/>
                  <a:pt x="72389" y="162473"/>
                </a:cubicBezTo>
                <a:cubicBezTo>
                  <a:pt x="94715" y="149854"/>
                  <a:pt x="119611" y="143545"/>
                  <a:pt x="147214" y="143545"/>
                </a:cubicBezTo>
                <a:close/>
                <a:moveTo>
                  <a:pt x="681810" y="143412"/>
                </a:moveTo>
                <a:cubicBezTo>
                  <a:pt x="703188" y="143412"/>
                  <a:pt x="722673" y="147093"/>
                  <a:pt x="740127" y="154586"/>
                </a:cubicBezTo>
                <a:cubicBezTo>
                  <a:pt x="757582" y="162079"/>
                  <a:pt x="771518" y="173120"/>
                  <a:pt x="782073" y="187712"/>
                </a:cubicBezTo>
                <a:lnTo>
                  <a:pt x="754740" y="214264"/>
                </a:lnTo>
                <a:cubicBezTo>
                  <a:pt x="746217" y="203748"/>
                  <a:pt x="735527" y="195467"/>
                  <a:pt x="722808" y="189814"/>
                </a:cubicBezTo>
                <a:cubicBezTo>
                  <a:pt x="709954" y="184162"/>
                  <a:pt x="695748" y="181271"/>
                  <a:pt x="679916" y="181271"/>
                </a:cubicBezTo>
                <a:cubicBezTo>
                  <a:pt x="661649" y="181271"/>
                  <a:pt x="647713" y="184820"/>
                  <a:pt x="638242" y="191654"/>
                </a:cubicBezTo>
                <a:lnTo>
                  <a:pt x="638242" y="191786"/>
                </a:lnTo>
                <a:cubicBezTo>
                  <a:pt x="628634" y="198622"/>
                  <a:pt x="623899" y="207955"/>
                  <a:pt x="623899" y="218602"/>
                </a:cubicBezTo>
                <a:cubicBezTo>
                  <a:pt x="623899" y="229249"/>
                  <a:pt x="627688" y="237663"/>
                  <a:pt x="635400" y="243709"/>
                </a:cubicBezTo>
                <a:cubicBezTo>
                  <a:pt x="643112" y="249756"/>
                  <a:pt x="652991" y="254751"/>
                  <a:pt x="664897" y="258432"/>
                </a:cubicBezTo>
                <a:cubicBezTo>
                  <a:pt x="676803" y="262112"/>
                  <a:pt x="689523" y="265925"/>
                  <a:pt x="702918" y="269605"/>
                </a:cubicBezTo>
                <a:cubicBezTo>
                  <a:pt x="716314" y="273285"/>
                  <a:pt x="729032" y="278281"/>
                  <a:pt x="741210" y="284328"/>
                </a:cubicBezTo>
                <a:cubicBezTo>
                  <a:pt x="753387" y="290506"/>
                  <a:pt x="763265" y="298788"/>
                  <a:pt x="770707" y="309173"/>
                </a:cubicBezTo>
                <a:cubicBezTo>
                  <a:pt x="778149" y="319556"/>
                  <a:pt x="781937" y="333622"/>
                  <a:pt x="781937" y="351367"/>
                </a:cubicBezTo>
                <a:cubicBezTo>
                  <a:pt x="781937" y="376212"/>
                  <a:pt x="772737" y="396061"/>
                  <a:pt x="754335" y="410784"/>
                </a:cubicBezTo>
                <a:cubicBezTo>
                  <a:pt x="735933" y="425638"/>
                  <a:pt x="710902" y="432999"/>
                  <a:pt x="679240" y="432999"/>
                </a:cubicBezTo>
                <a:cubicBezTo>
                  <a:pt x="663814" y="432999"/>
                  <a:pt x="649065" y="430895"/>
                  <a:pt x="634859" y="426821"/>
                </a:cubicBezTo>
                <a:cubicBezTo>
                  <a:pt x="620651" y="422614"/>
                  <a:pt x="607797" y="416830"/>
                  <a:pt x="596296" y="409338"/>
                </a:cubicBezTo>
                <a:cubicBezTo>
                  <a:pt x="584796" y="401845"/>
                  <a:pt x="574783" y="393038"/>
                  <a:pt x="566258" y="382784"/>
                </a:cubicBezTo>
                <a:lnTo>
                  <a:pt x="593591" y="355574"/>
                </a:lnTo>
                <a:cubicBezTo>
                  <a:pt x="604956" y="368982"/>
                  <a:pt x="617811" y="378973"/>
                  <a:pt x="632152" y="385413"/>
                </a:cubicBezTo>
                <a:cubicBezTo>
                  <a:pt x="646495" y="391854"/>
                  <a:pt x="662597" y="395140"/>
                  <a:pt x="680457" y="395140"/>
                </a:cubicBezTo>
                <a:cubicBezTo>
                  <a:pt x="699536" y="395140"/>
                  <a:pt x="714420" y="391592"/>
                  <a:pt x="725108" y="384494"/>
                </a:cubicBezTo>
                <a:cubicBezTo>
                  <a:pt x="735798" y="377395"/>
                  <a:pt x="741210" y="367536"/>
                  <a:pt x="741210" y="354917"/>
                </a:cubicBezTo>
                <a:cubicBezTo>
                  <a:pt x="741210" y="343086"/>
                  <a:pt x="737422" y="333885"/>
                  <a:pt x="729709" y="327180"/>
                </a:cubicBezTo>
                <a:cubicBezTo>
                  <a:pt x="721997" y="320477"/>
                  <a:pt x="712119" y="315218"/>
                  <a:pt x="700212" y="311275"/>
                </a:cubicBezTo>
                <a:cubicBezTo>
                  <a:pt x="688169" y="307331"/>
                  <a:pt x="675587" y="303520"/>
                  <a:pt x="662190" y="299707"/>
                </a:cubicBezTo>
                <a:cubicBezTo>
                  <a:pt x="648795" y="295896"/>
                  <a:pt x="636076" y="291164"/>
                  <a:pt x="623899" y="285511"/>
                </a:cubicBezTo>
                <a:cubicBezTo>
                  <a:pt x="611721" y="279858"/>
                  <a:pt x="601844" y="271840"/>
                  <a:pt x="594402" y="261587"/>
                </a:cubicBezTo>
                <a:cubicBezTo>
                  <a:pt x="586960" y="251334"/>
                  <a:pt x="583172" y="237925"/>
                  <a:pt x="583172" y="221363"/>
                </a:cubicBezTo>
                <a:cubicBezTo>
                  <a:pt x="583172" y="205719"/>
                  <a:pt x="587231" y="191917"/>
                  <a:pt x="595078" y="180350"/>
                </a:cubicBezTo>
                <a:cubicBezTo>
                  <a:pt x="603062" y="168651"/>
                  <a:pt x="614428" y="159581"/>
                  <a:pt x="629176" y="153140"/>
                </a:cubicBezTo>
                <a:cubicBezTo>
                  <a:pt x="644060" y="146698"/>
                  <a:pt x="661514" y="143412"/>
                  <a:pt x="681810" y="143412"/>
                </a:cubicBezTo>
                <a:close/>
                <a:moveTo>
                  <a:pt x="430005" y="143412"/>
                </a:moveTo>
                <a:cubicBezTo>
                  <a:pt x="451383" y="143412"/>
                  <a:pt x="470868" y="147093"/>
                  <a:pt x="488322" y="154586"/>
                </a:cubicBezTo>
                <a:cubicBezTo>
                  <a:pt x="505777" y="162079"/>
                  <a:pt x="519713" y="173120"/>
                  <a:pt x="530267" y="187712"/>
                </a:cubicBezTo>
                <a:lnTo>
                  <a:pt x="502935" y="214264"/>
                </a:lnTo>
                <a:cubicBezTo>
                  <a:pt x="494411" y="203748"/>
                  <a:pt x="483722" y="195467"/>
                  <a:pt x="471003" y="189814"/>
                </a:cubicBezTo>
                <a:cubicBezTo>
                  <a:pt x="458148" y="184162"/>
                  <a:pt x="443942" y="181271"/>
                  <a:pt x="428111" y="181271"/>
                </a:cubicBezTo>
                <a:cubicBezTo>
                  <a:pt x="409844" y="181271"/>
                  <a:pt x="395908" y="184820"/>
                  <a:pt x="386437" y="191654"/>
                </a:cubicBezTo>
                <a:lnTo>
                  <a:pt x="386437" y="191786"/>
                </a:lnTo>
                <a:cubicBezTo>
                  <a:pt x="376829" y="198622"/>
                  <a:pt x="372094" y="207955"/>
                  <a:pt x="372094" y="218602"/>
                </a:cubicBezTo>
                <a:cubicBezTo>
                  <a:pt x="372094" y="229249"/>
                  <a:pt x="375882" y="237663"/>
                  <a:pt x="383595" y="243709"/>
                </a:cubicBezTo>
                <a:cubicBezTo>
                  <a:pt x="391307" y="249756"/>
                  <a:pt x="401185" y="254751"/>
                  <a:pt x="413092" y="258432"/>
                </a:cubicBezTo>
                <a:cubicBezTo>
                  <a:pt x="424998" y="262112"/>
                  <a:pt x="437717" y="265925"/>
                  <a:pt x="451112" y="269605"/>
                </a:cubicBezTo>
                <a:cubicBezTo>
                  <a:pt x="464509" y="273285"/>
                  <a:pt x="477226" y="278281"/>
                  <a:pt x="489405" y="284328"/>
                </a:cubicBezTo>
                <a:cubicBezTo>
                  <a:pt x="501582" y="290506"/>
                  <a:pt x="511460" y="298788"/>
                  <a:pt x="518902" y="309173"/>
                </a:cubicBezTo>
                <a:cubicBezTo>
                  <a:pt x="526344" y="319556"/>
                  <a:pt x="530132" y="333622"/>
                  <a:pt x="530132" y="351367"/>
                </a:cubicBezTo>
                <a:cubicBezTo>
                  <a:pt x="530132" y="376212"/>
                  <a:pt x="520931" y="396061"/>
                  <a:pt x="502529" y="410784"/>
                </a:cubicBezTo>
                <a:cubicBezTo>
                  <a:pt x="484127" y="425638"/>
                  <a:pt x="459096" y="432999"/>
                  <a:pt x="427435" y="432999"/>
                </a:cubicBezTo>
                <a:cubicBezTo>
                  <a:pt x="412009" y="432999"/>
                  <a:pt x="397260" y="430895"/>
                  <a:pt x="383054" y="426821"/>
                </a:cubicBezTo>
                <a:cubicBezTo>
                  <a:pt x="368846" y="422614"/>
                  <a:pt x="355992" y="416830"/>
                  <a:pt x="344491" y="409338"/>
                </a:cubicBezTo>
                <a:cubicBezTo>
                  <a:pt x="332990" y="401845"/>
                  <a:pt x="322978" y="393038"/>
                  <a:pt x="314453" y="382784"/>
                </a:cubicBezTo>
                <a:lnTo>
                  <a:pt x="341785" y="355574"/>
                </a:lnTo>
                <a:cubicBezTo>
                  <a:pt x="353151" y="368982"/>
                  <a:pt x="366005" y="378973"/>
                  <a:pt x="380347" y="385413"/>
                </a:cubicBezTo>
                <a:cubicBezTo>
                  <a:pt x="394690" y="391854"/>
                  <a:pt x="410792" y="395140"/>
                  <a:pt x="428651" y="395140"/>
                </a:cubicBezTo>
                <a:cubicBezTo>
                  <a:pt x="447731" y="395140"/>
                  <a:pt x="462614" y="391592"/>
                  <a:pt x="473303" y="384494"/>
                </a:cubicBezTo>
                <a:cubicBezTo>
                  <a:pt x="483992" y="377395"/>
                  <a:pt x="489405" y="367536"/>
                  <a:pt x="489405" y="354917"/>
                </a:cubicBezTo>
                <a:cubicBezTo>
                  <a:pt x="489405" y="343086"/>
                  <a:pt x="485616" y="333885"/>
                  <a:pt x="477904" y="327180"/>
                </a:cubicBezTo>
                <a:cubicBezTo>
                  <a:pt x="470192" y="320477"/>
                  <a:pt x="460313" y="315218"/>
                  <a:pt x="448407" y="311275"/>
                </a:cubicBezTo>
                <a:cubicBezTo>
                  <a:pt x="436364" y="307331"/>
                  <a:pt x="423781" y="303520"/>
                  <a:pt x="410385" y="299707"/>
                </a:cubicBezTo>
                <a:cubicBezTo>
                  <a:pt x="396990" y="295896"/>
                  <a:pt x="384271" y="291164"/>
                  <a:pt x="372094" y="285511"/>
                </a:cubicBezTo>
                <a:cubicBezTo>
                  <a:pt x="359916" y="279858"/>
                  <a:pt x="350038" y="271840"/>
                  <a:pt x="342597" y="261587"/>
                </a:cubicBezTo>
                <a:cubicBezTo>
                  <a:pt x="335155" y="251334"/>
                  <a:pt x="331366" y="237925"/>
                  <a:pt x="331366" y="221363"/>
                </a:cubicBezTo>
                <a:cubicBezTo>
                  <a:pt x="331366" y="205719"/>
                  <a:pt x="335425" y="191917"/>
                  <a:pt x="343273" y="180350"/>
                </a:cubicBezTo>
                <a:cubicBezTo>
                  <a:pt x="351257" y="168651"/>
                  <a:pt x="362622" y="159581"/>
                  <a:pt x="377371" y="153140"/>
                </a:cubicBezTo>
                <a:cubicBezTo>
                  <a:pt x="392255" y="146698"/>
                  <a:pt x="409709" y="143412"/>
                  <a:pt x="430005" y="143412"/>
                </a:cubicBezTo>
                <a:close/>
                <a:moveTo>
                  <a:pt x="3265626" y="141704"/>
                </a:moveTo>
                <a:lnTo>
                  <a:pt x="3345862" y="141704"/>
                </a:lnTo>
                <a:lnTo>
                  <a:pt x="3345862" y="426953"/>
                </a:lnTo>
                <a:lnTo>
                  <a:pt x="3265626" y="426953"/>
                </a:lnTo>
                <a:close/>
                <a:moveTo>
                  <a:pt x="3533128" y="135921"/>
                </a:moveTo>
                <a:cubicBezTo>
                  <a:pt x="3554235" y="135921"/>
                  <a:pt x="3573042" y="139995"/>
                  <a:pt x="3589685" y="148277"/>
                </a:cubicBezTo>
                <a:cubicBezTo>
                  <a:pt x="3600645" y="153666"/>
                  <a:pt x="3610117" y="160765"/>
                  <a:pt x="3618234" y="169178"/>
                </a:cubicBezTo>
                <a:lnTo>
                  <a:pt x="3618234" y="141704"/>
                </a:lnTo>
                <a:lnTo>
                  <a:pt x="3697254" y="141704"/>
                </a:lnTo>
                <a:lnTo>
                  <a:pt x="3697254" y="426953"/>
                </a:lnTo>
                <a:lnTo>
                  <a:pt x="3618234" y="426953"/>
                </a:lnTo>
                <a:lnTo>
                  <a:pt x="3618234" y="399086"/>
                </a:lnTo>
                <a:cubicBezTo>
                  <a:pt x="3610117" y="407367"/>
                  <a:pt x="3600780" y="414466"/>
                  <a:pt x="3589685" y="420117"/>
                </a:cubicBezTo>
                <a:cubicBezTo>
                  <a:pt x="3573042" y="428662"/>
                  <a:pt x="3554235" y="432868"/>
                  <a:pt x="3533128" y="432868"/>
                </a:cubicBezTo>
                <a:cubicBezTo>
                  <a:pt x="3506336" y="432868"/>
                  <a:pt x="3482253" y="426428"/>
                  <a:pt x="3460738" y="413414"/>
                </a:cubicBezTo>
                <a:cubicBezTo>
                  <a:pt x="3439224" y="400532"/>
                  <a:pt x="3422446" y="382786"/>
                  <a:pt x="3410269" y="360308"/>
                </a:cubicBezTo>
                <a:cubicBezTo>
                  <a:pt x="3398091" y="337830"/>
                  <a:pt x="3392002" y="313116"/>
                  <a:pt x="3392002" y="284724"/>
                </a:cubicBezTo>
                <a:cubicBezTo>
                  <a:pt x="3392002" y="256330"/>
                  <a:pt x="3398091" y="230960"/>
                  <a:pt x="3410269" y="208482"/>
                </a:cubicBezTo>
                <a:cubicBezTo>
                  <a:pt x="3422446" y="186135"/>
                  <a:pt x="3439224" y="168389"/>
                  <a:pt x="3460738" y="155376"/>
                </a:cubicBezTo>
                <a:cubicBezTo>
                  <a:pt x="3482253" y="142362"/>
                  <a:pt x="3506336" y="135921"/>
                  <a:pt x="3533128" y="135921"/>
                </a:cubicBezTo>
                <a:close/>
                <a:moveTo>
                  <a:pt x="3900214" y="135394"/>
                </a:moveTo>
                <a:cubicBezTo>
                  <a:pt x="3923351" y="135394"/>
                  <a:pt x="3944595" y="139469"/>
                  <a:pt x="3964079" y="147750"/>
                </a:cubicBezTo>
                <a:cubicBezTo>
                  <a:pt x="3983564" y="156032"/>
                  <a:pt x="4000342" y="167863"/>
                  <a:pt x="4014548" y="183242"/>
                </a:cubicBezTo>
                <a:lnTo>
                  <a:pt x="3963538" y="233456"/>
                </a:lnTo>
                <a:cubicBezTo>
                  <a:pt x="3955961" y="225175"/>
                  <a:pt x="3946625" y="218866"/>
                  <a:pt x="3935935" y="214528"/>
                </a:cubicBezTo>
                <a:cubicBezTo>
                  <a:pt x="3925110" y="210321"/>
                  <a:pt x="3913339" y="208086"/>
                  <a:pt x="3900350" y="208086"/>
                </a:cubicBezTo>
                <a:cubicBezTo>
                  <a:pt x="3885736" y="208086"/>
                  <a:pt x="3872612" y="211372"/>
                  <a:pt x="3861111" y="217814"/>
                </a:cubicBezTo>
                <a:cubicBezTo>
                  <a:pt x="3849610" y="224255"/>
                  <a:pt x="3840409" y="233194"/>
                  <a:pt x="3833778" y="244366"/>
                </a:cubicBezTo>
                <a:cubicBezTo>
                  <a:pt x="3827149" y="255540"/>
                  <a:pt x="3823766" y="269211"/>
                  <a:pt x="3823766" y="284197"/>
                </a:cubicBezTo>
                <a:cubicBezTo>
                  <a:pt x="3823766" y="299182"/>
                  <a:pt x="3827149" y="312459"/>
                  <a:pt x="3833778" y="324026"/>
                </a:cubicBezTo>
                <a:cubicBezTo>
                  <a:pt x="3840409" y="335725"/>
                  <a:pt x="3849610" y="344795"/>
                  <a:pt x="3861111" y="351236"/>
                </a:cubicBezTo>
                <a:cubicBezTo>
                  <a:pt x="3872747" y="357678"/>
                  <a:pt x="3885736" y="360964"/>
                  <a:pt x="3900350" y="360964"/>
                </a:cubicBezTo>
                <a:cubicBezTo>
                  <a:pt x="3913745" y="360964"/>
                  <a:pt x="3925788" y="358597"/>
                  <a:pt x="3936476" y="354128"/>
                </a:cubicBezTo>
                <a:lnTo>
                  <a:pt x="3936611" y="354392"/>
                </a:lnTo>
                <a:cubicBezTo>
                  <a:pt x="3947301" y="349791"/>
                  <a:pt x="3956502" y="343218"/>
                  <a:pt x="3964214" y="334542"/>
                </a:cubicBezTo>
                <a:lnTo>
                  <a:pt x="4015901" y="384757"/>
                </a:lnTo>
                <a:cubicBezTo>
                  <a:pt x="4000882" y="400530"/>
                  <a:pt x="3983699" y="412493"/>
                  <a:pt x="3964214" y="420774"/>
                </a:cubicBezTo>
                <a:cubicBezTo>
                  <a:pt x="3944730" y="429055"/>
                  <a:pt x="3923486" y="433131"/>
                  <a:pt x="3900350" y="433131"/>
                </a:cubicBezTo>
                <a:cubicBezTo>
                  <a:pt x="3870312" y="433131"/>
                  <a:pt x="3843385" y="426690"/>
                  <a:pt x="3819435" y="413676"/>
                </a:cubicBezTo>
                <a:cubicBezTo>
                  <a:pt x="3795487" y="400793"/>
                  <a:pt x="3776678" y="383048"/>
                  <a:pt x="3762878" y="360570"/>
                </a:cubicBezTo>
                <a:cubicBezTo>
                  <a:pt x="3749077" y="338092"/>
                  <a:pt x="3742176" y="313378"/>
                  <a:pt x="3742176" y="284986"/>
                </a:cubicBezTo>
                <a:cubicBezTo>
                  <a:pt x="3742176" y="256591"/>
                  <a:pt x="3749077" y="231222"/>
                  <a:pt x="3762878" y="208744"/>
                </a:cubicBezTo>
                <a:cubicBezTo>
                  <a:pt x="3776678" y="186266"/>
                  <a:pt x="3795623" y="168388"/>
                  <a:pt x="3819707" y="155243"/>
                </a:cubicBezTo>
                <a:cubicBezTo>
                  <a:pt x="3843792" y="141966"/>
                  <a:pt x="3870582" y="135394"/>
                  <a:pt x="3900214" y="135394"/>
                </a:cubicBezTo>
                <a:close/>
                <a:moveTo>
                  <a:pt x="4512478" y="135263"/>
                </a:moveTo>
                <a:cubicBezTo>
                  <a:pt x="4538051" y="135263"/>
                  <a:pt x="4560240" y="140784"/>
                  <a:pt x="4579049" y="151826"/>
                </a:cubicBezTo>
                <a:cubicBezTo>
                  <a:pt x="4591226" y="158924"/>
                  <a:pt x="4601238" y="168126"/>
                  <a:pt x="4609763" y="179299"/>
                </a:cubicBezTo>
                <a:cubicBezTo>
                  <a:pt x="4618288" y="168257"/>
                  <a:pt x="4628300" y="158924"/>
                  <a:pt x="4640206" y="151826"/>
                </a:cubicBezTo>
                <a:cubicBezTo>
                  <a:pt x="4658878" y="140784"/>
                  <a:pt x="4680258" y="135263"/>
                  <a:pt x="4707048" y="135263"/>
                </a:cubicBezTo>
                <a:cubicBezTo>
                  <a:pt x="4733839" y="135263"/>
                  <a:pt x="4757111" y="140784"/>
                  <a:pt x="4776730" y="151563"/>
                </a:cubicBezTo>
                <a:cubicBezTo>
                  <a:pt x="4796350" y="162342"/>
                  <a:pt x="4811640" y="177196"/>
                  <a:pt x="4822600" y="196124"/>
                </a:cubicBezTo>
                <a:lnTo>
                  <a:pt x="4822735" y="195993"/>
                </a:lnTo>
                <a:cubicBezTo>
                  <a:pt x="4833695" y="214922"/>
                  <a:pt x="4839107" y="236744"/>
                  <a:pt x="4839107" y="261587"/>
                </a:cubicBezTo>
                <a:lnTo>
                  <a:pt x="4839107" y="426953"/>
                </a:lnTo>
                <a:lnTo>
                  <a:pt x="4758871" y="426953"/>
                </a:lnTo>
                <a:lnTo>
                  <a:pt x="4758871" y="267503"/>
                </a:lnTo>
                <a:cubicBezTo>
                  <a:pt x="4758871" y="248311"/>
                  <a:pt x="4754269" y="233325"/>
                  <a:pt x="4744935" y="222678"/>
                </a:cubicBezTo>
                <a:cubicBezTo>
                  <a:pt x="4735598" y="212030"/>
                  <a:pt x="4721661" y="206773"/>
                  <a:pt x="4704207" y="206773"/>
                </a:cubicBezTo>
                <a:cubicBezTo>
                  <a:pt x="4686752" y="206773"/>
                  <a:pt x="4673357" y="212030"/>
                  <a:pt x="4664020" y="222415"/>
                </a:cubicBezTo>
                <a:cubicBezTo>
                  <a:pt x="4654684" y="232931"/>
                  <a:pt x="4650085" y="247917"/>
                  <a:pt x="4650085" y="267634"/>
                </a:cubicBezTo>
                <a:lnTo>
                  <a:pt x="4650085" y="427084"/>
                </a:lnTo>
                <a:lnTo>
                  <a:pt x="4569848" y="427084"/>
                </a:lnTo>
                <a:lnTo>
                  <a:pt x="4569848" y="267634"/>
                </a:lnTo>
                <a:cubicBezTo>
                  <a:pt x="4569848" y="247917"/>
                  <a:pt x="4565247" y="232800"/>
                  <a:pt x="4555910" y="222415"/>
                </a:cubicBezTo>
                <a:cubicBezTo>
                  <a:pt x="4546574" y="212030"/>
                  <a:pt x="4532638" y="206773"/>
                  <a:pt x="4515183" y="206773"/>
                </a:cubicBezTo>
                <a:cubicBezTo>
                  <a:pt x="4497729" y="206773"/>
                  <a:pt x="4484199" y="212030"/>
                  <a:pt x="4474727" y="222415"/>
                </a:cubicBezTo>
                <a:cubicBezTo>
                  <a:pt x="4465119" y="232931"/>
                  <a:pt x="4460384" y="247917"/>
                  <a:pt x="4460384" y="267634"/>
                </a:cubicBezTo>
                <a:lnTo>
                  <a:pt x="4460384" y="427084"/>
                </a:lnTo>
                <a:lnTo>
                  <a:pt x="4380688" y="427084"/>
                </a:lnTo>
                <a:lnTo>
                  <a:pt x="4380688" y="261719"/>
                </a:lnTo>
                <a:cubicBezTo>
                  <a:pt x="4380688" y="236875"/>
                  <a:pt x="4386101" y="215054"/>
                  <a:pt x="4397061" y="196124"/>
                </a:cubicBezTo>
                <a:cubicBezTo>
                  <a:pt x="4407886" y="177196"/>
                  <a:pt x="4423310" y="162342"/>
                  <a:pt x="4443201" y="151563"/>
                </a:cubicBezTo>
                <a:cubicBezTo>
                  <a:pt x="4462955" y="140653"/>
                  <a:pt x="4486904" y="135263"/>
                  <a:pt x="4512478" y="135263"/>
                </a:cubicBezTo>
                <a:close/>
                <a:moveTo>
                  <a:pt x="4185441" y="135131"/>
                </a:moveTo>
                <a:cubicBezTo>
                  <a:pt x="4215343" y="135131"/>
                  <a:pt x="4242270" y="141835"/>
                  <a:pt x="4265948" y="154980"/>
                </a:cubicBezTo>
                <a:cubicBezTo>
                  <a:pt x="4289762" y="168124"/>
                  <a:pt x="4308434" y="185870"/>
                  <a:pt x="4322237" y="208086"/>
                </a:cubicBezTo>
                <a:cubicBezTo>
                  <a:pt x="4336037" y="230301"/>
                  <a:pt x="4342938" y="255540"/>
                  <a:pt x="4342938" y="283407"/>
                </a:cubicBezTo>
                <a:cubicBezTo>
                  <a:pt x="4342938" y="311275"/>
                  <a:pt x="4336037" y="336645"/>
                  <a:pt x="4322237" y="359255"/>
                </a:cubicBezTo>
                <a:cubicBezTo>
                  <a:pt x="4308434" y="381865"/>
                  <a:pt x="4289627" y="399873"/>
                  <a:pt x="4265948" y="413019"/>
                </a:cubicBezTo>
                <a:cubicBezTo>
                  <a:pt x="4242270" y="426294"/>
                  <a:pt x="4215614" y="432868"/>
                  <a:pt x="4185981" y="432868"/>
                </a:cubicBezTo>
                <a:cubicBezTo>
                  <a:pt x="4156351" y="432868"/>
                  <a:pt x="4129694" y="426163"/>
                  <a:pt x="4106017" y="413019"/>
                </a:cubicBezTo>
                <a:cubicBezTo>
                  <a:pt x="4082337" y="399873"/>
                  <a:pt x="4063395" y="381865"/>
                  <a:pt x="4049457" y="359255"/>
                </a:cubicBezTo>
                <a:cubicBezTo>
                  <a:pt x="4035522" y="336645"/>
                  <a:pt x="4028485" y="311407"/>
                  <a:pt x="4028485" y="283407"/>
                </a:cubicBezTo>
                <a:cubicBezTo>
                  <a:pt x="4028485" y="255409"/>
                  <a:pt x="4035386" y="230301"/>
                  <a:pt x="4049187" y="208086"/>
                </a:cubicBezTo>
                <a:cubicBezTo>
                  <a:pt x="4062988" y="185870"/>
                  <a:pt x="4081797" y="168124"/>
                  <a:pt x="4105745" y="154980"/>
                </a:cubicBezTo>
                <a:cubicBezTo>
                  <a:pt x="4129694" y="141703"/>
                  <a:pt x="4155538" y="135131"/>
                  <a:pt x="4185441" y="135131"/>
                </a:cubicBezTo>
                <a:close/>
                <a:moveTo>
                  <a:pt x="2712764" y="135131"/>
                </a:moveTo>
                <a:cubicBezTo>
                  <a:pt x="2741178" y="135131"/>
                  <a:pt x="2766211" y="141440"/>
                  <a:pt x="2787859" y="153797"/>
                </a:cubicBezTo>
                <a:lnTo>
                  <a:pt x="2787994" y="153665"/>
                </a:lnTo>
                <a:cubicBezTo>
                  <a:pt x="2809644" y="166021"/>
                  <a:pt x="2826692" y="182978"/>
                  <a:pt x="2839005" y="204406"/>
                </a:cubicBezTo>
                <a:cubicBezTo>
                  <a:pt x="2851317" y="225832"/>
                  <a:pt x="2857542" y="250150"/>
                  <a:pt x="2857542" y="277360"/>
                </a:cubicBezTo>
                <a:cubicBezTo>
                  <a:pt x="2857542" y="282488"/>
                  <a:pt x="2857135" y="287745"/>
                  <a:pt x="2856595" y="293004"/>
                </a:cubicBezTo>
                <a:cubicBezTo>
                  <a:pt x="2855919" y="298261"/>
                  <a:pt x="2854836" y="304308"/>
                  <a:pt x="2853212" y="311013"/>
                </a:cubicBezTo>
                <a:lnTo>
                  <a:pt x="2638751" y="311538"/>
                </a:lnTo>
                <a:cubicBezTo>
                  <a:pt x="2640375" y="317322"/>
                  <a:pt x="2642269" y="322842"/>
                  <a:pt x="2644976" y="327838"/>
                </a:cubicBezTo>
                <a:cubicBezTo>
                  <a:pt x="2651605" y="340721"/>
                  <a:pt x="2661212" y="350579"/>
                  <a:pt x="2673796" y="357415"/>
                </a:cubicBezTo>
                <a:cubicBezTo>
                  <a:pt x="2686244" y="364381"/>
                  <a:pt x="2700858" y="367800"/>
                  <a:pt x="2717500" y="367800"/>
                </a:cubicBezTo>
                <a:cubicBezTo>
                  <a:pt x="2732519" y="367800"/>
                  <a:pt x="2746050" y="365433"/>
                  <a:pt x="2758226" y="360437"/>
                </a:cubicBezTo>
                <a:cubicBezTo>
                  <a:pt x="2770405" y="355442"/>
                  <a:pt x="2780959" y="348081"/>
                  <a:pt x="2789888" y="338223"/>
                </a:cubicBezTo>
                <a:lnTo>
                  <a:pt x="2836704" y="383705"/>
                </a:lnTo>
                <a:cubicBezTo>
                  <a:pt x="2822498" y="399873"/>
                  <a:pt x="2805179" y="412098"/>
                  <a:pt x="2784748" y="420379"/>
                </a:cubicBezTo>
                <a:cubicBezTo>
                  <a:pt x="2764316" y="428661"/>
                  <a:pt x="2742126" y="432735"/>
                  <a:pt x="2718176" y="432735"/>
                </a:cubicBezTo>
                <a:cubicBezTo>
                  <a:pt x="2687326" y="432735"/>
                  <a:pt x="2659995" y="426294"/>
                  <a:pt x="2636045" y="413544"/>
                </a:cubicBezTo>
                <a:cubicBezTo>
                  <a:pt x="2612096" y="400793"/>
                  <a:pt x="2593153" y="383179"/>
                  <a:pt x="2579216" y="360701"/>
                </a:cubicBezTo>
                <a:cubicBezTo>
                  <a:pt x="2565280" y="338223"/>
                  <a:pt x="2558244" y="312196"/>
                  <a:pt x="2558244" y="283934"/>
                </a:cubicBezTo>
                <a:cubicBezTo>
                  <a:pt x="2558244" y="255671"/>
                  <a:pt x="2565145" y="230301"/>
                  <a:pt x="2578675" y="208086"/>
                </a:cubicBezTo>
                <a:cubicBezTo>
                  <a:pt x="2592205" y="185870"/>
                  <a:pt x="2610742" y="168124"/>
                  <a:pt x="2634286" y="154980"/>
                </a:cubicBezTo>
                <a:cubicBezTo>
                  <a:pt x="2657829" y="141703"/>
                  <a:pt x="2684350" y="135131"/>
                  <a:pt x="2712764" y="135131"/>
                </a:cubicBezTo>
                <a:close/>
                <a:moveTo>
                  <a:pt x="2194810" y="135131"/>
                </a:moveTo>
                <a:cubicBezTo>
                  <a:pt x="2220382" y="135131"/>
                  <a:pt x="2242573" y="140651"/>
                  <a:pt x="2261380" y="151694"/>
                </a:cubicBezTo>
                <a:cubicBezTo>
                  <a:pt x="2273558" y="158791"/>
                  <a:pt x="2283570" y="167994"/>
                  <a:pt x="2292095" y="179167"/>
                </a:cubicBezTo>
                <a:cubicBezTo>
                  <a:pt x="2300620" y="168124"/>
                  <a:pt x="2310632" y="158791"/>
                  <a:pt x="2322539" y="151694"/>
                </a:cubicBezTo>
                <a:cubicBezTo>
                  <a:pt x="2341211" y="140651"/>
                  <a:pt x="2362590" y="135131"/>
                  <a:pt x="2389381" y="135131"/>
                </a:cubicBezTo>
                <a:cubicBezTo>
                  <a:pt x="2416171" y="135131"/>
                  <a:pt x="2439444" y="140651"/>
                  <a:pt x="2459063" y="151430"/>
                </a:cubicBezTo>
                <a:lnTo>
                  <a:pt x="2459199" y="151300"/>
                </a:lnTo>
                <a:cubicBezTo>
                  <a:pt x="2478818" y="162079"/>
                  <a:pt x="2494108" y="176933"/>
                  <a:pt x="2505068" y="195861"/>
                </a:cubicBezTo>
                <a:cubicBezTo>
                  <a:pt x="2516028" y="214789"/>
                  <a:pt x="2521440" y="236611"/>
                  <a:pt x="2521440" y="261454"/>
                </a:cubicBezTo>
                <a:lnTo>
                  <a:pt x="2521440" y="426821"/>
                </a:lnTo>
                <a:lnTo>
                  <a:pt x="2441203" y="426821"/>
                </a:lnTo>
                <a:lnTo>
                  <a:pt x="2441203" y="267371"/>
                </a:lnTo>
                <a:cubicBezTo>
                  <a:pt x="2441203" y="248179"/>
                  <a:pt x="2436603" y="233193"/>
                  <a:pt x="2427266" y="222546"/>
                </a:cubicBezTo>
                <a:cubicBezTo>
                  <a:pt x="2417930" y="211898"/>
                  <a:pt x="2403994" y="206640"/>
                  <a:pt x="2386540" y="206640"/>
                </a:cubicBezTo>
                <a:cubicBezTo>
                  <a:pt x="2369084" y="206640"/>
                  <a:pt x="2355689" y="211898"/>
                  <a:pt x="2346353" y="222283"/>
                </a:cubicBezTo>
                <a:cubicBezTo>
                  <a:pt x="2337017" y="232799"/>
                  <a:pt x="2332416" y="247785"/>
                  <a:pt x="2332416" y="267502"/>
                </a:cubicBezTo>
                <a:lnTo>
                  <a:pt x="2332416" y="426952"/>
                </a:lnTo>
                <a:lnTo>
                  <a:pt x="2252179" y="426952"/>
                </a:lnTo>
                <a:lnTo>
                  <a:pt x="2252179" y="267502"/>
                </a:lnTo>
                <a:cubicBezTo>
                  <a:pt x="2252179" y="247785"/>
                  <a:pt x="2247579" y="232668"/>
                  <a:pt x="2238243" y="222283"/>
                </a:cubicBezTo>
                <a:cubicBezTo>
                  <a:pt x="2228907" y="211898"/>
                  <a:pt x="2214971" y="206640"/>
                  <a:pt x="2197516" y="206640"/>
                </a:cubicBezTo>
                <a:cubicBezTo>
                  <a:pt x="2180062" y="206640"/>
                  <a:pt x="2166531" y="211898"/>
                  <a:pt x="2157059" y="222283"/>
                </a:cubicBezTo>
                <a:cubicBezTo>
                  <a:pt x="2147452" y="232799"/>
                  <a:pt x="2142717" y="247785"/>
                  <a:pt x="2142717" y="267502"/>
                </a:cubicBezTo>
                <a:lnTo>
                  <a:pt x="2142717" y="426952"/>
                </a:lnTo>
                <a:lnTo>
                  <a:pt x="2063021" y="426952"/>
                </a:lnTo>
                <a:lnTo>
                  <a:pt x="2063021" y="261587"/>
                </a:lnTo>
                <a:cubicBezTo>
                  <a:pt x="2063021" y="236742"/>
                  <a:pt x="2068434" y="214922"/>
                  <a:pt x="2079394" y="195992"/>
                </a:cubicBezTo>
                <a:cubicBezTo>
                  <a:pt x="2090218" y="177064"/>
                  <a:pt x="2105643" y="162210"/>
                  <a:pt x="2125533" y="151430"/>
                </a:cubicBezTo>
                <a:cubicBezTo>
                  <a:pt x="2145287" y="140520"/>
                  <a:pt x="2169237" y="135131"/>
                  <a:pt x="2194810" y="135131"/>
                </a:cubicBezTo>
                <a:close/>
                <a:moveTo>
                  <a:pt x="3305677" y="7098"/>
                </a:moveTo>
                <a:cubicBezTo>
                  <a:pt x="3318937" y="7098"/>
                  <a:pt x="3329897" y="11435"/>
                  <a:pt x="3338152" y="20111"/>
                </a:cubicBezTo>
                <a:cubicBezTo>
                  <a:pt x="3346405" y="28787"/>
                  <a:pt x="3350599" y="38778"/>
                  <a:pt x="3350599" y="51397"/>
                </a:cubicBezTo>
                <a:cubicBezTo>
                  <a:pt x="3350599" y="64015"/>
                  <a:pt x="3346405" y="74533"/>
                  <a:pt x="3338152" y="82945"/>
                </a:cubicBezTo>
                <a:cubicBezTo>
                  <a:pt x="3329897" y="91489"/>
                  <a:pt x="3318667" y="95695"/>
                  <a:pt x="3305677" y="95695"/>
                </a:cubicBezTo>
                <a:cubicBezTo>
                  <a:pt x="3292688" y="95695"/>
                  <a:pt x="3281998" y="91358"/>
                  <a:pt x="3273475" y="82945"/>
                </a:cubicBezTo>
                <a:cubicBezTo>
                  <a:pt x="3264950" y="74533"/>
                  <a:pt x="3260756" y="63621"/>
                  <a:pt x="3260756" y="51397"/>
                </a:cubicBezTo>
                <a:cubicBezTo>
                  <a:pt x="3260756" y="39172"/>
                  <a:pt x="3264950" y="28787"/>
                  <a:pt x="3273475" y="20111"/>
                </a:cubicBezTo>
                <a:cubicBezTo>
                  <a:pt x="3281998" y="11435"/>
                  <a:pt x="3292688" y="7098"/>
                  <a:pt x="3305677" y="7098"/>
                </a:cubicBezTo>
                <a:close/>
                <a:moveTo>
                  <a:pt x="3121525" y="0"/>
                </a:moveTo>
                <a:lnTo>
                  <a:pt x="3201221" y="0"/>
                </a:lnTo>
                <a:lnTo>
                  <a:pt x="3201221" y="426953"/>
                </a:lnTo>
                <a:lnTo>
                  <a:pt x="3122201" y="426953"/>
                </a:lnTo>
                <a:lnTo>
                  <a:pt x="3122201" y="400795"/>
                </a:lnTo>
                <a:cubicBezTo>
                  <a:pt x="3114488" y="408156"/>
                  <a:pt x="3105558" y="414728"/>
                  <a:pt x="3095411" y="419854"/>
                </a:cubicBezTo>
                <a:cubicBezTo>
                  <a:pt x="3078497" y="428530"/>
                  <a:pt x="3059419" y="432868"/>
                  <a:pt x="3038311" y="432868"/>
                </a:cubicBezTo>
                <a:cubicBezTo>
                  <a:pt x="3011115" y="432868"/>
                  <a:pt x="2986895" y="426428"/>
                  <a:pt x="2965381" y="413414"/>
                </a:cubicBezTo>
                <a:cubicBezTo>
                  <a:pt x="2943868" y="400532"/>
                  <a:pt x="2926954" y="382786"/>
                  <a:pt x="2914641" y="360308"/>
                </a:cubicBezTo>
                <a:cubicBezTo>
                  <a:pt x="2902327" y="337830"/>
                  <a:pt x="2896104" y="313116"/>
                  <a:pt x="2896104" y="284724"/>
                </a:cubicBezTo>
                <a:cubicBezTo>
                  <a:pt x="2896104" y="256330"/>
                  <a:pt x="2902327" y="230960"/>
                  <a:pt x="2914641" y="208482"/>
                </a:cubicBezTo>
                <a:cubicBezTo>
                  <a:pt x="2926954" y="186135"/>
                  <a:pt x="2943868" y="168389"/>
                  <a:pt x="2965110" y="155376"/>
                </a:cubicBezTo>
                <a:cubicBezTo>
                  <a:pt x="2986353" y="142362"/>
                  <a:pt x="3010709" y="135921"/>
                  <a:pt x="3038311" y="135921"/>
                </a:cubicBezTo>
                <a:cubicBezTo>
                  <a:pt x="3059419" y="135921"/>
                  <a:pt x="3078362" y="139995"/>
                  <a:pt x="3095140" y="148277"/>
                </a:cubicBezTo>
                <a:cubicBezTo>
                  <a:pt x="3105152" y="153272"/>
                  <a:pt x="3113812" y="159450"/>
                  <a:pt x="3121525" y="16668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algn="l">
              <a:lnSpc>
                <a:spcPct val="80000"/>
              </a:lnSpc>
              <a:spcAft>
                <a:spcPts val="600"/>
              </a:spcAft>
              <a:defRPr sz="100" b="0">
                <a:noFill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308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4915F8E-79BE-5D09-752E-8C8D275C62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46828F-697F-2B87-C817-7F92921E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060575"/>
            <a:ext cx="7699375" cy="4797425"/>
          </a:xfr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F5F3F589-F9C1-DEA1-DC92-7F395BA1E7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797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2BC64E91-1E7C-6E50-6A53-9E1D37F8D0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30" y="2741679"/>
            <a:ext cx="4839107" cy="433131"/>
          </a:xfrm>
          <a:custGeom>
            <a:avLst/>
            <a:gdLst>
              <a:gd name="connsiteX0" fmla="*/ 4185441 w 4839107"/>
              <a:gd name="connsiteY0" fmla="*/ 207954 h 433131"/>
              <a:gd name="connsiteX1" fmla="*/ 4146472 w 4839107"/>
              <a:gd name="connsiteY1" fmla="*/ 217681 h 433131"/>
              <a:gd name="connsiteX2" fmla="*/ 4119682 w 4839107"/>
              <a:gd name="connsiteY2" fmla="*/ 244499 h 433131"/>
              <a:gd name="connsiteX3" fmla="*/ 4109940 w 4839107"/>
              <a:gd name="connsiteY3" fmla="*/ 284065 h 433131"/>
              <a:gd name="connsiteX4" fmla="*/ 4119682 w 4839107"/>
              <a:gd name="connsiteY4" fmla="*/ 323894 h 433131"/>
              <a:gd name="connsiteX5" fmla="*/ 4146472 w 4839107"/>
              <a:gd name="connsiteY5" fmla="*/ 351104 h 433131"/>
              <a:gd name="connsiteX6" fmla="*/ 4185441 w 4839107"/>
              <a:gd name="connsiteY6" fmla="*/ 360832 h 433131"/>
              <a:gd name="connsiteX7" fmla="*/ 4225222 w 4839107"/>
              <a:gd name="connsiteY7" fmla="*/ 351104 h 433131"/>
              <a:gd name="connsiteX8" fmla="*/ 4252012 w 4839107"/>
              <a:gd name="connsiteY8" fmla="*/ 323894 h 433131"/>
              <a:gd name="connsiteX9" fmla="*/ 4261483 w 4839107"/>
              <a:gd name="connsiteY9" fmla="*/ 284065 h 433131"/>
              <a:gd name="connsiteX10" fmla="*/ 4251742 w 4839107"/>
              <a:gd name="connsiteY10" fmla="*/ 244499 h 433131"/>
              <a:gd name="connsiteX11" fmla="*/ 4224950 w 4839107"/>
              <a:gd name="connsiteY11" fmla="*/ 217681 h 433131"/>
              <a:gd name="connsiteX12" fmla="*/ 4185441 w 4839107"/>
              <a:gd name="connsiteY12" fmla="*/ 207954 h 433131"/>
              <a:gd name="connsiteX13" fmla="*/ 3547741 w 4839107"/>
              <a:gd name="connsiteY13" fmla="*/ 207298 h 433131"/>
              <a:gd name="connsiteX14" fmla="*/ 3509178 w 4839107"/>
              <a:gd name="connsiteY14" fmla="*/ 217025 h 433131"/>
              <a:gd name="connsiteX15" fmla="*/ 3483064 w 4839107"/>
              <a:gd name="connsiteY15" fmla="*/ 244237 h 433131"/>
              <a:gd name="connsiteX16" fmla="*/ 3473593 w 4839107"/>
              <a:gd name="connsiteY16" fmla="*/ 284066 h 433131"/>
              <a:gd name="connsiteX17" fmla="*/ 3483064 w 4839107"/>
              <a:gd name="connsiteY17" fmla="*/ 324553 h 433131"/>
              <a:gd name="connsiteX18" fmla="*/ 3509178 w 4839107"/>
              <a:gd name="connsiteY18" fmla="*/ 351763 h 433131"/>
              <a:gd name="connsiteX19" fmla="*/ 3547741 w 4839107"/>
              <a:gd name="connsiteY19" fmla="*/ 361491 h 433131"/>
              <a:gd name="connsiteX20" fmla="*/ 3601863 w 4839107"/>
              <a:gd name="connsiteY20" fmla="*/ 339932 h 433131"/>
              <a:gd name="connsiteX21" fmla="*/ 3622565 w 4839107"/>
              <a:gd name="connsiteY21" fmla="*/ 284066 h 433131"/>
              <a:gd name="connsiteX22" fmla="*/ 3613094 w 4839107"/>
              <a:gd name="connsiteY22" fmla="*/ 244237 h 433131"/>
              <a:gd name="connsiteX23" fmla="*/ 3586980 w 4839107"/>
              <a:gd name="connsiteY23" fmla="*/ 217025 h 433131"/>
              <a:gd name="connsiteX24" fmla="*/ 3547741 w 4839107"/>
              <a:gd name="connsiteY24" fmla="*/ 207298 h 433131"/>
              <a:gd name="connsiteX25" fmla="*/ 3052248 w 4839107"/>
              <a:gd name="connsiteY25" fmla="*/ 207298 h 433131"/>
              <a:gd name="connsiteX26" fmla="*/ 3013009 w 4839107"/>
              <a:gd name="connsiteY26" fmla="*/ 217289 h 433131"/>
              <a:gd name="connsiteX27" fmla="*/ 2986895 w 4839107"/>
              <a:gd name="connsiteY27" fmla="*/ 244499 h 433131"/>
              <a:gd name="connsiteX28" fmla="*/ 2977424 w 4839107"/>
              <a:gd name="connsiteY28" fmla="*/ 284066 h 433131"/>
              <a:gd name="connsiteX29" fmla="*/ 2986895 w 4839107"/>
              <a:gd name="connsiteY29" fmla="*/ 324553 h 433131"/>
              <a:gd name="connsiteX30" fmla="*/ 3013280 w 4839107"/>
              <a:gd name="connsiteY30" fmla="*/ 351763 h 433131"/>
              <a:gd name="connsiteX31" fmla="*/ 3051572 w 4839107"/>
              <a:gd name="connsiteY31" fmla="*/ 361491 h 433131"/>
              <a:gd name="connsiteX32" fmla="*/ 3090811 w 4839107"/>
              <a:gd name="connsiteY32" fmla="*/ 351763 h 433131"/>
              <a:gd name="connsiteX33" fmla="*/ 3116925 w 4839107"/>
              <a:gd name="connsiteY33" fmla="*/ 324553 h 433131"/>
              <a:gd name="connsiteX34" fmla="*/ 3126396 w 4839107"/>
              <a:gd name="connsiteY34" fmla="*/ 284066 h 433131"/>
              <a:gd name="connsiteX35" fmla="*/ 3116925 w 4839107"/>
              <a:gd name="connsiteY35" fmla="*/ 244237 h 433131"/>
              <a:gd name="connsiteX36" fmla="*/ 3090811 w 4839107"/>
              <a:gd name="connsiteY36" fmla="*/ 217025 h 433131"/>
              <a:gd name="connsiteX37" fmla="*/ 3052248 w 4839107"/>
              <a:gd name="connsiteY37" fmla="*/ 207298 h 433131"/>
              <a:gd name="connsiteX38" fmla="*/ 2712899 w 4839107"/>
              <a:gd name="connsiteY38" fmla="*/ 199541 h 433131"/>
              <a:gd name="connsiteX39" fmla="*/ 2671496 w 4839107"/>
              <a:gd name="connsiteY39" fmla="*/ 209926 h 433131"/>
              <a:gd name="connsiteX40" fmla="*/ 2644434 w 4839107"/>
              <a:gd name="connsiteY40" fmla="*/ 238846 h 433131"/>
              <a:gd name="connsiteX41" fmla="*/ 2638886 w 4839107"/>
              <a:gd name="connsiteY41" fmla="*/ 253830 h 433131"/>
              <a:gd name="connsiteX42" fmla="*/ 2780822 w 4839107"/>
              <a:gd name="connsiteY42" fmla="*/ 253436 h 433131"/>
              <a:gd name="connsiteX43" fmla="*/ 2774599 w 4839107"/>
              <a:gd name="connsiteY43" fmla="*/ 235033 h 433131"/>
              <a:gd name="connsiteX44" fmla="*/ 2750920 w 4839107"/>
              <a:gd name="connsiteY44" fmla="*/ 208744 h 433131"/>
              <a:gd name="connsiteX45" fmla="*/ 2712899 w 4839107"/>
              <a:gd name="connsiteY45" fmla="*/ 199541 h 433131"/>
              <a:gd name="connsiteX46" fmla="*/ 1907284 w 4839107"/>
              <a:gd name="connsiteY46" fmla="*/ 182060 h 433131"/>
              <a:gd name="connsiteX47" fmla="*/ 1851403 w 4839107"/>
              <a:gd name="connsiteY47" fmla="*/ 195599 h 433131"/>
              <a:gd name="connsiteX48" fmla="*/ 1813381 w 4839107"/>
              <a:gd name="connsiteY48" fmla="*/ 233063 h 433131"/>
              <a:gd name="connsiteX49" fmla="*/ 1799715 w 4839107"/>
              <a:gd name="connsiteY49" fmla="*/ 287089 h 433131"/>
              <a:gd name="connsiteX50" fmla="*/ 1799580 w 4839107"/>
              <a:gd name="connsiteY50" fmla="*/ 287220 h 433131"/>
              <a:gd name="connsiteX51" fmla="*/ 1813245 w 4839107"/>
              <a:gd name="connsiteY51" fmla="*/ 342430 h 433131"/>
              <a:gd name="connsiteX52" fmla="*/ 1819469 w 4839107"/>
              <a:gd name="connsiteY52" fmla="*/ 351763 h 433131"/>
              <a:gd name="connsiteX53" fmla="*/ 1971284 w 4839107"/>
              <a:gd name="connsiteY53" fmla="*/ 203750 h 433131"/>
              <a:gd name="connsiteX54" fmla="*/ 1954100 w 4839107"/>
              <a:gd name="connsiteY54" fmla="*/ 192050 h 433131"/>
              <a:gd name="connsiteX55" fmla="*/ 1907284 w 4839107"/>
              <a:gd name="connsiteY55" fmla="*/ 182060 h 433131"/>
              <a:gd name="connsiteX56" fmla="*/ 970419 w 4839107"/>
              <a:gd name="connsiteY56" fmla="*/ 181928 h 433131"/>
              <a:gd name="connsiteX57" fmla="*/ 916297 w 4839107"/>
              <a:gd name="connsiteY57" fmla="*/ 194942 h 433131"/>
              <a:gd name="connsiteX58" fmla="*/ 880171 w 4839107"/>
              <a:gd name="connsiteY58" fmla="*/ 231223 h 433131"/>
              <a:gd name="connsiteX59" fmla="*/ 868399 w 4839107"/>
              <a:gd name="connsiteY59" fmla="*/ 268161 h 433131"/>
              <a:gd name="connsiteX60" fmla="*/ 1063646 w 4839107"/>
              <a:gd name="connsiteY60" fmla="*/ 268161 h 433131"/>
              <a:gd name="connsiteX61" fmla="*/ 1053363 w 4839107"/>
              <a:gd name="connsiteY61" fmla="*/ 228331 h 433131"/>
              <a:gd name="connsiteX62" fmla="*/ 1021161 w 4839107"/>
              <a:gd name="connsiteY62" fmla="*/ 194022 h 433131"/>
              <a:gd name="connsiteX63" fmla="*/ 970419 w 4839107"/>
              <a:gd name="connsiteY63" fmla="*/ 181928 h 433131"/>
              <a:gd name="connsiteX64" fmla="*/ 145996 w 4839107"/>
              <a:gd name="connsiteY64" fmla="*/ 181928 h 433131"/>
              <a:gd name="connsiteX65" fmla="*/ 91873 w 4839107"/>
              <a:gd name="connsiteY65" fmla="*/ 194942 h 433131"/>
              <a:gd name="connsiteX66" fmla="*/ 55747 w 4839107"/>
              <a:gd name="connsiteY66" fmla="*/ 231223 h 433131"/>
              <a:gd name="connsiteX67" fmla="*/ 43975 w 4839107"/>
              <a:gd name="connsiteY67" fmla="*/ 268161 h 433131"/>
              <a:gd name="connsiteX68" fmla="*/ 239222 w 4839107"/>
              <a:gd name="connsiteY68" fmla="*/ 268161 h 433131"/>
              <a:gd name="connsiteX69" fmla="*/ 228939 w 4839107"/>
              <a:gd name="connsiteY69" fmla="*/ 228331 h 433131"/>
              <a:gd name="connsiteX70" fmla="*/ 196737 w 4839107"/>
              <a:gd name="connsiteY70" fmla="*/ 194022 h 433131"/>
              <a:gd name="connsiteX71" fmla="*/ 145996 w 4839107"/>
              <a:gd name="connsiteY71" fmla="*/ 181928 h 433131"/>
              <a:gd name="connsiteX72" fmla="*/ 1906742 w 4839107"/>
              <a:gd name="connsiteY72" fmla="*/ 143545 h 433131"/>
              <a:gd name="connsiteX73" fmla="*/ 1974531 w 4839107"/>
              <a:gd name="connsiteY73" fmla="*/ 159187 h 433131"/>
              <a:gd name="connsiteX74" fmla="*/ 1974531 w 4839107"/>
              <a:gd name="connsiteY74" fmla="*/ 158925 h 433131"/>
              <a:gd name="connsiteX75" fmla="*/ 2022836 w 4839107"/>
              <a:gd name="connsiteY75" fmla="*/ 202960 h 433131"/>
              <a:gd name="connsiteX76" fmla="*/ 1845448 w 4839107"/>
              <a:gd name="connsiteY76" fmla="*/ 375819 h 433131"/>
              <a:gd name="connsiteX77" fmla="*/ 1851673 w 4839107"/>
              <a:gd name="connsiteY77" fmla="*/ 379894 h 433131"/>
              <a:gd name="connsiteX78" fmla="*/ 1907960 w 4839107"/>
              <a:gd name="connsiteY78" fmla="*/ 393827 h 433131"/>
              <a:gd name="connsiteX79" fmla="*/ 1956670 w 4839107"/>
              <a:gd name="connsiteY79" fmla="*/ 385283 h 433131"/>
              <a:gd name="connsiteX80" fmla="*/ 1993204 w 4839107"/>
              <a:gd name="connsiteY80" fmla="*/ 360833 h 433131"/>
              <a:gd name="connsiteX81" fmla="*/ 2021212 w 4839107"/>
              <a:gd name="connsiteY81" fmla="*/ 388043 h 433131"/>
              <a:gd name="connsiteX82" fmla="*/ 1971689 w 4839107"/>
              <a:gd name="connsiteY82" fmla="*/ 421433 h 433131"/>
              <a:gd name="connsiteX83" fmla="*/ 1908095 w 4839107"/>
              <a:gd name="connsiteY83" fmla="*/ 433000 h 433131"/>
              <a:gd name="connsiteX84" fmla="*/ 1830836 w 4839107"/>
              <a:gd name="connsiteY84" fmla="*/ 413545 h 433131"/>
              <a:gd name="connsiteX85" fmla="*/ 1776984 w 4839107"/>
              <a:gd name="connsiteY85" fmla="*/ 360964 h 433131"/>
              <a:gd name="connsiteX86" fmla="*/ 1757228 w 4839107"/>
              <a:gd name="connsiteY86" fmla="*/ 287089 h 433131"/>
              <a:gd name="connsiteX87" fmla="*/ 1776984 w 4839107"/>
              <a:gd name="connsiteY87" fmla="*/ 214397 h 433131"/>
              <a:gd name="connsiteX88" fmla="*/ 1830429 w 4839107"/>
              <a:gd name="connsiteY88" fmla="*/ 162736 h 433131"/>
              <a:gd name="connsiteX89" fmla="*/ 1906742 w 4839107"/>
              <a:gd name="connsiteY89" fmla="*/ 143545 h 433131"/>
              <a:gd name="connsiteX90" fmla="*/ 1619216 w 4839107"/>
              <a:gd name="connsiteY90" fmla="*/ 143545 h 433131"/>
              <a:gd name="connsiteX91" fmla="*/ 1679427 w 4839107"/>
              <a:gd name="connsiteY91" fmla="*/ 155376 h 433131"/>
              <a:gd name="connsiteX92" fmla="*/ 1726785 w 4839107"/>
              <a:gd name="connsiteY92" fmla="*/ 188500 h 433131"/>
              <a:gd name="connsiteX93" fmla="*/ 1698777 w 4839107"/>
              <a:gd name="connsiteY93" fmla="*/ 216237 h 433131"/>
              <a:gd name="connsiteX94" fmla="*/ 1663461 w 4839107"/>
              <a:gd name="connsiteY94" fmla="*/ 191786 h 433131"/>
              <a:gd name="connsiteX95" fmla="*/ 1619081 w 4839107"/>
              <a:gd name="connsiteY95" fmla="*/ 183243 h 433131"/>
              <a:gd name="connsiteX96" fmla="*/ 1564958 w 4839107"/>
              <a:gd name="connsiteY96" fmla="*/ 196782 h 433131"/>
              <a:gd name="connsiteX97" fmla="*/ 1527884 w 4839107"/>
              <a:gd name="connsiteY97" fmla="*/ 233719 h 433131"/>
              <a:gd name="connsiteX98" fmla="*/ 1514489 w 4839107"/>
              <a:gd name="connsiteY98" fmla="*/ 287747 h 433131"/>
              <a:gd name="connsiteX99" fmla="*/ 1527884 w 4839107"/>
              <a:gd name="connsiteY99" fmla="*/ 341772 h 433131"/>
              <a:gd name="connsiteX100" fmla="*/ 1564958 w 4839107"/>
              <a:gd name="connsiteY100" fmla="*/ 379236 h 433131"/>
              <a:gd name="connsiteX101" fmla="*/ 1619081 w 4839107"/>
              <a:gd name="connsiteY101" fmla="*/ 392775 h 433131"/>
              <a:gd name="connsiteX102" fmla="*/ 1664137 w 4839107"/>
              <a:gd name="connsiteY102" fmla="*/ 384232 h 433131"/>
              <a:gd name="connsiteX103" fmla="*/ 1699453 w 4839107"/>
              <a:gd name="connsiteY103" fmla="*/ 359781 h 433131"/>
              <a:gd name="connsiteX104" fmla="*/ 1728002 w 4839107"/>
              <a:gd name="connsiteY104" fmla="*/ 387518 h 433131"/>
              <a:gd name="connsiteX105" fmla="*/ 1679697 w 4839107"/>
              <a:gd name="connsiteY105" fmla="*/ 421169 h 433131"/>
              <a:gd name="connsiteX106" fmla="*/ 1619216 w 4839107"/>
              <a:gd name="connsiteY106" fmla="*/ 433000 h 433131"/>
              <a:gd name="connsiteX107" fmla="*/ 1543579 w 4839107"/>
              <a:gd name="connsiteY107" fmla="*/ 413808 h 433131"/>
              <a:gd name="connsiteX108" fmla="*/ 1490134 w 4839107"/>
              <a:gd name="connsiteY108" fmla="*/ 361491 h 433131"/>
              <a:gd name="connsiteX109" fmla="*/ 1470378 w 4839107"/>
              <a:gd name="connsiteY109" fmla="*/ 287616 h 433131"/>
              <a:gd name="connsiteX110" fmla="*/ 1490134 w 4839107"/>
              <a:gd name="connsiteY110" fmla="*/ 214133 h 433131"/>
              <a:gd name="connsiteX111" fmla="*/ 1543579 w 4839107"/>
              <a:gd name="connsiteY111" fmla="*/ 162473 h 433131"/>
              <a:gd name="connsiteX112" fmla="*/ 1619216 w 4839107"/>
              <a:gd name="connsiteY112" fmla="*/ 143545 h 433131"/>
              <a:gd name="connsiteX113" fmla="*/ 1303002 w 4839107"/>
              <a:gd name="connsiteY113" fmla="*/ 143545 h 433131"/>
              <a:gd name="connsiteX114" fmla="*/ 1361321 w 4839107"/>
              <a:gd name="connsiteY114" fmla="*/ 158925 h 433131"/>
              <a:gd name="connsiteX115" fmla="*/ 1361456 w 4839107"/>
              <a:gd name="connsiteY115" fmla="*/ 159056 h 433131"/>
              <a:gd name="connsiteX116" fmla="*/ 1401235 w 4839107"/>
              <a:gd name="connsiteY116" fmla="*/ 200462 h 433131"/>
              <a:gd name="connsiteX117" fmla="*/ 1415578 w 4839107"/>
              <a:gd name="connsiteY117" fmla="*/ 257118 h 433131"/>
              <a:gd name="connsiteX118" fmla="*/ 1415578 w 4839107"/>
              <a:gd name="connsiteY118" fmla="*/ 427216 h 433131"/>
              <a:gd name="connsiteX119" fmla="*/ 1372416 w 4839107"/>
              <a:gd name="connsiteY119" fmla="*/ 427216 h 433131"/>
              <a:gd name="connsiteX120" fmla="*/ 1372416 w 4839107"/>
              <a:gd name="connsiteY120" fmla="*/ 264217 h 433131"/>
              <a:gd name="connsiteX121" fmla="*/ 1350225 w 4839107"/>
              <a:gd name="connsiteY121" fmla="*/ 204800 h 433131"/>
              <a:gd name="connsiteX122" fmla="*/ 1291502 w 4839107"/>
              <a:gd name="connsiteY122" fmla="*/ 182060 h 433131"/>
              <a:gd name="connsiteX123" fmla="*/ 1247663 w 4839107"/>
              <a:gd name="connsiteY123" fmla="*/ 192707 h 433131"/>
              <a:gd name="connsiteX124" fmla="*/ 1217896 w 4839107"/>
              <a:gd name="connsiteY124" fmla="*/ 221626 h 433131"/>
              <a:gd name="connsiteX125" fmla="*/ 1206936 w 4839107"/>
              <a:gd name="connsiteY125" fmla="*/ 263559 h 433131"/>
              <a:gd name="connsiteX126" fmla="*/ 1206936 w 4839107"/>
              <a:gd name="connsiteY126" fmla="*/ 427216 h 433131"/>
              <a:gd name="connsiteX127" fmla="*/ 1164449 w 4839107"/>
              <a:gd name="connsiteY127" fmla="*/ 427216 h 433131"/>
              <a:gd name="connsiteX128" fmla="*/ 1164449 w 4839107"/>
              <a:gd name="connsiteY128" fmla="*/ 149592 h 433131"/>
              <a:gd name="connsiteX129" fmla="*/ 1206936 w 4839107"/>
              <a:gd name="connsiteY129" fmla="*/ 149592 h 433131"/>
              <a:gd name="connsiteX130" fmla="*/ 1206936 w 4839107"/>
              <a:gd name="connsiteY130" fmla="*/ 190736 h 433131"/>
              <a:gd name="connsiteX131" fmla="*/ 1243739 w 4839107"/>
              <a:gd name="connsiteY131" fmla="*/ 157741 h 433131"/>
              <a:gd name="connsiteX132" fmla="*/ 1303002 w 4839107"/>
              <a:gd name="connsiteY132" fmla="*/ 143545 h 433131"/>
              <a:gd name="connsiteX133" fmla="*/ 971638 w 4839107"/>
              <a:gd name="connsiteY133" fmla="*/ 143545 h 433131"/>
              <a:gd name="connsiteX134" fmla="*/ 1040644 w 4839107"/>
              <a:gd name="connsiteY134" fmla="*/ 160633 h 433131"/>
              <a:gd name="connsiteX135" fmla="*/ 1040644 w 4839107"/>
              <a:gd name="connsiteY135" fmla="*/ 160502 h 433131"/>
              <a:gd name="connsiteX136" fmla="*/ 1088002 w 4839107"/>
              <a:gd name="connsiteY136" fmla="*/ 208088 h 433131"/>
              <a:gd name="connsiteX137" fmla="*/ 1105321 w 4839107"/>
              <a:gd name="connsiteY137" fmla="*/ 278019 h 433131"/>
              <a:gd name="connsiteX138" fmla="*/ 1104779 w 4839107"/>
              <a:gd name="connsiteY138" fmla="*/ 288929 h 433131"/>
              <a:gd name="connsiteX139" fmla="*/ 1102344 w 4839107"/>
              <a:gd name="connsiteY139" fmla="*/ 303389 h 433131"/>
              <a:gd name="connsiteX140" fmla="*/ 868264 w 4839107"/>
              <a:gd name="connsiteY140" fmla="*/ 303389 h 433131"/>
              <a:gd name="connsiteX141" fmla="*/ 880847 w 4839107"/>
              <a:gd name="connsiteY141" fmla="*/ 342430 h 433131"/>
              <a:gd name="connsiteX142" fmla="*/ 919139 w 4839107"/>
              <a:gd name="connsiteY142" fmla="*/ 380288 h 433131"/>
              <a:gd name="connsiteX143" fmla="*/ 975967 w 4839107"/>
              <a:gd name="connsiteY143" fmla="*/ 393827 h 433131"/>
              <a:gd name="connsiteX144" fmla="*/ 1024001 w 4839107"/>
              <a:gd name="connsiteY144" fmla="*/ 384626 h 433131"/>
              <a:gd name="connsiteX145" fmla="*/ 1061075 w 4839107"/>
              <a:gd name="connsiteY145" fmla="*/ 357153 h 433131"/>
              <a:gd name="connsiteX146" fmla="*/ 1088408 w 4839107"/>
              <a:gd name="connsiteY146" fmla="*/ 384363 h 433131"/>
              <a:gd name="connsiteX147" fmla="*/ 1038885 w 4839107"/>
              <a:gd name="connsiteY147" fmla="*/ 420117 h 433131"/>
              <a:gd name="connsiteX148" fmla="*/ 975291 w 4839107"/>
              <a:gd name="connsiteY148" fmla="*/ 432868 h 433131"/>
              <a:gd name="connsiteX149" fmla="*/ 898032 w 4839107"/>
              <a:gd name="connsiteY149" fmla="*/ 413939 h 433131"/>
              <a:gd name="connsiteX150" fmla="*/ 844179 w 4839107"/>
              <a:gd name="connsiteY150" fmla="*/ 362016 h 433131"/>
              <a:gd name="connsiteX151" fmla="*/ 824424 w 4839107"/>
              <a:gd name="connsiteY151" fmla="*/ 287616 h 433131"/>
              <a:gd name="connsiteX152" fmla="*/ 843908 w 4839107"/>
              <a:gd name="connsiteY152" fmla="*/ 214133 h 433131"/>
              <a:gd name="connsiteX153" fmla="*/ 896813 w 4839107"/>
              <a:gd name="connsiteY153" fmla="*/ 162473 h 433131"/>
              <a:gd name="connsiteX154" fmla="*/ 971638 w 4839107"/>
              <a:gd name="connsiteY154" fmla="*/ 143545 h 433131"/>
              <a:gd name="connsiteX155" fmla="*/ 147214 w 4839107"/>
              <a:gd name="connsiteY155" fmla="*/ 143545 h 433131"/>
              <a:gd name="connsiteX156" fmla="*/ 216220 w 4839107"/>
              <a:gd name="connsiteY156" fmla="*/ 160633 h 433131"/>
              <a:gd name="connsiteX157" fmla="*/ 216220 w 4839107"/>
              <a:gd name="connsiteY157" fmla="*/ 160502 h 433131"/>
              <a:gd name="connsiteX158" fmla="*/ 263577 w 4839107"/>
              <a:gd name="connsiteY158" fmla="*/ 208088 h 433131"/>
              <a:gd name="connsiteX159" fmla="*/ 280897 w 4839107"/>
              <a:gd name="connsiteY159" fmla="*/ 278019 h 433131"/>
              <a:gd name="connsiteX160" fmla="*/ 280355 w 4839107"/>
              <a:gd name="connsiteY160" fmla="*/ 288929 h 433131"/>
              <a:gd name="connsiteX161" fmla="*/ 277920 w 4839107"/>
              <a:gd name="connsiteY161" fmla="*/ 303389 h 433131"/>
              <a:gd name="connsiteX162" fmla="*/ 43840 w 4839107"/>
              <a:gd name="connsiteY162" fmla="*/ 303389 h 433131"/>
              <a:gd name="connsiteX163" fmla="*/ 56423 w 4839107"/>
              <a:gd name="connsiteY163" fmla="*/ 342430 h 433131"/>
              <a:gd name="connsiteX164" fmla="*/ 94715 w 4839107"/>
              <a:gd name="connsiteY164" fmla="*/ 380288 h 433131"/>
              <a:gd name="connsiteX165" fmla="*/ 151543 w 4839107"/>
              <a:gd name="connsiteY165" fmla="*/ 393827 h 433131"/>
              <a:gd name="connsiteX166" fmla="*/ 199577 w 4839107"/>
              <a:gd name="connsiteY166" fmla="*/ 384626 h 433131"/>
              <a:gd name="connsiteX167" fmla="*/ 236651 w 4839107"/>
              <a:gd name="connsiteY167" fmla="*/ 357153 h 433131"/>
              <a:gd name="connsiteX168" fmla="*/ 263984 w 4839107"/>
              <a:gd name="connsiteY168" fmla="*/ 384363 h 433131"/>
              <a:gd name="connsiteX169" fmla="*/ 214461 w 4839107"/>
              <a:gd name="connsiteY169" fmla="*/ 420117 h 433131"/>
              <a:gd name="connsiteX170" fmla="*/ 150867 w 4839107"/>
              <a:gd name="connsiteY170" fmla="*/ 432868 h 433131"/>
              <a:gd name="connsiteX171" fmla="*/ 73608 w 4839107"/>
              <a:gd name="connsiteY171" fmla="*/ 413939 h 433131"/>
              <a:gd name="connsiteX172" fmla="*/ 19755 w 4839107"/>
              <a:gd name="connsiteY172" fmla="*/ 362016 h 433131"/>
              <a:gd name="connsiteX173" fmla="*/ 0 w 4839107"/>
              <a:gd name="connsiteY173" fmla="*/ 287616 h 433131"/>
              <a:gd name="connsiteX174" fmla="*/ 19484 w 4839107"/>
              <a:gd name="connsiteY174" fmla="*/ 214133 h 433131"/>
              <a:gd name="connsiteX175" fmla="*/ 72389 w 4839107"/>
              <a:gd name="connsiteY175" fmla="*/ 162473 h 433131"/>
              <a:gd name="connsiteX176" fmla="*/ 147214 w 4839107"/>
              <a:gd name="connsiteY176" fmla="*/ 143545 h 433131"/>
              <a:gd name="connsiteX177" fmla="*/ 681810 w 4839107"/>
              <a:gd name="connsiteY177" fmla="*/ 143412 h 433131"/>
              <a:gd name="connsiteX178" fmla="*/ 740127 w 4839107"/>
              <a:gd name="connsiteY178" fmla="*/ 154586 h 433131"/>
              <a:gd name="connsiteX179" fmla="*/ 782073 w 4839107"/>
              <a:gd name="connsiteY179" fmla="*/ 187712 h 433131"/>
              <a:gd name="connsiteX180" fmla="*/ 754740 w 4839107"/>
              <a:gd name="connsiteY180" fmla="*/ 214264 h 433131"/>
              <a:gd name="connsiteX181" fmla="*/ 722808 w 4839107"/>
              <a:gd name="connsiteY181" fmla="*/ 189814 h 433131"/>
              <a:gd name="connsiteX182" fmla="*/ 679916 w 4839107"/>
              <a:gd name="connsiteY182" fmla="*/ 181271 h 433131"/>
              <a:gd name="connsiteX183" fmla="*/ 638242 w 4839107"/>
              <a:gd name="connsiteY183" fmla="*/ 191654 h 433131"/>
              <a:gd name="connsiteX184" fmla="*/ 638242 w 4839107"/>
              <a:gd name="connsiteY184" fmla="*/ 191786 h 433131"/>
              <a:gd name="connsiteX185" fmla="*/ 623899 w 4839107"/>
              <a:gd name="connsiteY185" fmla="*/ 218602 h 433131"/>
              <a:gd name="connsiteX186" fmla="*/ 635400 w 4839107"/>
              <a:gd name="connsiteY186" fmla="*/ 243709 h 433131"/>
              <a:gd name="connsiteX187" fmla="*/ 664897 w 4839107"/>
              <a:gd name="connsiteY187" fmla="*/ 258432 h 433131"/>
              <a:gd name="connsiteX188" fmla="*/ 702918 w 4839107"/>
              <a:gd name="connsiteY188" fmla="*/ 269605 h 433131"/>
              <a:gd name="connsiteX189" fmla="*/ 741210 w 4839107"/>
              <a:gd name="connsiteY189" fmla="*/ 284328 h 433131"/>
              <a:gd name="connsiteX190" fmla="*/ 770707 w 4839107"/>
              <a:gd name="connsiteY190" fmla="*/ 309173 h 433131"/>
              <a:gd name="connsiteX191" fmla="*/ 781937 w 4839107"/>
              <a:gd name="connsiteY191" fmla="*/ 351367 h 433131"/>
              <a:gd name="connsiteX192" fmla="*/ 754335 w 4839107"/>
              <a:gd name="connsiteY192" fmla="*/ 410784 h 433131"/>
              <a:gd name="connsiteX193" fmla="*/ 679240 w 4839107"/>
              <a:gd name="connsiteY193" fmla="*/ 432999 h 433131"/>
              <a:gd name="connsiteX194" fmla="*/ 634859 w 4839107"/>
              <a:gd name="connsiteY194" fmla="*/ 426821 h 433131"/>
              <a:gd name="connsiteX195" fmla="*/ 596296 w 4839107"/>
              <a:gd name="connsiteY195" fmla="*/ 409338 h 433131"/>
              <a:gd name="connsiteX196" fmla="*/ 566258 w 4839107"/>
              <a:gd name="connsiteY196" fmla="*/ 382784 h 433131"/>
              <a:gd name="connsiteX197" fmla="*/ 593591 w 4839107"/>
              <a:gd name="connsiteY197" fmla="*/ 355574 h 433131"/>
              <a:gd name="connsiteX198" fmla="*/ 632152 w 4839107"/>
              <a:gd name="connsiteY198" fmla="*/ 385413 h 433131"/>
              <a:gd name="connsiteX199" fmla="*/ 680457 w 4839107"/>
              <a:gd name="connsiteY199" fmla="*/ 395140 h 433131"/>
              <a:gd name="connsiteX200" fmla="*/ 725108 w 4839107"/>
              <a:gd name="connsiteY200" fmla="*/ 384494 h 433131"/>
              <a:gd name="connsiteX201" fmla="*/ 741210 w 4839107"/>
              <a:gd name="connsiteY201" fmla="*/ 354917 h 433131"/>
              <a:gd name="connsiteX202" fmla="*/ 729709 w 4839107"/>
              <a:gd name="connsiteY202" fmla="*/ 327180 h 433131"/>
              <a:gd name="connsiteX203" fmla="*/ 700212 w 4839107"/>
              <a:gd name="connsiteY203" fmla="*/ 311275 h 433131"/>
              <a:gd name="connsiteX204" fmla="*/ 662190 w 4839107"/>
              <a:gd name="connsiteY204" fmla="*/ 299707 h 433131"/>
              <a:gd name="connsiteX205" fmla="*/ 623899 w 4839107"/>
              <a:gd name="connsiteY205" fmla="*/ 285511 h 433131"/>
              <a:gd name="connsiteX206" fmla="*/ 594402 w 4839107"/>
              <a:gd name="connsiteY206" fmla="*/ 261587 h 433131"/>
              <a:gd name="connsiteX207" fmla="*/ 583172 w 4839107"/>
              <a:gd name="connsiteY207" fmla="*/ 221363 h 433131"/>
              <a:gd name="connsiteX208" fmla="*/ 595078 w 4839107"/>
              <a:gd name="connsiteY208" fmla="*/ 180350 h 433131"/>
              <a:gd name="connsiteX209" fmla="*/ 629176 w 4839107"/>
              <a:gd name="connsiteY209" fmla="*/ 153140 h 433131"/>
              <a:gd name="connsiteX210" fmla="*/ 681810 w 4839107"/>
              <a:gd name="connsiteY210" fmla="*/ 143412 h 433131"/>
              <a:gd name="connsiteX211" fmla="*/ 430005 w 4839107"/>
              <a:gd name="connsiteY211" fmla="*/ 143412 h 433131"/>
              <a:gd name="connsiteX212" fmla="*/ 488322 w 4839107"/>
              <a:gd name="connsiteY212" fmla="*/ 154586 h 433131"/>
              <a:gd name="connsiteX213" fmla="*/ 530267 w 4839107"/>
              <a:gd name="connsiteY213" fmla="*/ 187712 h 433131"/>
              <a:gd name="connsiteX214" fmla="*/ 502935 w 4839107"/>
              <a:gd name="connsiteY214" fmla="*/ 214264 h 433131"/>
              <a:gd name="connsiteX215" fmla="*/ 471003 w 4839107"/>
              <a:gd name="connsiteY215" fmla="*/ 189814 h 433131"/>
              <a:gd name="connsiteX216" fmla="*/ 428111 w 4839107"/>
              <a:gd name="connsiteY216" fmla="*/ 181271 h 433131"/>
              <a:gd name="connsiteX217" fmla="*/ 386437 w 4839107"/>
              <a:gd name="connsiteY217" fmla="*/ 191654 h 433131"/>
              <a:gd name="connsiteX218" fmla="*/ 386437 w 4839107"/>
              <a:gd name="connsiteY218" fmla="*/ 191786 h 433131"/>
              <a:gd name="connsiteX219" fmla="*/ 372094 w 4839107"/>
              <a:gd name="connsiteY219" fmla="*/ 218602 h 433131"/>
              <a:gd name="connsiteX220" fmla="*/ 383595 w 4839107"/>
              <a:gd name="connsiteY220" fmla="*/ 243709 h 433131"/>
              <a:gd name="connsiteX221" fmla="*/ 413092 w 4839107"/>
              <a:gd name="connsiteY221" fmla="*/ 258432 h 433131"/>
              <a:gd name="connsiteX222" fmla="*/ 451112 w 4839107"/>
              <a:gd name="connsiteY222" fmla="*/ 269605 h 433131"/>
              <a:gd name="connsiteX223" fmla="*/ 489405 w 4839107"/>
              <a:gd name="connsiteY223" fmla="*/ 284328 h 433131"/>
              <a:gd name="connsiteX224" fmla="*/ 518902 w 4839107"/>
              <a:gd name="connsiteY224" fmla="*/ 309173 h 433131"/>
              <a:gd name="connsiteX225" fmla="*/ 530132 w 4839107"/>
              <a:gd name="connsiteY225" fmla="*/ 351367 h 433131"/>
              <a:gd name="connsiteX226" fmla="*/ 502529 w 4839107"/>
              <a:gd name="connsiteY226" fmla="*/ 410784 h 433131"/>
              <a:gd name="connsiteX227" fmla="*/ 427435 w 4839107"/>
              <a:gd name="connsiteY227" fmla="*/ 432999 h 433131"/>
              <a:gd name="connsiteX228" fmla="*/ 383054 w 4839107"/>
              <a:gd name="connsiteY228" fmla="*/ 426821 h 433131"/>
              <a:gd name="connsiteX229" fmla="*/ 344491 w 4839107"/>
              <a:gd name="connsiteY229" fmla="*/ 409338 h 433131"/>
              <a:gd name="connsiteX230" fmla="*/ 314453 w 4839107"/>
              <a:gd name="connsiteY230" fmla="*/ 382784 h 433131"/>
              <a:gd name="connsiteX231" fmla="*/ 341785 w 4839107"/>
              <a:gd name="connsiteY231" fmla="*/ 355574 h 433131"/>
              <a:gd name="connsiteX232" fmla="*/ 380347 w 4839107"/>
              <a:gd name="connsiteY232" fmla="*/ 385413 h 433131"/>
              <a:gd name="connsiteX233" fmla="*/ 428651 w 4839107"/>
              <a:gd name="connsiteY233" fmla="*/ 395140 h 433131"/>
              <a:gd name="connsiteX234" fmla="*/ 473303 w 4839107"/>
              <a:gd name="connsiteY234" fmla="*/ 384494 h 433131"/>
              <a:gd name="connsiteX235" fmla="*/ 489405 w 4839107"/>
              <a:gd name="connsiteY235" fmla="*/ 354917 h 433131"/>
              <a:gd name="connsiteX236" fmla="*/ 477904 w 4839107"/>
              <a:gd name="connsiteY236" fmla="*/ 327180 h 433131"/>
              <a:gd name="connsiteX237" fmla="*/ 448407 w 4839107"/>
              <a:gd name="connsiteY237" fmla="*/ 311275 h 433131"/>
              <a:gd name="connsiteX238" fmla="*/ 410385 w 4839107"/>
              <a:gd name="connsiteY238" fmla="*/ 299707 h 433131"/>
              <a:gd name="connsiteX239" fmla="*/ 372094 w 4839107"/>
              <a:gd name="connsiteY239" fmla="*/ 285511 h 433131"/>
              <a:gd name="connsiteX240" fmla="*/ 342597 w 4839107"/>
              <a:gd name="connsiteY240" fmla="*/ 261587 h 433131"/>
              <a:gd name="connsiteX241" fmla="*/ 331366 w 4839107"/>
              <a:gd name="connsiteY241" fmla="*/ 221363 h 433131"/>
              <a:gd name="connsiteX242" fmla="*/ 343273 w 4839107"/>
              <a:gd name="connsiteY242" fmla="*/ 180350 h 433131"/>
              <a:gd name="connsiteX243" fmla="*/ 377371 w 4839107"/>
              <a:gd name="connsiteY243" fmla="*/ 153140 h 433131"/>
              <a:gd name="connsiteX244" fmla="*/ 430005 w 4839107"/>
              <a:gd name="connsiteY244" fmla="*/ 143412 h 433131"/>
              <a:gd name="connsiteX245" fmla="*/ 3265626 w 4839107"/>
              <a:gd name="connsiteY245" fmla="*/ 141704 h 433131"/>
              <a:gd name="connsiteX246" fmla="*/ 3345862 w 4839107"/>
              <a:gd name="connsiteY246" fmla="*/ 141704 h 433131"/>
              <a:gd name="connsiteX247" fmla="*/ 3345862 w 4839107"/>
              <a:gd name="connsiteY247" fmla="*/ 426953 h 433131"/>
              <a:gd name="connsiteX248" fmla="*/ 3265626 w 4839107"/>
              <a:gd name="connsiteY248" fmla="*/ 426953 h 433131"/>
              <a:gd name="connsiteX249" fmla="*/ 3533128 w 4839107"/>
              <a:gd name="connsiteY249" fmla="*/ 135921 h 433131"/>
              <a:gd name="connsiteX250" fmla="*/ 3589685 w 4839107"/>
              <a:gd name="connsiteY250" fmla="*/ 148277 h 433131"/>
              <a:gd name="connsiteX251" fmla="*/ 3618234 w 4839107"/>
              <a:gd name="connsiteY251" fmla="*/ 169178 h 433131"/>
              <a:gd name="connsiteX252" fmla="*/ 3618234 w 4839107"/>
              <a:gd name="connsiteY252" fmla="*/ 141704 h 433131"/>
              <a:gd name="connsiteX253" fmla="*/ 3697254 w 4839107"/>
              <a:gd name="connsiteY253" fmla="*/ 141704 h 433131"/>
              <a:gd name="connsiteX254" fmla="*/ 3697254 w 4839107"/>
              <a:gd name="connsiteY254" fmla="*/ 426953 h 433131"/>
              <a:gd name="connsiteX255" fmla="*/ 3618234 w 4839107"/>
              <a:gd name="connsiteY255" fmla="*/ 426953 h 433131"/>
              <a:gd name="connsiteX256" fmla="*/ 3618234 w 4839107"/>
              <a:gd name="connsiteY256" fmla="*/ 399086 h 433131"/>
              <a:gd name="connsiteX257" fmla="*/ 3589685 w 4839107"/>
              <a:gd name="connsiteY257" fmla="*/ 420117 h 433131"/>
              <a:gd name="connsiteX258" fmla="*/ 3533128 w 4839107"/>
              <a:gd name="connsiteY258" fmla="*/ 432868 h 433131"/>
              <a:gd name="connsiteX259" fmla="*/ 3460738 w 4839107"/>
              <a:gd name="connsiteY259" fmla="*/ 413414 h 433131"/>
              <a:gd name="connsiteX260" fmla="*/ 3410269 w 4839107"/>
              <a:gd name="connsiteY260" fmla="*/ 360308 h 433131"/>
              <a:gd name="connsiteX261" fmla="*/ 3392002 w 4839107"/>
              <a:gd name="connsiteY261" fmla="*/ 284724 h 433131"/>
              <a:gd name="connsiteX262" fmla="*/ 3410269 w 4839107"/>
              <a:gd name="connsiteY262" fmla="*/ 208482 h 433131"/>
              <a:gd name="connsiteX263" fmla="*/ 3460738 w 4839107"/>
              <a:gd name="connsiteY263" fmla="*/ 155376 h 433131"/>
              <a:gd name="connsiteX264" fmla="*/ 3533128 w 4839107"/>
              <a:gd name="connsiteY264" fmla="*/ 135921 h 433131"/>
              <a:gd name="connsiteX265" fmla="*/ 3900214 w 4839107"/>
              <a:gd name="connsiteY265" fmla="*/ 135394 h 433131"/>
              <a:gd name="connsiteX266" fmla="*/ 3964079 w 4839107"/>
              <a:gd name="connsiteY266" fmla="*/ 147750 h 433131"/>
              <a:gd name="connsiteX267" fmla="*/ 4014548 w 4839107"/>
              <a:gd name="connsiteY267" fmla="*/ 183242 h 433131"/>
              <a:gd name="connsiteX268" fmla="*/ 3963538 w 4839107"/>
              <a:gd name="connsiteY268" fmla="*/ 233456 h 433131"/>
              <a:gd name="connsiteX269" fmla="*/ 3935935 w 4839107"/>
              <a:gd name="connsiteY269" fmla="*/ 214528 h 433131"/>
              <a:gd name="connsiteX270" fmla="*/ 3900350 w 4839107"/>
              <a:gd name="connsiteY270" fmla="*/ 208086 h 433131"/>
              <a:gd name="connsiteX271" fmla="*/ 3861111 w 4839107"/>
              <a:gd name="connsiteY271" fmla="*/ 217814 h 433131"/>
              <a:gd name="connsiteX272" fmla="*/ 3833778 w 4839107"/>
              <a:gd name="connsiteY272" fmla="*/ 244366 h 433131"/>
              <a:gd name="connsiteX273" fmla="*/ 3823766 w 4839107"/>
              <a:gd name="connsiteY273" fmla="*/ 284197 h 433131"/>
              <a:gd name="connsiteX274" fmla="*/ 3833778 w 4839107"/>
              <a:gd name="connsiteY274" fmla="*/ 324026 h 433131"/>
              <a:gd name="connsiteX275" fmla="*/ 3861111 w 4839107"/>
              <a:gd name="connsiteY275" fmla="*/ 351236 h 433131"/>
              <a:gd name="connsiteX276" fmla="*/ 3900350 w 4839107"/>
              <a:gd name="connsiteY276" fmla="*/ 360964 h 433131"/>
              <a:gd name="connsiteX277" fmla="*/ 3936476 w 4839107"/>
              <a:gd name="connsiteY277" fmla="*/ 354128 h 433131"/>
              <a:gd name="connsiteX278" fmla="*/ 3936611 w 4839107"/>
              <a:gd name="connsiteY278" fmla="*/ 354392 h 433131"/>
              <a:gd name="connsiteX279" fmla="*/ 3964214 w 4839107"/>
              <a:gd name="connsiteY279" fmla="*/ 334542 h 433131"/>
              <a:gd name="connsiteX280" fmla="*/ 4015901 w 4839107"/>
              <a:gd name="connsiteY280" fmla="*/ 384757 h 433131"/>
              <a:gd name="connsiteX281" fmla="*/ 3964214 w 4839107"/>
              <a:gd name="connsiteY281" fmla="*/ 420774 h 433131"/>
              <a:gd name="connsiteX282" fmla="*/ 3900350 w 4839107"/>
              <a:gd name="connsiteY282" fmla="*/ 433131 h 433131"/>
              <a:gd name="connsiteX283" fmla="*/ 3819435 w 4839107"/>
              <a:gd name="connsiteY283" fmla="*/ 413676 h 433131"/>
              <a:gd name="connsiteX284" fmla="*/ 3762878 w 4839107"/>
              <a:gd name="connsiteY284" fmla="*/ 360570 h 433131"/>
              <a:gd name="connsiteX285" fmla="*/ 3742176 w 4839107"/>
              <a:gd name="connsiteY285" fmla="*/ 284986 h 433131"/>
              <a:gd name="connsiteX286" fmla="*/ 3762878 w 4839107"/>
              <a:gd name="connsiteY286" fmla="*/ 208744 h 433131"/>
              <a:gd name="connsiteX287" fmla="*/ 3819707 w 4839107"/>
              <a:gd name="connsiteY287" fmla="*/ 155243 h 433131"/>
              <a:gd name="connsiteX288" fmla="*/ 3900214 w 4839107"/>
              <a:gd name="connsiteY288" fmla="*/ 135394 h 433131"/>
              <a:gd name="connsiteX289" fmla="*/ 4512478 w 4839107"/>
              <a:gd name="connsiteY289" fmla="*/ 135263 h 433131"/>
              <a:gd name="connsiteX290" fmla="*/ 4579049 w 4839107"/>
              <a:gd name="connsiteY290" fmla="*/ 151826 h 433131"/>
              <a:gd name="connsiteX291" fmla="*/ 4609763 w 4839107"/>
              <a:gd name="connsiteY291" fmla="*/ 179299 h 433131"/>
              <a:gd name="connsiteX292" fmla="*/ 4640206 w 4839107"/>
              <a:gd name="connsiteY292" fmla="*/ 151826 h 433131"/>
              <a:gd name="connsiteX293" fmla="*/ 4707048 w 4839107"/>
              <a:gd name="connsiteY293" fmla="*/ 135263 h 433131"/>
              <a:gd name="connsiteX294" fmla="*/ 4776730 w 4839107"/>
              <a:gd name="connsiteY294" fmla="*/ 151563 h 433131"/>
              <a:gd name="connsiteX295" fmla="*/ 4822600 w 4839107"/>
              <a:gd name="connsiteY295" fmla="*/ 196124 h 433131"/>
              <a:gd name="connsiteX296" fmla="*/ 4822735 w 4839107"/>
              <a:gd name="connsiteY296" fmla="*/ 195993 h 433131"/>
              <a:gd name="connsiteX297" fmla="*/ 4839107 w 4839107"/>
              <a:gd name="connsiteY297" fmla="*/ 261587 h 433131"/>
              <a:gd name="connsiteX298" fmla="*/ 4839107 w 4839107"/>
              <a:gd name="connsiteY298" fmla="*/ 426953 h 433131"/>
              <a:gd name="connsiteX299" fmla="*/ 4758871 w 4839107"/>
              <a:gd name="connsiteY299" fmla="*/ 426953 h 433131"/>
              <a:gd name="connsiteX300" fmla="*/ 4758871 w 4839107"/>
              <a:gd name="connsiteY300" fmla="*/ 267503 h 433131"/>
              <a:gd name="connsiteX301" fmla="*/ 4744935 w 4839107"/>
              <a:gd name="connsiteY301" fmla="*/ 222678 h 433131"/>
              <a:gd name="connsiteX302" fmla="*/ 4704207 w 4839107"/>
              <a:gd name="connsiteY302" fmla="*/ 206773 h 433131"/>
              <a:gd name="connsiteX303" fmla="*/ 4664020 w 4839107"/>
              <a:gd name="connsiteY303" fmla="*/ 222415 h 433131"/>
              <a:gd name="connsiteX304" fmla="*/ 4650085 w 4839107"/>
              <a:gd name="connsiteY304" fmla="*/ 267634 h 433131"/>
              <a:gd name="connsiteX305" fmla="*/ 4650085 w 4839107"/>
              <a:gd name="connsiteY305" fmla="*/ 427084 h 433131"/>
              <a:gd name="connsiteX306" fmla="*/ 4569848 w 4839107"/>
              <a:gd name="connsiteY306" fmla="*/ 427084 h 433131"/>
              <a:gd name="connsiteX307" fmla="*/ 4569848 w 4839107"/>
              <a:gd name="connsiteY307" fmla="*/ 267634 h 433131"/>
              <a:gd name="connsiteX308" fmla="*/ 4555910 w 4839107"/>
              <a:gd name="connsiteY308" fmla="*/ 222415 h 433131"/>
              <a:gd name="connsiteX309" fmla="*/ 4515183 w 4839107"/>
              <a:gd name="connsiteY309" fmla="*/ 206773 h 433131"/>
              <a:gd name="connsiteX310" fmla="*/ 4474727 w 4839107"/>
              <a:gd name="connsiteY310" fmla="*/ 222415 h 433131"/>
              <a:gd name="connsiteX311" fmla="*/ 4460384 w 4839107"/>
              <a:gd name="connsiteY311" fmla="*/ 267634 h 433131"/>
              <a:gd name="connsiteX312" fmla="*/ 4460384 w 4839107"/>
              <a:gd name="connsiteY312" fmla="*/ 427084 h 433131"/>
              <a:gd name="connsiteX313" fmla="*/ 4380688 w 4839107"/>
              <a:gd name="connsiteY313" fmla="*/ 427084 h 433131"/>
              <a:gd name="connsiteX314" fmla="*/ 4380688 w 4839107"/>
              <a:gd name="connsiteY314" fmla="*/ 261719 h 433131"/>
              <a:gd name="connsiteX315" fmla="*/ 4397061 w 4839107"/>
              <a:gd name="connsiteY315" fmla="*/ 196124 h 433131"/>
              <a:gd name="connsiteX316" fmla="*/ 4443201 w 4839107"/>
              <a:gd name="connsiteY316" fmla="*/ 151563 h 433131"/>
              <a:gd name="connsiteX317" fmla="*/ 4512478 w 4839107"/>
              <a:gd name="connsiteY317" fmla="*/ 135263 h 433131"/>
              <a:gd name="connsiteX318" fmla="*/ 4185441 w 4839107"/>
              <a:gd name="connsiteY318" fmla="*/ 135131 h 433131"/>
              <a:gd name="connsiteX319" fmla="*/ 4265948 w 4839107"/>
              <a:gd name="connsiteY319" fmla="*/ 154980 h 433131"/>
              <a:gd name="connsiteX320" fmla="*/ 4322237 w 4839107"/>
              <a:gd name="connsiteY320" fmla="*/ 208086 h 433131"/>
              <a:gd name="connsiteX321" fmla="*/ 4342938 w 4839107"/>
              <a:gd name="connsiteY321" fmla="*/ 283407 h 433131"/>
              <a:gd name="connsiteX322" fmla="*/ 4322237 w 4839107"/>
              <a:gd name="connsiteY322" fmla="*/ 359255 h 433131"/>
              <a:gd name="connsiteX323" fmla="*/ 4265948 w 4839107"/>
              <a:gd name="connsiteY323" fmla="*/ 413019 h 433131"/>
              <a:gd name="connsiteX324" fmla="*/ 4185981 w 4839107"/>
              <a:gd name="connsiteY324" fmla="*/ 432868 h 433131"/>
              <a:gd name="connsiteX325" fmla="*/ 4106017 w 4839107"/>
              <a:gd name="connsiteY325" fmla="*/ 413019 h 433131"/>
              <a:gd name="connsiteX326" fmla="*/ 4049457 w 4839107"/>
              <a:gd name="connsiteY326" fmla="*/ 359255 h 433131"/>
              <a:gd name="connsiteX327" fmla="*/ 4028485 w 4839107"/>
              <a:gd name="connsiteY327" fmla="*/ 283407 h 433131"/>
              <a:gd name="connsiteX328" fmla="*/ 4049187 w 4839107"/>
              <a:gd name="connsiteY328" fmla="*/ 208086 h 433131"/>
              <a:gd name="connsiteX329" fmla="*/ 4105745 w 4839107"/>
              <a:gd name="connsiteY329" fmla="*/ 154980 h 433131"/>
              <a:gd name="connsiteX330" fmla="*/ 4185441 w 4839107"/>
              <a:gd name="connsiteY330" fmla="*/ 135131 h 433131"/>
              <a:gd name="connsiteX331" fmla="*/ 2712764 w 4839107"/>
              <a:gd name="connsiteY331" fmla="*/ 135131 h 433131"/>
              <a:gd name="connsiteX332" fmla="*/ 2787859 w 4839107"/>
              <a:gd name="connsiteY332" fmla="*/ 153797 h 433131"/>
              <a:gd name="connsiteX333" fmla="*/ 2787994 w 4839107"/>
              <a:gd name="connsiteY333" fmla="*/ 153665 h 433131"/>
              <a:gd name="connsiteX334" fmla="*/ 2839005 w 4839107"/>
              <a:gd name="connsiteY334" fmla="*/ 204406 h 433131"/>
              <a:gd name="connsiteX335" fmla="*/ 2857542 w 4839107"/>
              <a:gd name="connsiteY335" fmla="*/ 277360 h 433131"/>
              <a:gd name="connsiteX336" fmla="*/ 2856595 w 4839107"/>
              <a:gd name="connsiteY336" fmla="*/ 293004 h 433131"/>
              <a:gd name="connsiteX337" fmla="*/ 2853212 w 4839107"/>
              <a:gd name="connsiteY337" fmla="*/ 311013 h 433131"/>
              <a:gd name="connsiteX338" fmla="*/ 2638751 w 4839107"/>
              <a:gd name="connsiteY338" fmla="*/ 311538 h 433131"/>
              <a:gd name="connsiteX339" fmla="*/ 2644976 w 4839107"/>
              <a:gd name="connsiteY339" fmla="*/ 327838 h 433131"/>
              <a:gd name="connsiteX340" fmla="*/ 2673796 w 4839107"/>
              <a:gd name="connsiteY340" fmla="*/ 357415 h 433131"/>
              <a:gd name="connsiteX341" fmla="*/ 2717500 w 4839107"/>
              <a:gd name="connsiteY341" fmla="*/ 367800 h 433131"/>
              <a:gd name="connsiteX342" fmla="*/ 2758226 w 4839107"/>
              <a:gd name="connsiteY342" fmla="*/ 360437 h 433131"/>
              <a:gd name="connsiteX343" fmla="*/ 2789888 w 4839107"/>
              <a:gd name="connsiteY343" fmla="*/ 338223 h 433131"/>
              <a:gd name="connsiteX344" fmla="*/ 2836704 w 4839107"/>
              <a:gd name="connsiteY344" fmla="*/ 383705 h 433131"/>
              <a:gd name="connsiteX345" fmla="*/ 2784748 w 4839107"/>
              <a:gd name="connsiteY345" fmla="*/ 420379 h 433131"/>
              <a:gd name="connsiteX346" fmla="*/ 2718176 w 4839107"/>
              <a:gd name="connsiteY346" fmla="*/ 432735 h 433131"/>
              <a:gd name="connsiteX347" fmla="*/ 2636045 w 4839107"/>
              <a:gd name="connsiteY347" fmla="*/ 413544 h 433131"/>
              <a:gd name="connsiteX348" fmla="*/ 2579216 w 4839107"/>
              <a:gd name="connsiteY348" fmla="*/ 360701 h 433131"/>
              <a:gd name="connsiteX349" fmla="*/ 2558244 w 4839107"/>
              <a:gd name="connsiteY349" fmla="*/ 283934 h 433131"/>
              <a:gd name="connsiteX350" fmla="*/ 2578675 w 4839107"/>
              <a:gd name="connsiteY350" fmla="*/ 208086 h 433131"/>
              <a:gd name="connsiteX351" fmla="*/ 2634286 w 4839107"/>
              <a:gd name="connsiteY351" fmla="*/ 154980 h 433131"/>
              <a:gd name="connsiteX352" fmla="*/ 2712764 w 4839107"/>
              <a:gd name="connsiteY352" fmla="*/ 135131 h 433131"/>
              <a:gd name="connsiteX353" fmla="*/ 2194810 w 4839107"/>
              <a:gd name="connsiteY353" fmla="*/ 135131 h 433131"/>
              <a:gd name="connsiteX354" fmla="*/ 2261380 w 4839107"/>
              <a:gd name="connsiteY354" fmla="*/ 151694 h 433131"/>
              <a:gd name="connsiteX355" fmla="*/ 2292095 w 4839107"/>
              <a:gd name="connsiteY355" fmla="*/ 179167 h 433131"/>
              <a:gd name="connsiteX356" fmla="*/ 2322539 w 4839107"/>
              <a:gd name="connsiteY356" fmla="*/ 151694 h 433131"/>
              <a:gd name="connsiteX357" fmla="*/ 2389381 w 4839107"/>
              <a:gd name="connsiteY357" fmla="*/ 135131 h 433131"/>
              <a:gd name="connsiteX358" fmla="*/ 2459063 w 4839107"/>
              <a:gd name="connsiteY358" fmla="*/ 151430 h 433131"/>
              <a:gd name="connsiteX359" fmla="*/ 2459199 w 4839107"/>
              <a:gd name="connsiteY359" fmla="*/ 151300 h 433131"/>
              <a:gd name="connsiteX360" fmla="*/ 2505068 w 4839107"/>
              <a:gd name="connsiteY360" fmla="*/ 195861 h 433131"/>
              <a:gd name="connsiteX361" fmla="*/ 2521440 w 4839107"/>
              <a:gd name="connsiteY361" fmla="*/ 261454 h 433131"/>
              <a:gd name="connsiteX362" fmla="*/ 2521440 w 4839107"/>
              <a:gd name="connsiteY362" fmla="*/ 426821 h 433131"/>
              <a:gd name="connsiteX363" fmla="*/ 2441203 w 4839107"/>
              <a:gd name="connsiteY363" fmla="*/ 426821 h 433131"/>
              <a:gd name="connsiteX364" fmla="*/ 2441203 w 4839107"/>
              <a:gd name="connsiteY364" fmla="*/ 267371 h 433131"/>
              <a:gd name="connsiteX365" fmla="*/ 2427266 w 4839107"/>
              <a:gd name="connsiteY365" fmla="*/ 222546 h 433131"/>
              <a:gd name="connsiteX366" fmla="*/ 2386540 w 4839107"/>
              <a:gd name="connsiteY366" fmla="*/ 206640 h 433131"/>
              <a:gd name="connsiteX367" fmla="*/ 2346353 w 4839107"/>
              <a:gd name="connsiteY367" fmla="*/ 222283 h 433131"/>
              <a:gd name="connsiteX368" fmla="*/ 2332416 w 4839107"/>
              <a:gd name="connsiteY368" fmla="*/ 267502 h 433131"/>
              <a:gd name="connsiteX369" fmla="*/ 2332416 w 4839107"/>
              <a:gd name="connsiteY369" fmla="*/ 426952 h 433131"/>
              <a:gd name="connsiteX370" fmla="*/ 2252179 w 4839107"/>
              <a:gd name="connsiteY370" fmla="*/ 426952 h 433131"/>
              <a:gd name="connsiteX371" fmla="*/ 2252179 w 4839107"/>
              <a:gd name="connsiteY371" fmla="*/ 267502 h 433131"/>
              <a:gd name="connsiteX372" fmla="*/ 2238243 w 4839107"/>
              <a:gd name="connsiteY372" fmla="*/ 222283 h 433131"/>
              <a:gd name="connsiteX373" fmla="*/ 2197516 w 4839107"/>
              <a:gd name="connsiteY373" fmla="*/ 206640 h 433131"/>
              <a:gd name="connsiteX374" fmla="*/ 2157059 w 4839107"/>
              <a:gd name="connsiteY374" fmla="*/ 222283 h 433131"/>
              <a:gd name="connsiteX375" fmla="*/ 2142717 w 4839107"/>
              <a:gd name="connsiteY375" fmla="*/ 267502 h 433131"/>
              <a:gd name="connsiteX376" fmla="*/ 2142717 w 4839107"/>
              <a:gd name="connsiteY376" fmla="*/ 426952 h 433131"/>
              <a:gd name="connsiteX377" fmla="*/ 2063021 w 4839107"/>
              <a:gd name="connsiteY377" fmla="*/ 426952 h 433131"/>
              <a:gd name="connsiteX378" fmla="*/ 2063021 w 4839107"/>
              <a:gd name="connsiteY378" fmla="*/ 261587 h 433131"/>
              <a:gd name="connsiteX379" fmla="*/ 2079394 w 4839107"/>
              <a:gd name="connsiteY379" fmla="*/ 195992 h 433131"/>
              <a:gd name="connsiteX380" fmla="*/ 2125533 w 4839107"/>
              <a:gd name="connsiteY380" fmla="*/ 151430 h 433131"/>
              <a:gd name="connsiteX381" fmla="*/ 2194810 w 4839107"/>
              <a:gd name="connsiteY381" fmla="*/ 135131 h 433131"/>
              <a:gd name="connsiteX382" fmla="*/ 3305677 w 4839107"/>
              <a:gd name="connsiteY382" fmla="*/ 7098 h 433131"/>
              <a:gd name="connsiteX383" fmla="*/ 3338152 w 4839107"/>
              <a:gd name="connsiteY383" fmla="*/ 20111 h 433131"/>
              <a:gd name="connsiteX384" fmla="*/ 3350599 w 4839107"/>
              <a:gd name="connsiteY384" fmla="*/ 51397 h 433131"/>
              <a:gd name="connsiteX385" fmla="*/ 3338152 w 4839107"/>
              <a:gd name="connsiteY385" fmla="*/ 82945 h 433131"/>
              <a:gd name="connsiteX386" fmla="*/ 3305677 w 4839107"/>
              <a:gd name="connsiteY386" fmla="*/ 95695 h 433131"/>
              <a:gd name="connsiteX387" fmla="*/ 3273475 w 4839107"/>
              <a:gd name="connsiteY387" fmla="*/ 82945 h 433131"/>
              <a:gd name="connsiteX388" fmla="*/ 3260756 w 4839107"/>
              <a:gd name="connsiteY388" fmla="*/ 51397 h 433131"/>
              <a:gd name="connsiteX389" fmla="*/ 3273475 w 4839107"/>
              <a:gd name="connsiteY389" fmla="*/ 20111 h 433131"/>
              <a:gd name="connsiteX390" fmla="*/ 3305677 w 4839107"/>
              <a:gd name="connsiteY390" fmla="*/ 7098 h 433131"/>
              <a:gd name="connsiteX391" fmla="*/ 3121525 w 4839107"/>
              <a:gd name="connsiteY391" fmla="*/ 0 h 433131"/>
              <a:gd name="connsiteX392" fmla="*/ 3201221 w 4839107"/>
              <a:gd name="connsiteY392" fmla="*/ 0 h 433131"/>
              <a:gd name="connsiteX393" fmla="*/ 3201221 w 4839107"/>
              <a:gd name="connsiteY393" fmla="*/ 426953 h 433131"/>
              <a:gd name="connsiteX394" fmla="*/ 3122201 w 4839107"/>
              <a:gd name="connsiteY394" fmla="*/ 426953 h 433131"/>
              <a:gd name="connsiteX395" fmla="*/ 3122201 w 4839107"/>
              <a:gd name="connsiteY395" fmla="*/ 400795 h 433131"/>
              <a:gd name="connsiteX396" fmla="*/ 3095411 w 4839107"/>
              <a:gd name="connsiteY396" fmla="*/ 419854 h 433131"/>
              <a:gd name="connsiteX397" fmla="*/ 3038311 w 4839107"/>
              <a:gd name="connsiteY397" fmla="*/ 432868 h 433131"/>
              <a:gd name="connsiteX398" fmla="*/ 2965381 w 4839107"/>
              <a:gd name="connsiteY398" fmla="*/ 413414 h 433131"/>
              <a:gd name="connsiteX399" fmla="*/ 2914641 w 4839107"/>
              <a:gd name="connsiteY399" fmla="*/ 360308 h 433131"/>
              <a:gd name="connsiteX400" fmla="*/ 2896104 w 4839107"/>
              <a:gd name="connsiteY400" fmla="*/ 284724 h 433131"/>
              <a:gd name="connsiteX401" fmla="*/ 2914641 w 4839107"/>
              <a:gd name="connsiteY401" fmla="*/ 208482 h 433131"/>
              <a:gd name="connsiteX402" fmla="*/ 2965110 w 4839107"/>
              <a:gd name="connsiteY402" fmla="*/ 155376 h 433131"/>
              <a:gd name="connsiteX403" fmla="*/ 3038311 w 4839107"/>
              <a:gd name="connsiteY403" fmla="*/ 135921 h 433131"/>
              <a:gd name="connsiteX404" fmla="*/ 3095140 w 4839107"/>
              <a:gd name="connsiteY404" fmla="*/ 148277 h 433131"/>
              <a:gd name="connsiteX405" fmla="*/ 3121525 w 4839107"/>
              <a:gd name="connsiteY405" fmla="*/ 166680 h 4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</a:cxnLst>
            <a:rect l="l" t="t" r="r" b="b"/>
            <a:pathLst>
              <a:path w="4839107" h="433131">
                <a:moveTo>
                  <a:pt x="4185441" y="207954"/>
                </a:moveTo>
                <a:cubicBezTo>
                  <a:pt x="4170827" y="207954"/>
                  <a:pt x="4157838" y="211241"/>
                  <a:pt x="4146472" y="217681"/>
                </a:cubicBezTo>
                <a:cubicBezTo>
                  <a:pt x="4135107" y="224123"/>
                  <a:pt x="4126176" y="233062"/>
                  <a:pt x="4119682" y="244499"/>
                </a:cubicBezTo>
                <a:cubicBezTo>
                  <a:pt x="4113188" y="255934"/>
                  <a:pt x="4109940" y="269080"/>
                  <a:pt x="4109940" y="284065"/>
                </a:cubicBezTo>
                <a:cubicBezTo>
                  <a:pt x="4109940" y="299050"/>
                  <a:pt x="4113188" y="312326"/>
                  <a:pt x="4119682" y="323894"/>
                </a:cubicBezTo>
                <a:cubicBezTo>
                  <a:pt x="4126176" y="335594"/>
                  <a:pt x="4135107" y="344664"/>
                  <a:pt x="4146472" y="351104"/>
                </a:cubicBezTo>
                <a:cubicBezTo>
                  <a:pt x="4157838" y="357545"/>
                  <a:pt x="4170422" y="360832"/>
                  <a:pt x="4185441" y="360832"/>
                </a:cubicBezTo>
                <a:cubicBezTo>
                  <a:pt x="4200460" y="360832"/>
                  <a:pt x="4213720" y="357545"/>
                  <a:pt x="4225222" y="351104"/>
                </a:cubicBezTo>
                <a:cubicBezTo>
                  <a:pt x="4236858" y="344532"/>
                  <a:pt x="4245788" y="335462"/>
                  <a:pt x="4252012" y="323894"/>
                </a:cubicBezTo>
                <a:cubicBezTo>
                  <a:pt x="4258371" y="312326"/>
                  <a:pt x="4261483" y="299050"/>
                  <a:pt x="4261483" y="284065"/>
                </a:cubicBezTo>
                <a:cubicBezTo>
                  <a:pt x="4261483" y="269080"/>
                  <a:pt x="4258236" y="255934"/>
                  <a:pt x="4251742" y="244499"/>
                </a:cubicBezTo>
                <a:cubicBezTo>
                  <a:pt x="4245246" y="233193"/>
                  <a:pt x="4236316" y="224123"/>
                  <a:pt x="4224950" y="217681"/>
                </a:cubicBezTo>
                <a:cubicBezTo>
                  <a:pt x="4213584" y="211241"/>
                  <a:pt x="4200054" y="207954"/>
                  <a:pt x="4185441" y="207954"/>
                </a:cubicBezTo>
                <a:close/>
                <a:moveTo>
                  <a:pt x="3547741" y="207298"/>
                </a:moveTo>
                <a:cubicBezTo>
                  <a:pt x="3533263" y="207298"/>
                  <a:pt x="3520273" y="210585"/>
                  <a:pt x="3509178" y="217025"/>
                </a:cubicBezTo>
                <a:cubicBezTo>
                  <a:pt x="3498083" y="223599"/>
                  <a:pt x="3489288" y="232669"/>
                  <a:pt x="3483064" y="244237"/>
                </a:cubicBezTo>
                <a:cubicBezTo>
                  <a:pt x="3476705" y="255804"/>
                  <a:pt x="3473593" y="268686"/>
                  <a:pt x="3473593" y="284066"/>
                </a:cubicBezTo>
                <a:cubicBezTo>
                  <a:pt x="3473593" y="299445"/>
                  <a:pt x="3476840" y="312985"/>
                  <a:pt x="3483064" y="324553"/>
                </a:cubicBezTo>
                <a:cubicBezTo>
                  <a:pt x="3489288" y="336252"/>
                  <a:pt x="3498083" y="345322"/>
                  <a:pt x="3509178" y="351763"/>
                </a:cubicBezTo>
                <a:cubicBezTo>
                  <a:pt x="3520273" y="358204"/>
                  <a:pt x="3533128" y="361491"/>
                  <a:pt x="3547741" y="361491"/>
                </a:cubicBezTo>
                <a:cubicBezTo>
                  <a:pt x="3570067" y="361491"/>
                  <a:pt x="3588061" y="354261"/>
                  <a:pt x="3601863" y="339932"/>
                </a:cubicBezTo>
                <a:cubicBezTo>
                  <a:pt x="3615664" y="325472"/>
                  <a:pt x="3622565" y="306938"/>
                  <a:pt x="3622565" y="284066"/>
                </a:cubicBezTo>
                <a:cubicBezTo>
                  <a:pt x="3622565" y="269080"/>
                  <a:pt x="3619318" y="255804"/>
                  <a:pt x="3613094" y="244237"/>
                </a:cubicBezTo>
                <a:cubicBezTo>
                  <a:pt x="3606869" y="232537"/>
                  <a:pt x="3598075" y="223467"/>
                  <a:pt x="3586980" y="217025"/>
                </a:cubicBezTo>
                <a:cubicBezTo>
                  <a:pt x="3575749" y="210585"/>
                  <a:pt x="3562219" y="207298"/>
                  <a:pt x="3547741" y="207298"/>
                </a:cubicBezTo>
                <a:close/>
                <a:moveTo>
                  <a:pt x="3052248" y="207298"/>
                </a:moveTo>
                <a:cubicBezTo>
                  <a:pt x="3037229" y="207298"/>
                  <a:pt x="3024104" y="210585"/>
                  <a:pt x="3013009" y="217289"/>
                </a:cubicBezTo>
                <a:cubicBezTo>
                  <a:pt x="3001914" y="223993"/>
                  <a:pt x="2993119" y="233063"/>
                  <a:pt x="2986895" y="244499"/>
                </a:cubicBezTo>
                <a:cubicBezTo>
                  <a:pt x="2980535" y="255935"/>
                  <a:pt x="2977424" y="268686"/>
                  <a:pt x="2977424" y="284066"/>
                </a:cubicBezTo>
                <a:cubicBezTo>
                  <a:pt x="2977424" y="299445"/>
                  <a:pt x="2980670" y="312985"/>
                  <a:pt x="2986895" y="324553"/>
                </a:cubicBezTo>
                <a:cubicBezTo>
                  <a:pt x="2993119" y="336252"/>
                  <a:pt x="3001914" y="345322"/>
                  <a:pt x="3013280" y="351763"/>
                </a:cubicBezTo>
                <a:cubicBezTo>
                  <a:pt x="3024645" y="358204"/>
                  <a:pt x="3037364" y="361491"/>
                  <a:pt x="3051572" y="361491"/>
                </a:cubicBezTo>
                <a:cubicBezTo>
                  <a:pt x="3066591" y="361491"/>
                  <a:pt x="3079716" y="358204"/>
                  <a:pt x="3090811" y="351763"/>
                </a:cubicBezTo>
                <a:cubicBezTo>
                  <a:pt x="3101906" y="345191"/>
                  <a:pt x="3110700" y="336121"/>
                  <a:pt x="3116925" y="324553"/>
                </a:cubicBezTo>
                <a:cubicBezTo>
                  <a:pt x="3123284" y="312853"/>
                  <a:pt x="3126396" y="299051"/>
                  <a:pt x="3126396" y="284066"/>
                </a:cubicBezTo>
                <a:cubicBezTo>
                  <a:pt x="3126396" y="269080"/>
                  <a:pt x="3123149" y="255804"/>
                  <a:pt x="3116925" y="244237"/>
                </a:cubicBezTo>
                <a:cubicBezTo>
                  <a:pt x="3110700" y="232537"/>
                  <a:pt x="3101906" y="223467"/>
                  <a:pt x="3090811" y="217025"/>
                </a:cubicBezTo>
                <a:cubicBezTo>
                  <a:pt x="3079716" y="210585"/>
                  <a:pt x="3067267" y="207298"/>
                  <a:pt x="3052248" y="207298"/>
                </a:cubicBezTo>
                <a:close/>
                <a:moveTo>
                  <a:pt x="2712899" y="199541"/>
                </a:moveTo>
                <a:cubicBezTo>
                  <a:pt x="2697069" y="199541"/>
                  <a:pt x="2683267" y="203091"/>
                  <a:pt x="2671496" y="209926"/>
                </a:cubicBezTo>
                <a:cubicBezTo>
                  <a:pt x="2659723" y="216762"/>
                  <a:pt x="2650659" y="226490"/>
                  <a:pt x="2644434" y="238846"/>
                </a:cubicBezTo>
                <a:cubicBezTo>
                  <a:pt x="2642134" y="243447"/>
                  <a:pt x="2640375" y="248573"/>
                  <a:pt x="2638886" y="253830"/>
                </a:cubicBezTo>
                <a:lnTo>
                  <a:pt x="2780822" y="253436"/>
                </a:lnTo>
                <a:cubicBezTo>
                  <a:pt x="2779335" y="246733"/>
                  <a:pt x="2777171" y="240555"/>
                  <a:pt x="2774599" y="235033"/>
                </a:cubicBezTo>
                <a:cubicBezTo>
                  <a:pt x="2769186" y="223598"/>
                  <a:pt x="2761204" y="214789"/>
                  <a:pt x="2750920" y="208744"/>
                </a:cubicBezTo>
                <a:cubicBezTo>
                  <a:pt x="2740502" y="202566"/>
                  <a:pt x="2727918" y="199541"/>
                  <a:pt x="2712899" y="199541"/>
                </a:cubicBezTo>
                <a:close/>
                <a:moveTo>
                  <a:pt x="1907284" y="182060"/>
                </a:moveTo>
                <a:cubicBezTo>
                  <a:pt x="1886311" y="182060"/>
                  <a:pt x="1867638" y="186529"/>
                  <a:pt x="1851403" y="195599"/>
                </a:cubicBezTo>
                <a:cubicBezTo>
                  <a:pt x="1835165" y="204669"/>
                  <a:pt x="1822446" y="217158"/>
                  <a:pt x="1813381" y="233063"/>
                </a:cubicBezTo>
                <a:cubicBezTo>
                  <a:pt x="1804315" y="248969"/>
                  <a:pt x="1799715" y="266976"/>
                  <a:pt x="1799715" y="287089"/>
                </a:cubicBezTo>
                <a:lnTo>
                  <a:pt x="1799580" y="287220"/>
                </a:lnTo>
                <a:cubicBezTo>
                  <a:pt x="1799580" y="308121"/>
                  <a:pt x="1804180" y="326524"/>
                  <a:pt x="1813245" y="342430"/>
                </a:cubicBezTo>
                <a:cubicBezTo>
                  <a:pt x="1815140" y="345716"/>
                  <a:pt x="1817304" y="348740"/>
                  <a:pt x="1819469" y="351763"/>
                </a:cubicBezTo>
                <a:lnTo>
                  <a:pt x="1971284" y="203750"/>
                </a:lnTo>
                <a:cubicBezTo>
                  <a:pt x="1966142" y="199280"/>
                  <a:pt x="1960459" y="195336"/>
                  <a:pt x="1954100" y="192050"/>
                </a:cubicBezTo>
                <a:cubicBezTo>
                  <a:pt x="1941111" y="185477"/>
                  <a:pt x="1925549" y="182060"/>
                  <a:pt x="1907284" y="182060"/>
                </a:cubicBezTo>
                <a:close/>
                <a:moveTo>
                  <a:pt x="970419" y="181928"/>
                </a:moveTo>
                <a:cubicBezTo>
                  <a:pt x="949718" y="181928"/>
                  <a:pt x="931723" y="186266"/>
                  <a:pt x="916297" y="194942"/>
                </a:cubicBezTo>
                <a:cubicBezTo>
                  <a:pt x="900872" y="203617"/>
                  <a:pt x="888831" y="215712"/>
                  <a:pt x="880171" y="231223"/>
                </a:cubicBezTo>
                <a:cubicBezTo>
                  <a:pt x="874082" y="242133"/>
                  <a:pt x="870294" y="254489"/>
                  <a:pt x="868399" y="268161"/>
                </a:cubicBezTo>
                <a:lnTo>
                  <a:pt x="1063646" y="268161"/>
                </a:lnTo>
                <a:cubicBezTo>
                  <a:pt x="1062564" y="253174"/>
                  <a:pt x="1059181" y="239899"/>
                  <a:pt x="1053363" y="228331"/>
                </a:cubicBezTo>
                <a:cubicBezTo>
                  <a:pt x="1045921" y="213476"/>
                  <a:pt x="1035096" y="202041"/>
                  <a:pt x="1021161" y="194022"/>
                </a:cubicBezTo>
                <a:cubicBezTo>
                  <a:pt x="1007223" y="186003"/>
                  <a:pt x="991121" y="181928"/>
                  <a:pt x="970419" y="181928"/>
                </a:cubicBezTo>
                <a:close/>
                <a:moveTo>
                  <a:pt x="145996" y="181928"/>
                </a:moveTo>
                <a:cubicBezTo>
                  <a:pt x="125294" y="181928"/>
                  <a:pt x="107299" y="186266"/>
                  <a:pt x="91873" y="194942"/>
                </a:cubicBezTo>
                <a:cubicBezTo>
                  <a:pt x="76448" y="203617"/>
                  <a:pt x="64407" y="215712"/>
                  <a:pt x="55747" y="231223"/>
                </a:cubicBezTo>
                <a:cubicBezTo>
                  <a:pt x="49658" y="242133"/>
                  <a:pt x="45870" y="254489"/>
                  <a:pt x="43975" y="268161"/>
                </a:cubicBezTo>
                <a:lnTo>
                  <a:pt x="239222" y="268161"/>
                </a:lnTo>
                <a:cubicBezTo>
                  <a:pt x="238140" y="253174"/>
                  <a:pt x="234757" y="239899"/>
                  <a:pt x="228939" y="228331"/>
                </a:cubicBezTo>
                <a:cubicBezTo>
                  <a:pt x="221497" y="213476"/>
                  <a:pt x="210672" y="202041"/>
                  <a:pt x="196737" y="194022"/>
                </a:cubicBezTo>
                <a:cubicBezTo>
                  <a:pt x="182799" y="186003"/>
                  <a:pt x="166697" y="181928"/>
                  <a:pt x="145996" y="181928"/>
                </a:cubicBezTo>
                <a:close/>
                <a:moveTo>
                  <a:pt x="1906742" y="143545"/>
                </a:moveTo>
                <a:cubicBezTo>
                  <a:pt x="1932315" y="143545"/>
                  <a:pt x="1954911" y="148803"/>
                  <a:pt x="1974531" y="159187"/>
                </a:cubicBezTo>
                <a:lnTo>
                  <a:pt x="1974531" y="158925"/>
                </a:lnTo>
                <a:cubicBezTo>
                  <a:pt x="1994150" y="169441"/>
                  <a:pt x="2010252" y="184031"/>
                  <a:pt x="2022836" y="202960"/>
                </a:cubicBezTo>
                <a:lnTo>
                  <a:pt x="1845448" y="375819"/>
                </a:lnTo>
                <a:cubicBezTo>
                  <a:pt x="1847477" y="377265"/>
                  <a:pt x="1849507" y="378711"/>
                  <a:pt x="1851673" y="379894"/>
                </a:cubicBezTo>
                <a:cubicBezTo>
                  <a:pt x="1868181" y="389227"/>
                  <a:pt x="1886853" y="393827"/>
                  <a:pt x="1907960" y="393827"/>
                </a:cubicBezTo>
                <a:cubicBezTo>
                  <a:pt x="1926632" y="393827"/>
                  <a:pt x="1942870" y="390935"/>
                  <a:pt x="1956670" y="385283"/>
                </a:cubicBezTo>
                <a:cubicBezTo>
                  <a:pt x="1970471" y="379631"/>
                  <a:pt x="1982649" y="371481"/>
                  <a:pt x="1993204" y="360833"/>
                </a:cubicBezTo>
                <a:lnTo>
                  <a:pt x="2021212" y="388043"/>
                </a:lnTo>
                <a:cubicBezTo>
                  <a:pt x="2007004" y="402635"/>
                  <a:pt x="1990497" y="413808"/>
                  <a:pt x="1971689" y="421433"/>
                </a:cubicBezTo>
                <a:cubicBezTo>
                  <a:pt x="1952747" y="429187"/>
                  <a:pt x="1931639" y="433000"/>
                  <a:pt x="1908095" y="433000"/>
                </a:cubicBezTo>
                <a:cubicBezTo>
                  <a:pt x="1879276" y="433000"/>
                  <a:pt x="1853567" y="426559"/>
                  <a:pt x="1830836" y="413545"/>
                </a:cubicBezTo>
                <a:cubicBezTo>
                  <a:pt x="1808103" y="400532"/>
                  <a:pt x="1790108" y="383049"/>
                  <a:pt x="1776984" y="360964"/>
                </a:cubicBezTo>
                <a:cubicBezTo>
                  <a:pt x="1763859" y="338880"/>
                  <a:pt x="1757228" y="313905"/>
                  <a:pt x="1757228" y="287089"/>
                </a:cubicBezTo>
                <a:cubicBezTo>
                  <a:pt x="1757228" y="260273"/>
                  <a:pt x="1763859" y="236086"/>
                  <a:pt x="1776984" y="214397"/>
                </a:cubicBezTo>
                <a:cubicBezTo>
                  <a:pt x="1790108" y="192707"/>
                  <a:pt x="1807968" y="175487"/>
                  <a:pt x="1830429" y="162736"/>
                </a:cubicBezTo>
                <a:cubicBezTo>
                  <a:pt x="1852890" y="149986"/>
                  <a:pt x="1878328" y="143545"/>
                  <a:pt x="1906742" y="143545"/>
                </a:cubicBezTo>
                <a:close/>
                <a:moveTo>
                  <a:pt x="1619216" y="143545"/>
                </a:moveTo>
                <a:cubicBezTo>
                  <a:pt x="1640729" y="143545"/>
                  <a:pt x="1660755" y="147488"/>
                  <a:pt x="1679427" y="155376"/>
                </a:cubicBezTo>
                <a:cubicBezTo>
                  <a:pt x="1697964" y="163263"/>
                  <a:pt x="1713795" y="174304"/>
                  <a:pt x="1726785" y="188500"/>
                </a:cubicBezTo>
                <a:lnTo>
                  <a:pt x="1698777" y="216237"/>
                </a:lnTo>
                <a:cubicBezTo>
                  <a:pt x="1689033" y="205721"/>
                  <a:pt x="1677262" y="197439"/>
                  <a:pt x="1663461" y="191786"/>
                </a:cubicBezTo>
                <a:cubicBezTo>
                  <a:pt x="1649659" y="186135"/>
                  <a:pt x="1634911" y="183243"/>
                  <a:pt x="1619081" y="183243"/>
                </a:cubicBezTo>
                <a:cubicBezTo>
                  <a:pt x="1598784" y="183243"/>
                  <a:pt x="1580788" y="187712"/>
                  <a:pt x="1564958" y="196782"/>
                </a:cubicBezTo>
                <a:cubicBezTo>
                  <a:pt x="1549126" y="205852"/>
                  <a:pt x="1536814" y="218209"/>
                  <a:pt x="1527884" y="233719"/>
                </a:cubicBezTo>
                <a:cubicBezTo>
                  <a:pt x="1518953" y="249231"/>
                  <a:pt x="1514489" y="267634"/>
                  <a:pt x="1514489" y="287747"/>
                </a:cubicBezTo>
                <a:cubicBezTo>
                  <a:pt x="1514489" y="307859"/>
                  <a:pt x="1518953" y="325867"/>
                  <a:pt x="1527884" y="341772"/>
                </a:cubicBezTo>
                <a:cubicBezTo>
                  <a:pt x="1536814" y="357678"/>
                  <a:pt x="1549126" y="370166"/>
                  <a:pt x="1564958" y="379236"/>
                </a:cubicBezTo>
                <a:cubicBezTo>
                  <a:pt x="1580788" y="388306"/>
                  <a:pt x="1598784" y="392775"/>
                  <a:pt x="1619081" y="392775"/>
                </a:cubicBezTo>
                <a:cubicBezTo>
                  <a:pt x="1635316" y="392775"/>
                  <a:pt x="1650337" y="389883"/>
                  <a:pt x="1664137" y="384232"/>
                </a:cubicBezTo>
                <a:cubicBezTo>
                  <a:pt x="1677938" y="378579"/>
                  <a:pt x="1689711" y="370430"/>
                  <a:pt x="1699453" y="359781"/>
                </a:cubicBezTo>
                <a:lnTo>
                  <a:pt x="1728002" y="387518"/>
                </a:lnTo>
                <a:cubicBezTo>
                  <a:pt x="1714607" y="402108"/>
                  <a:pt x="1698505" y="413282"/>
                  <a:pt x="1679697" y="421169"/>
                </a:cubicBezTo>
                <a:cubicBezTo>
                  <a:pt x="1660890" y="429057"/>
                  <a:pt x="1640729" y="433000"/>
                  <a:pt x="1619216" y="433000"/>
                </a:cubicBezTo>
                <a:cubicBezTo>
                  <a:pt x="1591343" y="433000"/>
                  <a:pt x="1566040" y="426559"/>
                  <a:pt x="1543579" y="413808"/>
                </a:cubicBezTo>
                <a:cubicBezTo>
                  <a:pt x="1521118" y="400926"/>
                  <a:pt x="1503258" y="383574"/>
                  <a:pt x="1490134" y="361491"/>
                </a:cubicBezTo>
                <a:cubicBezTo>
                  <a:pt x="1477009" y="339407"/>
                  <a:pt x="1470378" y="314693"/>
                  <a:pt x="1470378" y="287616"/>
                </a:cubicBezTo>
                <a:cubicBezTo>
                  <a:pt x="1470378" y="260537"/>
                  <a:pt x="1477009" y="235955"/>
                  <a:pt x="1490134" y="214133"/>
                </a:cubicBezTo>
                <a:cubicBezTo>
                  <a:pt x="1503258" y="192313"/>
                  <a:pt x="1521118" y="175092"/>
                  <a:pt x="1543579" y="162473"/>
                </a:cubicBezTo>
                <a:cubicBezTo>
                  <a:pt x="1566040" y="149854"/>
                  <a:pt x="1591207" y="143545"/>
                  <a:pt x="1619216" y="143545"/>
                </a:cubicBezTo>
                <a:close/>
                <a:moveTo>
                  <a:pt x="1303002" y="143545"/>
                </a:moveTo>
                <a:cubicBezTo>
                  <a:pt x="1324787" y="143545"/>
                  <a:pt x="1344271" y="148671"/>
                  <a:pt x="1361321" y="158925"/>
                </a:cubicBezTo>
                <a:lnTo>
                  <a:pt x="1361456" y="159056"/>
                </a:lnTo>
                <a:cubicBezTo>
                  <a:pt x="1378504" y="169309"/>
                  <a:pt x="1391764" y="183111"/>
                  <a:pt x="1401235" y="200462"/>
                </a:cubicBezTo>
                <a:cubicBezTo>
                  <a:pt x="1410842" y="217814"/>
                  <a:pt x="1415578" y="236611"/>
                  <a:pt x="1415578" y="257118"/>
                </a:cubicBezTo>
                <a:lnTo>
                  <a:pt x="1415578" y="427216"/>
                </a:lnTo>
                <a:lnTo>
                  <a:pt x="1372416" y="427216"/>
                </a:lnTo>
                <a:lnTo>
                  <a:pt x="1372416" y="264217"/>
                </a:lnTo>
                <a:cubicBezTo>
                  <a:pt x="1372416" y="239766"/>
                  <a:pt x="1364974" y="219917"/>
                  <a:pt x="1350225" y="204800"/>
                </a:cubicBezTo>
                <a:cubicBezTo>
                  <a:pt x="1335342" y="189684"/>
                  <a:pt x="1315857" y="182060"/>
                  <a:pt x="1291502" y="182060"/>
                </a:cubicBezTo>
                <a:cubicBezTo>
                  <a:pt x="1274859" y="182060"/>
                  <a:pt x="1260245" y="185608"/>
                  <a:pt x="1247663" y="192707"/>
                </a:cubicBezTo>
                <a:cubicBezTo>
                  <a:pt x="1235079" y="199806"/>
                  <a:pt x="1225202" y="209401"/>
                  <a:pt x="1217896" y="221626"/>
                </a:cubicBezTo>
                <a:cubicBezTo>
                  <a:pt x="1210589" y="233852"/>
                  <a:pt x="1206936" y="247785"/>
                  <a:pt x="1206936" y="263559"/>
                </a:cubicBezTo>
                <a:lnTo>
                  <a:pt x="1206936" y="427216"/>
                </a:lnTo>
                <a:lnTo>
                  <a:pt x="1164449" y="427216"/>
                </a:lnTo>
                <a:lnTo>
                  <a:pt x="1164449" y="149592"/>
                </a:lnTo>
                <a:lnTo>
                  <a:pt x="1206936" y="149592"/>
                </a:lnTo>
                <a:lnTo>
                  <a:pt x="1206936" y="190736"/>
                </a:lnTo>
                <a:cubicBezTo>
                  <a:pt x="1216542" y="177065"/>
                  <a:pt x="1228719" y="166022"/>
                  <a:pt x="1243739" y="157741"/>
                </a:cubicBezTo>
                <a:cubicBezTo>
                  <a:pt x="1260923" y="148277"/>
                  <a:pt x="1281219" y="143545"/>
                  <a:pt x="1303002" y="143545"/>
                </a:cubicBezTo>
                <a:close/>
                <a:moveTo>
                  <a:pt x="971638" y="143545"/>
                </a:moveTo>
                <a:cubicBezTo>
                  <a:pt x="997617" y="143545"/>
                  <a:pt x="1020618" y="149197"/>
                  <a:pt x="1040644" y="160633"/>
                </a:cubicBezTo>
                <a:lnTo>
                  <a:pt x="1040644" y="160502"/>
                </a:lnTo>
                <a:cubicBezTo>
                  <a:pt x="1060670" y="171939"/>
                  <a:pt x="1076500" y="187844"/>
                  <a:pt x="1088002" y="208088"/>
                </a:cubicBezTo>
                <a:cubicBezTo>
                  <a:pt x="1099503" y="228331"/>
                  <a:pt x="1105321" y="251597"/>
                  <a:pt x="1105321" y="278019"/>
                </a:cubicBezTo>
                <a:cubicBezTo>
                  <a:pt x="1105321" y="281174"/>
                  <a:pt x="1105186" y="284855"/>
                  <a:pt x="1104779" y="288929"/>
                </a:cubicBezTo>
                <a:cubicBezTo>
                  <a:pt x="1104373" y="293004"/>
                  <a:pt x="1103562" y="297868"/>
                  <a:pt x="1102344" y="303389"/>
                </a:cubicBezTo>
                <a:lnTo>
                  <a:pt x="868264" y="303389"/>
                </a:lnTo>
                <a:cubicBezTo>
                  <a:pt x="870158" y="317717"/>
                  <a:pt x="874217" y="330731"/>
                  <a:pt x="880847" y="342430"/>
                </a:cubicBezTo>
                <a:cubicBezTo>
                  <a:pt x="889912" y="358599"/>
                  <a:pt x="902767" y="371218"/>
                  <a:pt x="919139" y="380288"/>
                </a:cubicBezTo>
                <a:cubicBezTo>
                  <a:pt x="935511" y="389358"/>
                  <a:pt x="954454" y="393827"/>
                  <a:pt x="975967" y="393827"/>
                </a:cubicBezTo>
                <a:cubicBezTo>
                  <a:pt x="993423" y="393827"/>
                  <a:pt x="1009388" y="390673"/>
                  <a:pt x="1024001" y="384626"/>
                </a:cubicBezTo>
                <a:cubicBezTo>
                  <a:pt x="1038615" y="378579"/>
                  <a:pt x="1050928" y="369378"/>
                  <a:pt x="1061075" y="357153"/>
                </a:cubicBezTo>
                <a:lnTo>
                  <a:pt x="1088408" y="384363"/>
                </a:lnTo>
                <a:cubicBezTo>
                  <a:pt x="1075013" y="399743"/>
                  <a:pt x="1058505" y="411705"/>
                  <a:pt x="1038885" y="420117"/>
                </a:cubicBezTo>
                <a:cubicBezTo>
                  <a:pt x="1019131" y="428662"/>
                  <a:pt x="998022" y="432868"/>
                  <a:pt x="975291" y="432868"/>
                </a:cubicBezTo>
                <a:cubicBezTo>
                  <a:pt x="946471" y="432868"/>
                  <a:pt x="920763" y="426559"/>
                  <a:pt x="898032" y="413939"/>
                </a:cubicBezTo>
                <a:cubicBezTo>
                  <a:pt x="875299" y="401451"/>
                  <a:pt x="857304" y="384099"/>
                  <a:pt x="844179" y="362016"/>
                </a:cubicBezTo>
                <a:cubicBezTo>
                  <a:pt x="831055" y="339932"/>
                  <a:pt x="824424" y="314693"/>
                  <a:pt x="824424" y="287616"/>
                </a:cubicBezTo>
                <a:cubicBezTo>
                  <a:pt x="824424" y="260537"/>
                  <a:pt x="830920" y="235955"/>
                  <a:pt x="843908" y="214133"/>
                </a:cubicBezTo>
                <a:cubicBezTo>
                  <a:pt x="856897" y="192313"/>
                  <a:pt x="874488" y="175092"/>
                  <a:pt x="896813" y="162473"/>
                </a:cubicBezTo>
                <a:cubicBezTo>
                  <a:pt x="919139" y="149854"/>
                  <a:pt x="944035" y="143545"/>
                  <a:pt x="971638" y="143545"/>
                </a:cubicBezTo>
                <a:close/>
                <a:moveTo>
                  <a:pt x="147214" y="143545"/>
                </a:moveTo>
                <a:cubicBezTo>
                  <a:pt x="173193" y="143545"/>
                  <a:pt x="196194" y="149197"/>
                  <a:pt x="216220" y="160633"/>
                </a:cubicBezTo>
                <a:lnTo>
                  <a:pt x="216220" y="160502"/>
                </a:lnTo>
                <a:cubicBezTo>
                  <a:pt x="236246" y="171939"/>
                  <a:pt x="252076" y="187844"/>
                  <a:pt x="263577" y="208088"/>
                </a:cubicBezTo>
                <a:cubicBezTo>
                  <a:pt x="275079" y="228331"/>
                  <a:pt x="280897" y="251597"/>
                  <a:pt x="280897" y="278019"/>
                </a:cubicBezTo>
                <a:cubicBezTo>
                  <a:pt x="280897" y="281174"/>
                  <a:pt x="280762" y="284855"/>
                  <a:pt x="280355" y="288929"/>
                </a:cubicBezTo>
                <a:cubicBezTo>
                  <a:pt x="279949" y="293004"/>
                  <a:pt x="279138" y="297868"/>
                  <a:pt x="277920" y="303389"/>
                </a:cubicBezTo>
                <a:lnTo>
                  <a:pt x="43840" y="303389"/>
                </a:lnTo>
                <a:cubicBezTo>
                  <a:pt x="45734" y="317717"/>
                  <a:pt x="49793" y="330731"/>
                  <a:pt x="56423" y="342430"/>
                </a:cubicBezTo>
                <a:cubicBezTo>
                  <a:pt x="65488" y="358599"/>
                  <a:pt x="78343" y="371218"/>
                  <a:pt x="94715" y="380288"/>
                </a:cubicBezTo>
                <a:cubicBezTo>
                  <a:pt x="111087" y="389358"/>
                  <a:pt x="130030" y="393827"/>
                  <a:pt x="151543" y="393827"/>
                </a:cubicBezTo>
                <a:cubicBezTo>
                  <a:pt x="168998" y="393827"/>
                  <a:pt x="184964" y="390673"/>
                  <a:pt x="199577" y="384626"/>
                </a:cubicBezTo>
                <a:cubicBezTo>
                  <a:pt x="214191" y="378579"/>
                  <a:pt x="226504" y="369378"/>
                  <a:pt x="236651" y="357153"/>
                </a:cubicBezTo>
                <a:lnTo>
                  <a:pt x="263984" y="384363"/>
                </a:lnTo>
                <a:cubicBezTo>
                  <a:pt x="250589" y="399743"/>
                  <a:pt x="234081" y="411705"/>
                  <a:pt x="214461" y="420117"/>
                </a:cubicBezTo>
                <a:cubicBezTo>
                  <a:pt x="194707" y="428662"/>
                  <a:pt x="173598" y="432868"/>
                  <a:pt x="150867" y="432868"/>
                </a:cubicBezTo>
                <a:cubicBezTo>
                  <a:pt x="122047" y="432868"/>
                  <a:pt x="96339" y="426559"/>
                  <a:pt x="73608" y="413939"/>
                </a:cubicBezTo>
                <a:cubicBezTo>
                  <a:pt x="50875" y="401451"/>
                  <a:pt x="32880" y="384099"/>
                  <a:pt x="19755" y="362016"/>
                </a:cubicBezTo>
                <a:cubicBezTo>
                  <a:pt x="6631" y="339932"/>
                  <a:pt x="0" y="314693"/>
                  <a:pt x="0" y="287616"/>
                </a:cubicBezTo>
                <a:cubicBezTo>
                  <a:pt x="0" y="260537"/>
                  <a:pt x="6494" y="235955"/>
                  <a:pt x="19484" y="214133"/>
                </a:cubicBezTo>
                <a:cubicBezTo>
                  <a:pt x="32473" y="192313"/>
                  <a:pt x="50064" y="175092"/>
                  <a:pt x="72389" y="162473"/>
                </a:cubicBezTo>
                <a:cubicBezTo>
                  <a:pt x="94715" y="149854"/>
                  <a:pt x="119611" y="143545"/>
                  <a:pt x="147214" y="143545"/>
                </a:cubicBezTo>
                <a:close/>
                <a:moveTo>
                  <a:pt x="681810" y="143412"/>
                </a:moveTo>
                <a:cubicBezTo>
                  <a:pt x="703188" y="143412"/>
                  <a:pt x="722673" y="147093"/>
                  <a:pt x="740127" y="154586"/>
                </a:cubicBezTo>
                <a:cubicBezTo>
                  <a:pt x="757582" y="162079"/>
                  <a:pt x="771518" y="173120"/>
                  <a:pt x="782073" y="187712"/>
                </a:cubicBezTo>
                <a:lnTo>
                  <a:pt x="754740" y="214264"/>
                </a:lnTo>
                <a:cubicBezTo>
                  <a:pt x="746217" y="203748"/>
                  <a:pt x="735527" y="195467"/>
                  <a:pt x="722808" y="189814"/>
                </a:cubicBezTo>
                <a:cubicBezTo>
                  <a:pt x="709954" y="184162"/>
                  <a:pt x="695748" y="181271"/>
                  <a:pt x="679916" y="181271"/>
                </a:cubicBezTo>
                <a:cubicBezTo>
                  <a:pt x="661649" y="181271"/>
                  <a:pt x="647713" y="184820"/>
                  <a:pt x="638242" y="191654"/>
                </a:cubicBezTo>
                <a:lnTo>
                  <a:pt x="638242" y="191786"/>
                </a:lnTo>
                <a:cubicBezTo>
                  <a:pt x="628634" y="198622"/>
                  <a:pt x="623899" y="207955"/>
                  <a:pt x="623899" y="218602"/>
                </a:cubicBezTo>
                <a:cubicBezTo>
                  <a:pt x="623899" y="229249"/>
                  <a:pt x="627688" y="237663"/>
                  <a:pt x="635400" y="243709"/>
                </a:cubicBezTo>
                <a:cubicBezTo>
                  <a:pt x="643112" y="249756"/>
                  <a:pt x="652991" y="254751"/>
                  <a:pt x="664897" y="258432"/>
                </a:cubicBezTo>
                <a:cubicBezTo>
                  <a:pt x="676803" y="262112"/>
                  <a:pt x="689523" y="265925"/>
                  <a:pt x="702918" y="269605"/>
                </a:cubicBezTo>
                <a:cubicBezTo>
                  <a:pt x="716314" y="273285"/>
                  <a:pt x="729032" y="278281"/>
                  <a:pt x="741210" y="284328"/>
                </a:cubicBezTo>
                <a:cubicBezTo>
                  <a:pt x="753387" y="290506"/>
                  <a:pt x="763265" y="298788"/>
                  <a:pt x="770707" y="309173"/>
                </a:cubicBezTo>
                <a:cubicBezTo>
                  <a:pt x="778149" y="319556"/>
                  <a:pt x="781937" y="333622"/>
                  <a:pt x="781937" y="351367"/>
                </a:cubicBezTo>
                <a:cubicBezTo>
                  <a:pt x="781937" y="376212"/>
                  <a:pt x="772737" y="396061"/>
                  <a:pt x="754335" y="410784"/>
                </a:cubicBezTo>
                <a:cubicBezTo>
                  <a:pt x="735933" y="425638"/>
                  <a:pt x="710902" y="432999"/>
                  <a:pt x="679240" y="432999"/>
                </a:cubicBezTo>
                <a:cubicBezTo>
                  <a:pt x="663814" y="432999"/>
                  <a:pt x="649065" y="430895"/>
                  <a:pt x="634859" y="426821"/>
                </a:cubicBezTo>
                <a:cubicBezTo>
                  <a:pt x="620651" y="422614"/>
                  <a:pt x="607797" y="416830"/>
                  <a:pt x="596296" y="409338"/>
                </a:cubicBezTo>
                <a:cubicBezTo>
                  <a:pt x="584796" y="401845"/>
                  <a:pt x="574783" y="393038"/>
                  <a:pt x="566258" y="382784"/>
                </a:cubicBezTo>
                <a:lnTo>
                  <a:pt x="593591" y="355574"/>
                </a:lnTo>
                <a:cubicBezTo>
                  <a:pt x="604956" y="368982"/>
                  <a:pt x="617811" y="378973"/>
                  <a:pt x="632152" y="385413"/>
                </a:cubicBezTo>
                <a:cubicBezTo>
                  <a:pt x="646495" y="391854"/>
                  <a:pt x="662597" y="395140"/>
                  <a:pt x="680457" y="395140"/>
                </a:cubicBezTo>
                <a:cubicBezTo>
                  <a:pt x="699536" y="395140"/>
                  <a:pt x="714420" y="391592"/>
                  <a:pt x="725108" y="384494"/>
                </a:cubicBezTo>
                <a:cubicBezTo>
                  <a:pt x="735798" y="377395"/>
                  <a:pt x="741210" y="367536"/>
                  <a:pt x="741210" y="354917"/>
                </a:cubicBezTo>
                <a:cubicBezTo>
                  <a:pt x="741210" y="343086"/>
                  <a:pt x="737422" y="333885"/>
                  <a:pt x="729709" y="327180"/>
                </a:cubicBezTo>
                <a:cubicBezTo>
                  <a:pt x="721997" y="320477"/>
                  <a:pt x="712119" y="315218"/>
                  <a:pt x="700212" y="311275"/>
                </a:cubicBezTo>
                <a:cubicBezTo>
                  <a:pt x="688169" y="307331"/>
                  <a:pt x="675587" y="303520"/>
                  <a:pt x="662190" y="299707"/>
                </a:cubicBezTo>
                <a:cubicBezTo>
                  <a:pt x="648795" y="295896"/>
                  <a:pt x="636076" y="291164"/>
                  <a:pt x="623899" y="285511"/>
                </a:cubicBezTo>
                <a:cubicBezTo>
                  <a:pt x="611721" y="279858"/>
                  <a:pt x="601844" y="271840"/>
                  <a:pt x="594402" y="261587"/>
                </a:cubicBezTo>
                <a:cubicBezTo>
                  <a:pt x="586960" y="251334"/>
                  <a:pt x="583172" y="237925"/>
                  <a:pt x="583172" y="221363"/>
                </a:cubicBezTo>
                <a:cubicBezTo>
                  <a:pt x="583172" y="205719"/>
                  <a:pt x="587231" y="191917"/>
                  <a:pt x="595078" y="180350"/>
                </a:cubicBezTo>
                <a:cubicBezTo>
                  <a:pt x="603062" y="168651"/>
                  <a:pt x="614428" y="159581"/>
                  <a:pt x="629176" y="153140"/>
                </a:cubicBezTo>
                <a:cubicBezTo>
                  <a:pt x="644060" y="146698"/>
                  <a:pt x="661514" y="143412"/>
                  <a:pt x="681810" y="143412"/>
                </a:cubicBezTo>
                <a:close/>
                <a:moveTo>
                  <a:pt x="430005" y="143412"/>
                </a:moveTo>
                <a:cubicBezTo>
                  <a:pt x="451383" y="143412"/>
                  <a:pt x="470868" y="147093"/>
                  <a:pt x="488322" y="154586"/>
                </a:cubicBezTo>
                <a:cubicBezTo>
                  <a:pt x="505777" y="162079"/>
                  <a:pt x="519713" y="173120"/>
                  <a:pt x="530267" y="187712"/>
                </a:cubicBezTo>
                <a:lnTo>
                  <a:pt x="502935" y="214264"/>
                </a:lnTo>
                <a:cubicBezTo>
                  <a:pt x="494411" y="203748"/>
                  <a:pt x="483722" y="195467"/>
                  <a:pt x="471003" y="189814"/>
                </a:cubicBezTo>
                <a:cubicBezTo>
                  <a:pt x="458148" y="184162"/>
                  <a:pt x="443942" y="181271"/>
                  <a:pt x="428111" y="181271"/>
                </a:cubicBezTo>
                <a:cubicBezTo>
                  <a:pt x="409844" y="181271"/>
                  <a:pt x="395908" y="184820"/>
                  <a:pt x="386437" y="191654"/>
                </a:cubicBezTo>
                <a:lnTo>
                  <a:pt x="386437" y="191786"/>
                </a:lnTo>
                <a:cubicBezTo>
                  <a:pt x="376829" y="198622"/>
                  <a:pt x="372094" y="207955"/>
                  <a:pt x="372094" y="218602"/>
                </a:cubicBezTo>
                <a:cubicBezTo>
                  <a:pt x="372094" y="229249"/>
                  <a:pt x="375882" y="237663"/>
                  <a:pt x="383595" y="243709"/>
                </a:cubicBezTo>
                <a:cubicBezTo>
                  <a:pt x="391307" y="249756"/>
                  <a:pt x="401185" y="254751"/>
                  <a:pt x="413092" y="258432"/>
                </a:cubicBezTo>
                <a:cubicBezTo>
                  <a:pt x="424998" y="262112"/>
                  <a:pt x="437717" y="265925"/>
                  <a:pt x="451112" y="269605"/>
                </a:cubicBezTo>
                <a:cubicBezTo>
                  <a:pt x="464509" y="273285"/>
                  <a:pt x="477226" y="278281"/>
                  <a:pt x="489405" y="284328"/>
                </a:cubicBezTo>
                <a:cubicBezTo>
                  <a:pt x="501582" y="290506"/>
                  <a:pt x="511460" y="298788"/>
                  <a:pt x="518902" y="309173"/>
                </a:cubicBezTo>
                <a:cubicBezTo>
                  <a:pt x="526344" y="319556"/>
                  <a:pt x="530132" y="333622"/>
                  <a:pt x="530132" y="351367"/>
                </a:cubicBezTo>
                <a:cubicBezTo>
                  <a:pt x="530132" y="376212"/>
                  <a:pt x="520931" y="396061"/>
                  <a:pt x="502529" y="410784"/>
                </a:cubicBezTo>
                <a:cubicBezTo>
                  <a:pt x="484127" y="425638"/>
                  <a:pt x="459096" y="432999"/>
                  <a:pt x="427435" y="432999"/>
                </a:cubicBezTo>
                <a:cubicBezTo>
                  <a:pt x="412009" y="432999"/>
                  <a:pt x="397260" y="430895"/>
                  <a:pt x="383054" y="426821"/>
                </a:cubicBezTo>
                <a:cubicBezTo>
                  <a:pt x="368846" y="422614"/>
                  <a:pt x="355992" y="416830"/>
                  <a:pt x="344491" y="409338"/>
                </a:cubicBezTo>
                <a:cubicBezTo>
                  <a:pt x="332990" y="401845"/>
                  <a:pt x="322978" y="393038"/>
                  <a:pt x="314453" y="382784"/>
                </a:cubicBezTo>
                <a:lnTo>
                  <a:pt x="341785" y="355574"/>
                </a:lnTo>
                <a:cubicBezTo>
                  <a:pt x="353151" y="368982"/>
                  <a:pt x="366005" y="378973"/>
                  <a:pt x="380347" y="385413"/>
                </a:cubicBezTo>
                <a:cubicBezTo>
                  <a:pt x="394690" y="391854"/>
                  <a:pt x="410792" y="395140"/>
                  <a:pt x="428651" y="395140"/>
                </a:cubicBezTo>
                <a:cubicBezTo>
                  <a:pt x="447731" y="395140"/>
                  <a:pt x="462614" y="391592"/>
                  <a:pt x="473303" y="384494"/>
                </a:cubicBezTo>
                <a:cubicBezTo>
                  <a:pt x="483992" y="377395"/>
                  <a:pt x="489405" y="367536"/>
                  <a:pt x="489405" y="354917"/>
                </a:cubicBezTo>
                <a:cubicBezTo>
                  <a:pt x="489405" y="343086"/>
                  <a:pt x="485616" y="333885"/>
                  <a:pt x="477904" y="327180"/>
                </a:cubicBezTo>
                <a:cubicBezTo>
                  <a:pt x="470192" y="320477"/>
                  <a:pt x="460313" y="315218"/>
                  <a:pt x="448407" y="311275"/>
                </a:cubicBezTo>
                <a:cubicBezTo>
                  <a:pt x="436364" y="307331"/>
                  <a:pt x="423781" y="303520"/>
                  <a:pt x="410385" y="299707"/>
                </a:cubicBezTo>
                <a:cubicBezTo>
                  <a:pt x="396990" y="295896"/>
                  <a:pt x="384271" y="291164"/>
                  <a:pt x="372094" y="285511"/>
                </a:cubicBezTo>
                <a:cubicBezTo>
                  <a:pt x="359916" y="279858"/>
                  <a:pt x="350038" y="271840"/>
                  <a:pt x="342597" y="261587"/>
                </a:cubicBezTo>
                <a:cubicBezTo>
                  <a:pt x="335155" y="251334"/>
                  <a:pt x="331366" y="237925"/>
                  <a:pt x="331366" y="221363"/>
                </a:cubicBezTo>
                <a:cubicBezTo>
                  <a:pt x="331366" y="205719"/>
                  <a:pt x="335425" y="191917"/>
                  <a:pt x="343273" y="180350"/>
                </a:cubicBezTo>
                <a:cubicBezTo>
                  <a:pt x="351257" y="168651"/>
                  <a:pt x="362622" y="159581"/>
                  <a:pt x="377371" y="153140"/>
                </a:cubicBezTo>
                <a:cubicBezTo>
                  <a:pt x="392255" y="146698"/>
                  <a:pt x="409709" y="143412"/>
                  <a:pt x="430005" y="143412"/>
                </a:cubicBezTo>
                <a:close/>
                <a:moveTo>
                  <a:pt x="3265626" y="141704"/>
                </a:moveTo>
                <a:lnTo>
                  <a:pt x="3345862" y="141704"/>
                </a:lnTo>
                <a:lnTo>
                  <a:pt x="3345862" y="426953"/>
                </a:lnTo>
                <a:lnTo>
                  <a:pt x="3265626" y="426953"/>
                </a:lnTo>
                <a:close/>
                <a:moveTo>
                  <a:pt x="3533128" y="135921"/>
                </a:moveTo>
                <a:cubicBezTo>
                  <a:pt x="3554235" y="135921"/>
                  <a:pt x="3573042" y="139995"/>
                  <a:pt x="3589685" y="148277"/>
                </a:cubicBezTo>
                <a:cubicBezTo>
                  <a:pt x="3600645" y="153666"/>
                  <a:pt x="3610117" y="160765"/>
                  <a:pt x="3618234" y="169178"/>
                </a:cubicBezTo>
                <a:lnTo>
                  <a:pt x="3618234" y="141704"/>
                </a:lnTo>
                <a:lnTo>
                  <a:pt x="3697254" y="141704"/>
                </a:lnTo>
                <a:lnTo>
                  <a:pt x="3697254" y="426953"/>
                </a:lnTo>
                <a:lnTo>
                  <a:pt x="3618234" y="426953"/>
                </a:lnTo>
                <a:lnTo>
                  <a:pt x="3618234" y="399086"/>
                </a:lnTo>
                <a:cubicBezTo>
                  <a:pt x="3610117" y="407367"/>
                  <a:pt x="3600780" y="414466"/>
                  <a:pt x="3589685" y="420117"/>
                </a:cubicBezTo>
                <a:cubicBezTo>
                  <a:pt x="3573042" y="428662"/>
                  <a:pt x="3554235" y="432868"/>
                  <a:pt x="3533128" y="432868"/>
                </a:cubicBezTo>
                <a:cubicBezTo>
                  <a:pt x="3506336" y="432868"/>
                  <a:pt x="3482253" y="426428"/>
                  <a:pt x="3460738" y="413414"/>
                </a:cubicBezTo>
                <a:cubicBezTo>
                  <a:pt x="3439224" y="400532"/>
                  <a:pt x="3422446" y="382786"/>
                  <a:pt x="3410269" y="360308"/>
                </a:cubicBezTo>
                <a:cubicBezTo>
                  <a:pt x="3398091" y="337830"/>
                  <a:pt x="3392002" y="313116"/>
                  <a:pt x="3392002" y="284724"/>
                </a:cubicBezTo>
                <a:cubicBezTo>
                  <a:pt x="3392002" y="256330"/>
                  <a:pt x="3398091" y="230960"/>
                  <a:pt x="3410269" y="208482"/>
                </a:cubicBezTo>
                <a:cubicBezTo>
                  <a:pt x="3422446" y="186135"/>
                  <a:pt x="3439224" y="168389"/>
                  <a:pt x="3460738" y="155376"/>
                </a:cubicBezTo>
                <a:cubicBezTo>
                  <a:pt x="3482253" y="142362"/>
                  <a:pt x="3506336" y="135921"/>
                  <a:pt x="3533128" y="135921"/>
                </a:cubicBezTo>
                <a:close/>
                <a:moveTo>
                  <a:pt x="3900214" y="135394"/>
                </a:moveTo>
                <a:cubicBezTo>
                  <a:pt x="3923351" y="135394"/>
                  <a:pt x="3944595" y="139469"/>
                  <a:pt x="3964079" y="147750"/>
                </a:cubicBezTo>
                <a:cubicBezTo>
                  <a:pt x="3983564" y="156032"/>
                  <a:pt x="4000342" y="167863"/>
                  <a:pt x="4014548" y="183242"/>
                </a:cubicBezTo>
                <a:lnTo>
                  <a:pt x="3963538" y="233456"/>
                </a:lnTo>
                <a:cubicBezTo>
                  <a:pt x="3955961" y="225175"/>
                  <a:pt x="3946625" y="218866"/>
                  <a:pt x="3935935" y="214528"/>
                </a:cubicBezTo>
                <a:cubicBezTo>
                  <a:pt x="3925110" y="210321"/>
                  <a:pt x="3913339" y="208086"/>
                  <a:pt x="3900350" y="208086"/>
                </a:cubicBezTo>
                <a:cubicBezTo>
                  <a:pt x="3885736" y="208086"/>
                  <a:pt x="3872612" y="211372"/>
                  <a:pt x="3861111" y="217814"/>
                </a:cubicBezTo>
                <a:cubicBezTo>
                  <a:pt x="3849610" y="224255"/>
                  <a:pt x="3840409" y="233194"/>
                  <a:pt x="3833778" y="244366"/>
                </a:cubicBezTo>
                <a:cubicBezTo>
                  <a:pt x="3827149" y="255540"/>
                  <a:pt x="3823766" y="269211"/>
                  <a:pt x="3823766" y="284197"/>
                </a:cubicBezTo>
                <a:cubicBezTo>
                  <a:pt x="3823766" y="299182"/>
                  <a:pt x="3827149" y="312459"/>
                  <a:pt x="3833778" y="324026"/>
                </a:cubicBezTo>
                <a:cubicBezTo>
                  <a:pt x="3840409" y="335725"/>
                  <a:pt x="3849610" y="344795"/>
                  <a:pt x="3861111" y="351236"/>
                </a:cubicBezTo>
                <a:cubicBezTo>
                  <a:pt x="3872747" y="357678"/>
                  <a:pt x="3885736" y="360964"/>
                  <a:pt x="3900350" y="360964"/>
                </a:cubicBezTo>
                <a:cubicBezTo>
                  <a:pt x="3913745" y="360964"/>
                  <a:pt x="3925788" y="358597"/>
                  <a:pt x="3936476" y="354128"/>
                </a:cubicBezTo>
                <a:lnTo>
                  <a:pt x="3936611" y="354392"/>
                </a:lnTo>
                <a:cubicBezTo>
                  <a:pt x="3947301" y="349791"/>
                  <a:pt x="3956502" y="343218"/>
                  <a:pt x="3964214" y="334542"/>
                </a:cubicBezTo>
                <a:lnTo>
                  <a:pt x="4015901" y="384757"/>
                </a:lnTo>
                <a:cubicBezTo>
                  <a:pt x="4000882" y="400530"/>
                  <a:pt x="3983699" y="412493"/>
                  <a:pt x="3964214" y="420774"/>
                </a:cubicBezTo>
                <a:cubicBezTo>
                  <a:pt x="3944730" y="429055"/>
                  <a:pt x="3923486" y="433131"/>
                  <a:pt x="3900350" y="433131"/>
                </a:cubicBezTo>
                <a:cubicBezTo>
                  <a:pt x="3870312" y="433131"/>
                  <a:pt x="3843385" y="426690"/>
                  <a:pt x="3819435" y="413676"/>
                </a:cubicBezTo>
                <a:cubicBezTo>
                  <a:pt x="3795487" y="400793"/>
                  <a:pt x="3776678" y="383048"/>
                  <a:pt x="3762878" y="360570"/>
                </a:cubicBezTo>
                <a:cubicBezTo>
                  <a:pt x="3749077" y="338092"/>
                  <a:pt x="3742176" y="313378"/>
                  <a:pt x="3742176" y="284986"/>
                </a:cubicBezTo>
                <a:cubicBezTo>
                  <a:pt x="3742176" y="256591"/>
                  <a:pt x="3749077" y="231222"/>
                  <a:pt x="3762878" y="208744"/>
                </a:cubicBezTo>
                <a:cubicBezTo>
                  <a:pt x="3776678" y="186266"/>
                  <a:pt x="3795623" y="168388"/>
                  <a:pt x="3819707" y="155243"/>
                </a:cubicBezTo>
                <a:cubicBezTo>
                  <a:pt x="3843792" y="141966"/>
                  <a:pt x="3870582" y="135394"/>
                  <a:pt x="3900214" y="135394"/>
                </a:cubicBezTo>
                <a:close/>
                <a:moveTo>
                  <a:pt x="4512478" y="135263"/>
                </a:moveTo>
                <a:cubicBezTo>
                  <a:pt x="4538051" y="135263"/>
                  <a:pt x="4560240" y="140784"/>
                  <a:pt x="4579049" y="151826"/>
                </a:cubicBezTo>
                <a:cubicBezTo>
                  <a:pt x="4591226" y="158924"/>
                  <a:pt x="4601238" y="168126"/>
                  <a:pt x="4609763" y="179299"/>
                </a:cubicBezTo>
                <a:cubicBezTo>
                  <a:pt x="4618288" y="168257"/>
                  <a:pt x="4628300" y="158924"/>
                  <a:pt x="4640206" y="151826"/>
                </a:cubicBezTo>
                <a:cubicBezTo>
                  <a:pt x="4658878" y="140784"/>
                  <a:pt x="4680258" y="135263"/>
                  <a:pt x="4707048" y="135263"/>
                </a:cubicBezTo>
                <a:cubicBezTo>
                  <a:pt x="4733839" y="135263"/>
                  <a:pt x="4757111" y="140784"/>
                  <a:pt x="4776730" y="151563"/>
                </a:cubicBezTo>
                <a:cubicBezTo>
                  <a:pt x="4796350" y="162342"/>
                  <a:pt x="4811640" y="177196"/>
                  <a:pt x="4822600" y="196124"/>
                </a:cubicBezTo>
                <a:lnTo>
                  <a:pt x="4822735" y="195993"/>
                </a:lnTo>
                <a:cubicBezTo>
                  <a:pt x="4833695" y="214922"/>
                  <a:pt x="4839107" y="236744"/>
                  <a:pt x="4839107" y="261587"/>
                </a:cubicBezTo>
                <a:lnTo>
                  <a:pt x="4839107" y="426953"/>
                </a:lnTo>
                <a:lnTo>
                  <a:pt x="4758871" y="426953"/>
                </a:lnTo>
                <a:lnTo>
                  <a:pt x="4758871" y="267503"/>
                </a:lnTo>
                <a:cubicBezTo>
                  <a:pt x="4758871" y="248311"/>
                  <a:pt x="4754269" y="233325"/>
                  <a:pt x="4744935" y="222678"/>
                </a:cubicBezTo>
                <a:cubicBezTo>
                  <a:pt x="4735598" y="212030"/>
                  <a:pt x="4721661" y="206773"/>
                  <a:pt x="4704207" y="206773"/>
                </a:cubicBezTo>
                <a:cubicBezTo>
                  <a:pt x="4686752" y="206773"/>
                  <a:pt x="4673357" y="212030"/>
                  <a:pt x="4664020" y="222415"/>
                </a:cubicBezTo>
                <a:cubicBezTo>
                  <a:pt x="4654684" y="232931"/>
                  <a:pt x="4650085" y="247917"/>
                  <a:pt x="4650085" y="267634"/>
                </a:cubicBezTo>
                <a:lnTo>
                  <a:pt x="4650085" y="427084"/>
                </a:lnTo>
                <a:lnTo>
                  <a:pt x="4569848" y="427084"/>
                </a:lnTo>
                <a:lnTo>
                  <a:pt x="4569848" y="267634"/>
                </a:lnTo>
                <a:cubicBezTo>
                  <a:pt x="4569848" y="247917"/>
                  <a:pt x="4565247" y="232800"/>
                  <a:pt x="4555910" y="222415"/>
                </a:cubicBezTo>
                <a:cubicBezTo>
                  <a:pt x="4546574" y="212030"/>
                  <a:pt x="4532638" y="206773"/>
                  <a:pt x="4515183" y="206773"/>
                </a:cubicBezTo>
                <a:cubicBezTo>
                  <a:pt x="4497729" y="206773"/>
                  <a:pt x="4484199" y="212030"/>
                  <a:pt x="4474727" y="222415"/>
                </a:cubicBezTo>
                <a:cubicBezTo>
                  <a:pt x="4465119" y="232931"/>
                  <a:pt x="4460384" y="247917"/>
                  <a:pt x="4460384" y="267634"/>
                </a:cubicBezTo>
                <a:lnTo>
                  <a:pt x="4460384" y="427084"/>
                </a:lnTo>
                <a:lnTo>
                  <a:pt x="4380688" y="427084"/>
                </a:lnTo>
                <a:lnTo>
                  <a:pt x="4380688" y="261719"/>
                </a:lnTo>
                <a:cubicBezTo>
                  <a:pt x="4380688" y="236875"/>
                  <a:pt x="4386101" y="215054"/>
                  <a:pt x="4397061" y="196124"/>
                </a:cubicBezTo>
                <a:cubicBezTo>
                  <a:pt x="4407886" y="177196"/>
                  <a:pt x="4423310" y="162342"/>
                  <a:pt x="4443201" y="151563"/>
                </a:cubicBezTo>
                <a:cubicBezTo>
                  <a:pt x="4462955" y="140653"/>
                  <a:pt x="4486904" y="135263"/>
                  <a:pt x="4512478" y="135263"/>
                </a:cubicBezTo>
                <a:close/>
                <a:moveTo>
                  <a:pt x="4185441" y="135131"/>
                </a:moveTo>
                <a:cubicBezTo>
                  <a:pt x="4215343" y="135131"/>
                  <a:pt x="4242270" y="141835"/>
                  <a:pt x="4265948" y="154980"/>
                </a:cubicBezTo>
                <a:cubicBezTo>
                  <a:pt x="4289762" y="168124"/>
                  <a:pt x="4308434" y="185870"/>
                  <a:pt x="4322237" y="208086"/>
                </a:cubicBezTo>
                <a:cubicBezTo>
                  <a:pt x="4336037" y="230301"/>
                  <a:pt x="4342938" y="255540"/>
                  <a:pt x="4342938" y="283407"/>
                </a:cubicBezTo>
                <a:cubicBezTo>
                  <a:pt x="4342938" y="311275"/>
                  <a:pt x="4336037" y="336645"/>
                  <a:pt x="4322237" y="359255"/>
                </a:cubicBezTo>
                <a:cubicBezTo>
                  <a:pt x="4308434" y="381865"/>
                  <a:pt x="4289627" y="399873"/>
                  <a:pt x="4265948" y="413019"/>
                </a:cubicBezTo>
                <a:cubicBezTo>
                  <a:pt x="4242270" y="426294"/>
                  <a:pt x="4215614" y="432868"/>
                  <a:pt x="4185981" y="432868"/>
                </a:cubicBezTo>
                <a:cubicBezTo>
                  <a:pt x="4156351" y="432868"/>
                  <a:pt x="4129694" y="426163"/>
                  <a:pt x="4106017" y="413019"/>
                </a:cubicBezTo>
                <a:cubicBezTo>
                  <a:pt x="4082337" y="399873"/>
                  <a:pt x="4063395" y="381865"/>
                  <a:pt x="4049457" y="359255"/>
                </a:cubicBezTo>
                <a:cubicBezTo>
                  <a:pt x="4035522" y="336645"/>
                  <a:pt x="4028485" y="311407"/>
                  <a:pt x="4028485" y="283407"/>
                </a:cubicBezTo>
                <a:cubicBezTo>
                  <a:pt x="4028485" y="255409"/>
                  <a:pt x="4035386" y="230301"/>
                  <a:pt x="4049187" y="208086"/>
                </a:cubicBezTo>
                <a:cubicBezTo>
                  <a:pt x="4062988" y="185870"/>
                  <a:pt x="4081797" y="168124"/>
                  <a:pt x="4105745" y="154980"/>
                </a:cubicBezTo>
                <a:cubicBezTo>
                  <a:pt x="4129694" y="141703"/>
                  <a:pt x="4155538" y="135131"/>
                  <a:pt x="4185441" y="135131"/>
                </a:cubicBezTo>
                <a:close/>
                <a:moveTo>
                  <a:pt x="2712764" y="135131"/>
                </a:moveTo>
                <a:cubicBezTo>
                  <a:pt x="2741178" y="135131"/>
                  <a:pt x="2766211" y="141440"/>
                  <a:pt x="2787859" y="153797"/>
                </a:cubicBezTo>
                <a:lnTo>
                  <a:pt x="2787994" y="153665"/>
                </a:lnTo>
                <a:cubicBezTo>
                  <a:pt x="2809644" y="166021"/>
                  <a:pt x="2826692" y="182978"/>
                  <a:pt x="2839005" y="204406"/>
                </a:cubicBezTo>
                <a:cubicBezTo>
                  <a:pt x="2851317" y="225832"/>
                  <a:pt x="2857542" y="250150"/>
                  <a:pt x="2857542" y="277360"/>
                </a:cubicBezTo>
                <a:cubicBezTo>
                  <a:pt x="2857542" y="282488"/>
                  <a:pt x="2857135" y="287745"/>
                  <a:pt x="2856595" y="293004"/>
                </a:cubicBezTo>
                <a:cubicBezTo>
                  <a:pt x="2855919" y="298261"/>
                  <a:pt x="2854836" y="304308"/>
                  <a:pt x="2853212" y="311013"/>
                </a:cubicBezTo>
                <a:lnTo>
                  <a:pt x="2638751" y="311538"/>
                </a:lnTo>
                <a:cubicBezTo>
                  <a:pt x="2640375" y="317322"/>
                  <a:pt x="2642269" y="322842"/>
                  <a:pt x="2644976" y="327838"/>
                </a:cubicBezTo>
                <a:cubicBezTo>
                  <a:pt x="2651605" y="340721"/>
                  <a:pt x="2661212" y="350579"/>
                  <a:pt x="2673796" y="357415"/>
                </a:cubicBezTo>
                <a:cubicBezTo>
                  <a:pt x="2686244" y="364381"/>
                  <a:pt x="2700858" y="367800"/>
                  <a:pt x="2717500" y="367800"/>
                </a:cubicBezTo>
                <a:cubicBezTo>
                  <a:pt x="2732519" y="367800"/>
                  <a:pt x="2746050" y="365433"/>
                  <a:pt x="2758226" y="360437"/>
                </a:cubicBezTo>
                <a:cubicBezTo>
                  <a:pt x="2770405" y="355442"/>
                  <a:pt x="2780959" y="348081"/>
                  <a:pt x="2789888" y="338223"/>
                </a:cubicBezTo>
                <a:lnTo>
                  <a:pt x="2836704" y="383705"/>
                </a:lnTo>
                <a:cubicBezTo>
                  <a:pt x="2822498" y="399873"/>
                  <a:pt x="2805179" y="412098"/>
                  <a:pt x="2784748" y="420379"/>
                </a:cubicBezTo>
                <a:cubicBezTo>
                  <a:pt x="2764316" y="428661"/>
                  <a:pt x="2742126" y="432735"/>
                  <a:pt x="2718176" y="432735"/>
                </a:cubicBezTo>
                <a:cubicBezTo>
                  <a:pt x="2687326" y="432735"/>
                  <a:pt x="2659995" y="426294"/>
                  <a:pt x="2636045" y="413544"/>
                </a:cubicBezTo>
                <a:cubicBezTo>
                  <a:pt x="2612096" y="400793"/>
                  <a:pt x="2593153" y="383179"/>
                  <a:pt x="2579216" y="360701"/>
                </a:cubicBezTo>
                <a:cubicBezTo>
                  <a:pt x="2565280" y="338223"/>
                  <a:pt x="2558244" y="312196"/>
                  <a:pt x="2558244" y="283934"/>
                </a:cubicBezTo>
                <a:cubicBezTo>
                  <a:pt x="2558244" y="255671"/>
                  <a:pt x="2565145" y="230301"/>
                  <a:pt x="2578675" y="208086"/>
                </a:cubicBezTo>
                <a:cubicBezTo>
                  <a:pt x="2592205" y="185870"/>
                  <a:pt x="2610742" y="168124"/>
                  <a:pt x="2634286" y="154980"/>
                </a:cubicBezTo>
                <a:cubicBezTo>
                  <a:pt x="2657829" y="141703"/>
                  <a:pt x="2684350" y="135131"/>
                  <a:pt x="2712764" y="135131"/>
                </a:cubicBezTo>
                <a:close/>
                <a:moveTo>
                  <a:pt x="2194810" y="135131"/>
                </a:moveTo>
                <a:cubicBezTo>
                  <a:pt x="2220382" y="135131"/>
                  <a:pt x="2242573" y="140651"/>
                  <a:pt x="2261380" y="151694"/>
                </a:cubicBezTo>
                <a:cubicBezTo>
                  <a:pt x="2273558" y="158791"/>
                  <a:pt x="2283570" y="167994"/>
                  <a:pt x="2292095" y="179167"/>
                </a:cubicBezTo>
                <a:cubicBezTo>
                  <a:pt x="2300620" y="168124"/>
                  <a:pt x="2310632" y="158791"/>
                  <a:pt x="2322539" y="151694"/>
                </a:cubicBezTo>
                <a:cubicBezTo>
                  <a:pt x="2341211" y="140651"/>
                  <a:pt x="2362590" y="135131"/>
                  <a:pt x="2389381" y="135131"/>
                </a:cubicBezTo>
                <a:cubicBezTo>
                  <a:pt x="2416171" y="135131"/>
                  <a:pt x="2439444" y="140651"/>
                  <a:pt x="2459063" y="151430"/>
                </a:cubicBezTo>
                <a:lnTo>
                  <a:pt x="2459199" y="151300"/>
                </a:lnTo>
                <a:cubicBezTo>
                  <a:pt x="2478818" y="162079"/>
                  <a:pt x="2494108" y="176933"/>
                  <a:pt x="2505068" y="195861"/>
                </a:cubicBezTo>
                <a:cubicBezTo>
                  <a:pt x="2516028" y="214789"/>
                  <a:pt x="2521440" y="236611"/>
                  <a:pt x="2521440" y="261454"/>
                </a:cubicBezTo>
                <a:lnTo>
                  <a:pt x="2521440" y="426821"/>
                </a:lnTo>
                <a:lnTo>
                  <a:pt x="2441203" y="426821"/>
                </a:lnTo>
                <a:lnTo>
                  <a:pt x="2441203" y="267371"/>
                </a:lnTo>
                <a:cubicBezTo>
                  <a:pt x="2441203" y="248179"/>
                  <a:pt x="2436603" y="233193"/>
                  <a:pt x="2427266" y="222546"/>
                </a:cubicBezTo>
                <a:cubicBezTo>
                  <a:pt x="2417930" y="211898"/>
                  <a:pt x="2403994" y="206640"/>
                  <a:pt x="2386540" y="206640"/>
                </a:cubicBezTo>
                <a:cubicBezTo>
                  <a:pt x="2369084" y="206640"/>
                  <a:pt x="2355689" y="211898"/>
                  <a:pt x="2346353" y="222283"/>
                </a:cubicBezTo>
                <a:cubicBezTo>
                  <a:pt x="2337017" y="232799"/>
                  <a:pt x="2332416" y="247785"/>
                  <a:pt x="2332416" y="267502"/>
                </a:cubicBezTo>
                <a:lnTo>
                  <a:pt x="2332416" y="426952"/>
                </a:lnTo>
                <a:lnTo>
                  <a:pt x="2252179" y="426952"/>
                </a:lnTo>
                <a:lnTo>
                  <a:pt x="2252179" y="267502"/>
                </a:lnTo>
                <a:cubicBezTo>
                  <a:pt x="2252179" y="247785"/>
                  <a:pt x="2247579" y="232668"/>
                  <a:pt x="2238243" y="222283"/>
                </a:cubicBezTo>
                <a:cubicBezTo>
                  <a:pt x="2228907" y="211898"/>
                  <a:pt x="2214971" y="206640"/>
                  <a:pt x="2197516" y="206640"/>
                </a:cubicBezTo>
                <a:cubicBezTo>
                  <a:pt x="2180062" y="206640"/>
                  <a:pt x="2166531" y="211898"/>
                  <a:pt x="2157059" y="222283"/>
                </a:cubicBezTo>
                <a:cubicBezTo>
                  <a:pt x="2147452" y="232799"/>
                  <a:pt x="2142717" y="247785"/>
                  <a:pt x="2142717" y="267502"/>
                </a:cubicBezTo>
                <a:lnTo>
                  <a:pt x="2142717" y="426952"/>
                </a:lnTo>
                <a:lnTo>
                  <a:pt x="2063021" y="426952"/>
                </a:lnTo>
                <a:lnTo>
                  <a:pt x="2063021" y="261587"/>
                </a:lnTo>
                <a:cubicBezTo>
                  <a:pt x="2063021" y="236742"/>
                  <a:pt x="2068434" y="214922"/>
                  <a:pt x="2079394" y="195992"/>
                </a:cubicBezTo>
                <a:cubicBezTo>
                  <a:pt x="2090218" y="177064"/>
                  <a:pt x="2105643" y="162210"/>
                  <a:pt x="2125533" y="151430"/>
                </a:cubicBezTo>
                <a:cubicBezTo>
                  <a:pt x="2145287" y="140520"/>
                  <a:pt x="2169237" y="135131"/>
                  <a:pt x="2194810" y="135131"/>
                </a:cubicBezTo>
                <a:close/>
                <a:moveTo>
                  <a:pt x="3305677" y="7098"/>
                </a:moveTo>
                <a:cubicBezTo>
                  <a:pt x="3318937" y="7098"/>
                  <a:pt x="3329897" y="11435"/>
                  <a:pt x="3338152" y="20111"/>
                </a:cubicBezTo>
                <a:cubicBezTo>
                  <a:pt x="3346405" y="28787"/>
                  <a:pt x="3350599" y="38778"/>
                  <a:pt x="3350599" y="51397"/>
                </a:cubicBezTo>
                <a:cubicBezTo>
                  <a:pt x="3350599" y="64015"/>
                  <a:pt x="3346405" y="74533"/>
                  <a:pt x="3338152" y="82945"/>
                </a:cubicBezTo>
                <a:cubicBezTo>
                  <a:pt x="3329897" y="91489"/>
                  <a:pt x="3318667" y="95695"/>
                  <a:pt x="3305677" y="95695"/>
                </a:cubicBezTo>
                <a:cubicBezTo>
                  <a:pt x="3292688" y="95695"/>
                  <a:pt x="3281998" y="91358"/>
                  <a:pt x="3273475" y="82945"/>
                </a:cubicBezTo>
                <a:cubicBezTo>
                  <a:pt x="3264950" y="74533"/>
                  <a:pt x="3260756" y="63621"/>
                  <a:pt x="3260756" y="51397"/>
                </a:cubicBezTo>
                <a:cubicBezTo>
                  <a:pt x="3260756" y="39172"/>
                  <a:pt x="3264950" y="28787"/>
                  <a:pt x="3273475" y="20111"/>
                </a:cubicBezTo>
                <a:cubicBezTo>
                  <a:pt x="3281998" y="11435"/>
                  <a:pt x="3292688" y="7098"/>
                  <a:pt x="3305677" y="7098"/>
                </a:cubicBezTo>
                <a:close/>
                <a:moveTo>
                  <a:pt x="3121525" y="0"/>
                </a:moveTo>
                <a:lnTo>
                  <a:pt x="3201221" y="0"/>
                </a:lnTo>
                <a:lnTo>
                  <a:pt x="3201221" y="426953"/>
                </a:lnTo>
                <a:lnTo>
                  <a:pt x="3122201" y="426953"/>
                </a:lnTo>
                <a:lnTo>
                  <a:pt x="3122201" y="400795"/>
                </a:lnTo>
                <a:cubicBezTo>
                  <a:pt x="3114488" y="408156"/>
                  <a:pt x="3105558" y="414728"/>
                  <a:pt x="3095411" y="419854"/>
                </a:cubicBezTo>
                <a:cubicBezTo>
                  <a:pt x="3078497" y="428530"/>
                  <a:pt x="3059419" y="432868"/>
                  <a:pt x="3038311" y="432868"/>
                </a:cubicBezTo>
                <a:cubicBezTo>
                  <a:pt x="3011115" y="432868"/>
                  <a:pt x="2986895" y="426428"/>
                  <a:pt x="2965381" y="413414"/>
                </a:cubicBezTo>
                <a:cubicBezTo>
                  <a:pt x="2943868" y="400532"/>
                  <a:pt x="2926954" y="382786"/>
                  <a:pt x="2914641" y="360308"/>
                </a:cubicBezTo>
                <a:cubicBezTo>
                  <a:pt x="2902327" y="337830"/>
                  <a:pt x="2896104" y="313116"/>
                  <a:pt x="2896104" y="284724"/>
                </a:cubicBezTo>
                <a:cubicBezTo>
                  <a:pt x="2896104" y="256330"/>
                  <a:pt x="2902327" y="230960"/>
                  <a:pt x="2914641" y="208482"/>
                </a:cubicBezTo>
                <a:cubicBezTo>
                  <a:pt x="2926954" y="186135"/>
                  <a:pt x="2943868" y="168389"/>
                  <a:pt x="2965110" y="155376"/>
                </a:cubicBezTo>
                <a:cubicBezTo>
                  <a:pt x="2986353" y="142362"/>
                  <a:pt x="3010709" y="135921"/>
                  <a:pt x="3038311" y="135921"/>
                </a:cubicBezTo>
                <a:cubicBezTo>
                  <a:pt x="3059419" y="135921"/>
                  <a:pt x="3078362" y="139995"/>
                  <a:pt x="3095140" y="148277"/>
                </a:cubicBezTo>
                <a:cubicBezTo>
                  <a:pt x="3105152" y="153272"/>
                  <a:pt x="3113812" y="159450"/>
                  <a:pt x="3121525" y="16668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algn="l">
              <a:lnSpc>
                <a:spcPct val="80000"/>
              </a:lnSpc>
              <a:spcAft>
                <a:spcPts val="600"/>
              </a:spcAft>
              <a:defRPr sz="100" b="0">
                <a:noFill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 dirty="0"/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414620AD-A398-61A5-B69E-40D0E475CE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B75AAC6-CCD1-ECF7-E8A2-7660393D0C6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E3857DA-45E2-E593-E020-122BE12AB6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0869" y="3917320"/>
            <a:ext cx="6316536" cy="2528155"/>
          </a:xfrm>
        </p:spPr>
        <p:txBody>
          <a:bodyPr/>
          <a:lstStyle>
            <a:lvl1pPr algn="l">
              <a:lnSpc>
                <a:spcPct val="80000"/>
              </a:lnSpc>
              <a:spcAft>
                <a:spcPts val="600"/>
              </a:spcAft>
              <a:defRPr sz="9600" b="0"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11708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E2D861-3CBF-27C2-8E2B-DED3EDFB82BA}"/>
              </a:ext>
            </a:extLst>
          </p:cNvPr>
          <p:cNvSpPr/>
          <p:nvPr userDrawn="1"/>
        </p:nvSpPr>
        <p:spPr>
          <a:xfrm>
            <a:off x="0" y="-1"/>
            <a:ext cx="32067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AF39E-76CB-396B-E689-B646697B6C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C0A0410-718F-647E-2293-D8ADDF4C84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6751" y="0"/>
            <a:ext cx="3848100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734993-CF7B-54A0-5959-C84728AA0A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1285" y="2743200"/>
            <a:ext cx="4624039" cy="2743200"/>
          </a:xfrm>
          <a:solidFill>
            <a:schemeClr val="tx1"/>
          </a:solidFill>
        </p:spPr>
        <p:txBody>
          <a:bodyPr anchor="ctr"/>
          <a:lstStyle>
            <a:lvl1pPr>
              <a:lnSpc>
                <a:spcPct val="80000"/>
              </a:lnSpc>
              <a:spcAft>
                <a:spcPts val="0"/>
              </a:spcAft>
              <a:defRPr sz="72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Today’s agenda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D546D0B-9774-176D-1275-0E64AE5C2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26C92EE-3BFD-03D8-7F01-5532E462A6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82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128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#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" y="4111626"/>
            <a:ext cx="12192001" cy="2746374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FBE7641-F57F-F92A-2983-3D4F8C49A3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350" y="565535"/>
            <a:ext cx="8340725" cy="3546090"/>
          </a:xfrm>
        </p:spPr>
        <p:txBody>
          <a:bodyPr/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09670F-B8FC-84F8-7947-249DE69D7406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F14410E-5D17-5CB8-A8EE-CC9BA28A38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0175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#2 - no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6352"/>
            <a:ext cx="12193199" cy="6851647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350" y="565534"/>
            <a:ext cx="8340725" cy="4920869"/>
          </a:xfrm>
        </p:spPr>
        <p:txBody>
          <a:bodyPr/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00F05D-DAC8-C4F7-0EA7-056F31033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6605BC-D1A2-2A81-7E74-835AFE25F9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1194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fullble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00" y="3176"/>
            <a:ext cx="12193200" cy="68580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600" y="0"/>
            <a:ext cx="12193200" cy="6858000"/>
          </a:xfrm>
          <a:gradFill flip="none" rotWithShape="1"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20000"/>
                </a:schemeClr>
              </a:gs>
            </a:gsLst>
            <a:lin ang="0" scaled="1"/>
            <a:tileRect/>
          </a:gradFill>
        </p:spPr>
        <p:txBody>
          <a:bodyPr lIns="756000" tIns="612000" rIns="2520000" bIns="1152000" anchor="ctr"/>
          <a:lstStyle>
            <a:lvl1pPr algn="l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E7E634-AF48-508C-4F98-C9A52D5559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37005F-1A60-112F-D82E-4031801A8BD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6082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ack - no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32F8C-B815-6103-1445-DCD4B5213E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47275" y="682625"/>
            <a:ext cx="4608137" cy="4803775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0"/>
              </a:spcAft>
              <a:defRPr sz="1400" b="1">
                <a:solidFill>
                  <a:schemeClr val="tx2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Name Surname | Job title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58816A0-7F4C-A0E8-E5DF-4FE91345C726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414774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041E472-8863-8385-9109-667D51109C7F}"/>
              </a:ext>
            </a:extLst>
          </p:cNvPr>
          <p:cNvSpPr/>
          <p:nvPr userDrawn="1"/>
        </p:nvSpPr>
        <p:spPr>
          <a:xfrm>
            <a:off x="0" y="0"/>
            <a:ext cx="3206749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A935D-BA3E-0738-5972-5C2279612D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F8F76B5F-DF92-A4B6-51C3-14FF64323A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6749" y="0"/>
            <a:ext cx="8986449" cy="3430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3A808CE-512E-DE29-9C19-6468B8F5F3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5827"/>
            <a:ext cx="6418800" cy="3432173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72378C0-6435-673B-4F55-858BB9D8F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4CBBB61-1CA3-AE90-FB7E-57CF0C1E3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8361" y="3435353"/>
            <a:ext cx="4938723" cy="3422647"/>
          </a:xfrm>
        </p:spPr>
        <p:txBody>
          <a:bodyPr anchor="ctr"/>
          <a:lstStyle>
            <a:lvl1pPr algn="l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tx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tx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two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7C266FA-1092-3E8A-D45B-11D08E3F2B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79" y="682626"/>
            <a:ext cx="18000" cy="2752728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ABFC6FF-FB5C-1258-B6C6-DF37BD2EB3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011" y="638795"/>
            <a:ext cx="2431738" cy="2104406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9600" b="0">
                <a:ln w="31750">
                  <a:solidFill>
                    <a:schemeClr val="tx2"/>
                  </a:solidFill>
                </a:ln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D383-0134-29F6-11D1-C077B02EE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344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- creativ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87434F8-0B19-5D62-5DC7-46461B2E21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8340725" cy="6858000"/>
          </a:xfrm>
          <a:solidFill>
            <a:schemeClr val="bg2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A935D-BA3E-0738-5972-5C2279612D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D383-0134-29F6-11D1-C077B02EE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D7371F5-C9C3-C0B3-BFD0-5D46E819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24051" y="1368425"/>
            <a:ext cx="8340725" cy="41179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C096FAA-7ED7-A6E1-95EF-4FBA05013D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1287" y="3886199"/>
            <a:ext cx="5234127" cy="2965447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85000"/>
                    </a:prstClr>
                  </a:outerShdw>
                </a:effectLst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85000"/>
                    </a:prstClr>
                  </a:outerShdw>
                </a:effectLst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one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3E5F0D1-7835-B64B-31A3-EF47ADE9A0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79" y="682625"/>
            <a:ext cx="18000" cy="6169025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B46FEEB-5D4C-2B09-7615-1FF398890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6274" y="638794"/>
            <a:ext cx="4014526" cy="2790205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19900" b="0">
                <a:ln w="31750">
                  <a:noFill/>
                </a:ln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DF3AE8E2-F83E-7A07-ECFF-31F1C21F35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DC1351AA-BC98-8677-8244-5D0CE4124AE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063FE6B-2770-5C5A-3C6B-DE0C34A3ED1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85212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086495-536E-5EDB-1A79-275F3445CD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31671" y="335508"/>
            <a:ext cx="2620800" cy="5503863"/>
          </a:xfrm>
          <a:prstGeom prst="roundRect">
            <a:avLst>
              <a:gd name="adj" fmla="val 12251"/>
            </a:avLst>
          </a:prstGeo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1939156-7FA2-DACC-E1CA-89BB520E83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14865" y="407983"/>
            <a:ext cx="2454413" cy="5358912"/>
          </a:xfrm>
          <a:custGeom>
            <a:avLst/>
            <a:gdLst>
              <a:gd name="connsiteX0" fmla="*/ 256226 w 2454413"/>
              <a:gd name="connsiteY0" fmla="*/ 84 h 5358912"/>
              <a:gd name="connsiteX1" fmla="*/ 409999 w 2454413"/>
              <a:gd name="connsiteY1" fmla="*/ 833 h 5358912"/>
              <a:gd name="connsiteX2" fmla="*/ 532204 w 2454413"/>
              <a:gd name="connsiteY2" fmla="*/ 84 h 5358912"/>
              <a:gd name="connsiteX3" fmla="*/ 646470 w 2454413"/>
              <a:gd name="connsiteY3" fmla="*/ 1020 h 5358912"/>
              <a:gd name="connsiteX4" fmla="*/ 875098 w 2454413"/>
              <a:gd name="connsiteY4" fmla="*/ 84 h 5358912"/>
              <a:gd name="connsiteX5" fmla="*/ 1086808 w 2454413"/>
              <a:gd name="connsiteY5" fmla="*/ 84 h 5358912"/>
              <a:gd name="connsiteX6" fmla="*/ 1287080 w 2454413"/>
              <a:gd name="connsiteY6" fmla="*/ 84 h 5358912"/>
              <a:gd name="connsiteX7" fmla="*/ 1497562 w 2454413"/>
              <a:gd name="connsiteY7" fmla="*/ 739 h 5358912"/>
              <a:gd name="connsiteX8" fmla="*/ 1686588 w 2454413"/>
              <a:gd name="connsiteY8" fmla="*/ 84 h 5358912"/>
              <a:gd name="connsiteX9" fmla="*/ 1900472 w 2454413"/>
              <a:gd name="connsiteY9" fmla="*/ 84 h 5358912"/>
              <a:gd name="connsiteX10" fmla="*/ 2071446 w 2454413"/>
              <a:gd name="connsiteY10" fmla="*/ 177 h 5358912"/>
              <a:gd name="connsiteX11" fmla="*/ 2198189 w 2454413"/>
              <a:gd name="connsiteY11" fmla="*/ 84 h 5358912"/>
              <a:gd name="connsiteX12" fmla="*/ 2446853 w 2454413"/>
              <a:gd name="connsiteY12" fmla="*/ 189884 h 5358912"/>
              <a:gd name="connsiteX13" fmla="*/ 2453941 w 2454413"/>
              <a:gd name="connsiteY13" fmla="*/ 259959 h 5358912"/>
              <a:gd name="connsiteX14" fmla="*/ 2454225 w 2454413"/>
              <a:gd name="connsiteY14" fmla="*/ 1370190 h 5358912"/>
              <a:gd name="connsiteX15" fmla="*/ 2454225 w 2454413"/>
              <a:gd name="connsiteY15" fmla="*/ 2680434 h 5358912"/>
              <a:gd name="connsiteX16" fmla="*/ 2454413 w 2454413"/>
              <a:gd name="connsiteY16" fmla="*/ 5106531 h 5358912"/>
              <a:gd name="connsiteX17" fmla="*/ 2379181 w 2454413"/>
              <a:gd name="connsiteY17" fmla="*/ 5287151 h 5358912"/>
              <a:gd name="connsiteX18" fmla="*/ 2196865 w 2454413"/>
              <a:gd name="connsiteY18" fmla="*/ 5358912 h 5358912"/>
              <a:gd name="connsiteX19" fmla="*/ 1017340 w 2454413"/>
              <a:gd name="connsiteY19" fmla="*/ 5358724 h 5358912"/>
              <a:gd name="connsiteX20" fmla="*/ 254714 w 2454413"/>
              <a:gd name="connsiteY20" fmla="*/ 5358912 h 5358912"/>
              <a:gd name="connsiteX21" fmla="*/ 104249 w 2454413"/>
              <a:gd name="connsiteY21" fmla="*/ 5311227 h 5358912"/>
              <a:gd name="connsiteX22" fmla="*/ 95 w 2454413"/>
              <a:gd name="connsiteY22" fmla="*/ 5103345 h 5358912"/>
              <a:gd name="connsiteX23" fmla="*/ 284 w 2454413"/>
              <a:gd name="connsiteY23" fmla="*/ 4192002 h 5358912"/>
              <a:gd name="connsiteX24" fmla="*/ 0 w 2454413"/>
              <a:gd name="connsiteY24" fmla="*/ 261271 h 5358912"/>
              <a:gd name="connsiteX25" fmla="*/ 117669 w 2454413"/>
              <a:gd name="connsiteY25" fmla="*/ 39149 h 5358912"/>
              <a:gd name="connsiteX26" fmla="*/ 256226 w 2454413"/>
              <a:gd name="connsiteY26" fmla="*/ 84 h 535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54413" h="5358912">
                <a:moveTo>
                  <a:pt x="256226" y="84"/>
                </a:moveTo>
                <a:cubicBezTo>
                  <a:pt x="307451" y="84"/>
                  <a:pt x="358772" y="833"/>
                  <a:pt x="409999" y="833"/>
                </a:cubicBezTo>
                <a:cubicBezTo>
                  <a:pt x="450733" y="833"/>
                  <a:pt x="491469" y="84"/>
                  <a:pt x="532204" y="84"/>
                </a:cubicBezTo>
                <a:cubicBezTo>
                  <a:pt x="570293" y="84"/>
                  <a:pt x="608381" y="1020"/>
                  <a:pt x="646470" y="1020"/>
                </a:cubicBezTo>
                <a:cubicBezTo>
                  <a:pt x="722649" y="927"/>
                  <a:pt x="798920" y="271"/>
                  <a:pt x="875098" y="84"/>
                </a:cubicBezTo>
                <a:cubicBezTo>
                  <a:pt x="945700" y="-104"/>
                  <a:pt x="1016206" y="84"/>
                  <a:pt x="1086808" y="84"/>
                </a:cubicBezTo>
                <a:cubicBezTo>
                  <a:pt x="1153534" y="84"/>
                  <a:pt x="1220355" y="-11"/>
                  <a:pt x="1287080" y="84"/>
                </a:cubicBezTo>
                <a:cubicBezTo>
                  <a:pt x="1357210" y="177"/>
                  <a:pt x="1427433" y="739"/>
                  <a:pt x="1497562" y="739"/>
                </a:cubicBezTo>
                <a:cubicBezTo>
                  <a:pt x="1560602" y="739"/>
                  <a:pt x="1623548" y="177"/>
                  <a:pt x="1686588" y="84"/>
                </a:cubicBezTo>
                <a:cubicBezTo>
                  <a:pt x="1757851" y="-11"/>
                  <a:pt x="1829208" y="84"/>
                  <a:pt x="1900472" y="84"/>
                </a:cubicBezTo>
                <a:cubicBezTo>
                  <a:pt x="1957463" y="84"/>
                  <a:pt x="2014455" y="177"/>
                  <a:pt x="2071446" y="177"/>
                </a:cubicBezTo>
                <a:cubicBezTo>
                  <a:pt x="2113693" y="177"/>
                  <a:pt x="2155941" y="-11"/>
                  <a:pt x="2198189" y="84"/>
                </a:cubicBezTo>
                <a:cubicBezTo>
                  <a:pt x="2317936" y="458"/>
                  <a:pt x="2419160" y="76997"/>
                  <a:pt x="2446853" y="189884"/>
                </a:cubicBezTo>
                <a:cubicBezTo>
                  <a:pt x="2452429" y="212461"/>
                  <a:pt x="2453847" y="236538"/>
                  <a:pt x="2453941" y="259959"/>
                </a:cubicBezTo>
                <a:cubicBezTo>
                  <a:pt x="2454319" y="630005"/>
                  <a:pt x="2454225" y="1000144"/>
                  <a:pt x="2454225" y="1370190"/>
                </a:cubicBezTo>
                <a:cubicBezTo>
                  <a:pt x="2454225" y="1806939"/>
                  <a:pt x="2454225" y="2243686"/>
                  <a:pt x="2454225" y="2680434"/>
                </a:cubicBezTo>
                <a:cubicBezTo>
                  <a:pt x="2454225" y="3489102"/>
                  <a:pt x="2454225" y="4297863"/>
                  <a:pt x="2454413" y="5106531"/>
                </a:cubicBezTo>
                <a:cubicBezTo>
                  <a:pt x="2454413" y="5177448"/>
                  <a:pt x="2429651" y="5237780"/>
                  <a:pt x="2379181" y="5287151"/>
                </a:cubicBezTo>
                <a:cubicBezTo>
                  <a:pt x="2328900" y="5336241"/>
                  <a:pt x="2267750" y="5359005"/>
                  <a:pt x="2196865" y="5358912"/>
                </a:cubicBezTo>
                <a:cubicBezTo>
                  <a:pt x="1803690" y="5358537"/>
                  <a:pt x="1410515" y="5358724"/>
                  <a:pt x="1017340" y="5358724"/>
                </a:cubicBezTo>
                <a:cubicBezTo>
                  <a:pt x="763100" y="5358724"/>
                  <a:pt x="508954" y="5358537"/>
                  <a:pt x="254714" y="5358912"/>
                </a:cubicBezTo>
                <a:cubicBezTo>
                  <a:pt x="199140" y="5358912"/>
                  <a:pt x="148481" y="5344203"/>
                  <a:pt x="104249" y="5311227"/>
                </a:cubicBezTo>
                <a:cubicBezTo>
                  <a:pt x="34781" y="5259421"/>
                  <a:pt x="0" y="5190189"/>
                  <a:pt x="95" y="5103345"/>
                </a:cubicBezTo>
                <a:cubicBezTo>
                  <a:pt x="473" y="4799534"/>
                  <a:pt x="284" y="4495814"/>
                  <a:pt x="284" y="4192002"/>
                </a:cubicBezTo>
                <a:cubicBezTo>
                  <a:pt x="284" y="2881758"/>
                  <a:pt x="378" y="1571514"/>
                  <a:pt x="0" y="261271"/>
                </a:cubicBezTo>
                <a:cubicBezTo>
                  <a:pt x="0" y="165808"/>
                  <a:pt x="37900" y="91798"/>
                  <a:pt x="117669" y="39149"/>
                </a:cubicBezTo>
                <a:cubicBezTo>
                  <a:pt x="159350" y="11606"/>
                  <a:pt x="206417" y="177"/>
                  <a:pt x="256226" y="8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4793736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8C1AECD-4AA3-C9BB-0755-10EDD884804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5FDDE6E-1854-5AB9-42F8-D609740CD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787938" cy="1033145"/>
          </a:xfrm>
        </p:spPr>
        <p:txBody>
          <a:bodyPr/>
          <a:lstStyle/>
          <a:p>
            <a:r>
              <a:rPr lang="en-GB" dirty="0"/>
              <a:t>Mobile device</a:t>
            </a:r>
          </a:p>
        </p:txBody>
      </p:sp>
    </p:spTree>
    <p:extLst>
      <p:ext uri="{BB962C8B-B14F-4D97-AF65-F5344CB8AC3E}">
        <p14:creationId xmlns:p14="http://schemas.microsoft.com/office/powerpoint/2010/main" val="14668173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device zoomed 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BC042C6-1D2E-BA18-C088-8D1487D363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54850" y="333375"/>
            <a:ext cx="4130603" cy="5835649"/>
          </a:xfrm>
          <a:custGeom>
            <a:avLst/>
            <a:gdLst>
              <a:gd name="connsiteX0" fmla="*/ 506040 w 4130603"/>
              <a:gd name="connsiteY0" fmla="*/ 0 h 5835649"/>
              <a:gd name="connsiteX1" fmla="*/ 3624563 w 4130603"/>
              <a:gd name="connsiteY1" fmla="*/ 0 h 5835649"/>
              <a:gd name="connsiteX2" fmla="*/ 4130603 w 4130603"/>
              <a:gd name="connsiteY2" fmla="*/ 506040 h 5835649"/>
              <a:gd name="connsiteX3" fmla="*/ 4130603 w 4130603"/>
              <a:gd name="connsiteY3" fmla="*/ 5835649 h 5835649"/>
              <a:gd name="connsiteX4" fmla="*/ 0 w 4130603"/>
              <a:gd name="connsiteY4" fmla="*/ 5835649 h 5835649"/>
              <a:gd name="connsiteX5" fmla="*/ 0 w 4130603"/>
              <a:gd name="connsiteY5" fmla="*/ 506040 h 5835649"/>
              <a:gd name="connsiteX6" fmla="*/ 506040 w 4130603"/>
              <a:gd name="connsiteY6" fmla="*/ 0 h 583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0603" h="5835649">
                <a:moveTo>
                  <a:pt x="506040" y="0"/>
                </a:moveTo>
                <a:lnTo>
                  <a:pt x="3624563" y="0"/>
                </a:lnTo>
                <a:cubicBezTo>
                  <a:pt x="3904041" y="0"/>
                  <a:pt x="4130603" y="226562"/>
                  <a:pt x="4130603" y="506040"/>
                </a:cubicBezTo>
                <a:lnTo>
                  <a:pt x="4130603" y="5835649"/>
                </a:lnTo>
                <a:lnTo>
                  <a:pt x="0" y="5835649"/>
                </a:lnTo>
                <a:lnTo>
                  <a:pt x="0" y="506040"/>
                </a:lnTo>
                <a:cubicBezTo>
                  <a:pt x="0" y="226562"/>
                  <a:pt x="226562" y="0"/>
                  <a:pt x="50604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74A84C-18FA-502E-A356-C0C337637C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85970" y="447604"/>
            <a:ext cx="3868183" cy="5721421"/>
          </a:xfrm>
          <a:custGeom>
            <a:avLst/>
            <a:gdLst>
              <a:gd name="connsiteX0" fmla="*/ 403834 w 3868183"/>
              <a:gd name="connsiteY0" fmla="*/ 132 h 5721421"/>
              <a:gd name="connsiteX1" fmla="*/ 646193 w 3868183"/>
              <a:gd name="connsiteY1" fmla="*/ 1312 h 5721421"/>
              <a:gd name="connsiteX2" fmla="*/ 838799 w 3868183"/>
              <a:gd name="connsiteY2" fmla="*/ 132 h 5721421"/>
              <a:gd name="connsiteX3" fmla="*/ 1018892 w 3868183"/>
              <a:gd name="connsiteY3" fmla="*/ 1607 h 5721421"/>
              <a:gd name="connsiteX4" fmla="*/ 1379229 w 3868183"/>
              <a:gd name="connsiteY4" fmla="*/ 132 h 5721421"/>
              <a:gd name="connsiteX5" fmla="*/ 1712902 w 3868183"/>
              <a:gd name="connsiteY5" fmla="*/ 132 h 5721421"/>
              <a:gd name="connsiteX6" fmla="*/ 2028547 w 3868183"/>
              <a:gd name="connsiteY6" fmla="*/ 132 h 5721421"/>
              <a:gd name="connsiteX7" fmla="*/ 2360285 w 3868183"/>
              <a:gd name="connsiteY7" fmla="*/ 1164 h 5721421"/>
              <a:gd name="connsiteX8" fmla="*/ 2658206 w 3868183"/>
              <a:gd name="connsiteY8" fmla="*/ 132 h 5721421"/>
              <a:gd name="connsiteX9" fmla="*/ 2995305 w 3868183"/>
              <a:gd name="connsiteY9" fmla="*/ 132 h 5721421"/>
              <a:gd name="connsiteX10" fmla="*/ 3264774 w 3868183"/>
              <a:gd name="connsiteY10" fmla="*/ 278 h 5721421"/>
              <a:gd name="connsiteX11" fmla="*/ 3464532 w 3868183"/>
              <a:gd name="connsiteY11" fmla="*/ 132 h 5721421"/>
              <a:gd name="connsiteX12" fmla="*/ 3856448 w 3868183"/>
              <a:gd name="connsiteY12" fmla="*/ 299272 h 5721421"/>
              <a:gd name="connsiteX13" fmla="*/ 3867619 w 3868183"/>
              <a:gd name="connsiteY13" fmla="*/ 409717 h 5721421"/>
              <a:gd name="connsiteX14" fmla="*/ 3868067 w 3868183"/>
              <a:gd name="connsiteY14" fmla="*/ 2159535 h 5721421"/>
              <a:gd name="connsiteX15" fmla="*/ 3868067 w 3868183"/>
              <a:gd name="connsiteY15" fmla="*/ 4224591 h 5721421"/>
              <a:gd name="connsiteX16" fmla="*/ 3868183 w 3868183"/>
              <a:gd name="connsiteY16" fmla="*/ 5721421 h 5721421"/>
              <a:gd name="connsiteX17" fmla="*/ 384 w 3868183"/>
              <a:gd name="connsiteY17" fmla="*/ 5721421 h 5721421"/>
              <a:gd name="connsiteX18" fmla="*/ 0 w 3868183"/>
              <a:gd name="connsiteY18" fmla="*/ 411784 h 5721421"/>
              <a:gd name="connsiteX19" fmla="*/ 185457 w 3868183"/>
              <a:gd name="connsiteY19" fmla="*/ 61701 h 5721421"/>
              <a:gd name="connsiteX20" fmla="*/ 403834 w 3868183"/>
              <a:gd name="connsiteY20" fmla="*/ 132 h 572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68183" h="5721421">
                <a:moveTo>
                  <a:pt x="403834" y="132"/>
                </a:moveTo>
                <a:cubicBezTo>
                  <a:pt x="484569" y="132"/>
                  <a:pt x="565455" y="1312"/>
                  <a:pt x="646193" y="1312"/>
                </a:cubicBezTo>
                <a:cubicBezTo>
                  <a:pt x="710394" y="1312"/>
                  <a:pt x="774597" y="132"/>
                  <a:pt x="838799" y="132"/>
                </a:cubicBezTo>
                <a:cubicBezTo>
                  <a:pt x="898830" y="132"/>
                  <a:pt x="958860" y="1607"/>
                  <a:pt x="1018892" y="1607"/>
                </a:cubicBezTo>
                <a:cubicBezTo>
                  <a:pt x="1138956" y="1460"/>
                  <a:pt x="1259166" y="426"/>
                  <a:pt x="1379229" y="132"/>
                </a:cubicBezTo>
                <a:cubicBezTo>
                  <a:pt x="1490503" y="-165"/>
                  <a:pt x="1601627" y="132"/>
                  <a:pt x="1712902" y="132"/>
                </a:cubicBezTo>
                <a:cubicBezTo>
                  <a:pt x="1818067" y="132"/>
                  <a:pt x="1923383" y="-18"/>
                  <a:pt x="2028547" y="132"/>
                </a:cubicBezTo>
                <a:cubicBezTo>
                  <a:pt x="2139078" y="278"/>
                  <a:pt x="2249756" y="1164"/>
                  <a:pt x="2360285" y="1164"/>
                </a:cubicBezTo>
                <a:cubicBezTo>
                  <a:pt x="2459641" y="1164"/>
                  <a:pt x="2558849" y="278"/>
                  <a:pt x="2658206" y="132"/>
                </a:cubicBezTo>
                <a:cubicBezTo>
                  <a:pt x="2770522" y="-18"/>
                  <a:pt x="2882987" y="132"/>
                  <a:pt x="2995305" y="132"/>
                </a:cubicBezTo>
                <a:cubicBezTo>
                  <a:pt x="3085128" y="132"/>
                  <a:pt x="3174952" y="278"/>
                  <a:pt x="3264774" y="278"/>
                </a:cubicBezTo>
                <a:cubicBezTo>
                  <a:pt x="3331360" y="278"/>
                  <a:pt x="3397946" y="-18"/>
                  <a:pt x="3464532" y="132"/>
                </a:cubicBezTo>
                <a:cubicBezTo>
                  <a:pt x="3653264" y="721"/>
                  <a:pt x="3812801" y="121353"/>
                  <a:pt x="3856448" y="299272"/>
                </a:cubicBezTo>
                <a:cubicBezTo>
                  <a:pt x="3865236" y="334856"/>
                  <a:pt x="3867471" y="372803"/>
                  <a:pt x="3867619" y="409717"/>
                </a:cubicBezTo>
                <a:cubicBezTo>
                  <a:pt x="3868215" y="992940"/>
                  <a:pt x="3868067" y="1576311"/>
                  <a:pt x="3868067" y="2159535"/>
                </a:cubicBezTo>
                <a:cubicBezTo>
                  <a:pt x="3868067" y="2847889"/>
                  <a:pt x="3868067" y="3536239"/>
                  <a:pt x="3868067" y="4224591"/>
                </a:cubicBezTo>
                <a:lnTo>
                  <a:pt x="3868183" y="5721421"/>
                </a:lnTo>
                <a:lnTo>
                  <a:pt x="384" y="5721421"/>
                </a:lnTo>
                <a:lnTo>
                  <a:pt x="0" y="411784"/>
                </a:lnTo>
                <a:cubicBezTo>
                  <a:pt x="0" y="261327"/>
                  <a:pt x="59734" y="144681"/>
                  <a:pt x="185457" y="61701"/>
                </a:cubicBezTo>
                <a:cubicBezTo>
                  <a:pt x="251149" y="18291"/>
                  <a:pt x="325331" y="278"/>
                  <a:pt x="403834" y="13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4793736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D6C7BDA-324B-B007-B448-8AA2D5F7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787938" cy="1033145"/>
          </a:xfrm>
        </p:spPr>
        <p:txBody>
          <a:bodyPr/>
          <a:lstStyle/>
          <a:p>
            <a:r>
              <a:rPr lang="en-GB" dirty="0"/>
              <a:t>Mobile device</a:t>
            </a:r>
          </a:p>
        </p:txBody>
      </p:sp>
    </p:spTree>
    <p:extLst>
      <p:ext uri="{BB962C8B-B14F-4D97-AF65-F5344CB8AC3E}">
        <p14:creationId xmlns:p14="http://schemas.microsoft.com/office/powerpoint/2010/main" val="36980817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93688E-1263-9D36-62A7-80F8CE19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569"/>
          <a:stretch/>
        </p:blipFill>
        <p:spPr>
          <a:xfrm>
            <a:off x="4395996" y="787399"/>
            <a:ext cx="7310205" cy="538162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3440570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02504" y="1018903"/>
            <a:ext cx="6897188" cy="387966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2E7C2DC-E1A0-00D9-86B5-5372EF8D6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3434768" cy="1532021"/>
          </a:xfrm>
        </p:spPr>
        <p:txBody>
          <a:bodyPr/>
          <a:lstStyle/>
          <a:p>
            <a:r>
              <a:rPr lang="en-GB" dirty="0"/>
              <a:t>Desktop device</a:t>
            </a:r>
          </a:p>
        </p:txBody>
      </p:sp>
    </p:spTree>
    <p:extLst>
      <p:ext uri="{BB962C8B-B14F-4D97-AF65-F5344CB8AC3E}">
        <p14:creationId xmlns:p14="http://schemas.microsoft.com/office/powerpoint/2010/main" val="717650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face Book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74F642-B459-8F68-4149-D4B99668EA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96217" y="862978"/>
            <a:ext cx="8795602" cy="520848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3440570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91501" y="1247502"/>
            <a:ext cx="6395644" cy="425849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C7570AD-BDD1-7816-47BC-F74FDBA27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3434768" cy="1532021"/>
          </a:xfrm>
        </p:spPr>
        <p:txBody>
          <a:bodyPr/>
          <a:lstStyle/>
          <a:p>
            <a:r>
              <a:rPr lang="en-GB" dirty="0"/>
              <a:t>Desktop device</a:t>
            </a:r>
          </a:p>
        </p:txBody>
      </p:sp>
    </p:spTree>
    <p:extLst>
      <p:ext uri="{BB962C8B-B14F-4D97-AF65-F5344CB8AC3E}">
        <p14:creationId xmlns:p14="http://schemas.microsoft.com/office/powerpoint/2010/main" val="25052934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43615" y="136842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A2C4E4-7F5F-67A3-0215-4AD932BDA9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6315" y="136842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A1D9D11-B1DC-A8D1-7FEA-B26C35399BA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166505" y="136842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6DD9963-9B5A-10CD-A0EE-68235B7C27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9205" y="136842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0E9982E-86E4-21ED-9386-2BE8F31125A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43615" y="2751314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ABD159C3-2532-3562-792C-4F5CDC66EC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26315" y="2751314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ADF1BC7D-9E9D-7CD1-E8AA-262A162599E5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166505" y="2751314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0399768-6B14-D79E-5238-274950F97D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49205" y="2751314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98348947-C76D-9C8F-348B-51A87330725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643615" y="412244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AEC67F7-F65C-17F4-BF5F-DAF9447AEC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26315" y="412244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814B2C35-0E8C-3EF5-DFBB-4A646E3A6373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166505" y="412244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5F261BA-EC3A-97AD-184F-EED4ACE0DB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9205" y="412244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97C654F-9EB9-66D5-2E82-656BFF5A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51371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EDCD066B-62F2-1A43-3B79-0734FE86A4F0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680956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7" name="Picture Placeholder 7">
            <a:extLst>
              <a:ext uri="{FF2B5EF4-FFF2-40B4-BE49-F238E27FC236}">
                <a16:creationId xmlns:a16="http://schemas.microsoft.com/office/drawing/2014/main" id="{AC1E1BEF-7CEE-8011-71B0-68F0F7ED3DBB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388132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D93BE3-A2EF-45BD-52EE-BE0CE570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266606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A1D9D11-B1DC-A8D1-7FEA-B26C35399BA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973781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0E9982E-86E4-21ED-9386-2BE8F31125A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680956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ADF1BC7D-9E9D-7CD1-E8AA-262A162599E5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388132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98348947-C76D-9C8F-348B-51A87330725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266606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814B2C35-0E8C-3EF5-DFBB-4A646E3A6373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3973781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7CA8422-1D2B-55E1-7CC5-FA76891B1D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0887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B1D750A3-997C-117C-3671-CF7A3758AF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78063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E5AC6BD1-147E-35E8-0B05-7168172341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5239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CF663DAB-E3A8-8E89-61F7-20DFA620D0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92413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9EA348E3-0BA0-AB18-D019-848DA1B4F3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0887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607FE6B0-A2D9-C718-2193-A841C6CA05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78063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3216F32-B415-75E5-A176-3355725AB2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952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35ACE380-9E86-AB7F-35A9-F1C0E8040B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57841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4441154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2FE7D91B-1563-CEA3-1FF8-3F546AD5B839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241032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5" name="Text Placeholder 28">
            <a:extLst>
              <a:ext uri="{FF2B5EF4-FFF2-40B4-BE49-F238E27FC236}">
                <a16:creationId xmlns:a16="http://schemas.microsoft.com/office/drawing/2014/main" id="{283449E4-2863-B781-158C-C0932DEE17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41032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731627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03A57B8-E234-CD88-D11C-D1DFE37ADD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415473" y="3470854"/>
            <a:ext cx="4113646" cy="1282700"/>
          </a:xfrm>
        </p:spPr>
        <p:txBody>
          <a:bodyPr anchor="ctr"/>
          <a:lstStyle>
            <a:lvl1pPr algn="r">
              <a:lnSpc>
                <a:spcPct val="80000"/>
              </a:lnSpc>
              <a:defRPr sz="3600"/>
            </a:lvl1pPr>
          </a:lstStyle>
          <a:p>
            <a:pPr lvl="0"/>
            <a:r>
              <a:rPr lang="en-GB"/>
              <a:t>Meet the team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7CA8422-1D2B-55E1-7CC5-FA76891B1D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31627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787E02-54B7-34DE-48AF-51442EB2B509}"/>
              </a:ext>
            </a:extLst>
          </p:cNvPr>
          <p:cNvCxnSpPr>
            <a:cxnSpLocks/>
          </p:cNvCxnSpPr>
          <p:nvPr userDrawn="1"/>
        </p:nvCxnSpPr>
        <p:spPr>
          <a:xfrm>
            <a:off x="641350" y="0"/>
            <a:ext cx="0" cy="201276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7">
            <a:extLst>
              <a:ext uri="{FF2B5EF4-FFF2-40B4-BE49-F238E27FC236}">
                <a16:creationId xmlns:a16="http://schemas.microsoft.com/office/drawing/2014/main" id="{384A9924-D9B5-F558-4446-770722C9E65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6750437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13B4A43A-7C48-6830-0A71-84B2AA8D5B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50437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0" name="Picture Placeholder 7">
            <a:extLst>
              <a:ext uri="{FF2B5EF4-FFF2-40B4-BE49-F238E27FC236}">
                <a16:creationId xmlns:a16="http://schemas.microsoft.com/office/drawing/2014/main" id="{09A357F1-DCB0-AAA1-FF7C-579CD51579A1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9259842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CFA284AE-D574-E303-87B5-B8731F5B3D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59842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D8C052A2-B328-B532-B588-0344982F0D3F}"/>
              </a:ext>
            </a:extLst>
          </p:cNvPr>
          <p:cNvSpPr>
            <a:spLocks noGrp="1" noChangeAspect="1"/>
          </p:cNvSpPr>
          <p:nvPr>
            <p:ph type="pic" sz="quarter" idx="33"/>
          </p:nvPr>
        </p:nvSpPr>
        <p:spPr>
          <a:xfrm>
            <a:off x="1731627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BB72990-AB1D-E7C4-6B75-0DB3F2E4BD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31627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FD171AC2-82E6-C5F7-9D8F-179C5045CD7E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4241032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0AB05AEC-005A-3F1B-0C4D-64752EE895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41032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6" name="Picture Placeholder 7">
            <a:extLst>
              <a:ext uri="{FF2B5EF4-FFF2-40B4-BE49-F238E27FC236}">
                <a16:creationId xmlns:a16="http://schemas.microsoft.com/office/drawing/2014/main" id="{0EE26C2E-7158-576F-1378-CA79415AEBD0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750437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C5BD386D-E6DA-D6A7-A9E3-7D2E78533E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50437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8" name="Picture Placeholder 7">
            <a:extLst>
              <a:ext uri="{FF2B5EF4-FFF2-40B4-BE49-F238E27FC236}">
                <a16:creationId xmlns:a16="http://schemas.microsoft.com/office/drawing/2014/main" id="{06E30288-6192-C4BC-6B0F-03332A53846C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9258613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80096700-6812-294E-0C3E-E5CC7858FD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258613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21914814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x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5815C96E-6900-B6B5-815D-4D8E8D008112}"/>
              </a:ext>
            </a:extLst>
          </p:cNvPr>
          <p:cNvSpPr/>
          <p:nvPr userDrawn="1"/>
        </p:nvSpPr>
        <p:spPr>
          <a:xfrm>
            <a:off x="4063800" y="0"/>
            <a:ext cx="4064400" cy="6169024"/>
          </a:xfrm>
          <a:custGeom>
            <a:avLst/>
            <a:gdLst>
              <a:gd name="connsiteX0" fmla="*/ 0 w 4064400"/>
              <a:gd name="connsiteY0" fmla="*/ 0 h 6169024"/>
              <a:gd name="connsiteX1" fmla="*/ 4064400 w 4064400"/>
              <a:gd name="connsiteY1" fmla="*/ 0 h 6169024"/>
              <a:gd name="connsiteX2" fmla="*/ 4064400 w 4064400"/>
              <a:gd name="connsiteY2" fmla="*/ 6169024 h 6169024"/>
              <a:gd name="connsiteX3" fmla="*/ 0 w 4064400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400" h="6169024">
                <a:moveTo>
                  <a:pt x="0" y="0"/>
                </a:moveTo>
                <a:lnTo>
                  <a:pt x="4064400" y="0"/>
                </a:lnTo>
                <a:lnTo>
                  <a:pt x="4064400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CC0C5C-99D1-99BB-CABB-CC6FB255B2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00792-06FC-7E14-8396-F27E3154E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5B2C59-8A37-64E6-6CBA-C5AECEC50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64400" cy="26701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272F750-99B3-124C-D8D3-F1286B3773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3800" y="0"/>
            <a:ext cx="4064400" cy="2670175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F7023C7E-EF93-8C6E-835A-939EDCF962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27600" y="0"/>
            <a:ext cx="4064400" cy="26701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365F35F-7775-B95E-825A-60563DB58A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1163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D75C35C-A936-78DA-A517-9B8EF3CF10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1163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D6471E19-8CCC-B0DF-8C3F-7CB2503D5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184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014B1B71-F74A-A303-FC3B-F4A8195843F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67225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A48D3C2-9B59-84FE-83E7-B0F97C9E71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53811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A7224203-3DFE-E8BA-9C78-241EA5FF8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50852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96825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500C5C-55A0-3C8A-0687-A33E321F6869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0055F50-D54C-7B73-CCDD-822FD5C580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60B1CD-282B-07A4-3E89-E1D0C76C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1368426"/>
            <a:ext cx="3704189" cy="343217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99375" y="682625"/>
            <a:ext cx="3856038" cy="5486398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D7BE90-3BDC-F609-DA85-653C974727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500" y="2060575"/>
            <a:ext cx="2568575" cy="2730498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4643C89-D039-12D0-AD23-86C897EB3177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695564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08090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1F82C0E6-ABEE-E744-BED6-3CF463ACD2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88118"/>
            <a:ext cx="6096000" cy="308090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16675" y="3080906"/>
            <a:ext cx="5138738" cy="308090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661CDCE-8667-108C-D192-8D82B9BCDBC4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6B40D565-931C-207E-52B1-CBD7948A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3786739" cy="2230939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6959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429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429000"/>
            <a:ext cx="4345538" cy="274002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D4F01D-E5FA-8B13-BDAA-28E7F353D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459413" cy="27400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7251E75-5D43-155E-9EF9-2835F16A02AA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29776259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3429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429000"/>
            <a:ext cx="4345538" cy="274002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5F49B39-D9E3-959B-708D-6A74A51B6E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D4F01D-E5FA-8B13-BDAA-28E7F353D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459413" cy="27400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DA4BE3-56CF-7014-FEAC-F83276D7734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9256783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604F0-B5CD-0F0A-9FCD-FB9A1EF29C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2149" y="0"/>
            <a:ext cx="3209925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E08D6B-F466-16BC-3391-106E8FFF117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3CACE73-530E-AFF2-FD72-96087D95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2529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86652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75326" y="0"/>
            <a:ext cx="6416674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5326" y="3080906"/>
            <a:ext cx="6416674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40F16F-80F7-0DAF-13F8-888A58AA174A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27E28D2-E3FC-B6B1-21BC-1F8C5770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1808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36490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82074" y="3080906"/>
            <a:ext cx="3209925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72149" y="0"/>
            <a:ext cx="3209925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2149" y="3080906"/>
            <a:ext cx="3209925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53B5CB-779B-F9C8-9782-2B3EFD9A5A7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5C0A819C-E4AE-9406-191E-A323D1CD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2529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71534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82074" y="3429000"/>
            <a:ext cx="3209925" cy="274002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72149" y="0"/>
            <a:ext cx="3209925" cy="206057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2149" y="2067788"/>
            <a:ext cx="3209925" cy="410123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6B88C7-709E-7FB2-AB08-704E04F89CD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BB0714AB-51F6-2A7B-A0BD-C9275152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1808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5353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5999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29000"/>
            <a:ext cx="6095999" cy="342264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6096000" cy="342264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7FC564-834F-BE5A-F11A-660E303FA6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F4D1F9-CC5E-B32D-D859-F2CC5C8AE9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675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CBFEF5-62CA-5AE1-7C27-1FA428E053D6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528D03F-3185-2519-8828-ABF13B023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0"/>
            <a:ext cx="6095999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6096000" cy="6169022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4432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CBFEF5-62CA-5AE1-7C27-1FA428E053D6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528D03F-3185-2519-8828-ABF13B023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6675" y="0"/>
            <a:ext cx="2565400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" y="0"/>
            <a:ext cx="6416675" cy="27432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946053-E62C-3605-EB68-E7DEC59EE0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743200"/>
            <a:ext cx="3206750" cy="34258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EDF04BE-2ED7-E23F-7734-81C214CCA8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06749" y="2743200"/>
            <a:ext cx="3209925" cy="34258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C2092C-D564-C5A9-C97F-348F2ECB44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82075" y="0"/>
            <a:ext cx="3209925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EB5095-7804-C3E6-7402-3C7A63C0BA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982075" y="3082924"/>
            <a:ext cx="3209925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3396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00" y="0"/>
            <a:ext cx="3044848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BB13102-A20D-BCDF-666A-2DBE1AC13C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0" y="3086100"/>
            <a:ext cx="3044848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6F490869-D1DC-C579-A316-10A2245BB8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44248" y="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D58FB9-EF60-89EE-C72E-92CE23001F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248" y="308610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823CF1B-0C04-D7AF-5C5C-1F72BEB334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3046114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3DB2B6A3-4F93-8812-1A03-1B748F6B2AE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86100"/>
            <a:ext cx="3046114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6B79E47-FA84-B264-D708-BEA6E7FE372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114" y="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BB89B72-822F-BF1F-3F86-5895078726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2114" y="308610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1848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- desk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C93688E-1263-9D36-62A7-80F8CE19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569"/>
          <a:stretch/>
        </p:blipFill>
        <p:spPr>
          <a:xfrm>
            <a:off x="6845670" y="2590799"/>
            <a:ext cx="4860531" cy="35782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06750" y="2060575"/>
            <a:ext cx="3209925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82977" y="2742325"/>
            <a:ext cx="4585917" cy="257957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6F75DD7-6FD0-C133-DE4A-4C7F2C7A9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21239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- mobi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06750" y="2060575"/>
            <a:ext cx="3209925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FC0EE2-F2F1-F95E-5296-A4799BF2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3C9BFFC-B4D9-44A6-1923-855BB7D10B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13541" y="1283759"/>
            <a:ext cx="2239057" cy="4702175"/>
          </a:xfrm>
          <a:prstGeom prst="roundRect">
            <a:avLst>
              <a:gd name="adj" fmla="val 12251"/>
            </a:avLst>
          </a:prstGeo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9883130-8A5B-7D6C-2C29-C580C41FDA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84617" y="1345678"/>
            <a:ext cx="2096905" cy="4578337"/>
          </a:xfrm>
          <a:custGeom>
            <a:avLst/>
            <a:gdLst>
              <a:gd name="connsiteX0" fmla="*/ 256226 w 2454413"/>
              <a:gd name="connsiteY0" fmla="*/ 84 h 5358912"/>
              <a:gd name="connsiteX1" fmla="*/ 409999 w 2454413"/>
              <a:gd name="connsiteY1" fmla="*/ 833 h 5358912"/>
              <a:gd name="connsiteX2" fmla="*/ 532204 w 2454413"/>
              <a:gd name="connsiteY2" fmla="*/ 84 h 5358912"/>
              <a:gd name="connsiteX3" fmla="*/ 646470 w 2454413"/>
              <a:gd name="connsiteY3" fmla="*/ 1020 h 5358912"/>
              <a:gd name="connsiteX4" fmla="*/ 875098 w 2454413"/>
              <a:gd name="connsiteY4" fmla="*/ 84 h 5358912"/>
              <a:gd name="connsiteX5" fmla="*/ 1086808 w 2454413"/>
              <a:gd name="connsiteY5" fmla="*/ 84 h 5358912"/>
              <a:gd name="connsiteX6" fmla="*/ 1287080 w 2454413"/>
              <a:gd name="connsiteY6" fmla="*/ 84 h 5358912"/>
              <a:gd name="connsiteX7" fmla="*/ 1497562 w 2454413"/>
              <a:gd name="connsiteY7" fmla="*/ 739 h 5358912"/>
              <a:gd name="connsiteX8" fmla="*/ 1686588 w 2454413"/>
              <a:gd name="connsiteY8" fmla="*/ 84 h 5358912"/>
              <a:gd name="connsiteX9" fmla="*/ 1900472 w 2454413"/>
              <a:gd name="connsiteY9" fmla="*/ 84 h 5358912"/>
              <a:gd name="connsiteX10" fmla="*/ 2071446 w 2454413"/>
              <a:gd name="connsiteY10" fmla="*/ 177 h 5358912"/>
              <a:gd name="connsiteX11" fmla="*/ 2198189 w 2454413"/>
              <a:gd name="connsiteY11" fmla="*/ 84 h 5358912"/>
              <a:gd name="connsiteX12" fmla="*/ 2446853 w 2454413"/>
              <a:gd name="connsiteY12" fmla="*/ 189884 h 5358912"/>
              <a:gd name="connsiteX13" fmla="*/ 2453941 w 2454413"/>
              <a:gd name="connsiteY13" fmla="*/ 259959 h 5358912"/>
              <a:gd name="connsiteX14" fmla="*/ 2454225 w 2454413"/>
              <a:gd name="connsiteY14" fmla="*/ 1370190 h 5358912"/>
              <a:gd name="connsiteX15" fmla="*/ 2454225 w 2454413"/>
              <a:gd name="connsiteY15" fmla="*/ 2680434 h 5358912"/>
              <a:gd name="connsiteX16" fmla="*/ 2454413 w 2454413"/>
              <a:gd name="connsiteY16" fmla="*/ 5106531 h 5358912"/>
              <a:gd name="connsiteX17" fmla="*/ 2379181 w 2454413"/>
              <a:gd name="connsiteY17" fmla="*/ 5287151 h 5358912"/>
              <a:gd name="connsiteX18" fmla="*/ 2196865 w 2454413"/>
              <a:gd name="connsiteY18" fmla="*/ 5358912 h 5358912"/>
              <a:gd name="connsiteX19" fmla="*/ 1017340 w 2454413"/>
              <a:gd name="connsiteY19" fmla="*/ 5358724 h 5358912"/>
              <a:gd name="connsiteX20" fmla="*/ 254714 w 2454413"/>
              <a:gd name="connsiteY20" fmla="*/ 5358912 h 5358912"/>
              <a:gd name="connsiteX21" fmla="*/ 104249 w 2454413"/>
              <a:gd name="connsiteY21" fmla="*/ 5311227 h 5358912"/>
              <a:gd name="connsiteX22" fmla="*/ 95 w 2454413"/>
              <a:gd name="connsiteY22" fmla="*/ 5103345 h 5358912"/>
              <a:gd name="connsiteX23" fmla="*/ 284 w 2454413"/>
              <a:gd name="connsiteY23" fmla="*/ 4192002 h 5358912"/>
              <a:gd name="connsiteX24" fmla="*/ 0 w 2454413"/>
              <a:gd name="connsiteY24" fmla="*/ 261271 h 5358912"/>
              <a:gd name="connsiteX25" fmla="*/ 117669 w 2454413"/>
              <a:gd name="connsiteY25" fmla="*/ 39149 h 5358912"/>
              <a:gd name="connsiteX26" fmla="*/ 256226 w 2454413"/>
              <a:gd name="connsiteY26" fmla="*/ 84 h 535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54413" h="5358912">
                <a:moveTo>
                  <a:pt x="256226" y="84"/>
                </a:moveTo>
                <a:cubicBezTo>
                  <a:pt x="307451" y="84"/>
                  <a:pt x="358772" y="833"/>
                  <a:pt x="409999" y="833"/>
                </a:cubicBezTo>
                <a:cubicBezTo>
                  <a:pt x="450733" y="833"/>
                  <a:pt x="491469" y="84"/>
                  <a:pt x="532204" y="84"/>
                </a:cubicBezTo>
                <a:cubicBezTo>
                  <a:pt x="570293" y="84"/>
                  <a:pt x="608381" y="1020"/>
                  <a:pt x="646470" y="1020"/>
                </a:cubicBezTo>
                <a:cubicBezTo>
                  <a:pt x="722649" y="927"/>
                  <a:pt x="798920" y="271"/>
                  <a:pt x="875098" y="84"/>
                </a:cubicBezTo>
                <a:cubicBezTo>
                  <a:pt x="945700" y="-104"/>
                  <a:pt x="1016206" y="84"/>
                  <a:pt x="1086808" y="84"/>
                </a:cubicBezTo>
                <a:cubicBezTo>
                  <a:pt x="1153534" y="84"/>
                  <a:pt x="1220355" y="-11"/>
                  <a:pt x="1287080" y="84"/>
                </a:cubicBezTo>
                <a:cubicBezTo>
                  <a:pt x="1357210" y="177"/>
                  <a:pt x="1427433" y="739"/>
                  <a:pt x="1497562" y="739"/>
                </a:cubicBezTo>
                <a:cubicBezTo>
                  <a:pt x="1560602" y="739"/>
                  <a:pt x="1623548" y="177"/>
                  <a:pt x="1686588" y="84"/>
                </a:cubicBezTo>
                <a:cubicBezTo>
                  <a:pt x="1757851" y="-11"/>
                  <a:pt x="1829208" y="84"/>
                  <a:pt x="1900472" y="84"/>
                </a:cubicBezTo>
                <a:cubicBezTo>
                  <a:pt x="1957463" y="84"/>
                  <a:pt x="2014455" y="177"/>
                  <a:pt x="2071446" y="177"/>
                </a:cubicBezTo>
                <a:cubicBezTo>
                  <a:pt x="2113693" y="177"/>
                  <a:pt x="2155941" y="-11"/>
                  <a:pt x="2198189" y="84"/>
                </a:cubicBezTo>
                <a:cubicBezTo>
                  <a:pt x="2317936" y="458"/>
                  <a:pt x="2419160" y="76997"/>
                  <a:pt x="2446853" y="189884"/>
                </a:cubicBezTo>
                <a:cubicBezTo>
                  <a:pt x="2452429" y="212461"/>
                  <a:pt x="2453847" y="236538"/>
                  <a:pt x="2453941" y="259959"/>
                </a:cubicBezTo>
                <a:cubicBezTo>
                  <a:pt x="2454319" y="630005"/>
                  <a:pt x="2454225" y="1000144"/>
                  <a:pt x="2454225" y="1370190"/>
                </a:cubicBezTo>
                <a:cubicBezTo>
                  <a:pt x="2454225" y="1806939"/>
                  <a:pt x="2454225" y="2243686"/>
                  <a:pt x="2454225" y="2680434"/>
                </a:cubicBezTo>
                <a:cubicBezTo>
                  <a:pt x="2454225" y="3489102"/>
                  <a:pt x="2454225" y="4297863"/>
                  <a:pt x="2454413" y="5106531"/>
                </a:cubicBezTo>
                <a:cubicBezTo>
                  <a:pt x="2454413" y="5177448"/>
                  <a:pt x="2429651" y="5237780"/>
                  <a:pt x="2379181" y="5287151"/>
                </a:cubicBezTo>
                <a:cubicBezTo>
                  <a:pt x="2328900" y="5336241"/>
                  <a:pt x="2267750" y="5359005"/>
                  <a:pt x="2196865" y="5358912"/>
                </a:cubicBezTo>
                <a:cubicBezTo>
                  <a:pt x="1803690" y="5358537"/>
                  <a:pt x="1410515" y="5358724"/>
                  <a:pt x="1017340" y="5358724"/>
                </a:cubicBezTo>
                <a:cubicBezTo>
                  <a:pt x="763100" y="5358724"/>
                  <a:pt x="508954" y="5358537"/>
                  <a:pt x="254714" y="5358912"/>
                </a:cubicBezTo>
                <a:cubicBezTo>
                  <a:pt x="199140" y="5358912"/>
                  <a:pt x="148481" y="5344203"/>
                  <a:pt x="104249" y="5311227"/>
                </a:cubicBezTo>
                <a:cubicBezTo>
                  <a:pt x="34781" y="5259421"/>
                  <a:pt x="0" y="5190189"/>
                  <a:pt x="95" y="5103345"/>
                </a:cubicBezTo>
                <a:cubicBezTo>
                  <a:pt x="473" y="4799534"/>
                  <a:pt x="284" y="4495814"/>
                  <a:pt x="284" y="4192002"/>
                </a:cubicBezTo>
                <a:cubicBezTo>
                  <a:pt x="284" y="2881758"/>
                  <a:pt x="378" y="1571514"/>
                  <a:pt x="0" y="261271"/>
                </a:cubicBezTo>
                <a:cubicBezTo>
                  <a:pt x="0" y="165808"/>
                  <a:pt x="37900" y="91798"/>
                  <a:pt x="117669" y="39149"/>
                </a:cubicBezTo>
                <a:cubicBezTo>
                  <a:pt x="159350" y="11606"/>
                  <a:pt x="206417" y="177"/>
                  <a:pt x="256226" y="8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8280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>
            <a:lvl1pPr>
              <a:lnSpc>
                <a:spcPct val="90000"/>
              </a:lnSpc>
              <a:defRPr sz="5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0936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3200" cy="68580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6585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000" y="680400"/>
            <a:ext cx="10908000" cy="54972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350" y="680400"/>
            <a:ext cx="10909300" cy="54972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561F0D-B857-A2C5-CD96-7D90818E67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299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587" y="682625"/>
            <a:ext cx="10918826" cy="5492750"/>
          </a:xfrm>
          <a:solidFill>
            <a:schemeClr val="bg2"/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419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94CDDFE-B808-A462-BF7C-15A9ACEEE89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5400" y="0"/>
            <a:ext cx="6096600" cy="6858000"/>
          </a:xfrm>
          <a:solidFill>
            <a:schemeClr val="bg1">
              <a:lumMod val="65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60966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600" y="0"/>
            <a:ext cx="12193200" cy="68580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6023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6192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06750" y="682625"/>
            <a:ext cx="8985250" cy="5492752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48100" y="682625"/>
            <a:ext cx="7706828" cy="5492750"/>
          </a:xfrm>
        </p:spPr>
        <p:txBody>
          <a:bodyPr numCol="1" spcCol="360000" anchor="ctr"/>
          <a:lstStyle>
            <a:lvl1pPr>
              <a:lnSpc>
                <a:spcPct val="90000"/>
              </a:lnSpc>
              <a:defRPr sz="5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8752AD-89EB-4103-B2A4-8FFD72F2DDB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7D93877-6F24-DFF8-F2FA-D4A4BFAD8B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208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3A5AB9B-F36D-C97A-851D-0C3C055F8AB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-600" y="4572001"/>
            <a:ext cx="12193200" cy="2286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5A686A2-DB4A-4300-3D5B-A3EBF888B49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23450" y="4572001"/>
            <a:ext cx="10268550" cy="2286000"/>
          </a:xfr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</p:spPr>
        <p:txBody>
          <a:bodyPr lIns="360000" tIns="0" rIns="1260000" bIns="0" numCol="1" spcCol="360000" anchor="ctr"/>
          <a:lstStyle>
            <a:lvl1pPr algn="r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F4806A-5A04-4F83-1383-BACACC67A7C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600" y="2286001"/>
            <a:ext cx="12193200" cy="2286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2286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23450" y="0"/>
            <a:ext cx="10268550" cy="2286000"/>
          </a:xfr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</p:spPr>
        <p:txBody>
          <a:bodyPr lIns="360000" tIns="0" rIns="1260000" bIns="0" numCol="1" spcCol="360000" anchor="ctr"/>
          <a:lstStyle>
            <a:lvl1pPr algn="r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7C6F1D-0082-D95A-B441-BCB17D23837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286001"/>
            <a:ext cx="10268550" cy="2286000"/>
          </a:xfrm>
          <a:gradFill flip="none" rotWithShape="1">
            <a:gsLst>
              <a:gs pos="0">
                <a:schemeClr val="tx1">
                  <a:alpha val="7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</p:spPr>
        <p:txBody>
          <a:bodyPr lIns="1260000" tIns="0" rIns="360000" bIns="0" numCol="1" spcCol="360000" anchor="ctr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54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F404F86-5A46-6A8A-7F3C-9D06DE2A8222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16E558-7B46-FD80-0530-EA162C8D2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9525" y="6169025"/>
            <a:ext cx="4495800" cy="6826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50894-5538-1638-22C9-1AE0C5D95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261" y="6362299"/>
            <a:ext cx="494264" cy="2960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997E-868F-7161-FD80-0AB5EE93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261" y="2060575"/>
            <a:ext cx="10765383" cy="4039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4E957452-906A-4D83-78E1-6E866C22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FA9FBC41-97C0-D9A9-89DA-E487E47E2447}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7BCA4A-AD74-2AC4-6377-FE8BF930FB75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39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701" r:id="rId2"/>
    <p:sldLayoutId id="2147483695" r:id="rId3"/>
    <p:sldLayoutId id="2147483696" r:id="rId4"/>
    <p:sldLayoutId id="2147483673" r:id="rId5"/>
    <p:sldLayoutId id="2147483676" r:id="rId6"/>
    <p:sldLayoutId id="2147483674" r:id="rId7"/>
    <p:sldLayoutId id="2147483675" r:id="rId8"/>
    <p:sldLayoutId id="2147483679" r:id="rId9"/>
    <p:sldLayoutId id="2147483680" r:id="rId10"/>
    <p:sldLayoutId id="2147483718" r:id="rId11"/>
    <p:sldLayoutId id="2147483719" r:id="rId12"/>
    <p:sldLayoutId id="2147483683" r:id="rId13"/>
    <p:sldLayoutId id="2147483684" r:id="rId14"/>
    <p:sldLayoutId id="2147483685" r:id="rId15"/>
    <p:sldLayoutId id="2147483681" r:id="rId16"/>
    <p:sldLayoutId id="2147483682" r:id="rId17"/>
    <p:sldLayoutId id="2147483662" r:id="rId18"/>
    <p:sldLayoutId id="2147483730" r:id="rId19"/>
    <p:sldLayoutId id="2147483663" r:id="rId20"/>
    <p:sldLayoutId id="2147483691" r:id="rId21"/>
    <p:sldLayoutId id="2147483692" r:id="rId22"/>
    <p:sldLayoutId id="2147483698" r:id="rId23"/>
    <p:sldLayoutId id="2147483694" r:id="rId24"/>
    <p:sldLayoutId id="2147483668" r:id="rId25"/>
    <p:sldLayoutId id="2147483729" r:id="rId26"/>
    <p:sldLayoutId id="2147483688" r:id="rId27"/>
    <p:sldLayoutId id="2147483697" r:id="rId28"/>
    <p:sldLayoutId id="2147483700" r:id="rId29"/>
    <p:sldLayoutId id="2147483699" r:id="rId30"/>
    <p:sldLayoutId id="2147483702" r:id="rId31"/>
    <p:sldLayoutId id="2147483703" r:id="rId32"/>
    <p:sldLayoutId id="2147483704" r:id="rId33"/>
    <p:sldLayoutId id="2147483705" r:id="rId34"/>
    <p:sldLayoutId id="2147483706" r:id="rId35"/>
    <p:sldLayoutId id="2147483707" r:id="rId36"/>
    <p:sldLayoutId id="2147483709" r:id="rId37"/>
    <p:sldLayoutId id="2147483708" r:id="rId38"/>
    <p:sldLayoutId id="2147483710" r:id="rId39"/>
    <p:sldLayoutId id="2147483711" r:id="rId40"/>
    <p:sldLayoutId id="2147483712" r:id="rId41"/>
    <p:sldLayoutId id="2147483713" r:id="rId42"/>
    <p:sldLayoutId id="2147483714" r:id="rId43"/>
    <p:sldLayoutId id="2147483715" r:id="rId44"/>
    <p:sldLayoutId id="2147483716" r:id="rId45"/>
    <p:sldLayoutId id="2147483717" r:id="rId46"/>
    <p:sldLayoutId id="2147483720" r:id="rId47"/>
    <p:sldLayoutId id="2147483721" r:id="rId48"/>
    <p:sldLayoutId id="2147483722" r:id="rId49"/>
    <p:sldLayoutId id="2147483723" r:id="rId50"/>
    <p:sldLayoutId id="2147483724" r:id="rId51"/>
    <p:sldLayoutId id="2147483725" r:id="rId52"/>
    <p:sldLayoutId id="2147483726" r:id="rId53"/>
    <p:sldLayoutId id="2147483727" r:id="rId54"/>
    <p:sldLayoutId id="2147483728" r:id="rId55"/>
  </p:sldLayoutIdLst>
  <p:hf hdr="0" dt="0"/>
  <p:txStyles>
    <p:titleStyle>
      <a:lvl1pPr algn="l" defTabSz="363702" rtl="0" eaLnBrk="1" latinLnBrk="0" hangingPunct="1">
        <a:lnSpc>
          <a:spcPct val="90000"/>
        </a:lnSpc>
        <a:spcBef>
          <a:spcPct val="0"/>
        </a:spcBef>
        <a:buNone/>
        <a:defRPr sz="2800" b="0" kern="1200" cap="none" baseline="0">
          <a:solidFill>
            <a:schemeClr val="tx1"/>
          </a:solidFill>
          <a:latin typeface="+mj-lt"/>
          <a:ea typeface="Century Gothic" charset="0"/>
          <a:cs typeface="Century Gothic" charset="0"/>
        </a:defRPr>
      </a:lvl1pPr>
    </p:titleStyle>
    <p:bodyStyle>
      <a:lvl1pPr marL="0" indent="0" algn="l" defTabSz="363702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36370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/>
        <a:buNone/>
        <a:tabLst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2pPr>
      <a:lvl3pPr marL="356400" indent="-356400" algn="l" defTabSz="36370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System Font Regular"/>
        <a:buChar char="⏤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0400" indent="-320400" algn="l" defTabSz="36370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System Font Regular"/>
        <a:buChar char="⏤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3055" indent="0" algn="l" defTabSz="363702" rtl="0" eaLnBrk="1" latinLnBrk="0" hangingPunct="1">
        <a:lnSpc>
          <a:spcPct val="90000"/>
        </a:lnSpc>
        <a:spcBef>
          <a:spcPts val="199"/>
        </a:spcBef>
        <a:buFont typeface="Arial"/>
        <a:buNone/>
        <a:tabLst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1000180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6pPr>
      <a:lvl7pPr marL="1182032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7pPr>
      <a:lvl8pPr marL="1363883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8pPr>
      <a:lvl9pPr marL="1545734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1pPr>
      <a:lvl2pPr marL="181851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2pPr>
      <a:lvl3pPr marL="363702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3pPr>
      <a:lvl4pPr marL="545552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4pPr>
      <a:lvl5pPr marL="727404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5pPr>
      <a:lvl6pPr marL="909255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6pPr>
      <a:lvl7pPr marL="1091105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7pPr>
      <a:lvl8pPr marL="1272957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8pPr>
      <a:lvl9pPr marL="1454807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04" userDrawn="1">
          <p15:clr>
            <a:srgbClr val="FDE53C"/>
          </p15:clr>
        </p15:guide>
        <p15:guide id="6" orient="horz" pos="6407">
          <p15:clr>
            <a:srgbClr val="A4A3A4"/>
          </p15:clr>
        </p15:guide>
        <p15:guide id="10" orient="horz" pos="6588">
          <p15:clr>
            <a:srgbClr val="A4A3A4"/>
          </p15:clr>
        </p15:guide>
        <p15:guide id="37" pos="7680" userDrawn="1">
          <p15:clr>
            <a:srgbClr val="FFFFFF"/>
          </p15:clr>
        </p15:guide>
        <p15:guide id="41" orient="horz" pos="6289">
          <p15:clr>
            <a:srgbClr val="A4A3A4"/>
          </p15:clr>
        </p15:guide>
        <p15:guide id="51" pos="3232" userDrawn="1">
          <p15:clr>
            <a:srgbClr val="FDE53C"/>
          </p15:clr>
        </p15:guide>
        <p15:guide id="54" pos="4444" userDrawn="1">
          <p15:clr>
            <a:srgbClr val="FDE53C"/>
          </p15:clr>
        </p15:guide>
        <p15:guide id="59" pos="6062" userDrawn="1">
          <p15:clr>
            <a:srgbClr val="FDE53C"/>
          </p15:clr>
        </p15:guide>
        <p15:guide id="63" pos="7279" userDrawn="1">
          <p15:clr>
            <a:srgbClr val="FDE53C"/>
          </p15:clr>
        </p15:guide>
        <p15:guide id="64" orient="horz" pos="169" userDrawn="1">
          <p15:clr>
            <a:srgbClr val="A4A3A4"/>
          </p15:clr>
        </p15:guide>
        <p15:guide id="66" orient="horz" pos="862" userDrawn="1">
          <p15:clr>
            <a:srgbClr val="FFFFFF"/>
          </p15:clr>
        </p15:guide>
        <p15:guide id="67" orient="horz" pos="1298" userDrawn="1">
          <p15:clr>
            <a:srgbClr val="A4A3A4"/>
          </p15:clr>
        </p15:guide>
        <p15:guide id="69" orient="horz" pos="2160" userDrawn="1">
          <p15:clr>
            <a:srgbClr val="A4A3A4"/>
          </p15:clr>
        </p15:guide>
        <p15:guide id="71" pos="3840" userDrawn="1">
          <p15:clr>
            <a:srgbClr val="A4A3A4"/>
          </p15:clr>
        </p15:guide>
        <p15:guide id="74" orient="horz" pos="3886" userDrawn="1">
          <p15:clr>
            <a:srgbClr val="FDE53C"/>
          </p15:clr>
        </p15:guide>
        <p15:guide id="75" orient="horz" pos="4316" userDrawn="1">
          <p15:clr>
            <a:srgbClr val="FFFFFF"/>
          </p15:clr>
        </p15:guide>
        <p15:guide id="76" pos="491" userDrawn="1">
          <p15:clr>
            <a:srgbClr val="A4A3A4"/>
          </p15:clr>
        </p15:guide>
        <p15:guide id="77" orient="horz" pos="430" userDrawn="1">
          <p15:clr>
            <a:srgbClr val="FFFFFF"/>
          </p15:clr>
        </p15:guide>
        <p15:guide id="78" userDrawn="1">
          <p15:clr>
            <a:srgbClr val="FFFFFF"/>
          </p15:clr>
        </p15:guide>
        <p15:guide id="79" orient="horz" userDrawn="1">
          <p15:clr>
            <a:srgbClr val="FFFFFF"/>
          </p15:clr>
        </p15:guide>
        <p15:guide id="80" orient="horz" pos="1944" userDrawn="1">
          <p15:clr>
            <a:srgbClr val="FFFFF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" Type="http://schemas.openxmlformats.org/officeDocument/2006/relationships/image" Target="../media/image29.svg"/><Relationship Id="rId21" Type="http://schemas.openxmlformats.org/officeDocument/2006/relationships/image" Target="../media/image47.pn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17" Type="http://schemas.openxmlformats.org/officeDocument/2006/relationships/image" Target="../media/image43.svg"/><Relationship Id="rId25" Type="http://schemas.openxmlformats.org/officeDocument/2006/relationships/image" Target="../media/image51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24" Type="http://schemas.openxmlformats.org/officeDocument/2006/relationships/image" Target="../media/image50.png"/><Relationship Id="rId5" Type="http://schemas.openxmlformats.org/officeDocument/2006/relationships/image" Target="../media/image31.svg"/><Relationship Id="rId15" Type="http://schemas.openxmlformats.org/officeDocument/2006/relationships/image" Target="../media/image41.sv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10" Type="http://schemas.openxmlformats.org/officeDocument/2006/relationships/image" Target="../media/image36.png"/><Relationship Id="rId19" Type="http://schemas.openxmlformats.org/officeDocument/2006/relationships/image" Target="../media/image45.svg"/><Relationship Id="rId4" Type="http://schemas.openxmlformats.org/officeDocument/2006/relationships/image" Target="../media/image30.png"/><Relationship Id="rId9" Type="http://schemas.openxmlformats.org/officeDocument/2006/relationships/image" Target="../media/image35.svg"/><Relationship Id="rId14" Type="http://schemas.openxmlformats.org/officeDocument/2006/relationships/image" Target="../media/image40.png"/><Relationship Id="rId22" Type="http://schemas.openxmlformats.org/officeDocument/2006/relationships/image" Target="../media/image48.svg"/><Relationship Id="rId27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18" Type="http://schemas.openxmlformats.org/officeDocument/2006/relationships/image" Target="../media/image43.svg"/><Relationship Id="rId26" Type="http://schemas.openxmlformats.org/officeDocument/2006/relationships/image" Target="../media/image51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image" Target="../media/image56.jpeg"/><Relationship Id="rId16" Type="http://schemas.openxmlformats.org/officeDocument/2006/relationships/image" Target="../media/image41.svg"/><Relationship Id="rId20" Type="http://schemas.openxmlformats.org/officeDocument/2006/relationships/image" Target="../media/image45.sv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svg"/><Relationship Id="rId28" Type="http://schemas.openxmlformats.org/officeDocument/2006/relationships/image" Target="../media/image53.png"/><Relationship Id="rId10" Type="http://schemas.openxmlformats.org/officeDocument/2006/relationships/image" Target="../media/image35.svg"/><Relationship Id="rId19" Type="http://schemas.openxmlformats.org/officeDocument/2006/relationships/image" Target="../media/image44.pn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33A334FD-82BA-3A34-03E2-E22B98F6E2B1}"/>
              </a:ext>
            </a:extLst>
          </p:cNvPr>
          <p:cNvSpPr/>
          <p:nvPr/>
        </p:nvSpPr>
        <p:spPr>
          <a:xfrm>
            <a:off x="5180692" y="2541323"/>
            <a:ext cx="6369951" cy="3310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FC80F0F-061C-D09C-0F63-4F7932323368}"/>
              </a:ext>
            </a:extLst>
          </p:cNvPr>
          <p:cNvSpPr/>
          <p:nvPr/>
        </p:nvSpPr>
        <p:spPr>
          <a:xfrm>
            <a:off x="641350" y="2541323"/>
            <a:ext cx="4415880" cy="3310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C4C7920-557C-9B4E-1572-3A573147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EssenceMediacom brand PowerPoint instructions</a:t>
            </a:r>
          </a:p>
        </p:txBody>
      </p:sp>
      <p:sp>
        <p:nvSpPr>
          <p:cNvPr id="50" name="Footer Placeholder 49">
            <a:extLst>
              <a:ext uri="{FF2B5EF4-FFF2-40B4-BE49-F238E27FC236}">
                <a16:creationId xmlns:a16="http://schemas.microsoft.com/office/drawing/2014/main" id="{811E9E9D-87A2-847E-171F-2CAB62C31C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12B37D33-6780-D2D1-486F-E054AA9D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77B699-197C-E7F2-A95A-17CAB18AC2F6}"/>
              </a:ext>
            </a:extLst>
          </p:cNvPr>
          <p:cNvGrpSpPr/>
          <p:nvPr/>
        </p:nvGrpSpPr>
        <p:grpSpPr>
          <a:xfrm>
            <a:off x="741883" y="2639581"/>
            <a:ext cx="4339735" cy="2645293"/>
            <a:chOff x="1645743" y="1911584"/>
            <a:chExt cx="5089159" cy="31021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E76B09-DE46-697E-05E3-DEA3C880D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645743" y="1911584"/>
              <a:ext cx="2056461" cy="2995960"/>
            </a:xfrm>
            <a:prstGeom prst="roundRect">
              <a:avLst>
                <a:gd name="adj" fmla="val 3738"/>
              </a:avLst>
            </a:prstGeom>
            <a:solidFill>
              <a:schemeClr val="accent2"/>
            </a:solidFill>
            <a:effectLst/>
          </p:spPr>
        </p:pic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8C3267B-3E01-0654-28BB-DD34BAD5298E}"/>
                </a:ext>
              </a:extLst>
            </p:cNvPr>
            <p:cNvSpPr/>
            <p:nvPr/>
          </p:nvSpPr>
          <p:spPr>
            <a:xfrm>
              <a:off x="1645744" y="2218549"/>
              <a:ext cx="2225675" cy="2239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388947-0FBB-B769-B951-8AAD5313C0B9}"/>
                </a:ext>
              </a:extLst>
            </p:cNvPr>
            <p:cNvGrpSpPr/>
            <p:nvPr/>
          </p:nvGrpSpPr>
          <p:grpSpPr>
            <a:xfrm>
              <a:off x="3786156" y="2242290"/>
              <a:ext cx="176418" cy="176418"/>
              <a:chOff x="3549689" y="1879916"/>
              <a:chExt cx="210141" cy="210141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7B177CA-6D0A-C05E-D7F3-AAE529F9963B}"/>
                  </a:ext>
                </a:extLst>
              </p:cNvPr>
              <p:cNvSpPr/>
              <p:nvPr/>
            </p:nvSpPr>
            <p:spPr>
              <a:xfrm>
                <a:off x="3549689" y="1879916"/>
                <a:ext cx="210141" cy="21014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9E1259A8-A5A0-B170-1BA6-4B105A50CB35}"/>
                  </a:ext>
                </a:extLst>
              </p:cNvPr>
              <p:cNvSpPr/>
              <p:nvPr/>
            </p:nvSpPr>
            <p:spPr>
              <a:xfrm>
                <a:off x="3583754" y="1942941"/>
                <a:ext cx="135659" cy="90439"/>
              </a:xfrm>
              <a:custGeom>
                <a:avLst/>
                <a:gdLst>
                  <a:gd name="connsiteX0" fmla="*/ 0 w 170385"/>
                  <a:gd name="connsiteY0" fmla="*/ 56795 h 113590"/>
                  <a:gd name="connsiteX1" fmla="*/ 56795 w 170385"/>
                  <a:gd name="connsiteY1" fmla="*/ 113590 h 113590"/>
                  <a:gd name="connsiteX2" fmla="*/ 170385 w 170385"/>
                  <a:gd name="connsiteY2" fmla="*/ 0 h 113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385" h="113590">
                    <a:moveTo>
                      <a:pt x="0" y="56795"/>
                    </a:moveTo>
                    <a:lnTo>
                      <a:pt x="56795" y="113590"/>
                    </a:lnTo>
                    <a:lnTo>
                      <a:pt x="170385" y="0"/>
                    </a:lnTo>
                  </a:path>
                </a:pathLst>
              </a:custGeom>
              <a:noFill/>
              <a:ln w="254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121013A-42E7-42D0-95D5-D1E823466494}"/>
                </a:ext>
              </a:extLst>
            </p:cNvPr>
            <p:cNvSpPr/>
            <p:nvPr/>
          </p:nvSpPr>
          <p:spPr>
            <a:xfrm>
              <a:off x="1645744" y="2459062"/>
              <a:ext cx="2225675" cy="903597"/>
            </a:xfrm>
            <a:prstGeom prst="roundRect">
              <a:avLst>
                <a:gd name="adj" fmla="val 11058"/>
              </a:avLst>
            </a:prstGeom>
            <a:solidFill>
              <a:schemeClr val="bg1">
                <a:alpha val="7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F39F687-4F7A-080F-941D-796654B7E838}"/>
                </a:ext>
              </a:extLst>
            </p:cNvPr>
            <p:cNvGrpSpPr/>
            <p:nvPr/>
          </p:nvGrpSpPr>
          <p:grpSpPr>
            <a:xfrm>
              <a:off x="3786156" y="2822651"/>
              <a:ext cx="176418" cy="176418"/>
              <a:chOff x="3549689" y="2578416"/>
              <a:chExt cx="210141" cy="210141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F3881257-340B-6EF2-9D8A-2B02DF9C14F3}"/>
                  </a:ext>
                </a:extLst>
              </p:cNvPr>
              <p:cNvSpPr/>
              <p:nvPr/>
            </p:nvSpPr>
            <p:spPr>
              <a:xfrm>
                <a:off x="3549689" y="2578416"/>
                <a:ext cx="210141" cy="21014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4FC78AB9-2FE3-3DAD-FDB0-BDD44A78B8AC}"/>
                  </a:ext>
                </a:extLst>
              </p:cNvPr>
              <p:cNvGrpSpPr/>
              <p:nvPr/>
            </p:nvGrpSpPr>
            <p:grpSpPr>
              <a:xfrm rot="18900000">
                <a:off x="3594726" y="2626335"/>
                <a:ext cx="114300" cy="114300"/>
                <a:chOff x="3984625" y="1854200"/>
                <a:chExt cx="114300" cy="114300"/>
              </a:xfrm>
            </p:grpSpPr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C1A3954E-5AF8-1E62-5BF6-1390F9CCA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F6AA975D-DE5D-C0E4-DBCA-5ED995C7E6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40EB637C-A16D-0198-AC92-C85F0A190E84}"/>
                </a:ext>
              </a:extLst>
            </p:cNvPr>
            <p:cNvSpPr/>
            <p:nvPr/>
          </p:nvSpPr>
          <p:spPr>
            <a:xfrm>
              <a:off x="1645744" y="3428557"/>
              <a:ext cx="2225675" cy="839669"/>
            </a:xfrm>
            <a:prstGeom prst="roundRect">
              <a:avLst>
                <a:gd name="adj" fmla="val 11466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0CB59AB8-4D58-5D91-4A91-62CDFDA3FD92}"/>
                </a:ext>
              </a:extLst>
            </p:cNvPr>
            <p:cNvSpPr/>
            <p:nvPr/>
          </p:nvSpPr>
          <p:spPr>
            <a:xfrm>
              <a:off x="1645744" y="4567844"/>
              <a:ext cx="2225675" cy="242024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4154652-D5F0-E8F8-EF12-40C43C62EB4E}"/>
                </a:ext>
              </a:extLst>
            </p:cNvPr>
            <p:cNvSpPr txBox="1"/>
            <p:nvPr/>
          </p:nvSpPr>
          <p:spPr>
            <a:xfrm>
              <a:off x="4119376" y="2096932"/>
              <a:ext cx="2586929" cy="469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These are our primary brand colours.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3E4EFBE-7482-939A-B1D4-2B9F5837AB7B}"/>
                </a:ext>
              </a:extLst>
            </p:cNvPr>
            <p:cNvSpPr txBox="1"/>
            <p:nvPr/>
          </p:nvSpPr>
          <p:spPr>
            <a:xfrm>
              <a:off x="4119375" y="2524576"/>
              <a:ext cx="2586929" cy="86177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PowerPoint auto-generates tints and shades based on the main theme colours. These are NOT correct and are not to be used.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8FA9D74-9775-C813-DA49-91A59A39B655}"/>
                </a:ext>
              </a:extLst>
            </p:cNvPr>
            <p:cNvSpPr txBox="1"/>
            <p:nvPr/>
          </p:nvSpPr>
          <p:spPr>
            <a:xfrm>
              <a:off x="4119375" y="3456536"/>
              <a:ext cx="2615527" cy="86177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On-brand tints and shades have been added to the Custom Colours palette. These can be used for charts and graphics.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BE4E0F4-1255-C637-A5FD-466936D307F2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2330499"/>
              <a:ext cx="176418" cy="0"/>
            </a:xfrm>
            <a:prstGeom prst="line">
              <a:avLst/>
            </a:prstGeom>
            <a:ln w="127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7E6437D-F175-2887-0394-01FA9F0B792B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2910860"/>
              <a:ext cx="176418" cy="0"/>
            </a:xfrm>
            <a:prstGeom prst="line">
              <a:avLst/>
            </a:prstGeom>
            <a:ln w="12700">
              <a:solidFill>
                <a:schemeClr val="tx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DA1CE3C-E9F9-FA04-C59E-3F43B8C1D5E3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3848391"/>
              <a:ext cx="176418" cy="0"/>
            </a:xfrm>
            <a:prstGeom prst="line">
              <a:avLst/>
            </a:prstGeom>
            <a:ln w="127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4CCC057-0DF0-0980-C988-2155CC5B12AC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4688856"/>
              <a:ext cx="176418" cy="0"/>
            </a:xfrm>
            <a:prstGeom prst="line">
              <a:avLst/>
            </a:prstGeom>
            <a:ln w="12700">
              <a:solidFill>
                <a:schemeClr val="tx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1B958D-37E8-8E55-77C2-DF1E4CD0B57E}"/>
                </a:ext>
              </a:extLst>
            </p:cNvPr>
            <p:cNvSpPr txBox="1"/>
            <p:nvPr/>
          </p:nvSpPr>
          <p:spPr>
            <a:xfrm>
              <a:off x="4119375" y="4364023"/>
              <a:ext cx="2615527" cy="64966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Please do not use the Standard Colours. These are not brand colours.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A11AAAE-3D61-D369-9130-E537C3FBD891}"/>
                </a:ext>
              </a:extLst>
            </p:cNvPr>
            <p:cNvGrpSpPr/>
            <p:nvPr/>
          </p:nvGrpSpPr>
          <p:grpSpPr>
            <a:xfrm>
              <a:off x="3786156" y="4600647"/>
              <a:ext cx="176418" cy="176418"/>
              <a:chOff x="3549689" y="2578416"/>
              <a:chExt cx="210141" cy="210141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44BF0FA-64E8-A725-1891-5E2F12EA5F07}"/>
                  </a:ext>
                </a:extLst>
              </p:cNvPr>
              <p:cNvSpPr/>
              <p:nvPr/>
            </p:nvSpPr>
            <p:spPr>
              <a:xfrm>
                <a:off x="3549689" y="2578416"/>
                <a:ext cx="210141" cy="21014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39D73AE8-C4D5-F925-0E17-302263E61C57}"/>
                  </a:ext>
                </a:extLst>
              </p:cNvPr>
              <p:cNvGrpSpPr/>
              <p:nvPr/>
            </p:nvGrpSpPr>
            <p:grpSpPr>
              <a:xfrm rot="18900000">
                <a:off x="3594726" y="2626335"/>
                <a:ext cx="114300" cy="114300"/>
                <a:chOff x="3984625" y="1854200"/>
                <a:chExt cx="114300" cy="114300"/>
              </a:xfrm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082CAB0D-563E-F1F6-C6FF-A41D6F861F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FEB01848-6363-E753-4CBA-8CA7E3AD7D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3DE7DC4-4CF8-554C-7FEA-4F2E590AC359}"/>
                </a:ext>
              </a:extLst>
            </p:cNvPr>
            <p:cNvGrpSpPr/>
            <p:nvPr/>
          </p:nvGrpSpPr>
          <p:grpSpPr>
            <a:xfrm>
              <a:off x="3786156" y="3760182"/>
              <a:ext cx="176418" cy="176418"/>
              <a:chOff x="3549689" y="1879916"/>
              <a:chExt cx="210141" cy="210141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7E7FA97-913D-BE04-78C2-E075162E284E}"/>
                  </a:ext>
                </a:extLst>
              </p:cNvPr>
              <p:cNvSpPr/>
              <p:nvPr/>
            </p:nvSpPr>
            <p:spPr>
              <a:xfrm>
                <a:off x="3549689" y="1879916"/>
                <a:ext cx="210141" cy="21014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A0AF3F95-417C-6BB1-4EE2-4A93DA34F222}"/>
                  </a:ext>
                </a:extLst>
              </p:cNvPr>
              <p:cNvSpPr/>
              <p:nvPr/>
            </p:nvSpPr>
            <p:spPr>
              <a:xfrm>
                <a:off x="3583754" y="1942941"/>
                <a:ext cx="135659" cy="90439"/>
              </a:xfrm>
              <a:custGeom>
                <a:avLst/>
                <a:gdLst>
                  <a:gd name="connsiteX0" fmla="*/ 0 w 170385"/>
                  <a:gd name="connsiteY0" fmla="*/ 56795 h 113590"/>
                  <a:gd name="connsiteX1" fmla="*/ 56795 w 170385"/>
                  <a:gd name="connsiteY1" fmla="*/ 113590 h 113590"/>
                  <a:gd name="connsiteX2" fmla="*/ 170385 w 170385"/>
                  <a:gd name="connsiteY2" fmla="*/ 0 h 113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385" h="113590">
                    <a:moveTo>
                      <a:pt x="0" y="56795"/>
                    </a:moveTo>
                    <a:lnTo>
                      <a:pt x="56795" y="113590"/>
                    </a:lnTo>
                    <a:lnTo>
                      <a:pt x="170385" y="0"/>
                    </a:lnTo>
                  </a:path>
                </a:pathLst>
              </a:custGeom>
              <a:noFill/>
              <a:ln w="254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1559367-8205-78CC-9DAE-257F7C8E49DF}"/>
              </a:ext>
            </a:extLst>
          </p:cNvPr>
          <p:cNvGrpSpPr/>
          <p:nvPr/>
        </p:nvGrpSpPr>
        <p:grpSpPr>
          <a:xfrm>
            <a:off x="641354" y="1375995"/>
            <a:ext cx="10914059" cy="1044000"/>
            <a:chOff x="886522" y="1474675"/>
            <a:chExt cx="8334794" cy="104400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47F278-E273-6626-C495-846563BC09BF}"/>
                </a:ext>
              </a:extLst>
            </p:cNvPr>
            <p:cNvSpPr/>
            <p:nvPr/>
          </p:nvSpPr>
          <p:spPr>
            <a:xfrm>
              <a:off x="5051073" y="1474675"/>
              <a:ext cx="1044000" cy="1044000"/>
            </a:xfrm>
            <a:prstGeom prst="rect">
              <a:avLst/>
            </a:prstGeom>
            <a:solidFill>
              <a:srgbClr val="E3DCDB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#E3DCDB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Light Clay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88713E6-6C03-D0CB-A239-476ADEA20BCC}"/>
                </a:ext>
              </a:extLst>
            </p:cNvPr>
            <p:cNvSpPr/>
            <p:nvPr/>
          </p:nvSpPr>
          <p:spPr>
            <a:xfrm>
              <a:off x="1928603" y="1474675"/>
              <a:ext cx="1044000" cy="104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/>
                <a:t>#61E1E0</a:t>
              </a:r>
            </a:p>
            <a:p>
              <a:r>
                <a:rPr lang="en-GB" sz="1000"/>
                <a:t>Turquoise</a:t>
              </a:r>
            </a:p>
            <a:p>
              <a:r>
                <a:rPr lang="en-GB" sz="1000" i="1"/>
                <a:t>Secondary Colour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D43BB01-0985-071D-CE20-4AD4FBB6C716}"/>
                </a:ext>
              </a:extLst>
            </p:cNvPr>
            <p:cNvSpPr/>
            <p:nvPr/>
          </p:nvSpPr>
          <p:spPr>
            <a:xfrm>
              <a:off x="2970684" y="1474675"/>
              <a:ext cx="1044000" cy="1044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#3454D1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Cerulean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Secondary Colour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CE6C17D-7D20-9658-BFB4-FD4A6459F461}"/>
                </a:ext>
              </a:extLst>
            </p:cNvPr>
            <p:cNvSpPr/>
            <p:nvPr/>
          </p:nvSpPr>
          <p:spPr>
            <a:xfrm>
              <a:off x="4012765" y="1474675"/>
              <a:ext cx="1044000" cy="104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#FAA916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Tangerine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Secondary Colour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80D606F-3359-529F-E07A-C8A4336CC1E4}"/>
                </a:ext>
              </a:extLst>
            </p:cNvPr>
            <p:cNvSpPr/>
            <p:nvPr/>
          </p:nvSpPr>
          <p:spPr>
            <a:xfrm>
              <a:off x="6093154" y="1474675"/>
              <a:ext cx="1044000" cy="104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#FFFFFF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White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1EB5ACE-5EBE-1AC4-2D1B-4A59F577A4F0}"/>
                </a:ext>
              </a:extLst>
            </p:cNvPr>
            <p:cNvSpPr/>
            <p:nvPr/>
          </p:nvSpPr>
          <p:spPr>
            <a:xfrm>
              <a:off x="7135235" y="1474675"/>
              <a:ext cx="1044000" cy="1044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#0A0F0D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Almost Black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Base Colour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BFA741F-37DF-CD75-93FB-FF00FA02D204}"/>
                </a:ext>
              </a:extLst>
            </p:cNvPr>
            <p:cNvSpPr/>
            <p:nvPr/>
          </p:nvSpPr>
          <p:spPr>
            <a:xfrm>
              <a:off x="886522" y="1474675"/>
              <a:ext cx="1044000" cy="104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#FD3E81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Primary Pink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Hero Brand Colour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D2C88BB-DCEE-EC60-B9B3-AC45036593A7}"/>
                </a:ext>
              </a:extLst>
            </p:cNvPr>
            <p:cNvSpPr/>
            <p:nvPr/>
          </p:nvSpPr>
          <p:spPr>
            <a:xfrm>
              <a:off x="8177316" y="1474675"/>
              <a:ext cx="1044000" cy="1044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#CEC3C1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Clay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D2F8CDCF-76AF-9467-1919-A18B0BE13744}"/>
              </a:ext>
            </a:extLst>
          </p:cNvPr>
          <p:cNvSpPr txBox="1"/>
          <p:nvPr/>
        </p:nvSpPr>
        <p:spPr>
          <a:xfrm>
            <a:off x="725567" y="5370909"/>
            <a:ext cx="4308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buClr>
                <a:schemeClr val="tx2"/>
              </a:buClr>
              <a:buFont typeface="System Font Regular"/>
              <a:buChar char="*"/>
            </a:pPr>
            <a:r>
              <a:rPr lang="en-GB" sz="1000" i="1">
                <a:solidFill>
                  <a:schemeClr val="tx2"/>
                </a:solidFill>
              </a:rPr>
              <a:t>Please note that the Merlot </a:t>
            </a:r>
            <a:r>
              <a:rPr lang="en-GB" sz="1000" i="1">
                <a:solidFill>
                  <a:schemeClr val="accent4"/>
                </a:solidFill>
              </a:rPr>
              <a:t>■</a:t>
            </a:r>
            <a:r>
              <a:rPr lang="en-GB" sz="1000" i="1">
                <a:solidFill>
                  <a:schemeClr val="tx2"/>
                </a:solidFill>
              </a:rPr>
              <a:t> and Periwinkle </a:t>
            </a:r>
            <a:r>
              <a:rPr lang="en-GB" sz="1000" i="1">
                <a:solidFill>
                  <a:schemeClr val="accent5"/>
                </a:solidFill>
              </a:rPr>
              <a:t>■</a:t>
            </a:r>
            <a:r>
              <a:rPr lang="en-GB" sz="1000" i="1">
                <a:solidFill>
                  <a:schemeClr val="accent4"/>
                </a:solidFill>
              </a:rPr>
              <a:t> </a:t>
            </a:r>
            <a:r>
              <a:rPr lang="en-GB" sz="1000" i="1">
                <a:solidFill>
                  <a:schemeClr val="tx2"/>
                </a:solidFill>
              </a:rPr>
              <a:t>colours are only to be used for extended graphs that require more colours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AFC8BF-35B1-1E44-9E08-F76F0FB05A23}"/>
              </a:ext>
            </a:extLst>
          </p:cNvPr>
          <p:cNvSpPr txBox="1"/>
          <p:nvPr/>
        </p:nvSpPr>
        <p:spPr>
          <a:xfrm>
            <a:off x="5265826" y="2883113"/>
            <a:ext cx="1840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Page title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AFAEF14-95FD-5EC1-1D59-5575FE332E24}"/>
              </a:ext>
            </a:extLst>
          </p:cNvPr>
          <p:cNvSpPr txBox="1"/>
          <p:nvPr/>
        </p:nvSpPr>
        <p:spPr>
          <a:xfrm>
            <a:off x="7407776" y="2646112"/>
            <a:ext cx="455574" cy="299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Font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4A9B384-C0EB-5A8C-B099-86ADF682D137}"/>
              </a:ext>
            </a:extLst>
          </p:cNvPr>
          <p:cNvSpPr txBox="1"/>
          <p:nvPr/>
        </p:nvSpPr>
        <p:spPr>
          <a:xfrm>
            <a:off x="7407776" y="315621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B509BD9-991A-FA3F-7E3C-078CC2D3DEF1}"/>
              </a:ext>
            </a:extLst>
          </p:cNvPr>
          <p:cNvSpPr txBox="1"/>
          <p:nvPr/>
        </p:nvSpPr>
        <p:spPr>
          <a:xfrm>
            <a:off x="9009021" y="2646112"/>
            <a:ext cx="705642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Font size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E4110D6-6776-22BA-07F8-E6D943273F36}"/>
              </a:ext>
            </a:extLst>
          </p:cNvPr>
          <p:cNvSpPr txBox="1"/>
          <p:nvPr/>
        </p:nvSpPr>
        <p:spPr>
          <a:xfrm>
            <a:off x="9009021" y="3156219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28 </a:t>
            </a:r>
            <a:r>
              <a:rPr lang="en-GB" sz="1000" dirty="0" err="1"/>
              <a:t>pt</a:t>
            </a:r>
            <a:endParaRPr lang="en-GB" sz="1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E5A23AC-8361-89DB-EF7A-EE884A00732B}"/>
              </a:ext>
            </a:extLst>
          </p:cNvPr>
          <p:cNvSpPr txBox="1"/>
          <p:nvPr/>
        </p:nvSpPr>
        <p:spPr>
          <a:xfrm>
            <a:off x="9662415" y="2646112"/>
            <a:ext cx="96532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Line spacing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115B037-8C4D-31AC-2CB6-D74300A3E664}"/>
              </a:ext>
            </a:extLst>
          </p:cNvPr>
          <p:cNvSpPr txBox="1"/>
          <p:nvPr/>
        </p:nvSpPr>
        <p:spPr>
          <a:xfrm>
            <a:off x="9662415" y="315621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0.9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48CE9A5-77B5-7110-F9FE-DBCD470AD87C}"/>
              </a:ext>
            </a:extLst>
          </p:cNvPr>
          <p:cNvSpPr txBox="1"/>
          <p:nvPr/>
        </p:nvSpPr>
        <p:spPr>
          <a:xfrm>
            <a:off x="10625504" y="2646112"/>
            <a:ext cx="69602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Spacing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78368AC-625D-5A5B-8445-24F56DAAA114}"/>
              </a:ext>
            </a:extLst>
          </p:cNvPr>
          <p:cNvSpPr txBox="1"/>
          <p:nvPr/>
        </p:nvSpPr>
        <p:spPr>
          <a:xfrm>
            <a:off x="10625504" y="3156219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0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039E5DA-04C7-B75C-1193-DE4009D1A890}"/>
              </a:ext>
            </a:extLst>
          </p:cNvPr>
          <p:cNvSpPr txBox="1"/>
          <p:nvPr/>
        </p:nvSpPr>
        <p:spPr>
          <a:xfrm>
            <a:off x="5265826" y="3581693"/>
            <a:ext cx="1263487" cy="399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/>
              <a:t>Body copy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761C25B-5382-6DC8-9F89-104616222217}"/>
              </a:ext>
            </a:extLst>
          </p:cNvPr>
          <p:cNvSpPr txBox="1"/>
          <p:nvPr/>
        </p:nvSpPr>
        <p:spPr>
          <a:xfrm>
            <a:off x="7407776" y="3654282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AAFC1A8-97A2-7652-1A64-71A338EF2B88}"/>
              </a:ext>
            </a:extLst>
          </p:cNvPr>
          <p:cNvSpPr txBox="1"/>
          <p:nvPr/>
        </p:nvSpPr>
        <p:spPr>
          <a:xfrm>
            <a:off x="9009021" y="3654282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1AE3653-3173-E67A-9011-30804CF4C2BB}"/>
              </a:ext>
            </a:extLst>
          </p:cNvPr>
          <p:cNvSpPr txBox="1"/>
          <p:nvPr/>
        </p:nvSpPr>
        <p:spPr>
          <a:xfrm>
            <a:off x="9662415" y="3654282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3A562E2-40A2-04BE-4B22-9EB491303887}"/>
              </a:ext>
            </a:extLst>
          </p:cNvPr>
          <p:cNvSpPr txBox="1"/>
          <p:nvPr/>
        </p:nvSpPr>
        <p:spPr>
          <a:xfrm>
            <a:off x="10625504" y="3654282"/>
            <a:ext cx="827471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12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3E58B6C-1319-D65E-5379-C76F9B20F4D4}"/>
              </a:ext>
            </a:extLst>
          </p:cNvPr>
          <p:cNvSpPr txBox="1"/>
          <p:nvPr/>
        </p:nvSpPr>
        <p:spPr>
          <a:xfrm>
            <a:off x="5265826" y="4055915"/>
            <a:ext cx="2196435" cy="471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tx2"/>
                </a:solidFill>
              </a:rPr>
              <a:t>Statement copy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5536766-7F10-C446-0469-D85B1526CDBB}"/>
              </a:ext>
            </a:extLst>
          </p:cNvPr>
          <p:cNvSpPr txBox="1"/>
          <p:nvPr/>
        </p:nvSpPr>
        <p:spPr>
          <a:xfrm>
            <a:off x="7407776" y="4185678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62CD845-B51D-B49D-7206-6CBD8B46B6A9}"/>
              </a:ext>
            </a:extLst>
          </p:cNvPr>
          <p:cNvSpPr txBox="1"/>
          <p:nvPr/>
        </p:nvSpPr>
        <p:spPr>
          <a:xfrm>
            <a:off x="9009021" y="4185678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20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2EF9F78-054A-ED76-8331-FF4C79344A46}"/>
              </a:ext>
            </a:extLst>
          </p:cNvPr>
          <p:cNvSpPr txBox="1"/>
          <p:nvPr/>
        </p:nvSpPr>
        <p:spPr>
          <a:xfrm>
            <a:off x="9662415" y="4185678"/>
            <a:ext cx="76014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Single 1.0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0909BD3-88E1-8575-F736-C3869A8E32A8}"/>
              </a:ext>
            </a:extLst>
          </p:cNvPr>
          <p:cNvSpPr txBox="1"/>
          <p:nvPr/>
        </p:nvSpPr>
        <p:spPr>
          <a:xfrm>
            <a:off x="10625504" y="4185678"/>
            <a:ext cx="827471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12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0AA28E5-9C81-840D-1F01-54094FF845B1}"/>
              </a:ext>
            </a:extLst>
          </p:cNvPr>
          <p:cNvSpPr txBox="1"/>
          <p:nvPr/>
        </p:nvSpPr>
        <p:spPr>
          <a:xfrm>
            <a:off x="5265826" y="4574349"/>
            <a:ext cx="1844095" cy="401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57750" indent="-357750">
              <a:lnSpc>
                <a:spcPct val="110000"/>
              </a:lnSpc>
              <a:spcAft>
                <a:spcPts val="600"/>
              </a:spcAft>
              <a:buFont typeface="System Font Regular"/>
              <a:buChar char="⏤"/>
            </a:pPr>
            <a:r>
              <a:rPr lang="en-GB" sz="1600"/>
              <a:t>Bullets level 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2DCED45-A0CB-D6D2-8CC3-FF72F98207A7}"/>
              </a:ext>
            </a:extLst>
          </p:cNvPr>
          <p:cNvSpPr txBox="1"/>
          <p:nvPr/>
        </p:nvSpPr>
        <p:spPr>
          <a:xfrm>
            <a:off x="7407776" y="464693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761D2A2-C50B-9436-0C8A-2FA179EDACAA}"/>
              </a:ext>
            </a:extLst>
          </p:cNvPr>
          <p:cNvSpPr txBox="1"/>
          <p:nvPr/>
        </p:nvSpPr>
        <p:spPr>
          <a:xfrm>
            <a:off x="9009021" y="4646939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A91ED62-CB60-DC78-404B-D5000FED9C63}"/>
              </a:ext>
            </a:extLst>
          </p:cNvPr>
          <p:cNvSpPr txBox="1"/>
          <p:nvPr/>
        </p:nvSpPr>
        <p:spPr>
          <a:xfrm>
            <a:off x="9662415" y="464693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C14CEE3-9CF8-1816-3A5C-AB0B21BBBEE9}"/>
              </a:ext>
            </a:extLst>
          </p:cNvPr>
          <p:cNvSpPr txBox="1"/>
          <p:nvPr/>
        </p:nvSpPr>
        <p:spPr>
          <a:xfrm>
            <a:off x="10625504" y="4646939"/>
            <a:ext cx="756938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40CEDEB-6C89-A028-62DD-4D7B0732FD63}"/>
              </a:ext>
            </a:extLst>
          </p:cNvPr>
          <p:cNvSpPr txBox="1"/>
          <p:nvPr/>
        </p:nvSpPr>
        <p:spPr>
          <a:xfrm>
            <a:off x="5265826" y="4937189"/>
            <a:ext cx="2171107" cy="401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1750" indent="-320400">
              <a:lnSpc>
                <a:spcPct val="110000"/>
              </a:lnSpc>
              <a:spcAft>
                <a:spcPts val="600"/>
              </a:spcAft>
              <a:buFont typeface="System Font Regular"/>
              <a:buChar char="⏤"/>
            </a:pPr>
            <a:r>
              <a:rPr lang="en-GB" sz="1600"/>
              <a:t>Bullets level 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75D71D-F170-FC54-FC7C-284DFC63272D}"/>
              </a:ext>
            </a:extLst>
          </p:cNvPr>
          <p:cNvSpPr txBox="1"/>
          <p:nvPr/>
        </p:nvSpPr>
        <p:spPr>
          <a:xfrm>
            <a:off x="7407776" y="500977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A336E8E-2721-EA43-C858-B091E14D1D40}"/>
              </a:ext>
            </a:extLst>
          </p:cNvPr>
          <p:cNvSpPr txBox="1"/>
          <p:nvPr/>
        </p:nvSpPr>
        <p:spPr>
          <a:xfrm>
            <a:off x="9009021" y="5009779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0A2E5CC-DA2C-7FDA-7C82-1A0DD2E95314}"/>
              </a:ext>
            </a:extLst>
          </p:cNvPr>
          <p:cNvSpPr txBox="1"/>
          <p:nvPr/>
        </p:nvSpPr>
        <p:spPr>
          <a:xfrm>
            <a:off x="9662415" y="500977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E7F956B-F732-F0F6-B0DA-BB294DC31BDB}"/>
              </a:ext>
            </a:extLst>
          </p:cNvPr>
          <p:cNvSpPr txBox="1"/>
          <p:nvPr/>
        </p:nvSpPr>
        <p:spPr>
          <a:xfrm>
            <a:off x="10625504" y="5009779"/>
            <a:ext cx="756938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4F78FA3-EC13-F6D7-DC3C-05322C3733B6}"/>
              </a:ext>
            </a:extLst>
          </p:cNvPr>
          <p:cNvSpPr txBox="1"/>
          <p:nvPr/>
        </p:nvSpPr>
        <p:spPr>
          <a:xfrm>
            <a:off x="5265826" y="5480579"/>
            <a:ext cx="502061" cy="2539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/>
                </a:solidFill>
              </a:rPr>
              <a:t>Footer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FA7D8C3-8E40-1636-5CBF-FE62550D65C9}"/>
              </a:ext>
            </a:extLst>
          </p:cNvPr>
          <p:cNvSpPr txBox="1"/>
          <p:nvPr/>
        </p:nvSpPr>
        <p:spPr>
          <a:xfrm>
            <a:off x="7407776" y="5442846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72EB77F-A026-1E80-1D15-9610F41D1A89}"/>
              </a:ext>
            </a:extLst>
          </p:cNvPr>
          <p:cNvSpPr txBox="1"/>
          <p:nvPr/>
        </p:nvSpPr>
        <p:spPr>
          <a:xfrm>
            <a:off x="9009021" y="5442846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8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D479D4D-2397-E6FF-6C70-AF80EF781608}"/>
              </a:ext>
            </a:extLst>
          </p:cNvPr>
          <p:cNvSpPr txBox="1"/>
          <p:nvPr/>
        </p:nvSpPr>
        <p:spPr>
          <a:xfrm>
            <a:off x="9662415" y="5442846"/>
            <a:ext cx="76014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Single 1.0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0CC7610-1C1A-976D-1B14-7638138DDD4C}"/>
              </a:ext>
            </a:extLst>
          </p:cNvPr>
          <p:cNvSpPr txBox="1"/>
          <p:nvPr/>
        </p:nvSpPr>
        <p:spPr>
          <a:xfrm>
            <a:off x="10625504" y="5442846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0 </a:t>
            </a:r>
            <a:r>
              <a:rPr lang="en-GB" sz="1000" err="1"/>
              <a:t>pt</a:t>
            </a:r>
            <a:endParaRPr lang="en-GB" sz="1000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9B8C870-2295-6E7E-8C92-78AEDCA773EC}"/>
              </a:ext>
            </a:extLst>
          </p:cNvPr>
          <p:cNvCxnSpPr/>
          <p:nvPr/>
        </p:nvCxnSpPr>
        <p:spPr>
          <a:xfrm>
            <a:off x="5147171" y="3539967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71A38F7C-FDA0-9CEA-1A5A-BE54200F67FF}"/>
              </a:ext>
            </a:extLst>
          </p:cNvPr>
          <p:cNvCxnSpPr/>
          <p:nvPr/>
        </p:nvCxnSpPr>
        <p:spPr>
          <a:xfrm>
            <a:off x="5147171" y="3998528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5CB9391-2FC4-998F-C04C-66028B1CA01E}"/>
              </a:ext>
            </a:extLst>
          </p:cNvPr>
          <p:cNvCxnSpPr/>
          <p:nvPr/>
        </p:nvCxnSpPr>
        <p:spPr>
          <a:xfrm>
            <a:off x="5147171" y="4562576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ADC6060-14AE-867C-E9FD-665FC06192A7}"/>
              </a:ext>
            </a:extLst>
          </p:cNvPr>
          <p:cNvCxnSpPr/>
          <p:nvPr/>
        </p:nvCxnSpPr>
        <p:spPr>
          <a:xfrm>
            <a:off x="5147171" y="5387612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315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D610F80-BF8D-681C-E42F-3730C42B3D8F}"/>
              </a:ext>
            </a:extLst>
          </p:cNvPr>
          <p:cNvSpPr/>
          <p:nvPr/>
        </p:nvSpPr>
        <p:spPr>
          <a:xfrm>
            <a:off x="8322309" y="3641891"/>
            <a:ext cx="3228335" cy="2209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4BB1ED3-BAE0-6EF7-03D5-9D58F512E603}"/>
              </a:ext>
            </a:extLst>
          </p:cNvPr>
          <p:cNvSpPr/>
          <p:nvPr/>
        </p:nvSpPr>
        <p:spPr>
          <a:xfrm>
            <a:off x="3167708" y="1374956"/>
            <a:ext cx="5021399" cy="90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37A70D-D0FE-B2EB-0BFE-F40655DF0A33}"/>
              </a:ext>
            </a:extLst>
          </p:cNvPr>
          <p:cNvSpPr/>
          <p:nvPr/>
        </p:nvSpPr>
        <p:spPr>
          <a:xfrm>
            <a:off x="641349" y="1374956"/>
            <a:ext cx="2389233" cy="90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DBDE4-E388-7714-24C5-F1C84DC46C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C32203-420D-0D1C-D4B8-334C6C21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EssenceMediacom brand PowerPoint instructions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053E-AE33-50D3-96AB-CDC1CE2F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3ED402-7C5E-1E5A-89BD-6D6DA92B427C}"/>
              </a:ext>
            </a:extLst>
          </p:cNvPr>
          <p:cNvSpPr txBox="1"/>
          <p:nvPr/>
        </p:nvSpPr>
        <p:spPr>
          <a:xfrm>
            <a:off x="785261" y="1468970"/>
            <a:ext cx="9717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Lines = 1.5pt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5AD6E4D-4F7B-5A14-F9E6-32A816F30AA1}"/>
              </a:ext>
            </a:extLst>
          </p:cNvPr>
          <p:cNvCxnSpPr>
            <a:cxnSpLocks/>
          </p:cNvCxnSpPr>
          <p:nvPr/>
        </p:nvCxnSpPr>
        <p:spPr>
          <a:xfrm>
            <a:off x="868045" y="1815734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DA4A06F-979B-7F08-196E-3E0771BD049A}"/>
              </a:ext>
            </a:extLst>
          </p:cNvPr>
          <p:cNvCxnSpPr>
            <a:cxnSpLocks/>
          </p:cNvCxnSpPr>
          <p:nvPr/>
        </p:nvCxnSpPr>
        <p:spPr>
          <a:xfrm>
            <a:off x="868045" y="1946363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549054-0853-E277-BE42-779BBC2AF739}"/>
              </a:ext>
            </a:extLst>
          </p:cNvPr>
          <p:cNvCxnSpPr>
            <a:cxnSpLocks/>
          </p:cNvCxnSpPr>
          <p:nvPr/>
        </p:nvCxnSpPr>
        <p:spPr>
          <a:xfrm>
            <a:off x="868045" y="2083523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A3AC46BE-5D76-0AEA-986D-A1134F680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021" y="1920239"/>
            <a:ext cx="4594549" cy="230882"/>
          </a:xfrm>
          <a:prstGeom prst="rect">
            <a:avLst/>
          </a:prstGeom>
          <a:effectLst>
            <a:outerShdw blurRad="63500" algn="ctr" rotWithShape="0">
              <a:prstClr val="black">
                <a:alpha val="20000"/>
              </a:prstClr>
            </a:outerShdw>
          </a:effec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29360372-1F87-A5CB-4830-B56EBC9D96CE}"/>
              </a:ext>
            </a:extLst>
          </p:cNvPr>
          <p:cNvSpPr txBox="1"/>
          <p:nvPr/>
        </p:nvSpPr>
        <p:spPr>
          <a:xfrm>
            <a:off x="3294112" y="1468970"/>
            <a:ext cx="4849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Change background colour for additional layout options / interest. There are signposts on all slides where this is possible (top outside of the artboard).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B3C7FBE-A006-1634-94AF-3BA9F2FF40F3}"/>
              </a:ext>
            </a:extLst>
          </p:cNvPr>
          <p:cNvSpPr/>
          <p:nvPr/>
        </p:nvSpPr>
        <p:spPr>
          <a:xfrm>
            <a:off x="641350" y="2406920"/>
            <a:ext cx="7547758" cy="3444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F441B6-DE7A-B7A1-96B2-E678C6CE492F}"/>
              </a:ext>
            </a:extLst>
          </p:cNvPr>
          <p:cNvSpPr txBox="1"/>
          <p:nvPr/>
        </p:nvSpPr>
        <p:spPr>
          <a:xfrm>
            <a:off x="785261" y="2500935"/>
            <a:ext cx="12250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Graph examples</a:t>
            </a:r>
          </a:p>
        </p:txBody>
      </p:sp>
      <p:graphicFrame>
        <p:nvGraphicFramePr>
          <p:cNvPr id="65" name="Chart 64">
            <a:extLst>
              <a:ext uri="{FF2B5EF4-FFF2-40B4-BE49-F238E27FC236}">
                <a16:creationId xmlns:a16="http://schemas.microsoft.com/office/drawing/2014/main" id="{BE5C0EDA-7C82-EA92-B7B2-7418822A8E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533888"/>
              </p:ext>
            </p:extLst>
          </p:nvPr>
        </p:nvGraphicFramePr>
        <p:xfrm>
          <a:off x="785262" y="2821575"/>
          <a:ext cx="3532012" cy="2981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6" name="Chart 65">
            <a:extLst>
              <a:ext uri="{FF2B5EF4-FFF2-40B4-BE49-F238E27FC236}">
                <a16:creationId xmlns:a16="http://schemas.microsoft.com/office/drawing/2014/main" id="{E984EC0E-ACCE-E07D-8E2A-DDA6555DE0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7060188"/>
              </p:ext>
            </p:extLst>
          </p:nvPr>
        </p:nvGraphicFramePr>
        <p:xfrm>
          <a:off x="4002892" y="2821574"/>
          <a:ext cx="4186215" cy="2902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" name="Rectangle 68">
            <a:extLst>
              <a:ext uri="{FF2B5EF4-FFF2-40B4-BE49-F238E27FC236}">
                <a16:creationId xmlns:a16="http://schemas.microsoft.com/office/drawing/2014/main" id="{A7CD53D2-70C6-078C-5816-BF9F77483289}"/>
              </a:ext>
            </a:extLst>
          </p:cNvPr>
          <p:cNvSpPr/>
          <p:nvPr/>
        </p:nvSpPr>
        <p:spPr>
          <a:xfrm>
            <a:off x="8322309" y="1363478"/>
            <a:ext cx="3228335" cy="2147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DCEAFF-36AA-39BC-1167-E8E62D81AA45}"/>
              </a:ext>
            </a:extLst>
          </p:cNvPr>
          <p:cNvSpPr txBox="1"/>
          <p:nvPr/>
        </p:nvSpPr>
        <p:spPr>
          <a:xfrm>
            <a:off x="8466221" y="1457492"/>
            <a:ext cx="1967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Pull-out / statement text box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B7F66C-387D-A99F-0E1A-54A14B10EA8A}"/>
              </a:ext>
            </a:extLst>
          </p:cNvPr>
          <p:cNvSpPr/>
          <p:nvPr/>
        </p:nvSpPr>
        <p:spPr>
          <a:xfrm>
            <a:off x="8567057" y="1787475"/>
            <a:ext cx="2738840" cy="14842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GB" sz="1600">
                <a:solidFill>
                  <a:schemeClr val="tx1"/>
                </a:solidFill>
              </a:rPr>
              <a:t>Lorem ipsum </a:t>
            </a:r>
            <a:r>
              <a:rPr lang="en-GB" sz="1600" err="1">
                <a:solidFill>
                  <a:schemeClr val="tx1"/>
                </a:solidFill>
              </a:rPr>
              <a:t>dolor</a:t>
            </a:r>
            <a:r>
              <a:rPr lang="en-GB" sz="1600">
                <a:solidFill>
                  <a:schemeClr val="tx1"/>
                </a:solidFill>
              </a:rPr>
              <a:t> sit </a:t>
            </a:r>
            <a:r>
              <a:rPr lang="en-GB" sz="1600" err="1">
                <a:solidFill>
                  <a:schemeClr val="tx1"/>
                </a:solidFill>
              </a:rPr>
              <a:t>amet</a:t>
            </a:r>
            <a:r>
              <a:rPr lang="en-GB" sz="1600">
                <a:solidFill>
                  <a:schemeClr val="tx1"/>
                </a:solidFill>
              </a:rPr>
              <a:t>, </a:t>
            </a:r>
            <a:r>
              <a:rPr lang="en-GB" sz="1600" err="1">
                <a:solidFill>
                  <a:schemeClr val="tx1"/>
                </a:solidFill>
              </a:rPr>
              <a:t>consectetur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adipiscing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elit</a:t>
            </a:r>
            <a:r>
              <a:rPr lang="en-GB" sz="1600">
                <a:solidFill>
                  <a:schemeClr val="tx1"/>
                </a:solidFill>
              </a:rPr>
              <a:t>, </a:t>
            </a:r>
            <a:r>
              <a:rPr lang="en-GB" sz="1600" err="1">
                <a:solidFill>
                  <a:schemeClr val="tx1"/>
                </a:solidFill>
              </a:rPr>
              <a:t>sed</a:t>
            </a:r>
            <a:r>
              <a:rPr lang="en-GB" sz="1600">
                <a:solidFill>
                  <a:schemeClr val="tx1"/>
                </a:solidFill>
              </a:rPr>
              <a:t> do </a:t>
            </a:r>
            <a:r>
              <a:rPr lang="en-GB" sz="1600" err="1">
                <a:solidFill>
                  <a:schemeClr val="tx1"/>
                </a:solidFill>
              </a:rPr>
              <a:t>eiusmod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tempor</a:t>
            </a:r>
            <a:r>
              <a:rPr lang="en-GB" sz="16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5E3743-9364-ECDE-F2E2-5F63DAE36820}"/>
              </a:ext>
            </a:extLst>
          </p:cNvPr>
          <p:cNvSpPr txBox="1"/>
          <p:nvPr/>
        </p:nvSpPr>
        <p:spPr>
          <a:xfrm>
            <a:off x="8466221" y="3735905"/>
            <a:ext cx="2835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/>
              <a:t>Table example</a:t>
            </a:r>
          </a:p>
        </p:txBody>
      </p:sp>
      <p:graphicFrame>
        <p:nvGraphicFramePr>
          <p:cNvPr id="149" name="Table 6">
            <a:extLst>
              <a:ext uri="{FF2B5EF4-FFF2-40B4-BE49-F238E27FC236}">
                <a16:creationId xmlns:a16="http://schemas.microsoft.com/office/drawing/2014/main" id="{55510058-8AB7-A8F1-9EDC-11ABD2D80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437395"/>
              </p:ext>
            </p:extLst>
          </p:nvPr>
        </p:nvGraphicFramePr>
        <p:xfrm>
          <a:off x="8581804" y="4089779"/>
          <a:ext cx="2719654" cy="1553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827">
                  <a:extLst>
                    <a:ext uri="{9D8B030D-6E8A-4147-A177-3AD203B41FA5}">
                      <a16:colId xmlns:a16="http://schemas.microsoft.com/office/drawing/2014/main" val="1143956134"/>
                    </a:ext>
                  </a:extLst>
                </a:gridCol>
                <a:gridCol w="1359827">
                  <a:extLst>
                    <a:ext uri="{9D8B030D-6E8A-4147-A177-3AD203B41FA5}">
                      <a16:colId xmlns:a16="http://schemas.microsoft.com/office/drawing/2014/main" val="1130121919"/>
                    </a:ext>
                  </a:extLst>
                </a:gridCol>
              </a:tblGrid>
              <a:tr h="291286"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Prima </a:t>
                      </a:r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efficianr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84754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503768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071440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51788"/>
                  </a:ext>
                </a:extLst>
              </a:tr>
              <a:tr h="291286">
                <a:tc>
                  <a:txBody>
                    <a:bodyPr/>
                    <a:lstStyle/>
                    <a:p>
                      <a:pPr algn="l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784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58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D3D9D31-AE01-6BA4-2D5E-FB251DA20A8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64" r="64"/>
          <a:stretch>
            <a:fillRect/>
          </a:stretch>
        </p:blipFill>
        <p:spPr/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327DF1-A00A-464E-EFF9-F861FA5AD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BAF69F-B116-60FE-05AF-C4A1D9807B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02 03 23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A55388-50AF-D488-07FA-1A30114019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Subtitle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4BFB3C-99E8-088F-7B92-F81743B9C7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Presentation title goes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38BB2E1-6131-0B97-9D94-5C6C648969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C495D25-0E8C-851D-BDA5-57D690B668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34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 descr="A picture containing sky, outdoor, nature, sunset&#10;&#10;Description automatically generated">
            <a:extLst>
              <a:ext uri="{FF2B5EF4-FFF2-40B4-BE49-F238E27FC236}">
                <a16:creationId xmlns:a16="http://schemas.microsoft.com/office/drawing/2014/main" id="{A2BCC6FF-9816-A9BB-D954-2B8EBAE28A7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5" b="165"/>
          <a:stretch/>
        </p:blipFill>
        <p:spPr/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8D6D33-2A29-AB0E-5A41-75D7F481A1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1285" y="2743200"/>
            <a:ext cx="3979515" cy="2743200"/>
          </a:xfrm>
        </p:spPr>
        <p:txBody>
          <a:bodyPr/>
          <a:lstStyle/>
          <a:p>
            <a:r>
              <a:rPr lang="en-GB"/>
              <a:t>Today’s agenda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92215FA-AF96-F483-77DD-94ACB62101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4" name="Table 44">
            <a:extLst>
              <a:ext uri="{FF2B5EF4-FFF2-40B4-BE49-F238E27FC236}">
                <a16:creationId xmlns:a16="http://schemas.microsoft.com/office/drawing/2014/main" id="{19B5BA7B-FF79-2C0E-73FB-8CCFE40E4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697158"/>
              </p:ext>
            </p:extLst>
          </p:nvPr>
        </p:nvGraphicFramePr>
        <p:xfrm>
          <a:off x="7061200" y="1368424"/>
          <a:ext cx="4853877" cy="4117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527">
                  <a:extLst>
                    <a:ext uri="{9D8B030D-6E8A-4147-A177-3AD203B41FA5}">
                      <a16:colId xmlns:a16="http://schemas.microsoft.com/office/drawing/2014/main" val="1267486112"/>
                    </a:ext>
                  </a:extLst>
                </a:gridCol>
                <a:gridCol w="3897350">
                  <a:extLst>
                    <a:ext uri="{9D8B030D-6E8A-4147-A177-3AD203B41FA5}">
                      <a16:colId xmlns:a16="http://schemas.microsoft.com/office/drawing/2014/main" val="518157885"/>
                    </a:ext>
                  </a:extLst>
                </a:gridCol>
              </a:tblGrid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Creating breakthroughs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955368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Building new possibilities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418696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Global communications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304370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Case studies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963238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Who we are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973373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Tools and organisation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07078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0AEA4-C5AB-7254-0C20-2DFC63D3AC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18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A9591E4-FDD0-36E4-B7B6-E9F28E4DB08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54" r="54"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922DB2B-D1D1-5142-6B41-F92FA6392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4F0107-52D6-7975-12F1-2027392ACF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9FFC7B7-72FC-90EA-FA09-84CAB16A12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4166EFD-D47F-BBC6-C5E4-FE22887A20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42047F8-37B3-6FE0-B048-C3F5C9F6F1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4BFB3C-99E8-088F-7B92-F81743B9C7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518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one</a:t>
            </a:r>
          </a:p>
          <a:p>
            <a:pPr lvl="1"/>
            <a:r>
              <a:rPr lang="en-GB"/>
              <a:t>Creating breakthroughs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BED9B-B08F-26DF-61F1-928073C8F4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0C98EB75-135D-B546-34BF-2CB17D162A4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0349D8D5-587A-57A7-C174-203B981024C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7523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two</a:t>
            </a:r>
          </a:p>
          <a:p>
            <a:pPr lvl="1"/>
            <a:r>
              <a:rPr lang="en-GB"/>
              <a:t>Global communications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7E3A4-39AF-3798-6B10-66DBFF7B0F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02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8C1E2E9-01DE-8762-2FDD-E9DE365E24C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15B45410-FB8B-B7CC-8A63-EFBCE6BB29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1645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three</a:t>
            </a:r>
          </a:p>
          <a:p>
            <a:pPr lvl="1"/>
            <a:r>
              <a:rPr lang="en-GB"/>
              <a:t>Building new possibilities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A7B73-61B8-D706-8DCE-BE26832D0E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A2C5284-2550-5483-B95C-F6D8F0011F5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B384A1E4-A4FE-195F-B88B-1340B71ED8A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08384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EF880EC-7B4A-C56A-D092-254151D757E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7341" r="7341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58E7DC-51DE-9C0B-A1E3-62E2A6051C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1292C4-9E76-5DF1-40DB-37954C5568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37F2AF-B55F-99DA-F66F-4DF8136A67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01CAF4-5F56-3DD3-EADF-0F45E7293E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Creating breakthroughs for brands 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C04D1B-55FB-7D00-0904-4A6AF8ABB1D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060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36A32B7-5F93-FE74-A2E2-66BA3C5939B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2172" r="217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33A284-541F-2512-F3CA-7151ABD3FF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55D8-70FF-8DAC-307B-4650CF6DC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B25D30-62BD-84EC-1A82-3882953279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Creating breakthroughs for brands 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00B986-4EF7-CEED-71B9-5604A4A0F3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106495-F856-9E3B-3F87-30C86131B8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71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ACF016C-D2C5-5DC5-9D55-9F47DEDBF41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2172" r="217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33A284-541F-2512-F3CA-7151ABD3FF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55D8-70FF-8DAC-307B-4650CF6DC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B25D30-62BD-84EC-1A82-3882953279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351" y="565534"/>
            <a:ext cx="8858250" cy="4920869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Creating breakthroughs for brands in an age of new possibilities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E6E88-C851-8168-F729-ACC33F8515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3BA3FE-8CF4-9C58-5A44-3EEEFFF5F7D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953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E837846B-34D7-E835-E70E-16A315B48DA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8889" r="8889"/>
          <a:stretch>
            <a:fillRect/>
          </a:stretch>
        </p:blipFill>
        <p:spPr>
          <a:xfrm flipH="1">
            <a:off x="-600" y="3176"/>
            <a:ext cx="12193200" cy="68580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7D7C0-ED55-DF5E-BB86-96B29DCCFD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600" y="0"/>
            <a:ext cx="12193200" cy="6858000"/>
          </a:xfrm>
        </p:spPr>
        <p:txBody>
          <a:bodyPr/>
          <a:lstStyle/>
          <a:p>
            <a:r>
              <a:rPr lang="en-GB"/>
              <a:t>Full-bleed statement goes here…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0C518F-0DD6-8CF5-0855-1A5BFBB051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6C3BCF-5D0E-1024-7C27-A1C3722487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1B773-A57C-CE9D-FD20-1D3187CCA0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426E9-3E5B-A080-3EA4-92DE98A0E8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>
                <a:solidFill>
                  <a:schemeClr val="bg1"/>
                </a:solidFill>
              </a:rPr>
              <a:pPr/>
              <a:t>12</a:t>
            </a:fld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991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BA48A41-704D-C51C-FB7D-CC768B8D8E1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7396" b="7396"/>
          <a:stretch>
            <a:fillRect/>
          </a:stretch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7D7C0-ED55-DF5E-BB86-96B29DCCFD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600" y="0"/>
            <a:ext cx="12193200" cy="6858000"/>
          </a:xfrm>
        </p:spPr>
        <p:txBody>
          <a:bodyPr/>
          <a:lstStyle/>
          <a:p>
            <a:r>
              <a:rPr lang="en-GB"/>
              <a:t>Full-bleed statement goes here…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1134754-287A-29CF-2326-D0C3821D8E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05594C-75EB-B5A4-830B-DDAA03B8D4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1B773-A57C-CE9D-FD20-1D3187CCA0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426E9-3E5B-A080-3EA4-92DE98A0E8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379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3E82003-A2DB-2147-F79C-FA8EF730940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101" b="101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5D8521-A566-E732-2D08-68BBB9911C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E2B8E-3426-C2C9-8505-4426E58D49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557179-90E4-D3A5-3743-E0AB13DDD4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Quote goes here…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</a:t>
            </a:r>
          </a:p>
          <a:p>
            <a:pPr lvl="1"/>
            <a:r>
              <a:rPr lang="en-GB"/>
              <a:t>Name Surname | </a:t>
            </a:r>
            <a:r>
              <a:rPr lang="en-GB" b="0"/>
              <a:t>Job Title</a:t>
            </a:r>
          </a:p>
        </p:txBody>
      </p:sp>
      <p:sp>
        <p:nvSpPr>
          <p:cNvPr id="9" name="Graphic 5">
            <a:extLst>
              <a:ext uri="{FF2B5EF4-FFF2-40B4-BE49-F238E27FC236}">
                <a16:creationId xmlns:a16="http://schemas.microsoft.com/office/drawing/2014/main" id="{63FE8583-FC54-6EED-26D7-4033A294E5CC}"/>
              </a:ext>
            </a:extLst>
          </p:cNvPr>
          <p:cNvSpPr/>
          <p:nvPr/>
        </p:nvSpPr>
        <p:spPr>
          <a:xfrm>
            <a:off x="6528872" y="682625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5">
            <a:extLst>
              <a:ext uri="{FF2B5EF4-FFF2-40B4-BE49-F238E27FC236}">
                <a16:creationId xmlns:a16="http://schemas.microsoft.com/office/drawing/2014/main" id="{DA17E30E-E0CC-6D13-6E00-DF3B54E2926F}"/>
              </a:ext>
            </a:extLst>
          </p:cNvPr>
          <p:cNvSpPr/>
          <p:nvPr/>
        </p:nvSpPr>
        <p:spPr>
          <a:xfrm rot="10800000">
            <a:off x="11091093" y="4882998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080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5D8521-A566-E732-2D08-68BBB9911C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E2B8E-3426-C2C9-8505-4426E58D49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557179-90E4-D3A5-3743-E0AB13DDD4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Quote goes here… Lorem ipsum </a:t>
            </a:r>
            <a:r>
              <a:rPr lang="en-GB" err="1">
                <a:solidFill>
                  <a:schemeClr val="tx1"/>
                </a:solidFill>
              </a:rPr>
              <a:t>dolor</a:t>
            </a:r>
            <a:r>
              <a:rPr lang="en-GB">
                <a:solidFill>
                  <a:schemeClr val="tx1"/>
                </a:solidFill>
              </a:rPr>
              <a:t> sit </a:t>
            </a:r>
            <a:r>
              <a:rPr lang="en-GB" err="1">
                <a:solidFill>
                  <a:schemeClr val="tx1"/>
                </a:solidFill>
              </a:rPr>
              <a:t>amet</a:t>
            </a:r>
            <a:r>
              <a:rPr lang="en-GB">
                <a:solidFill>
                  <a:schemeClr val="tx1"/>
                </a:solidFill>
              </a:rPr>
              <a:t>, </a:t>
            </a:r>
            <a:r>
              <a:rPr lang="en-GB" err="1">
                <a:solidFill>
                  <a:schemeClr val="tx1"/>
                </a:solidFill>
              </a:rPr>
              <a:t>eu</a:t>
            </a:r>
            <a:r>
              <a:rPr lang="en-GB">
                <a:solidFill>
                  <a:schemeClr val="tx1"/>
                </a:solidFill>
              </a:rPr>
              <a:t> solum </a:t>
            </a:r>
            <a:r>
              <a:rPr lang="en-GB" err="1">
                <a:solidFill>
                  <a:schemeClr val="tx1"/>
                </a:solidFill>
              </a:rPr>
              <a:t>idque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erant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eos</a:t>
            </a:r>
            <a:r>
              <a:rPr lang="en-GB">
                <a:solidFill>
                  <a:schemeClr val="tx1"/>
                </a:solidFill>
              </a:rPr>
              <a:t>. </a:t>
            </a:r>
            <a:r>
              <a:rPr lang="en-GB" err="1">
                <a:solidFill>
                  <a:schemeClr val="tx1"/>
                </a:solidFill>
              </a:rPr>
              <a:t>Numquam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consulatu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sed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eu</a:t>
            </a:r>
            <a:r>
              <a:rPr lang="en-GB">
                <a:solidFill>
                  <a:schemeClr val="tx1"/>
                </a:solidFill>
              </a:rPr>
              <a:t>, dicta </a:t>
            </a:r>
            <a:r>
              <a:rPr lang="en-GB" err="1">
                <a:solidFill>
                  <a:schemeClr val="tx1"/>
                </a:solidFill>
              </a:rPr>
              <a:t>facilisis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eu</a:t>
            </a:r>
            <a:r>
              <a:rPr lang="en-GB">
                <a:solidFill>
                  <a:schemeClr val="tx1"/>
                </a:solidFill>
              </a:rPr>
              <a:t> vis. Et </a:t>
            </a:r>
            <a:r>
              <a:rPr lang="en-GB" err="1">
                <a:solidFill>
                  <a:schemeClr val="tx1"/>
                </a:solidFill>
              </a:rPr>
              <a:t>melius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aeterno</a:t>
            </a:r>
            <a:r>
              <a:rPr lang="en-GB">
                <a:solidFill>
                  <a:schemeClr val="tx1"/>
                </a:solidFill>
              </a:rPr>
              <a:t>. </a:t>
            </a:r>
          </a:p>
          <a:p>
            <a:pPr lvl="1"/>
            <a:r>
              <a:rPr lang="en-GB"/>
              <a:t>Name Surname | </a:t>
            </a:r>
            <a:r>
              <a:rPr lang="en-GB" b="0"/>
              <a:t>Job Title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667EFF2-9FA0-9622-A833-3DC78DC3FFE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53" r="53"/>
          <a:stretch>
            <a:fillRect/>
          </a:stretch>
        </p:blipFill>
        <p:spPr/>
      </p:pic>
      <p:sp>
        <p:nvSpPr>
          <p:cNvPr id="5" name="Graphic 5">
            <a:extLst>
              <a:ext uri="{FF2B5EF4-FFF2-40B4-BE49-F238E27FC236}">
                <a16:creationId xmlns:a16="http://schemas.microsoft.com/office/drawing/2014/main" id="{4D9947FD-A1B5-9157-5BF4-EC788D45A26D}"/>
              </a:ext>
            </a:extLst>
          </p:cNvPr>
          <p:cNvSpPr/>
          <p:nvPr/>
        </p:nvSpPr>
        <p:spPr>
          <a:xfrm>
            <a:off x="6528872" y="682625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Graphic 5">
            <a:extLst>
              <a:ext uri="{FF2B5EF4-FFF2-40B4-BE49-F238E27FC236}">
                <a16:creationId xmlns:a16="http://schemas.microsoft.com/office/drawing/2014/main" id="{710533A6-EE10-E85E-72CB-160924C85D1B}"/>
              </a:ext>
            </a:extLst>
          </p:cNvPr>
          <p:cNvSpPr/>
          <p:nvPr/>
        </p:nvSpPr>
        <p:spPr>
          <a:xfrm rot="10800000">
            <a:off x="11091093" y="4882998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36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D8A935-5E6F-2F7B-9C1C-EF22D4E363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9497C-F799-26F1-C22A-FEC59389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breakthroughs for brands </a:t>
            </a:r>
            <a:br>
              <a:rPr lang="en-GB" dirty="0"/>
            </a:br>
            <a:r>
              <a:rPr lang="en-GB" dirty="0"/>
              <a:t>in an age of new possibilities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E88CE-4890-2BAA-56F8-B3B7613E5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</a:p>
          <a:p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Mel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ornatus</a:t>
            </a:r>
            <a:r>
              <a:rPr lang="en-GB"/>
              <a:t> </a:t>
            </a:r>
            <a:r>
              <a:rPr lang="en-GB" err="1"/>
              <a:t>mnesarchum</a:t>
            </a:r>
            <a:r>
              <a:rPr lang="en-GB"/>
              <a:t>, </a:t>
            </a:r>
            <a:r>
              <a:rPr lang="en-GB" err="1"/>
              <a:t>eum</a:t>
            </a:r>
            <a:r>
              <a:rPr lang="en-GB"/>
              <a:t> </a:t>
            </a:r>
            <a:r>
              <a:rPr lang="en-GB" err="1"/>
              <a:t>adversarium</a:t>
            </a:r>
            <a:r>
              <a:rPr lang="en-GB"/>
              <a:t> </a:t>
            </a:r>
            <a:r>
              <a:rPr lang="en-GB" err="1"/>
              <a:t>definitiones</a:t>
            </a:r>
            <a:r>
              <a:rPr lang="en-GB"/>
              <a:t> no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7A03D-B0F9-6061-A82B-A1D2815E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365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D8A935-5E6F-2F7B-9C1C-EF22D4E363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9497C-F799-26F1-C22A-FEC59389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E88CE-4890-2BAA-56F8-B3B7613E5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</a:p>
          <a:p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Mel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ornatus</a:t>
            </a:r>
            <a:r>
              <a:rPr lang="en-GB"/>
              <a:t> </a:t>
            </a:r>
            <a:r>
              <a:rPr lang="en-GB" err="1"/>
              <a:t>mnesarchum</a:t>
            </a:r>
            <a:r>
              <a:rPr lang="en-GB"/>
              <a:t>, </a:t>
            </a:r>
            <a:r>
              <a:rPr lang="en-GB" err="1"/>
              <a:t>eum</a:t>
            </a:r>
            <a:r>
              <a:rPr lang="en-GB"/>
              <a:t> </a:t>
            </a:r>
            <a:r>
              <a:rPr lang="en-GB" err="1"/>
              <a:t>adversarium</a:t>
            </a:r>
            <a:r>
              <a:rPr lang="en-GB"/>
              <a:t> </a:t>
            </a:r>
            <a:r>
              <a:rPr lang="en-GB" err="1"/>
              <a:t>definitiones</a:t>
            </a:r>
            <a:r>
              <a:rPr lang="en-GB"/>
              <a:t> no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7A03D-B0F9-6061-A82B-A1D2815E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255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F0A07300-FDB4-CCE3-06D0-E5EE8A2E4BE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" r="64"/>
          <a:stretch>
            <a:fillRect/>
          </a:stretch>
        </p:blipFill>
        <p:spPr/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D665F-A595-62D7-2679-7AE9D7ACD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41387C-4209-6583-6004-26AE7DCD7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</a:t>
            </a:r>
          </a:p>
          <a:p>
            <a:r>
              <a:rPr lang="en-GB"/>
              <a:t>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758B7-F18A-433F-6620-026EF39D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74990C-9623-1A5E-7BC0-7D3EC412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right</a:t>
            </a:r>
          </a:p>
        </p:txBody>
      </p:sp>
    </p:spTree>
    <p:extLst>
      <p:ext uri="{BB962C8B-B14F-4D97-AF65-F5344CB8AC3E}">
        <p14:creationId xmlns:p14="http://schemas.microsoft.com/office/powerpoint/2010/main" val="3573373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D665F-A595-62D7-2679-7AE9D7ACD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74990C-9623-1A5E-7BC0-7D3EC412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Image left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41387C-4209-6583-6004-26AE7DCD7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</a:t>
            </a:r>
          </a:p>
          <a:p>
            <a:r>
              <a:rPr lang="en-GB"/>
              <a:t>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758B7-F18A-433F-6620-026EF39D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B414838-0BCC-4346-3F72-0BC9C545402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76" b="17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07439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A2BC4D-AB3B-7048-ED02-9A3E011EA2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59556F-9181-0076-8440-2E518D67E7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1677117"/>
            <a:ext cx="8196262" cy="4108450"/>
          </a:xfrm>
        </p:spPr>
        <p:txBody>
          <a:bodyPr/>
          <a:lstStyle/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eu</a:t>
            </a:r>
            <a:r>
              <a:rPr lang="en-GB" dirty="0"/>
              <a:t> solum </a:t>
            </a:r>
            <a:r>
              <a:rPr lang="en-GB" dirty="0" err="1"/>
              <a:t>idque</a:t>
            </a:r>
            <a:r>
              <a:rPr lang="en-GB" dirty="0"/>
              <a:t> </a:t>
            </a:r>
            <a:r>
              <a:rPr lang="en-GB" dirty="0" err="1"/>
              <a:t>erant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. </a:t>
            </a:r>
            <a:r>
              <a:rPr lang="en-GB" dirty="0" err="1"/>
              <a:t>Numquam</a:t>
            </a:r>
            <a:r>
              <a:rPr lang="en-GB" dirty="0"/>
              <a:t> </a:t>
            </a:r>
            <a:r>
              <a:rPr lang="en-GB" dirty="0" err="1"/>
              <a:t>consulatu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eu</a:t>
            </a:r>
            <a:r>
              <a:rPr lang="en-GB" dirty="0"/>
              <a:t>, dicta </a:t>
            </a:r>
            <a:r>
              <a:rPr lang="en-GB" dirty="0" err="1"/>
              <a:t>facilisis</a:t>
            </a:r>
            <a:r>
              <a:rPr lang="en-GB" dirty="0"/>
              <a:t> </a:t>
            </a:r>
            <a:r>
              <a:rPr lang="en-GB" dirty="0" err="1"/>
              <a:t>eu</a:t>
            </a:r>
            <a:r>
              <a:rPr lang="en-GB" dirty="0"/>
              <a:t> vis. Et </a:t>
            </a:r>
            <a:r>
              <a:rPr lang="en-GB" dirty="0" err="1"/>
              <a:t>melius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denique</a:t>
            </a:r>
            <a:r>
              <a:rPr lang="en-GB" dirty="0"/>
              <a:t> vis, </a:t>
            </a:r>
            <a:r>
              <a:rPr lang="en-GB" dirty="0" err="1"/>
              <a:t>ea</a:t>
            </a:r>
            <a:r>
              <a:rPr lang="en-GB" dirty="0"/>
              <a:t> pro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aeterno</a:t>
            </a:r>
            <a:r>
              <a:rPr lang="en-GB" dirty="0"/>
              <a:t>. </a:t>
            </a:r>
            <a:r>
              <a:rPr lang="en-GB" dirty="0" err="1"/>
              <a:t>Mea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propriae</a:t>
            </a:r>
            <a:r>
              <a:rPr lang="en-GB" dirty="0"/>
              <a:t> </a:t>
            </a:r>
            <a:r>
              <a:rPr lang="en-GB" dirty="0" err="1"/>
              <a:t>conclusionemque</a:t>
            </a:r>
            <a:r>
              <a:rPr lang="en-GB" dirty="0"/>
              <a:t>.</a:t>
            </a:r>
          </a:p>
          <a:p>
            <a:r>
              <a:rPr lang="en-GB" dirty="0" err="1"/>
              <a:t>Atqui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eloquentiam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ex, duo at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blandit</a:t>
            </a:r>
            <a:r>
              <a:rPr lang="en-GB" dirty="0"/>
              <a:t>.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 </a:t>
            </a:r>
            <a:r>
              <a:rPr lang="en-GB" dirty="0" err="1"/>
              <a:t>forensibus</a:t>
            </a:r>
            <a:r>
              <a:rPr lang="en-GB" dirty="0"/>
              <a:t> quo.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mel</a:t>
            </a:r>
            <a:r>
              <a:rPr lang="en-GB" dirty="0"/>
              <a:t> dicta </a:t>
            </a:r>
            <a:r>
              <a:rPr lang="en-GB" dirty="0" err="1"/>
              <a:t>utinam</a:t>
            </a:r>
            <a:r>
              <a:rPr lang="en-GB" dirty="0"/>
              <a:t> </a:t>
            </a:r>
            <a:r>
              <a:rPr lang="en-GB" dirty="0" err="1"/>
              <a:t>appellantur</a:t>
            </a:r>
            <a:r>
              <a:rPr lang="en-GB" dirty="0"/>
              <a:t>. </a:t>
            </a:r>
            <a:r>
              <a:rPr lang="en-GB" dirty="0" err="1"/>
              <a:t>Dico</a:t>
            </a:r>
            <a:r>
              <a:rPr lang="en-GB" dirty="0"/>
              <a:t> prima </a:t>
            </a:r>
            <a:r>
              <a:rPr lang="en-GB" dirty="0" err="1"/>
              <a:t>efficiantur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cu, ne utroque </a:t>
            </a:r>
            <a:r>
              <a:rPr lang="en-GB" dirty="0" err="1"/>
              <a:t>recusabo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. </a:t>
            </a:r>
          </a:p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eu</a:t>
            </a:r>
            <a:r>
              <a:rPr lang="en-GB" dirty="0"/>
              <a:t> solum </a:t>
            </a:r>
            <a:r>
              <a:rPr lang="en-GB" dirty="0" err="1"/>
              <a:t>idque</a:t>
            </a:r>
            <a:r>
              <a:rPr lang="en-GB" dirty="0"/>
              <a:t> </a:t>
            </a:r>
            <a:r>
              <a:rPr lang="en-GB" dirty="0" err="1"/>
              <a:t>erant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. Et </a:t>
            </a:r>
            <a:r>
              <a:rPr lang="en-GB" dirty="0" err="1"/>
              <a:t>melius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denique</a:t>
            </a:r>
            <a:r>
              <a:rPr lang="en-GB" dirty="0"/>
              <a:t> vis, </a:t>
            </a:r>
            <a:r>
              <a:rPr lang="en-GB" dirty="0" err="1"/>
              <a:t>ea</a:t>
            </a:r>
            <a:r>
              <a:rPr lang="en-GB" dirty="0"/>
              <a:t> pro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aeterno</a:t>
            </a:r>
            <a:r>
              <a:rPr lang="en-GB" dirty="0"/>
              <a:t>. </a:t>
            </a:r>
            <a:r>
              <a:rPr lang="en-GB" dirty="0" err="1"/>
              <a:t>Mea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propriae</a:t>
            </a:r>
            <a:r>
              <a:rPr lang="en-GB" dirty="0"/>
              <a:t> </a:t>
            </a:r>
            <a:r>
              <a:rPr lang="en-GB" dirty="0" err="1"/>
              <a:t>conclusionemque</a:t>
            </a:r>
            <a:r>
              <a:rPr lang="en-GB" dirty="0"/>
              <a:t>.</a:t>
            </a:r>
          </a:p>
          <a:p>
            <a:r>
              <a:rPr lang="en-GB" dirty="0" err="1"/>
              <a:t>Atqui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eloquentiam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ex, duo at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blandit</a:t>
            </a:r>
            <a:r>
              <a:rPr lang="en-GB" dirty="0"/>
              <a:t>.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 </a:t>
            </a:r>
            <a:r>
              <a:rPr lang="en-GB" dirty="0" err="1"/>
              <a:t>forensibus</a:t>
            </a:r>
            <a:r>
              <a:rPr lang="en-GB" dirty="0"/>
              <a:t> quo.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mel</a:t>
            </a:r>
            <a:r>
              <a:rPr lang="en-GB" dirty="0"/>
              <a:t> dicta </a:t>
            </a:r>
            <a:r>
              <a:rPr lang="en-GB" dirty="0" err="1"/>
              <a:t>utinam</a:t>
            </a:r>
            <a:r>
              <a:rPr lang="en-GB" dirty="0"/>
              <a:t> </a:t>
            </a:r>
            <a:r>
              <a:rPr lang="en-GB" dirty="0" err="1"/>
              <a:t>appellantur</a:t>
            </a:r>
            <a:r>
              <a:rPr lang="en-GB" dirty="0"/>
              <a:t>. </a:t>
            </a:r>
          </a:p>
          <a:p>
            <a:r>
              <a:rPr lang="en-GB" dirty="0" err="1"/>
              <a:t>Dico</a:t>
            </a:r>
            <a:r>
              <a:rPr lang="en-GB" dirty="0"/>
              <a:t> prima </a:t>
            </a:r>
            <a:r>
              <a:rPr lang="en-GB" dirty="0" err="1"/>
              <a:t>efficiantur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cu, ne utroque </a:t>
            </a:r>
            <a:r>
              <a:rPr lang="en-GB" dirty="0" err="1"/>
              <a:t>recusabo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. Mel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ornatus</a:t>
            </a:r>
            <a:r>
              <a:rPr lang="en-GB" dirty="0"/>
              <a:t> </a:t>
            </a:r>
            <a:r>
              <a:rPr lang="en-GB" dirty="0" err="1"/>
              <a:t>mnesarchum</a:t>
            </a:r>
            <a:r>
              <a:rPr lang="en-GB" dirty="0"/>
              <a:t>,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adversarium</a:t>
            </a:r>
            <a:r>
              <a:rPr lang="en-GB" dirty="0"/>
              <a:t> </a:t>
            </a:r>
            <a:r>
              <a:rPr lang="en-GB" dirty="0" err="1"/>
              <a:t>definitiones</a:t>
            </a:r>
            <a:r>
              <a:rPr lang="en-GB" dirty="0"/>
              <a:t> no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A7520-2F4D-8AF4-C863-4F94509B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81F0A3-EEAE-586A-0D80-F305D513D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20%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  <a:p>
            <a:r>
              <a:rPr lang="en-GB"/>
              <a:t>50%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77F6EC-CF92-DA05-AB09-288A569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breakthroughs for brands </a:t>
            </a:r>
            <a:br>
              <a:rPr lang="en-GB" dirty="0"/>
            </a:br>
            <a:r>
              <a:rPr lang="en-GB" dirty="0"/>
              <a:t>in an age of new possibilities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A7FE53-9F7A-C400-0E22-B6134F6E2C28}"/>
              </a:ext>
            </a:extLst>
          </p:cNvPr>
          <p:cNvCxnSpPr/>
          <p:nvPr/>
        </p:nvCxnSpPr>
        <p:spPr>
          <a:xfrm>
            <a:off x="9954603" y="3158390"/>
            <a:ext cx="1927654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462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A2BC4D-AB3B-7048-ED02-9A3E011EA2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59556F-9181-0076-8440-2E518D67E7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A7520-2F4D-8AF4-C863-4F94509B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81F0A3-EEAE-586A-0D80-F305D513D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20%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  <a:p>
            <a:r>
              <a:rPr lang="en-GB"/>
              <a:t>50%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77F6EC-CF92-DA05-AB09-288A569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Breakthroughs for brands in an age of new possibilities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A7FE53-9F7A-C400-0E22-B6134F6E2C28}"/>
              </a:ext>
            </a:extLst>
          </p:cNvPr>
          <p:cNvCxnSpPr/>
          <p:nvPr/>
        </p:nvCxnSpPr>
        <p:spPr>
          <a:xfrm>
            <a:off x="9954603" y="3158390"/>
            <a:ext cx="1927654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1D3419B-2E4C-8E57-B7C6-30FBE732BB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8445488"/>
              </p:ext>
            </p:extLst>
          </p:nvPr>
        </p:nvGraphicFramePr>
        <p:xfrm>
          <a:off x="5284004" y="719667"/>
          <a:ext cx="4186215" cy="54186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1078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5B58F2-63E0-A287-0C05-2ADE7C5F10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C22E9-C8E7-089F-A9BB-31FDCAC2DB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E67C4-BA07-51B6-37C0-B659FA4A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E334E6-E683-7315-1A0B-5111CD353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Breakthroughs for brands in an age of new possibilities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870D610-B9CC-8681-4957-FF8153E84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178614"/>
              </p:ext>
            </p:extLst>
          </p:nvPr>
        </p:nvGraphicFramePr>
        <p:xfrm>
          <a:off x="5775325" y="682625"/>
          <a:ext cx="5780092" cy="4803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253">
                  <a:extLst>
                    <a:ext uri="{9D8B030D-6E8A-4147-A177-3AD203B41FA5}">
                      <a16:colId xmlns:a16="http://schemas.microsoft.com/office/drawing/2014/main" val="1143956134"/>
                    </a:ext>
                  </a:extLst>
                </a:gridCol>
                <a:gridCol w="1022793">
                  <a:extLst>
                    <a:ext uri="{9D8B030D-6E8A-4147-A177-3AD203B41FA5}">
                      <a16:colId xmlns:a16="http://schemas.microsoft.com/office/drawing/2014/main" val="1130121919"/>
                    </a:ext>
                  </a:extLst>
                </a:gridCol>
                <a:gridCol w="1861518">
                  <a:extLst>
                    <a:ext uri="{9D8B030D-6E8A-4147-A177-3AD203B41FA5}">
                      <a16:colId xmlns:a16="http://schemas.microsoft.com/office/drawing/2014/main" val="2519692099"/>
                    </a:ext>
                  </a:extLst>
                </a:gridCol>
                <a:gridCol w="1028528">
                  <a:extLst>
                    <a:ext uri="{9D8B030D-6E8A-4147-A177-3AD203B41FA5}">
                      <a16:colId xmlns:a16="http://schemas.microsoft.com/office/drawing/2014/main" val="3941993627"/>
                    </a:ext>
                  </a:extLst>
                </a:gridCol>
              </a:tblGrid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Prima </a:t>
                      </a:r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Appellantur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84754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50376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071440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5178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0017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036416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593754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48563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Dico prima efficiantur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426237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621402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784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64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069B51C-4830-E4E3-43CC-5E868346910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412" r="341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B8674A-50A7-5FA5-3D81-CC0CDFAAE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3BA82F8-767A-59DF-0A02-73C93D1C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FC214B-23F2-D559-50A1-79685F81A5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20%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BA8771-9D0A-7D62-F9ED-09F57148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3A0D2-F8F3-A766-FF38-81BCED6D7D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30%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CA7B177-6177-D40E-AD20-D5F0AC3513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10%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931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CCEAA34-8EC3-AC6B-F2E2-6325657040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412" r="341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B8674A-50A7-5FA5-3D81-CC0CDFAAE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3BA82F8-767A-59DF-0A02-73C93D1C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FC214B-23F2-D559-50A1-79685F81A5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20%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BA8771-9D0A-7D62-F9ED-09F57148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3A0D2-F8F3-A766-FF38-81BCED6D7D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30%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CA7B177-6177-D40E-AD20-D5F0AC3513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10%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184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4F5A267-A717-7CEF-EB1B-B9CBD00FB6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42EAF-2A02-7D05-A741-792B14DC84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9C8FF-26DC-EE9F-2082-185CCD59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28438A-7CDC-DBEA-BDC6-27C3EF0137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EA4D9E-B39F-3B1D-918A-923D55C133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285059-872C-0856-25C0-852FE000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F0149D22-EB8F-22AD-3F79-AFCE25C39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8154" y="2776482"/>
            <a:ext cx="1027832" cy="237192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E00AD21A-467F-2604-5995-2602B2FA06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3424" y="4090181"/>
            <a:ext cx="613414" cy="265812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A888FB5E-9DBD-B7C1-4530-78B5900AA9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3424" y="5367037"/>
            <a:ext cx="952119" cy="315272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C1156010-68B2-BF11-49A7-975E703183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30882" y="2763304"/>
            <a:ext cx="1027836" cy="347651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5C285A6D-AE4B-9659-7AB7-BB68AD75D8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85118" y="2770553"/>
            <a:ext cx="846328" cy="249049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6517DF31-5987-4C9E-2ADA-B37B62EE7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13424" y="2812072"/>
            <a:ext cx="1472258" cy="166012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54C640A5-2DD3-B0BE-3E4C-63A47F48FA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85423" y="2850715"/>
            <a:ext cx="2186500" cy="12736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74443A6-2933-BBC4-A010-F26126B59EF9}"/>
              </a:ext>
            </a:extLst>
          </p:cNvPr>
          <p:cNvGrpSpPr/>
          <p:nvPr/>
        </p:nvGrpSpPr>
        <p:grpSpPr>
          <a:xfrm>
            <a:off x="3821270" y="3846407"/>
            <a:ext cx="753361" cy="753361"/>
            <a:chOff x="8615634" y="5032586"/>
            <a:chExt cx="2028951" cy="2028952"/>
          </a:xfrm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155809E-AC78-3100-E0DC-F0546D5CA28F}"/>
                </a:ext>
              </a:extLst>
            </p:cNvPr>
            <p:cNvSpPr/>
            <p:nvPr/>
          </p:nvSpPr>
          <p:spPr>
            <a:xfrm>
              <a:off x="8615634" y="5032586"/>
              <a:ext cx="2028951" cy="2028952"/>
            </a:xfrm>
            <a:custGeom>
              <a:avLst/>
              <a:gdLst>
                <a:gd name="connsiteX0" fmla="*/ 0 w 2028952"/>
                <a:gd name="connsiteY0" fmla="*/ 0 h 2028952"/>
                <a:gd name="connsiteX1" fmla="*/ 2028953 w 2028952"/>
                <a:gd name="connsiteY1" fmla="*/ 0 h 2028952"/>
                <a:gd name="connsiteX2" fmla="*/ 2028953 w 2028952"/>
                <a:gd name="connsiteY2" fmla="*/ 2028953 h 2028952"/>
                <a:gd name="connsiteX3" fmla="*/ 0 w 2028952"/>
                <a:gd name="connsiteY3" fmla="*/ 2028953 h 2028952"/>
                <a:gd name="connsiteX4" fmla="*/ 0 w 2028952"/>
                <a:gd name="connsiteY4" fmla="*/ 0 h 202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952" h="2028952">
                  <a:moveTo>
                    <a:pt x="0" y="0"/>
                  </a:moveTo>
                  <a:lnTo>
                    <a:pt x="2028953" y="0"/>
                  </a:lnTo>
                  <a:lnTo>
                    <a:pt x="2028953" y="2028953"/>
                  </a:lnTo>
                  <a:lnTo>
                    <a:pt x="0" y="202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5412C94-7265-A7FE-E1EC-878DC73637E8}"/>
                </a:ext>
              </a:extLst>
            </p:cNvPr>
            <p:cNvSpPr/>
            <p:nvPr/>
          </p:nvSpPr>
          <p:spPr>
            <a:xfrm>
              <a:off x="8786750" y="5180814"/>
              <a:ext cx="1686700" cy="1686689"/>
            </a:xfrm>
            <a:custGeom>
              <a:avLst/>
              <a:gdLst>
                <a:gd name="connsiteX0" fmla="*/ 843355 w 1686699"/>
                <a:gd name="connsiteY0" fmla="*/ 54083 h 1686689"/>
                <a:gd name="connsiteX1" fmla="*/ 256751 w 1686699"/>
                <a:gd name="connsiteY1" fmla="*/ 314991 h 1686689"/>
                <a:gd name="connsiteX2" fmla="*/ 54683 w 1686699"/>
                <a:gd name="connsiteY2" fmla="*/ 843345 h 1686689"/>
                <a:gd name="connsiteX3" fmla="*/ 315591 w 1686699"/>
                <a:gd name="connsiteY3" fmla="*/ 1429360 h 1686689"/>
                <a:gd name="connsiteX4" fmla="*/ 843355 w 1686699"/>
                <a:gd name="connsiteY4" fmla="*/ 1632027 h 1686689"/>
                <a:gd name="connsiteX5" fmla="*/ 1429360 w 1686699"/>
                <a:gd name="connsiteY5" fmla="*/ 1371119 h 1686689"/>
                <a:gd name="connsiteX6" fmla="*/ 1632028 w 1686699"/>
                <a:gd name="connsiteY6" fmla="*/ 843345 h 1686689"/>
                <a:gd name="connsiteX7" fmla="*/ 1371119 w 1686699"/>
                <a:gd name="connsiteY7" fmla="*/ 256740 h 1686689"/>
                <a:gd name="connsiteX8" fmla="*/ 843355 w 1686699"/>
                <a:gd name="connsiteY8" fmla="*/ 54083 h 1686689"/>
                <a:gd name="connsiteX9" fmla="*/ 843355 w 1686699"/>
                <a:gd name="connsiteY9" fmla="*/ 0 h 1686689"/>
                <a:gd name="connsiteX10" fmla="*/ 1686699 w 1686699"/>
                <a:gd name="connsiteY10" fmla="*/ 843344 h 1686689"/>
                <a:gd name="connsiteX11" fmla="*/ 843355 w 1686699"/>
                <a:gd name="connsiteY11" fmla="*/ 1686689 h 1686689"/>
                <a:gd name="connsiteX12" fmla="*/ 0 w 1686699"/>
                <a:gd name="connsiteY12" fmla="*/ 843344 h 1686689"/>
                <a:gd name="connsiteX13" fmla="*/ 843355 w 1686699"/>
                <a:gd name="connsiteY13" fmla="*/ 0 h 16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6699" h="1686689">
                  <a:moveTo>
                    <a:pt x="843355" y="54083"/>
                  </a:moveTo>
                  <a:cubicBezTo>
                    <a:pt x="621667" y="54083"/>
                    <a:pt x="405336" y="150354"/>
                    <a:pt x="256751" y="314991"/>
                  </a:cubicBezTo>
                  <a:cubicBezTo>
                    <a:pt x="127186" y="459408"/>
                    <a:pt x="54683" y="649592"/>
                    <a:pt x="54683" y="843345"/>
                  </a:cubicBezTo>
                  <a:cubicBezTo>
                    <a:pt x="54683" y="1065023"/>
                    <a:pt x="150375" y="1280785"/>
                    <a:pt x="315591" y="1429360"/>
                  </a:cubicBezTo>
                  <a:cubicBezTo>
                    <a:pt x="459419" y="1558924"/>
                    <a:pt x="649603" y="1632027"/>
                    <a:pt x="843355" y="1632027"/>
                  </a:cubicBezTo>
                  <a:cubicBezTo>
                    <a:pt x="1065044" y="1632027"/>
                    <a:pt x="1281364" y="1535736"/>
                    <a:pt x="1429360" y="1371119"/>
                  </a:cubicBezTo>
                  <a:cubicBezTo>
                    <a:pt x="1559514" y="1227292"/>
                    <a:pt x="1632028" y="1037108"/>
                    <a:pt x="1632028" y="843345"/>
                  </a:cubicBezTo>
                  <a:cubicBezTo>
                    <a:pt x="1632028" y="621067"/>
                    <a:pt x="1536325" y="405326"/>
                    <a:pt x="1371119" y="256740"/>
                  </a:cubicBezTo>
                  <a:cubicBezTo>
                    <a:pt x="1227302" y="127186"/>
                    <a:pt x="1037108" y="54083"/>
                    <a:pt x="843355" y="54083"/>
                  </a:cubicBezTo>
                  <a:close/>
                  <a:moveTo>
                    <a:pt x="843355" y="0"/>
                  </a:moveTo>
                  <a:cubicBezTo>
                    <a:pt x="1306342" y="0"/>
                    <a:pt x="1686699" y="379768"/>
                    <a:pt x="1686699" y="843344"/>
                  </a:cubicBezTo>
                  <a:cubicBezTo>
                    <a:pt x="1686699" y="1306331"/>
                    <a:pt x="1306342" y="1686689"/>
                    <a:pt x="843355" y="1686689"/>
                  </a:cubicBezTo>
                  <a:cubicBezTo>
                    <a:pt x="379768" y="1686689"/>
                    <a:pt x="0" y="1306331"/>
                    <a:pt x="0" y="843344"/>
                  </a:cubicBezTo>
                  <a:cubicBezTo>
                    <a:pt x="0" y="379768"/>
                    <a:pt x="379779" y="0"/>
                    <a:pt x="843355" y="0"/>
                  </a:cubicBez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60E5F613-43EC-D46B-0A56-6F5F1B3418CB}"/>
                </a:ext>
              </a:extLst>
            </p:cNvPr>
            <p:cNvSpPr/>
            <p:nvPr/>
          </p:nvSpPr>
          <p:spPr>
            <a:xfrm>
              <a:off x="8916921" y="5308001"/>
              <a:ext cx="1456674" cy="1422812"/>
            </a:xfrm>
            <a:custGeom>
              <a:avLst/>
              <a:gdLst>
                <a:gd name="connsiteX0" fmla="*/ 651381 w 1456674"/>
                <a:gd name="connsiteY0" fmla="*/ 1208850 h 1422812"/>
                <a:gd name="connsiteX1" fmla="*/ 651381 w 1456674"/>
                <a:gd name="connsiteY1" fmla="*/ 1271248 h 1422812"/>
                <a:gd name="connsiteX2" fmla="*/ 753589 w 1456674"/>
                <a:gd name="connsiteY2" fmla="*/ 1271248 h 1422812"/>
                <a:gd name="connsiteX3" fmla="*/ 795798 w 1456674"/>
                <a:gd name="connsiteY3" fmla="*/ 1240344 h 1422812"/>
                <a:gd name="connsiteX4" fmla="*/ 753589 w 1456674"/>
                <a:gd name="connsiteY4" fmla="*/ 1208850 h 1422812"/>
                <a:gd name="connsiteX5" fmla="*/ 585404 w 1456674"/>
                <a:gd name="connsiteY5" fmla="*/ 1161304 h 1422812"/>
                <a:gd name="connsiteX6" fmla="*/ 761326 w 1456674"/>
                <a:gd name="connsiteY6" fmla="*/ 1161304 h 1422812"/>
                <a:gd name="connsiteX7" fmla="*/ 862375 w 1456674"/>
                <a:gd name="connsiteY7" fmla="*/ 1239154 h 1422812"/>
                <a:gd name="connsiteX8" fmla="*/ 795209 w 1456674"/>
                <a:gd name="connsiteY8" fmla="*/ 1318794 h 1422812"/>
                <a:gd name="connsiteX9" fmla="*/ 873059 w 1456674"/>
                <a:gd name="connsiteY9" fmla="*/ 1422802 h 1422812"/>
                <a:gd name="connsiteX10" fmla="*/ 795209 w 1456674"/>
                <a:gd name="connsiteY10" fmla="*/ 1422802 h 1422812"/>
                <a:gd name="connsiteX11" fmla="*/ 726274 w 1456674"/>
                <a:gd name="connsiteY11" fmla="*/ 1318794 h 1422812"/>
                <a:gd name="connsiteX12" fmla="*/ 651381 w 1456674"/>
                <a:gd name="connsiteY12" fmla="*/ 1318794 h 1422812"/>
                <a:gd name="connsiteX13" fmla="*/ 651381 w 1456674"/>
                <a:gd name="connsiteY13" fmla="*/ 1318805 h 1422812"/>
                <a:gd name="connsiteX14" fmla="*/ 651381 w 1456674"/>
                <a:gd name="connsiteY14" fmla="*/ 1422812 h 1422812"/>
                <a:gd name="connsiteX15" fmla="*/ 585404 w 1456674"/>
                <a:gd name="connsiteY15" fmla="*/ 1422812 h 1422812"/>
                <a:gd name="connsiteX16" fmla="*/ 585404 w 1456674"/>
                <a:gd name="connsiteY16" fmla="*/ 870691 h 1422812"/>
                <a:gd name="connsiteX17" fmla="*/ 849892 w 1456674"/>
                <a:gd name="connsiteY17" fmla="*/ 870691 h 1422812"/>
                <a:gd name="connsiteX18" fmla="*/ 849892 w 1456674"/>
                <a:gd name="connsiteY18" fmla="*/ 917648 h 1422812"/>
                <a:gd name="connsiteX19" fmla="*/ 651381 w 1456674"/>
                <a:gd name="connsiteY19" fmla="*/ 917648 h 1422812"/>
                <a:gd name="connsiteX20" fmla="*/ 651381 w 1456674"/>
                <a:gd name="connsiteY20" fmla="*/ 974688 h 1422812"/>
                <a:gd name="connsiteX21" fmla="*/ 843934 w 1456674"/>
                <a:gd name="connsiteY21" fmla="*/ 974688 h 1422812"/>
                <a:gd name="connsiteX22" fmla="*/ 843934 w 1456674"/>
                <a:gd name="connsiteY22" fmla="*/ 1021645 h 1422812"/>
                <a:gd name="connsiteX23" fmla="*/ 651381 w 1456674"/>
                <a:gd name="connsiteY23" fmla="*/ 1021645 h 1422812"/>
                <a:gd name="connsiteX24" fmla="*/ 651381 w 1456674"/>
                <a:gd name="connsiteY24" fmla="*/ 1084643 h 1422812"/>
                <a:gd name="connsiteX25" fmla="*/ 856428 w 1456674"/>
                <a:gd name="connsiteY25" fmla="*/ 1084643 h 1422812"/>
                <a:gd name="connsiteX26" fmla="*/ 856428 w 1456674"/>
                <a:gd name="connsiteY26" fmla="*/ 1131599 h 1422812"/>
                <a:gd name="connsiteX27" fmla="*/ 585404 w 1456674"/>
                <a:gd name="connsiteY27" fmla="*/ 1131599 h 1422812"/>
                <a:gd name="connsiteX28" fmla="*/ 65377 w 1456674"/>
                <a:gd name="connsiteY28" fmla="*/ 727453 h 1422812"/>
                <a:gd name="connsiteX29" fmla="*/ 65377 w 1456674"/>
                <a:gd name="connsiteY29" fmla="*/ 795788 h 1422812"/>
                <a:gd name="connsiteX30" fmla="*/ 161058 w 1456674"/>
                <a:gd name="connsiteY30" fmla="*/ 795788 h 1422812"/>
                <a:gd name="connsiteX31" fmla="*/ 206226 w 1456674"/>
                <a:gd name="connsiteY31" fmla="*/ 760736 h 1422812"/>
                <a:gd name="connsiteX32" fmla="*/ 161058 w 1456674"/>
                <a:gd name="connsiteY32" fmla="*/ 727453 h 1422812"/>
                <a:gd name="connsiteX33" fmla="*/ 442177 w 1456674"/>
                <a:gd name="connsiteY33" fmla="*/ 649003 h 1422812"/>
                <a:gd name="connsiteX34" fmla="*/ 398789 w 1456674"/>
                <a:gd name="connsiteY34" fmla="*/ 744084 h 1422812"/>
                <a:gd name="connsiteX35" fmla="*/ 487344 w 1456674"/>
                <a:gd name="connsiteY35" fmla="*/ 744084 h 1422812"/>
                <a:gd name="connsiteX36" fmla="*/ 443366 w 1456674"/>
                <a:gd name="connsiteY36" fmla="*/ 649003 h 1422812"/>
                <a:gd name="connsiteX37" fmla="*/ 442777 w 1456674"/>
                <a:gd name="connsiteY37" fmla="*/ 649592 h 1422812"/>
                <a:gd name="connsiteX38" fmla="*/ 65377 w 1456674"/>
                <a:gd name="connsiteY38" fmla="*/ 628803 h 1422812"/>
                <a:gd name="connsiteX39" fmla="*/ 65377 w 1456674"/>
                <a:gd name="connsiteY39" fmla="*/ 682286 h 1422812"/>
                <a:gd name="connsiteX40" fmla="*/ 161058 w 1456674"/>
                <a:gd name="connsiteY40" fmla="*/ 682286 h 1422812"/>
                <a:gd name="connsiteX41" fmla="*/ 195531 w 1456674"/>
                <a:gd name="connsiteY41" fmla="*/ 656139 h 1422812"/>
                <a:gd name="connsiteX42" fmla="*/ 161058 w 1456674"/>
                <a:gd name="connsiteY42" fmla="*/ 628803 h 1422812"/>
                <a:gd name="connsiteX43" fmla="*/ 1234996 w 1456674"/>
                <a:gd name="connsiteY43" fmla="*/ 628793 h 1422812"/>
                <a:gd name="connsiteX44" fmla="*/ 1234996 w 1456674"/>
                <a:gd name="connsiteY44" fmla="*/ 691791 h 1422812"/>
                <a:gd name="connsiteX45" fmla="*/ 1337835 w 1456674"/>
                <a:gd name="connsiteY45" fmla="*/ 691791 h 1422812"/>
                <a:gd name="connsiteX46" fmla="*/ 1380024 w 1456674"/>
                <a:gd name="connsiteY46" fmla="*/ 660297 h 1422812"/>
                <a:gd name="connsiteX47" fmla="*/ 1337835 w 1456674"/>
                <a:gd name="connsiteY47" fmla="*/ 628793 h 1422812"/>
                <a:gd name="connsiteX48" fmla="*/ 1169640 w 1456674"/>
                <a:gd name="connsiteY48" fmla="*/ 581847 h 1422812"/>
                <a:gd name="connsiteX49" fmla="*/ 1344962 w 1456674"/>
                <a:gd name="connsiteY49" fmla="*/ 581847 h 1422812"/>
                <a:gd name="connsiteX50" fmla="*/ 1446580 w 1456674"/>
                <a:gd name="connsiteY50" fmla="*/ 659697 h 1422812"/>
                <a:gd name="connsiteX51" fmla="*/ 1378834 w 1456674"/>
                <a:gd name="connsiteY51" fmla="*/ 738737 h 1422812"/>
                <a:gd name="connsiteX52" fmla="*/ 1456674 w 1456674"/>
                <a:gd name="connsiteY52" fmla="*/ 842744 h 1422812"/>
                <a:gd name="connsiteX53" fmla="*/ 1378834 w 1456674"/>
                <a:gd name="connsiteY53" fmla="*/ 842744 h 1422812"/>
                <a:gd name="connsiteX54" fmla="*/ 1310478 w 1456674"/>
                <a:gd name="connsiteY54" fmla="*/ 738737 h 1422812"/>
                <a:gd name="connsiteX55" fmla="*/ 1234996 w 1456674"/>
                <a:gd name="connsiteY55" fmla="*/ 738737 h 1422812"/>
                <a:gd name="connsiteX56" fmla="*/ 1234996 w 1456674"/>
                <a:gd name="connsiteY56" fmla="*/ 842744 h 1422812"/>
                <a:gd name="connsiteX57" fmla="*/ 1169640 w 1456674"/>
                <a:gd name="connsiteY57" fmla="*/ 842744 h 1422812"/>
                <a:gd name="connsiteX58" fmla="*/ 877217 w 1456674"/>
                <a:gd name="connsiteY58" fmla="*/ 581847 h 1422812"/>
                <a:gd name="connsiteX59" fmla="*/ 1123284 w 1456674"/>
                <a:gd name="connsiteY59" fmla="*/ 581847 h 1422812"/>
                <a:gd name="connsiteX60" fmla="*/ 1123284 w 1456674"/>
                <a:gd name="connsiteY60" fmla="*/ 628793 h 1422812"/>
                <a:gd name="connsiteX61" fmla="*/ 943194 w 1456674"/>
                <a:gd name="connsiteY61" fmla="*/ 628793 h 1422812"/>
                <a:gd name="connsiteX62" fmla="*/ 943194 w 1456674"/>
                <a:gd name="connsiteY62" fmla="*/ 685854 h 1422812"/>
                <a:gd name="connsiteX63" fmla="*/ 1117337 w 1456674"/>
                <a:gd name="connsiteY63" fmla="*/ 685854 h 1422812"/>
                <a:gd name="connsiteX64" fmla="*/ 1117337 w 1456674"/>
                <a:gd name="connsiteY64" fmla="*/ 732800 h 1422812"/>
                <a:gd name="connsiteX65" fmla="*/ 943194 w 1456674"/>
                <a:gd name="connsiteY65" fmla="*/ 732800 h 1422812"/>
                <a:gd name="connsiteX66" fmla="*/ 943194 w 1456674"/>
                <a:gd name="connsiteY66" fmla="*/ 795788 h 1422812"/>
                <a:gd name="connsiteX67" fmla="*/ 1130421 w 1456674"/>
                <a:gd name="connsiteY67" fmla="*/ 795788 h 1422812"/>
                <a:gd name="connsiteX68" fmla="*/ 1130421 w 1456674"/>
                <a:gd name="connsiteY68" fmla="*/ 842744 h 1422812"/>
                <a:gd name="connsiteX69" fmla="*/ 877217 w 1456674"/>
                <a:gd name="connsiteY69" fmla="*/ 842744 h 1422812"/>
                <a:gd name="connsiteX70" fmla="*/ 550353 w 1456674"/>
                <a:gd name="connsiteY70" fmla="*/ 581847 h 1422812"/>
                <a:gd name="connsiteX71" fmla="*/ 630582 w 1456674"/>
                <a:gd name="connsiteY71" fmla="*/ 581847 h 1422812"/>
                <a:gd name="connsiteX72" fmla="*/ 707254 w 1456674"/>
                <a:gd name="connsiteY72" fmla="*/ 685254 h 1422812"/>
                <a:gd name="connsiteX73" fmla="*/ 783925 w 1456674"/>
                <a:gd name="connsiteY73" fmla="*/ 581847 h 1422812"/>
                <a:gd name="connsiteX74" fmla="*/ 864144 w 1456674"/>
                <a:gd name="connsiteY74" fmla="*/ 581847 h 1422812"/>
                <a:gd name="connsiteX75" fmla="*/ 739947 w 1456674"/>
                <a:gd name="connsiteY75" fmla="*/ 742895 h 1422812"/>
                <a:gd name="connsiteX76" fmla="*/ 739947 w 1456674"/>
                <a:gd name="connsiteY76" fmla="*/ 842744 h 1422812"/>
                <a:gd name="connsiteX77" fmla="*/ 674560 w 1456674"/>
                <a:gd name="connsiteY77" fmla="*/ 842744 h 1422812"/>
                <a:gd name="connsiteX78" fmla="*/ 674560 w 1456674"/>
                <a:gd name="connsiteY78" fmla="*/ 742895 h 1422812"/>
                <a:gd name="connsiteX79" fmla="*/ 407704 w 1456674"/>
                <a:gd name="connsiteY79" fmla="*/ 581847 h 1422812"/>
                <a:gd name="connsiteX80" fmla="*/ 477839 w 1456674"/>
                <a:gd name="connsiteY80" fmla="*/ 581847 h 1422812"/>
                <a:gd name="connsiteX81" fmla="*/ 606214 w 1456674"/>
                <a:gd name="connsiteY81" fmla="*/ 842744 h 1422812"/>
                <a:gd name="connsiteX82" fmla="*/ 532511 w 1456674"/>
                <a:gd name="connsiteY82" fmla="*/ 842744 h 1422812"/>
                <a:gd name="connsiteX83" fmla="*/ 508743 w 1456674"/>
                <a:gd name="connsiteY83" fmla="*/ 791041 h 1422812"/>
                <a:gd name="connsiteX84" fmla="*/ 376800 w 1456674"/>
                <a:gd name="connsiteY84" fmla="*/ 791041 h 1422812"/>
                <a:gd name="connsiteX85" fmla="*/ 353032 w 1456674"/>
                <a:gd name="connsiteY85" fmla="*/ 842744 h 1422812"/>
                <a:gd name="connsiteX86" fmla="*/ 279339 w 1456674"/>
                <a:gd name="connsiteY86" fmla="*/ 842744 h 1422812"/>
                <a:gd name="connsiteX87" fmla="*/ 0 w 1456674"/>
                <a:gd name="connsiteY87" fmla="*/ 581847 h 1422812"/>
                <a:gd name="connsiteX88" fmla="*/ 161069 w 1456674"/>
                <a:gd name="connsiteY88" fmla="*/ 581847 h 1422812"/>
                <a:gd name="connsiteX89" fmla="*/ 259129 w 1456674"/>
                <a:gd name="connsiteY89" fmla="*/ 644845 h 1422812"/>
                <a:gd name="connsiteX90" fmla="*/ 218120 w 1456674"/>
                <a:gd name="connsiteY90" fmla="*/ 698327 h 1422812"/>
                <a:gd name="connsiteX91" fmla="*/ 273392 w 1456674"/>
                <a:gd name="connsiteY91" fmla="*/ 766683 h 1422812"/>
                <a:gd name="connsiteX92" fmla="*/ 181869 w 1456674"/>
                <a:gd name="connsiteY92" fmla="*/ 842755 h 1422812"/>
                <a:gd name="connsiteX93" fmla="*/ 0 w 1456674"/>
                <a:gd name="connsiteY93" fmla="*/ 842755 h 1422812"/>
                <a:gd name="connsiteX94" fmla="*/ 709632 w 1456674"/>
                <a:gd name="connsiteY94" fmla="*/ 357190 h 1422812"/>
                <a:gd name="connsiteX95" fmla="*/ 665644 w 1456674"/>
                <a:gd name="connsiteY95" fmla="*/ 452282 h 1422812"/>
                <a:gd name="connsiteX96" fmla="*/ 754189 w 1456674"/>
                <a:gd name="connsiteY96" fmla="*/ 452282 h 1422812"/>
                <a:gd name="connsiteX97" fmla="*/ 710222 w 1456674"/>
                <a:gd name="connsiteY97" fmla="*/ 357190 h 1422812"/>
                <a:gd name="connsiteX98" fmla="*/ 710222 w 1456674"/>
                <a:gd name="connsiteY98" fmla="*/ 358379 h 1422812"/>
                <a:gd name="connsiteX99" fmla="*/ 675160 w 1456674"/>
                <a:gd name="connsiteY99" fmla="*/ 290623 h 1422812"/>
                <a:gd name="connsiteX100" fmla="*/ 745295 w 1456674"/>
                <a:gd name="connsiteY100" fmla="*/ 290623 h 1422812"/>
                <a:gd name="connsiteX101" fmla="*/ 873059 w 1456674"/>
                <a:gd name="connsiteY101" fmla="*/ 551532 h 1422812"/>
                <a:gd name="connsiteX102" fmla="*/ 799956 w 1456674"/>
                <a:gd name="connsiteY102" fmla="*/ 551532 h 1422812"/>
                <a:gd name="connsiteX103" fmla="*/ 776188 w 1456674"/>
                <a:gd name="connsiteY103" fmla="*/ 499828 h 1422812"/>
                <a:gd name="connsiteX104" fmla="*/ 644255 w 1456674"/>
                <a:gd name="connsiteY104" fmla="*/ 499828 h 1422812"/>
                <a:gd name="connsiteX105" fmla="*/ 619877 w 1456674"/>
                <a:gd name="connsiteY105" fmla="*/ 551532 h 1422812"/>
                <a:gd name="connsiteX106" fmla="*/ 546784 w 1456674"/>
                <a:gd name="connsiteY106" fmla="*/ 551532 h 1422812"/>
                <a:gd name="connsiteX107" fmla="*/ 638308 w 1456674"/>
                <a:gd name="connsiteY107" fmla="*/ 146206 h 1422812"/>
                <a:gd name="connsiteX108" fmla="*/ 638308 w 1456674"/>
                <a:gd name="connsiteY108" fmla="*/ 213952 h 1422812"/>
                <a:gd name="connsiteX109" fmla="*/ 733979 w 1456674"/>
                <a:gd name="connsiteY109" fmla="*/ 213952 h 1422812"/>
                <a:gd name="connsiteX110" fmla="*/ 779746 w 1456674"/>
                <a:gd name="connsiteY110" fmla="*/ 178890 h 1422812"/>
                <a:gd name="connsiteX111" fmla="*/ 733979 w 1456674"/>
                <a:gd name="connsiteY111" fmla="*/ 146206 h 1422812"/>
                <a:gd name="connsiteX112" fmla="*/ 638308 w 1456674"/>
                <a:gd name="connsiteY112" fmla="*/ 47546 h 1422812"/>
                <a:gd name="connsiteX113" fmla="*/ 638308 w 1456674"/>
                <a:gd name="connsiteY113" fmla="*/ 100439 h 1422812"/>
                <a:gd name="connsiteX114" fmla="*/ 733979 w 1456674"/>
                <a:gd name="connsiteY114" fmla="*/ 100439 h 1422812"/>
                <a:gd name="connsiteX115" fmla="*/ 769052 w 1456674"/>
                <a:gd name="connsiteY115" fmla="*/ 74882 h 1422812"/>
                <a:gd name="connsiteX116" fmla="*/ 733979 w 1456674"/>
                <a:gd name="connsiteY116" fmla="*/ 47546 h 1422812"/>
                <a:gd name="connsiteX117" fmla="*/ 572931 w 1456674"/>
                <a:gd name="connsiteY117" fmla="*/ 0 h 1422812"/>
                <a:gd name="connsiteX118" fmla="*/ 733990 w 1456674"/>
                <a:gd name="connsiteY118" fmla="*/ 0 h 1422812"/>
                <a:gd name="connsiteX119" fmla="*/ 832050 w 1456674"/>
                <a:gd name="connsiteY119" fmla="*/ 63598 h 1422812"/>
                <a:gd name="connsiteX120" fmla="*/ 791051 w 1456674"/>
                <a:gd name="connsiteY120" fmla="*/ 117081 h 1422812"/>
                <a:gd name="connsiteX121" fmla="*/ 846313 w 1456674"/>
                <a:gd name="connsiteY121" fmla="*/ 185437 h 1422812"/>
                <a:gd name="connsiteX122" fmla="*/ 754789 w 1456674"/>
                <a:gd name="connsiteY122" fmla="*/ 261508 h 1422812"/>
                <a:gd name="connsiteX123" fmla="*/ 572931 w 1456674"/>
                <a:gd name="connsiteY123" fmla="*/ 261508 h 142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456674" h="1422812">
                  <a:moveTo>
                    <a:pt x="651381" y="1208850"/>
                  </a:moveTo>
                  <a:lnTo>
                    <a:pt x="651381" y="1271248"/>
                  </a:lnTo>
                  <a:lnTo>
                    <a:pt x="753589" y="1271248"/>
                  </a:lnTo>
                  <a:cubicBezTo>
                    <a:pt x="774988" y="1271248"/>
                    <a:pt x="795798" y="1265311"/>
                    <a:pt x="795798" y="1240344"/>
                  </a:cubicBezTo>
                  <a:cubicBezTo>
                    <a:pt x="795798" y="1214786"/>
                    <a:pt x="774988" y="1208850"/>
                    <a:pt x="753589" y="1208850"/>
                  </a:cubicBezTo>
                  <a:close/>
                  <a:moveTo>
                    <a:pt x="585404" y="1161304"/>
                  </a:moveTo>
                  <a:lnTo>
                    <a:pt x="761326" y="1161304"/>
                  </a:lnTo>
                  <a:cubicBezTo>
                    <a:pt x="812429" y="1161304"/>
                    <a:pt x="862375" y="1179145"/>
                    <a:pt x="862375" y="1239154"/>
                  </a:cubicBezTo>
                  <a:cubicBezTo>
                    <a:pt x="862375" y="1284921"/>
                    <a:pt x="836818" y="1309900"/>
                    <a:pt x="795209" y="1318794"/>
                  </a:cubicBezTo>
                  <a:lnTo>
                    <a:pt x="873059" y="1422802"/>
                  </a:lnTo>
                  <a:lnTo>
                    <a:pt x="795209" y="1422802"/>
                  </a:lnTo>
                  <a:lnTo>
                    <a:pt x="726274" y="1318794"/>
                  </a:lnTo>
                  <a:lnTo>
                    <a:pt x="651381" y="1318794"/>
                  </a:lnTo>
                  <a:lnTo>
                    <a:pt x="651381" y="1318805"/>
                  </a:lnTo>
                  <a:lnTo>
                    <a:pt x="651381" y="1422812"/>
                  </a:lnTo>
                  <a:lnTo>
                    <a:pt x="585404" y="1422812"/>
                  </a:lnTo>
                  <a:close/>
                  <a:moveTo>
                    <a:pt x="585404" y="870691"/>
                  </a:moveTo>
                  <a:lnTo>
                    <a:pt x="849892" y="870691"/>
                  </a:lnTo>
                  <a:lnTo>
                    <a:pt x="849892" y="917648"/>
                  </a:lnTo>
                  <a:lnTo>
                    <a:pt x="651381" y="917648"/>
                  </a:lnTo>
                  <a:lnTo>
                    <a:pt x="651381" y="974688"/>
                  </a:lnTo>
                  <a:lnTo>
                    <a:pt x="843934" y="974688"/>
                  </a:lnTo>
                  <a:lnTo>
                    <a:pt x="843934" y="1021645"/>
                  </a:lnTo>
                  <a:lnTo>
                    <a:pt x="651381" y="1021645"/>
                  </a:lnTo>
                  <a:lnTo>
                    <a:pt x="651381" y="1084643"/>
                  </a:lnTo>
                  <a:lnTo>
                    <a:pt x="856428" y="1084643"/>
                  </a:lnTo>
                  <a:lnTo>
                    <a:pt x="856428" y="1131599"/>
                  </a:lnTo>
                  <a:lnTo>
                    <a:pt x="585404" y="1131599"/>
                  </a:lnTo>
                  <a:close/>
                  <a:moveTo>
                    <a:pt x="65377" y="727453"/>
                  </a:moveTo>
                  <a:lnTo>
                    <a:pt x="65377" y="795788"/>
                  </a:lnTo>
                  <a:lnTo>
                    <a:pt x="161058" y="795788"/>
                  </a:lnTo>
                  <a:cubicBezTo>
                    <a:pt x="185426" y="795788"/>
                    <a:pt x="206226" y="788651"/>
                    <a:pt x="206226" y="760736"/>
                  </a:cubicBezTo>
                  <a:cubicBezTo>
                    <a:pt x="206226" y="730411"/>
                    <a:pt x="186026" y="727453"/>
                    <a:pt x="161058" y="727453"/>
                  </a:cubicBezTo>
                  <a:close/>
                  <a:moveTo>
                    <a:pt x="442177" y="649003"/>
                  </a:moveTo>
                  <a:lnTo>
                    <a:pt x="398789" y="744084"/>
                  </a:lnTo>
                  <a:lnTo>
                    <a:pt x="487344" y="744084"/>
                  </a:lnTo>
                  <a:lnTo>
                    <a:pt x="443366" y="649003"/>
                  </a:lnTo>
                  <a:lnTo>
                    <a:pt x="442777" y="649592"/>
                  </a:lnTo>
                  <a:close/>
                  <a:moveTo>
                    <a:pt x="65377" y="628803"/>
                  </a:moveTo>
                  <a:lnTo>
                    <a:pt x="65377" y="682286"/>
                  </a:lnTo>
                  <a:lnTo>
                    <a:pt x="161058" y="682286"/>
                  </a:lnTo>
                  <a:cubicBezTo>
                    <a:pt x="178890" y="682286"/>
                    <a:pt x="194342" y="676349"/>
                    <a:pt x="195531" y="656139"/>
                  </a:cubicBezTo>
                  <a:cubicBezTo>
                    <a:pt x="197310" y="634150"/>
                    <a:pt x="179490" y="628803"/>
                    <a:pt x="161058" y="628803"/>
                  </a:cubicBezTo>
                  <a:close/>
                  <a:moveTo>
                    <a:pt x="1234996" y="628793"/>
                  </a:moveTo>
                  <a:lnTo>
                    <a:pt x="1234996" y="691791"/>
                  </a:lnTo>
                  <a:lnTo>
                    <a:pt x="1337835" y="691791"/>
                  </a:lnTo>
                  <a:cubicBezTo>
                    <a:pt x="1358645" y="691791"/>
                    <a:pt x="1380024" y="685854"/>
                    <a:pt x="1380024" y="660297"/>
                  </a:cubicBezTo>
                  <a:cubicBezTo>
                    <a:pt x="1380024" y="634740"/>
                    <a:pt x="1359235" y="628793"/>
                    <a:pt x="1337835" y="628793"/>
                  </a:cubicBezTo>
                  <a:close/>
                  <a:moveTo>
                    <a:pt x="1169640" y="581847"/>
                  </a:moveTo>
                  <a:lnTo>
                    <a:pt x="1344962" y="581847"/>
                  </a:lnTo>
                  <a:cubicBezTo>
                    <a:pt x="1396066" y="581847"/>
                    <a:pt x="1446580" y="599678"/>
                    <a:pt x="1446580" y="659697"/>
                  </a:cubicBezTo>
                  <a:cubicBezTo>
                    <a:pt x="1446580" y="705464"/>
                    <a:pt x="1420433" y="729821"/>
                    <a:pt x="1378834" y="738737"/>
                  </a:cubicBezTo>
                  <a:lnTo>
                    <a:pt x="1456674" y="842744"/>
                  </a:lnTo>
                  <a:lnTo>
                    <a:pt x="1378834" y="842744"/>
                  </a:lnTo>
                  <a:lnTo>
                    <a:pt x="1310478" y="738737"/>
                  </a:lnTo>
                  <a:lnTo>
                    <a:pt x="1234996" y="738737"/>
                  </a:lnTo>
                  <a:lnTo>
                    <a:pt x="1234996" y="842744"/>
                  </a:lnTo>
                  <a:lnTo>
                    <a:pt x="1169640" y="842744"/>
                  </a:lnTo>
                  <a:close/>
                  <a:moveTo>
                    <a:pt x="877217" y="581847"/>
                  </a:moveTo>
                  <a:lnTo>
                    <a:pt x="1123284" y="581847"/>
                  </a:lnTo>
                  <a:lnTo>
                    <a:pt x="1123284" y="628793"/>
                  </a:lnTo>
                  <a:lnTo>
                    <a:pt x="943194" y="628793"/>
                  </a:lnTo>
                  <a:lnTo>
                    <a:pt x="943194" y="685854"/>
                  </a:lnTo>
                  <a:lnTo>
                    <a:pt x="1117337" y="685854"/>
                  </a:lnTo>
                  <a:lnTo>
                    <a:pt x="1117337" y="732800"/>
                  </a:lnTo>
                  <a:lnTo>
                    <a:pt x="943194" y="732800"/>
                  </a:lnTo>
                  <a:lnTo>
                    <a:pt x="943194" y="795788"/>
                  </a:lnTo>
                  <a:lnTo>
                    <a:pt x="1130421" y="795788"/>
                  </a:lnTo>
                  <a:lnTo>
                    <a:pt x="1130421" y="842744"/>
                  </a:lnTo>
                  <a:lnTo>
                    <a:pt x="877217" y="842744"/>
                  </a:lnTo>
                  <a:close/>
                  <a:moveTo>
                    <a:pt x="550353" y="581847"/>
                  </a:moveTo>
                  <a:lnTo>
                    <a:pt x="630582" y="581847"/>
                  </a:lnTo>
                  <a:lnTo>
                    <a:pt x="707254" y="685254"/>
                  </a:lnTo>
                  <a:lnTo>
                    <a:pt x="783925" y="581847"/>
                  </a:lnTo>
                  <a:lnTo>
                    <a:pt x="864144" y="581847"/>
                  </a:lnTo>
                  <a:lnTo>
                    <a:pt x="739947" y="742895"/>
                  </a:lnTo>
                  <a:lnTo>
                    <a:pt x="739947" y="842744"/>
                  </a:lnTo>
                  <a:lnTo>
                    <a:pt x="674560" y="842744"/>
                  </a:lnTo>
                  <a:lnTo>
                    <a:pt x="674560" y="742895"/>
                  </a:lnTo>
                  <a:close/>
                  <a:moveTo>
                    <a:pt x="407704" y="581847"/>
                  </a:moveTo>
                  <a:lnTo>
                    <a:pt x="477839" y="581847"/>
                  </a:lnTo>
                  <a:lnTo>
                    <a:pt x="606214" y="842744"/>
                  </a:lnTo>
                  <a:lnTo>
                    <a:pt x="532511" y="842744"/>
                  </a:lnTo>
                  <a:lnTo>
                    <a:pt x="508743" y="791041"/>
                  </a:lnTo>
                  <a:lnTo>
                    <a:pt x="376800" y="791041"/>
                  </a:lnTo>
                  <a:lnTo>
                    <a:pt x="353032" y="842744"/>
                  </a:lnTo>
                  <a:lnTo>
                    <a:pt x="279339" y="842744"/>
                  </a:lnTo>
                  <a:close/>
                  <a:moveTo>
                    <a:pt x="0" y="581847"/>
                  </a:moveTo>
                  <a:lnTo>
                    <a:pt x="161069" y="581847"/>
                  </a:lnTo>
                  <a:cubicBezTo>
                    <a:pt x="206236" y="581847"/>
                    <a:pt x="259129" y="588983"/>
                    <a:pt x="259129" y="644845"/>
                  </a:cubicBezTo>
                  <a:cubicBezTo>
                    <a:pt x="259129" y="673370"/>
                    <a:pt x="242488" y="688233"/>
                    <a:pt x="218120" y="698327"/>
                  </a:cubicBezTo>
                  <a:cubicBezTo>
                    <a:pt x="251993" y="706054"/>
                    <a:pt x="273392" y="731611"/>
                    <a:pt x="273392" y="766683"/>
                  </a:cubicBezTo>
                  <a:cubicBezTo>
                    <a:pt x="273392" y="822545"/>
                    <a:pt x="231193" y="842755"/>
                    <a:pt x="181869" y="842755"/>
                  </a:cubicBezTo>
                  <a:lnTo>
                    <a:pt x="0" y="842755"/>
                  </a:lnTo>
                  <a:close/>
                  <a:moveTo>
                    <a:pt x="709632" y="357190"/>
                  </a:moveTo>
                  <a:lnTo>
                    <a:pt x="665644" y="452282"/>
                  </a:lnTo>
                  <a:lnTo>
                    <a:pt x="754189" y="452282"/>
                  </a:lnTo>
                  <a:lnTo>
                    <a:pt x="710222" y="357190"/>
                  </a:lnTo>
                  <a:lnTo>
                    <a:pt x="710222" y="358379"/>
                  </a:lnTo>
                  <a:close/>
                  <a:moveTo>
                    <a:pt x="675160" y="290623"/>
                  </a:moveTo>
                  <a:lnTo>
                    <a:pt x="745295" y="290623"/>
                  </a:lnTo>
                  <a:lnTo>
                    <a:pt x="873059" y="551532"/>
                  </a:lnTo>
                  <a:lnTo>
                    <a:pt x="799956" y="551532"/>
                  </a:lnTo>
                  <a:lnTo>
                    <a:pt x="776188" y="499828"/>
                  </a:lnTo>
                  <a:lnTo>
                    <a:pt x="644255" y="499828"/>
                  </a:lnTo>
                  <a:lnTo>
                    <a:pt x="619877" y="551532"/>
                  </a:lnTo>
                  <a:lnTo>
                    <a:pt x="546784" y="551532"/>
                  </a:lnTo>
                  <a:close/>
                  <a:moveTo>
                    <a:pt x="638308" y="146206"/>
                  </a:moveTo>
                  <a:lnTo>
                    <a:pt x="638308" y="213952"/>
                  </a:lnTo>
                  <a:lnTo>
                    <a:pt x="733979" y="213952"/>
                  </a:lnTo>
                  <a:cubicBezTo>
                    <a:pt x="758957" y="213952"/>
                    <a:pt x="779746" y="206826"/>
                    <a:pt x="779746" y="178890"/>
                  </a:cubicBezTo>
                  <a:cubicBezTo>
                    <a:pt x="779746" y="149175"/>
                    <a:pt x="758957" y="146206"/>
                    <a:pt x="733979" y="146206"/>
                  </a:cubicBezTo>
                  <a:close/>
                  <a:moveTo>
                    <a:pt x="638308" y="47546"/>
                  </a:moveTo>
                  <a:lnTo>
                    <a:pt x="638308" y="100439"/>
                  </a:lnTo>
                  <a:lnTo>
                    <a:pt x="733979" y="100439"/>
                  </a:lnTo>
                  <a:cubicBezTo>
                    <a:pt x="751821" y="100439"/>
                    <a:pt x="767262" y="94503"/>
                    <a:pt x="769052" y="74882"/>
                  </a:cubicBezTo>
                  <a:cubicBezTo>
                    <a:pt x="770241" y="52304"/>
                    <a:pt x="752421" y="47546"/>
                    <a:pt x="733979" y="47546"/>
                  </a:cubicBezTo>
                  <a:close/>
                  <a:moveTo>
                    <a:pt x="572931" y="0"/>
                  </a:moveTo>
                  <a:lnTo>
                    <a:pt x="733990" y="0"/>
                  </a:lnTo>
                  <a:cubicBezTo>
                    <a:pt x="779157" y="0"/>
                    <a:pt x="832050" y="7126"/>
                    <a:pt x="832050" y="63598"/>
                  </a:cubicBezTo>
                  <a:cubicBezTo>
                    <a:pt x="832050" y="91524"/>
                    <a:pt x="815419" y="106386"/>
                    <a:pt x="791051" y="117081"/>
                  </a:cubicBezTo>
                  <a:cubicBezTo>
                    <a:pt x="824913" y="124807"/>
                    <a:pt x="846313" y="149764"/>
                    <a:pt x="846313" y="185437"/>
                  </a:cubicBezTo>
                  <a:cubicBezTo>
                    <a:pt x="846313" y="241309"/>
                    <a:pt x="804124" y="261508"/>
                    <a:pt x="754789" y="261508"/>
                  </a:cubicBezTo>
                  <a:lnTo>
                    <a:pt x="572931" y="261508"/>
                  </a:ln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70" name="Graphic 69">
            <a:extLst>
              <a:ext uri="{FF2B5EF4-FFF2-40B4-BE49-F238E27FC236}">
                <a16:creationId xmlns:a16="http://schemas.microsoft.com/office/drawing/2014/main" id="{2AF527BB-AA09-170F-CDDA-55A156FD117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90224" y="4134463"/>
            <a:ext cx="992066" cy="177249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E6ABD5AA-ACEE-EA49-CF8C-374F87804AE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76722" y="4090181"/>
            <a:ext cx="766553" cy="265811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E0E35224-51AA-9D1D-1CAD-ADBF3110827F}"/>
              </a:ext>
            </a:extLst>
          </p:cNvPr>
          <p:cNvGrpSpPr/>
          <p:nvPr/>
        </p:nvGrpSpPr>
        <p:grpSpPr>
          <a:xfrm>
            <a:off x="4969063" y="3994525"/>
            <a:ext cx="1126729" cy="457124"/>
            <a:chOff x="4344174" y="5920383"/>
            <a:chExt cx="1928352" cy="782348"/>
          </a:xfrm>
        </p:grpSpPr>
        <p:pic>
          <p:nvPicPr>
            <p:cNvPr id="73" name="Picture 2">
              <a:extLst>
                <a:ext uri="{FF2B5EF4-FFF2-40B4-BE49-F238E27FC236}">
                  <a16:creationId xmlns:a16="http://schemas.microsoft.com/office/drawing/2014/main" id="{403F7CF1-75BD-F4F2-4E04-B0FB883C28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327"/>
            <a:stretch/>
          </p:blipFill>
          <p:spPr bwMode="auto">
            <a:xfrm>
              <a:off x="4344174" y="5920383"/>
              <a:ext cx="836151" cy="782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695012F-8244-8721-8A63-D3D01E364E95}"/>
                </a:ext>
              </a:extLst>
            </p:cNvPr>
            <p:cNvGrpSpPr/>
            <p:nvPr/>
          </p:nvGrpSpPr>
          <p:grpSpPr>
            <a:xfrm>
              <a:off x="5206751" y="5974446"/>
              <a:ext cx="1065775" cy="677645"/>
              <a:chOff x="5206751" y="5974446"/>
              <a:chExt cx="1065775" cy="677645"/>
            </a:xfrm>
          </p:grpSpPr>
          <p:pic>
            <p:nvPicPr>
              <p:cNvPr id="75" name="Picture 2">
                <a:extLst>
                  <a:ext uri="{FF2B5EF4-FFF2-40B4-BE49-F238E27FC236}">
                    <a16:creationId xmlns:a16="http://schemas.microsoft.com/office/drawing/2014/main" id="{8B67D2DA-DD98-78FD-AC70-85FFEDDA65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691" t="31381" r="41676" b="31381"/>
              <a:stretch/>
            </p:blipFill>
            <p:spPr bwMode="auto">
              <a:xfrm>
                <a:off x="5206751" y="5974446"/>
                <a:ext cx="106577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2">
                <a:extLst>
                  <a:ext uri="{FF2B5EF4-FFF2-40B4-BE49-F238E27FC236}">
                    <a16:creationId xmlns:a16="http://schemas.microsoft.com/office/drawing/2014/main" id="{2D8219AB-3AC2-66C8-257E-8A55ABF4A9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89" t="31381" r="23983" b="31381"/>
              <a:stretch/>
            </p:blipFill>
            <p:spPr bwMode="auto">
              <a:xfrm>
                <a:off x="5206751" y="6171297"/>
                <a:ext cx="61492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2">
                <a:extLst>
                  <a:ext uri="{FF2B5EF4-FFF2-40B4-BE49-F238E27FC236}">
                    <a16:creationId xmlns:a16="http://schemas.microsoft.com/office/drawing/2014/main" id="{429DE532-6707-798E-A8B8-81EF3799C0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562" t="31381" r="-1164" b="31381"/>
              <a:stretch/>
            </p:blipFill>
            <p:spPr bwMode="auto">
              <a:xfrm>
                <a:off x="5206751" y="6371322"/>
                <a:ext cx="836152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4A818546-E0B8-B944-61DC-52BB24ACFDC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037707" y="4159402"/>
            <a:ext cx="1025326" cy="12737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1F8A667-8EE4-FF76-5413-8CC9304E269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85614" y="5182238"/>
            <a:ext cx="609639" cy="60963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D2D4A100-D52D-C3DE-2D7D-48D0BF13770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04469" y="5456926"/>
            <a:ext cx="922503" cy="135493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4E063111-92F4-FC34-74A3-4F13EF42CBF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24185" y="5182238"/>
            <a:ext cx="753361" cy="75336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6DC3420-AEDF-9D3A-C03E-A225F0D25FF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36188" y="5214768"/>
            <a:ext cx="609639" cy="648971"/>
          </a:xfrm>
          <a:prstGeom prst="rect">
            <a:avLst/>
          </a:prstGeom>
        </p:spPr>
      </p:pic>
      <p:pic>
        <p:nvPicPr>
          <p:cNvPr id="83" name="Picture 82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25C41E-001A-74B8-066E-06D3AA0D3C5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53895" y="5337617"/>
            <a:ext cx="1391705" cy="280263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2F364954-4EA0-5501-82BF-F748C4BBBCD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457465" y="4090181"/>
            <a:ext cx="914458" cy="294308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7332701-5EBF-9CAB-C6DA-4A2C025F445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04244" y="5307444"/>
            <a:ext cx="567679" cy="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78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C974B1F-32EC-D84C-874A-BBE1B41A3A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EACF0E68-C391-A2D6-F444-382529824B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746E5-2683-41AD-CF8B-F68F43DEB1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99CA5313-94E2-C14C-6AB8-B8C9EA9B96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04D33-7DEC-1D2A-D5EB-7871999A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AD5E8305-471C-E464-F46E-D20A41942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FFCE6FB0-9EFC-BC53-E2CC-A619AA3889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6F75DEFC-D954-48B9-081A-84E0D00832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0DEAE95-ADD5-066E-DCD3-703D4FA2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F524EE0-936A-F9BF-5949-D5582F3E2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8154" y="2776482"/>
            <a:ext cx="1027832" cy="2371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2D9CECE-9C06-1FF9-EC1B-9B9F6E6287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3424" y="4090181"/>
            <a:ext cx="613414" cy="26581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194623F-DFA9-9500-C7B9-AFDB22B459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3424" y="5367037"/>
            <a:ext cx="952119" cy="31527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628D505-E111-5A31-A68E-7C6578D1EC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30882" y="2763304"/>
            <a:ext cx="1027836" cy="34765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E2EAEA2-9155-0F73-EB19-94918F26A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85118" y="2770553"/>
            <a:ext cx="846328" cy="24904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6E0BCA7-5815-B3BE-5114-3F920832713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13424" y="2812072"/>
            <a:ext cx="1472258" cy="1660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E6F391E-E6F0-BA62-6247-892216A1CEF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85423" y="2850715"/>
            <a:ext cx="2186500" cy="12736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70152C8-FE56-A3F5-BEFD-09270FA0483D}"/>
              </a:ext>
            </a:extLst>
          </p:cNvPr>
          <p:cNvGrpSpPr/>
          <p:nvPr/>
        </p:nvGrpSpPr>
        <p:grpSpPr>
          <a:xfrm>
            <a:off x="3821270" y="3846407"/>
            <a:ext cx="753361" cy="753361"/>
            <a:chOff x="8615634" y="5032586"/>
            <a:chExt cx="2028951" cy="202895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DE1C5D-7CAF-9A46-6DC2-7BED3A2D157C}"/>
                </a:ext>
              </a:extLst>
            </p:cNvPr>
            <p:cNvSpPr/>
            <p:nvPr/>
          </p:nvSpPr>
          <p:spPr>
            <a:xfrm>
              <a:off x="8615634" y="5032586"/>
              <a:ext cx="2028951" cy="2028952"/>
            </a:xfrm>
            <a:custGeom>
              <a:avLst/>
              <a:gdLst>
                <a:gd name="connsiteX0" fmla="*/ 0 w 2028952"/>
                <a:gd name="connsiteY0" fmla="*/ 0 h 2028952"/>
                <a:gd name="connsiteX1" fmla="*/ 2028953 w 2028952"/>
                <a:gd name="connsiteY1" fmla="*/ 0 h 2028952"/>
                <a:gd name="connsiteX2" fmla="*/ 2028953 w 2028952"/>
                <a:gd name="connsiteY2" fmla="*/ 2028953 h 2028952"/>
                <a:gd name="connsiteX3" fmla="*/ 0 w 2028952"/>
                <a:gd name="connsiteY3" fmla="*/ 2028953 h 2028952"/>
                <a:gd name="connsiteX4" fmla="*/ 0 w 2028952"/>
                <a:gd name="connsiteY4" fmla="*/ 0 h 202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952" h="2028952">
                  <a:moveTo>
                    <a:pt x="0" y="0"/>
                  </a:moveTo>
                  <a:lnTo>
                    <a:pt x="2028953" y="0"/>
                  </a:lnTo>
                  <a:lnTo>
                    <a:pt x="2028953" y="2028953"/>
                  </a:lnTo>
                  <a:lnTo>
                    <a:pt x="0" y="202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90321A5-037B-3E8E-B501-34B07FF36813}"/>
                </a:ext>
              </a:extLst>
            </p:cNvPr>
            <p:cNvSpPr/>
            <p:nvPr/>
          </p:nvSpPr>
          <p:spPr>
            <a:xfrm>
              <a:off x="8786750" y="5180814"/>
              <a:ext cx="1686700" cy="1686689"/>
            </a:xfrm>
            <a:custGeom>
              <a:avLst/>
              <a:gdLst>
                <a:gd name="connsiteX0" fmla="*/ 843355 w 1686699"/>
                <a:gd name="connsiteY0" fmla="*/ 54083 h 1686689"/>
                <a:gd name="connsiteX1" fmla="*/ 256751 w 1686699"/>
                <a:gd name="connsiteY1" fmla="*/ 314991 h 1686689"/>
                <a:gd name="connsiteX2" fmla="*/ 54683 w 1686699"/>
                <a:gd name="connsiteY2" fmla="*/ 843345 h 1686689"/>
                <a:gd name="connsiteX3" fmla="*/ 315591 w 1686699"/>
                <a:gd name="connsiteY3" fmla="*/ 1429360 h 1686689"/>
                <a:gd name="connsiteX4" fmla="*/ 843355 w 1686699"/>
                <a:gd name="connsiteY4" fmla="*/ 1632027 h 1686689"/>
                <a:gd name="connsiteX5" fmla="*/ 1429360 w 1686699"/>
                <a:gd name="connsiteY5" fmla="*/ 1371119 h 1686689"/>
                <a:gd name="connsiteX6" fmla="*/ 1632028 w 1686699"/>
                <a:gd name="connsiteY6" fmla="*/ 843345 h 1686689"/>
                <a:gd name="connsiteX7" fmla="*/ 1371119 w 1686699"/>
                <a:gd name="connsiteY7" fmla="*/ 256740 h 1686689"/>
                <a:gd name="connsiteX8" fmla="*/ 843355 w 1686699"/>
                <a:gd name="connsiteY8" fmla="*/ 54083 h 1686689"/>
                <a:gd name="connsiteX9" fmla="*/ 843355 w 1686699"/>
                <a:gd name="connsiteY9" fmla="*/ 0 h 1686689"/>
                <a:gd name="connsiteX10" fmla="*/ 1686699 w 1686699"/>
                <a:gd name="connsiteY10" fmla="*/ 843344 h 1686689"/>
                <a:gd name="connsiteX11" fmla="*/ 843355 w 1686699"/>
                <a:gd name="connsiteY11" fmla="*/ 1686689 h 1686689"/>
                <a:gd name="connsiteX12" fmla="*/ 0 w 1686699"/>
                <a:gd name="connsiteY12" fmla="*/ 843344 h 1686689"/>
                <a:gd name="connsiteX13" fmla="*/ 843355 w 1686699"/>
                <a:gd name="connsiteY13" fmla="*/ 0 h 16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6699" h="1686689">
                  <a:moveTo>
                    <a:pt x="843355" y="54083"/>
                  </a:moveTo>
                  <a:cubicBezTo>
                    <a:pt x="621667" y="54083"/>
                    <a:pt x="405336" y="150354"/>
                    <a:pt x="256751" y="314991"/>
                  </a:cubicBezTo>
                  <a:cubicBezTo>
                    <a:pt x="127186" y="459408"/>
                    <a:pt x="54683" y="649592"/>
                    <a:pt x="54683" y="843345"/>
                  </a:cubicBezTo>
                  <a:cubicBezTo>
                    <a:pt x="54683" y="1065023"/>
                    <a:pt x="150375" y="1280785"/>
                    <a:pt x="315591" y="1429360"/>
                  </a:cubicBezTo>
                  <a:cubicBezTo>
                    <a:pt x="459419" y="1558924"/>
                    <a:pt x="649603" y="1632027"/>
                    <a:pt x="843355" y="1632027"/>
                  </a:cubicBezTo>
                  <a:cubicBezTo>
                    <a:pt x="1065044" y="1632027"/>
                    <a:pt x="1281364" y="1535736"/>
                    <a:pt x="1429360" y="1371119"/>
                  </a:cubicBezTo>
                  <a:cubicBezTo>
                    <a:pt x="1559514" y="1227292"/>
                    <a:pt x="1632028" y="1037108"/>
                    <a:pt x="1632028" y="843345"/>
                  </a:cubicBezTo>
                  <a:cubicBezTo>
                    <a:pt x="1632028" y="621067"/>
                    <a:pt x="1536325" y="405326"/>
                    <a:pt x="1371119" y="256740"/>
                  </a:cubicBezTo>
                  <a:cubicBezTo>
                    <a:pt x="1227302" y="127186"/>
                    <a:pt x="1037108" y="54083"/>
                    <a:pt x="843355" y="54083"/>
                  </a:cubicBezTo>
                  <a:close/>
                  <a:moveTo>
                    <a:pt x="843355" y="0"/>
                  </a:moveTo>
                  <a:cubicBezTo>
                    <a:pt x="1306342" y="0"/>
                    <a:pt x="1686699" y="379768"/>
                    <a:pt x="1686699" y="843344"/>
                  </a:cubicBezTo>
                  <a:cubicBezTo>
                    <a:pt x="1686699" y="1306331"/>
                    <a:pt x="1306342" y="1686689"/>
                    <a:pt x="843355" y="1686689"/>
                  </a:cubicBezTo>
                  <a:cubicBezTo>
                    <a:pt x="379768" y="1686689"/>
                    <a:pt x="0" y="1306331"/>
                    <a:pt x="0" y="843344"/>
                  </a:cubicBezTo>
                  <a:cubicBezTo>
                    <a:pt x="0" y="379768"/>
                    <a:pt x="379779" y="0"/>
                    <a:pt x="843355" y="0"/>
                  </a:cubicBez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B4C308C-B1BA-3B61-9166-FB88CE2D8A18}"/>
                </a:ext>
              </a:extLst>
            </p:cNvPr>
            <p:cNvSpPr/>
            <p:nvPr/>
          </p:nvSpPr>
          <p:spPr>
            <a:xfrm>
              <a:off x="8916921" y="5308001"/>
              <a:ext cx="1456674" cy="1422812"/>
            </a:xfrm>
            <a:custGeom>
              <a:avLst/>
              <a:gdLst>
                <a:gd name="connsiteX0" fmla="*/ 651381 w 1456674"/>
                <a:gd name="connsiteY0" fmla="*/ 1208850 h 1422812"/>
                <a:gd name="connsiteX1" fmla="*/ 651381 w 1456674"/>
                <a:gd name="connsiteY1" fmla="*/ 1271248 h 1422812"/>
                <a:gd name="connsiteX2" fmla="*/ 753589 w 1456674"/>
                <a:gd name="connsiteY2" fmla="*/ 1271248 h 1422812"/>
                <a:gd name="connsiteX3" fmla="*/ 795798 w 1456674"/>
                <a:gd name="connsiteY3" fmla="*/ 1240344 h 1422812"/>
                <a:gd name="connsiteX4" fmla="*/ 753589 w 1456674"/>
                <a:gd name="connsiteY4" fmla="*/ 1208850 h 1422812"/>
                <a:gd name="connsiteX5" fmla="*/ 585404 w 1456674"/>
                <a:gd name="connsiteY5" fmla="*/ 1161304 h 1422812"/>
                <a:gd name="connsiteX6" fmla="*/ 761326 w 1456674"/>
                <a:gd name="connsiteY6" fmla="*/ 1161304 h 1422812"/>
                <a:gd name="connsiteX7" fmla="*/ 862375 w 1456674"/>
                <a:gd name="connsiteY7" fmla="*/ 1239154 h 1422812"/>
                <a:gd name="connsiteX8" fmla="*/ 795209 w 1456674"/>
                <a:gd name="connsiteY8" fmla="*/ 1318794 h 1422812"/>
                <a:gd name="connsiteX9" fmla="*/ 873059 w 1456674"/>
                <a:gd name="connsiteY9" fmla="*/ 1422802 h 1422812"/>
                <a:gd name="connsiteX10" fmla="*/ 795209 w 1456674"/>
                <a:gd name="connsiteY10" fmla="*/ 1422802 h 1422812"/>
                <a:gd name="connsiteX11" fmla="*/ 726274 w 1456674"/>
                <a:gd name="connsiteY11" fmla="*/ 1318794 h 1422812"/>
                <a:gd name="connsiteX12" fmla="*/ 651381 w 1456674"/>
                <a:gd name="connsiteY12" fmla="*/ 1318794 h 1422812"/>
                <a:gd name="connsiteX13" fmla="*/ 651381 w 1456674"/>
                <a:gd name="connsiteY13" fmla="*/ 1318805 h 1422812"/>
                <a:gd name="connsiteX14" fmla="*/ 651381 w 1456674"/>
                <a:gd name="connsiteY14" fmla="*/ 1422812 h 1422812"/>
                <a:gd name="connsiteX15" fmla="*/ 585404 w 1456674"/>
                <a:gd name="connsiteY15" fmla="*/ 1422812 h 1422812"/>
                <a:gd name="connsiteX16" fmla="*/ 585404 w 1456674"/>
                <a:gd name="connsiteY16" fmla="*/ 870691 h 1422812"/>
                <a:gd name="connsiteX17" fmla="*/ 849892 w 1456674"/>
                <a:gd name="connsiteY17" fmla="*/ 870691 h 1422812"/>
                <a:gd name="connsiteX18" fmla="*/ 849892 w 1456674"/>
                <a:gd name="connsiteY18" fmla="*/ 917648 h 1422812"/>
                <a:gd name="connsiteX19" fmla="*/ 651381 w 1456674"/>
                <a:gd name="connsiteY19" fmla="*/ 917648 h 1422812"/>
                <a:gd name="connsiteX20" fmla="*/ 651381 w 1456674"/>
                <a:gd name="connsiteY20" fmla="*/ 974688 h 1422812"/>
                <a:gd name="connsiteX21" fmla="*/ 843934 w 1456674"/>
                <a:gd name="connsiteY21" fmla="*/ 974688 h 1422812"/>
                <a:gd name="connsiteX22" fmla="*/ 843934 w 1456674"/>
                <a:gd name="connsiteY22" fmla="*/ 1021645 h 1422812"/>
                <a:gd name="connsiteX23" fmla="*/ 651381 w 1456674"/>
                <a:gd name="connsiteY23" fmla="*/ 1021645 h 1422812"/>
                <a:gd name="connsiteX24" fmla="*/ 651381 w 1456674"/>
                <a:gd name="connsiteY24" fmla="*/ 1084643 h 1422812"/>
                <a:gd name="connsiteX25" fmla="*/ 856428 w 1456674"/>
                <a:gd name="connsiteY25" fmla="*/ 1084643 h 1422812"/>
                <a:gd name="connsiteX26" fmla="*/ 856428 w 1456674"/>
                <a:gd name="connsiteY26" fmla="*/ 1131599 h 1422812"/>
                <a:gd name="connsiteX27" fmla="*/ 585404 w 1456674"/>
                <a:gd name="connsiteY27" fmla="*/ 1131599 h 1422812"/>
                <a:gd name="connsiteX28" fmla="*/ 65377 w 1456674"/>
                <a:gd name="connsiteY28" fmla="*/ 727453 h 1422812"/>
                <a:gd name="connsiteX29" fmla="*/ 65377 w 1456674"/>
                <a:gd name="connsiteY29" fmla="*/ 795788 h 1422812"/>
                <a:gd name="connsiteX30" fmla="*/ 161058 w 1456674"/>
                <a:gd name="connsiteY30" fmla="*/ 795788 h 1422812"/>
                <a:gd name="connsiteX31" fmla="*/ 206226 w 1456674"/>
                <a:gd name="connsiteY31" fmla="*/ 760736 h 1422812"/>
                <a:gd name="connsiteX32" fmla="*/ 161058 w 1456674"/>
                <a:gd name="connsiteY32" fmla="*/ 727453 h 1422812"/>
                <a:gd name="connsiteX33" fmla="*/ 442177 w 1456674"/>
                <a:gd name="connsiteY33" fmla="*/ 649003 h 1422812"/>
                <a:gd name="connsiteX34" fmla="*/ 398789 w 1456674"/>
                <a:gd name="connsiteY34" fmla="*/ 744084 h 1422812"/>
                <a:gd name="connsiteX35" fmla="*/ 487344 w 1456674"/>
                <a:gd name="connsiteY35" fmla="*/ 744084 h 1422812"/>
                <a:gd name="connsiteX36" fmla="*/ 443366 w 1456674"/>
                <a:gd name="connsiteY36" fmla="*/ 649003 h 1422812"/>
                <a:gd name="connsiteX37" fmla="*/ 442777 w 1456674"/>
                <a:gd name="connsiteY37" fmla="*/ 649592 h 1422812"/>
                <a:gd name="connsiteX38" fmla="*/ 65377 w 1456674"/>
                <a:gd name="connsiteY38" fmla="*/ 628803 h 1422812"/>
                <a:gd name="connsiteX39" fmla="*/ 65377 w 1456674"/>
                <a:gd name="connsiteY39" fmla="*/ 682286 h 1422812"/>
                <a:gd name="connsiteX40" fmla="*/ 161058 w 1456674"/>
                <a:gd name="connsiteY40" fmla="*/ 682286 h 1422812"/>
                <a:gd name="connsiteX41" fmla="*/ 195531 w 1456674"/>
                <a:gd name="connsiteY41" fmla="*/ 656139 h 1422812"/>
                <a:gd name="connsiteX42" fmla="*/ 161058 w 1456674"/>
                <a:gd name="connsiteY42" fmla="*/ 628803 h 1422812"/>
                <a:gd name="connsiteX43" fmla="*/ 1234996 w 1456674"/>
                <a:gd name="connsiteY43" fmla="*/ 628793 h 1422812"/>
                <a:gd name="connsiteX44" fmla="*/ 1234996 w 1456674"/>
                <a:gd name="connsiteY44" fmla="*/ 691791 h 1422812"/>
                <a:gd name="connsiteX45" fmla="*/ 1337835 w 1456674"/>
                <a:gd name="connsiteY45" fmla="*/ 691791 h 1422812"/>
                <a:gd name="connsiteX46" fmla="*/ 1380024 w 1456674"/>
                <a:gd name="connsiteY46" fmla="*/ 660297 h 1422812"/>
                <a:gd name="connsiteX47" fmla="*/ 1337835 w 1456674"/>
                <a:gd name="connsiteY47" fmla="*/ 628793 h 1422812"/>
                <a:gd name="connsiteX48" fmla="*/ 1169640 w 1456674"/>
                <a:gd name="connsiteY48" fmla="*/ 581847 h 1422812"/>
                <a:gd name="connsiteX49" fmla="*/ 1344962 w 1456674"/>
                <a:gd name="connsiteY49" fmla="*/ 581847 h 1422812"/>
                <a:gd name="connsiteX50" fmla="*/ 1446580 w 1456674"/>
                <a:gd name="connsiteY50" fmla="*/ 659697 h 1422812"/>
                <a:gd name="connsiteX51" fmla="*/ 1378834 w 1456674"/>
                <a:gd name="connsiteY51" fmla="*/ 738737 h 1422812"/>
                <a:gd name="connsiteX52" fmla="*/ 1456674 w 1456674"/>
                <a:gd name="connsiteY52" fmla="*/ 842744 h 1422812"/>
                <a:gd name="connsiteX53" fmla="*/ 1378834 w 1456674"/>
                <a:gd name="connsiteY53" fmla="*/ 842744 h 1422812"/>
                <a:gd name="connsiteX54" fmla="*/ 1310478 w 1456674"/>
                <a:gd name="connsiteY54" fmla="*/ 738737 h 1422812"/>
                <a:gd name="connsiteX55" fmla="*/ 1234996 w 1456674"/>
                <a:gd name="connsiteY55" fmla="*/ 738737 h 1422812"/>
                <a:gd name="connsiteX56" fmla="*/ 1234996 w 1456674"/>
                <a:gd name="connsiteY56" fmla="*/ 842744 h 1422812"/>
                <a:gd name="connsiteX57" fmla="*/ 1169640 w 1456674"/>
                <a:gd name="connsiteY57" fmla="*/ 842744 h 1422812"/>
                <a:gd name="connsiteX58" fmla="*/ 877217 w 1456674"/>
                <a:gd name="connsiteY58" fmla="*/ 581847 h 1422812"/>
                <a:gd name="connsiteX59" fmla="*/ 1123284 w 1456674"/>
                <a:gd name="connsiteY59" fmla="*/ 581847 h 1422812"/>
                <a:gd name="connsiteX60" fmla="*/ 1123284 w 1456674"/>
                <a:gd name="connsiteY60" fmla="*/ 628793 h 1422812"/>
                <a:gd name="connsiteX61" fmla="*/ 943194 w 1456674"/>
                <a:gd name="connsiteY61" fmla="*/ 628793 h 1422812"/>
                <a:gd name="connsiteX62" fmla="*/ 943194 w 1456674"/>
                <a:gd name="connsiteY62" fmla="*/ 685854 h 1422812"/>
                <a:gd name="connsiteX63" fmla="*/ 1117337 w 1456674"/>
                <a:gd name="connsiteY63" fmla="*/ 685854 h 1422812"/>
                <a:gd name="connsiteX64" fmla="*/ 1117337 w 1456674"/>
                <a:gd name="connsiteY64" fmla="*/ 732800 h 1422812"/>
                <a:gd name="connsiteX65" fmla="*/ 943194 w 1456674"/>
                <a:gd name="connsiteY65" fmla="*/ 732800 h 1422812"/>
                <a:gd name="connsiteX66" fmla="*/ 943194 w 1456674"/>
                <a:gd name="connsiteY66" fmla="*/ 795788 h 1422812"/>
                <a:gd name="connsiteX67" fmla="*/ 1130421 w 1456674"/>
                <a:gd name="connsiteY67" fmla="*/ 795788 h 1422812"/>
                <a:gd name="connsiteX68" fmla="*/ 1130421 w 1456674"/>
                <a:gd name="connsiteY68" fmla="*/ 842744 h 1422812"/>
                <a:gd name="connsiteX69" fmla="*/ 877217 w 1456674"/>
                <a:gd name="connsiteY69" fmla="*/ 842744 h 1422812"/>
                <a:gd name="connsiteX70" fmla="*/ 550353 w 1456674"/>
                <a:gd name="connsiteY70" fmla="*/ 581847 h 1422812"/>
                <a:gd name="connsiteX71" fmla="*/ 630582 w 1456674"/>
                <a:gd name="connsiteY71" fmla="*/ 581847 h 1422812"/>
                <a:gd name="connsiteX72" fmla="*/ 707254 w 1456674"/>
                <a:gd name="connsiteY72" fmla="*/ 685254 h 1422812"/>
                <a:gd name="connsiteX73" fmla="*/ 783925 w 1456674"/>
                <a:gd name="connsiteY73" fmla="*/ 581847 h 1422812"/>
                <a:gd name="connsiteX74" fmla="*/ 864144 w 1456674"/>
                <a:gd name="connsiteY74" fmla="*/ 581847 h 1422812"/>
                <a:gd name="connsiteX75" fmla="*/ 739947 w 1456674"/>
                <a:gd name="connsiteY75" fmla="*/ 742895 h 1422812"/>
                <a:gd name="connsiteX76" fmla="*/ 739947 w 1456674"/>
                <a:gd name="connsiteY76" fmla="*/ 842744 h 1422812"/>
                <a:gd name="connsiteX77" fmla="*/ 674560 w 1456674"/>
                <a:gd name="connsiteY77" fmla="*/ 842744 h 1422812"/>
                <a:gd name="connsiteX78" fmla="*/ 674560 w 1456674"/>
                <a:gd name="connsiteY78" fmla="*/ 742895 h 1422812"/>
                <a:gd name="connsiteX79" fmla="*/ 407704 w 1456674"/>
                <a:gd name="connsiteY79" fmla="*/ 581847 h 1422812"/>
                <a:gd name="connsiteX80" fmla="*/ 477839 w 1456674"/>
                <a:gd name="connsiteY80" fmla="*/ 581847 h 1422812"/>
                <a:gd name="connsiteX81" fmla="*/ 606214 w 1456674"/>
                <a:gd name="connsiteY81" fmla="*/ 842744 h 1422812"/>
                <a:gd name="connsiteX82" fmla="*/ 532511 w 1456674"/>
                <a:gd name="connsiteY82" fmla="*/ 842744 h 1422812"/>
                <a:gd name="connsiteX83" fmla="*/ 508743 w 1456674"/>
                <a:gd name="connsiteY83" fmla="*/ 791041 h 1422812"/>
                <a:gd name="connsiteX84" fmla="*/ 376800 w 1456674"/>
                <a:gd name="connsiteY84" fmla="*/ 791041 h 1422812"/>
                <a:gd name="connsiteX85" fmla="*/ 353032 w 1456674"/>
                <a:gd name="connsiteY85" fmla="*/ 842744 h 1422812"/>
                <a:gd name="connsiteX86" fmla="*/ 279339 w 1456674"/>
                <a:gd name="connsiteY86" fmla="*/ 842744 h 1422812"/>
                <a:gd name="connsiteX87" fmla="*/ 0 w 1456674"/>
                <a:gd name="connsiteY87" fmla="*/ 581847 h 1422812"/>
                <a:gd name="connsiteX88" fmla="*/ 161069 w 1456674"/>
                <a:gd name="connsiteY88" fmla="*/ 581847 h 1422812"/>
                <a:gd name="connsiteX89" fmla="*/ 259129 w 1456674"/>
                <a:gd name="connsiteY89" fmla="*/ 644845 h 1422812"/>
                <a:gd name="connsiteX90" fmla="*/ 218120 w 1456674"/>
                <a:gd name="connsiteY90" fmla="*/ 698327 h 1422812"/>
                <a:gd name="connsiteX91" fmla="*/ 273392 w 1456674"/>
                <a:gd name="connsiteY91" fmla="*/ 766683 h 1422812"/>
                <a:gd name="connsiteX92" fmla="*/ 181869 w 1456674"/>
                <a:gd name="connsiteY92" fmla="*/ 842755 h 1422812"/>
                <a:gd name="connsiteX93" fmla="*/ 0 w 1456674"/>
                <a:gd name="connsiteY93" fmla="*/ 842755 h 1422812"/>
                <a:gd name="connsiteX94" fmla="*/ 709632 w 1456674"/>
                <a:gd name="connsiteY94" fmla="*/ 357190 h 1422812"/>
                <a:gd name="connsiteX95" fmla="*/ 665644 w 1456674"/>
                <a:gd name="connsiteY95" fmla="*/ 452282 h 1422812"/>
                <a:gd name="connsiteX96" fmla="*/ 754189 w 1456674"/>
                <a:gd name="connsiteY96" fmla="*/ 452282 h 1422812"/>
                <a:gd name="connsiteX97" fmla="*/ 710222 w 1456674"/>
                <a:gd name="connsiteY97" fmla="*/ 357190 h 1422812"/>
                <a:gd name="connsiteX98" fmla="*/ 710222 w 1456674"/>
                <a:gd name="connsiteY98" fmla="*/ 358379 h 1422812"/>
                <a:gd name="connsiteX99" fmla="*/ 675160 w 1456674"/>
                <a:gd name="connsiteY99" fmla="*/ 290623 h 1422812"/>
                <a:gd name="connsiteX100" fmla="*/ 745295 w 1456674"/>
                <a:gd name="connsiteY100" fmla="*/ 290623 h 1422812"/>
                <a:gd name="connsiteX101" fmla="*/ 873059 w 1456674"/>
                <a:gd name="connsiteY101" fmla="*/ 551532 h 1422812"/>
                <a:gd name="connsiteX102" fmla="*/ 799956 w 1456674"/>
                <a:gd name="connsiteY102" fmla="*/ 551532 h 1422812"/>
                <a:gd name="connsiteX103" fmla="*/ 776188 w 1456674"/>
                <a:gd name="connsiteY103" fmla="*/ 499828 h 1422812"/>
                <a:gd name="connsiteX104" fmla="*/ 644255 w 1456674"/>
                <a:gd name="connsiteY104" fmla="*/ 499828 h 1422812"/>
                <a:gd name="connsiteX105" fmla="*/ 619877 w 1456674"/>
                <a:gd name="connsiteY105" fmla="*/ 551532 h 1422812"/>
                <a:gd name="connsiteX106" fmla="*/ 546784 w 1456674"/>
                <a:gd name="connsiteY106" fmla="*/ 551532 h 1422812"/>
                <a:gd name="connsiteX107" fmla="*/ 638308 w 1456674"/>
                <a:gd name="connsiteY107" fmla="*/ 146206 h 1422812"/>
                <a:gd name="connsiteX108" fmla="*/ 638308 w 1456674"/>
                <a:gd name="connsiteY108" fmla="*/ 213952 h 1422812"/>
                <a:gd name="connsiteX109" fmla="*/ 733979 w 1456674"/>
                <a:gd name="connsiteY109" fmla="*/ 213952 h 1422812"/>
                <a:gd name="connsiteX110" fmla="*/ 779746 w 1456674"/>
                <a:gd name="connsiteY110" fmla="*/ 178890 h 1422812"/>
                <a:gd name="connsiteX111" fmla="*/ 733979 w 1456674"/>
                <a:gd name="connsiteY111" fmla="*/ 146206 h 1422812"/>
                <a:gd name="connsiteX112" fmla="*/ 638308 w 1456674"/>
                <a:gd name="connsiteY112" fmla="*/ 47546 h 1422812"/>
                <a:gd name="connsiteX113" fmla="*/ 638308 w 1456674"/>
                <a:gd name="connsiteY113" fmla="*/ 100439 h 1422812"/>
                <a:gd name="connsiteX114" fmla="*/ 733979 w 1456674"/>
                <a:gd name="connsiteY114" fmla="*/ 100439 h 1422812"/>
                <a:gd name="connsiteX115" fmla="*/ 769052 w 1456674"/>
                <a:gd name="connsiteY115" fmla="*/ 74882 h 1422812"/>
                <a:gd name="connsiteX116" fmla="*/ 733979 w 1456674"/>
                <a:gd name="connsiteY116" fmla="*/ 47546 h 1422812"/>
                <a:gd name="connsiteX117" fmla="*/ 572931 w 1456674"/>
                <a:gd name="connsiteY117" fmla="*/ 0 h 1422812"/>
                <a:gd name="connsiteX118" fmla="*/ 733990 w 1456674"/>
                <a:gd name="connsiteY118" fmla="*/ 0 h 1422812"/>
                <a:gd name="connsiteX119" fmla="*/ 832050 w 1456674"/>
                <a:gd name="connsiteY119" fmla="*/ 63598 h 1422812"/>
                <a:gd name="connsiteX120" fmla="*/ 791051 w 1456674"/>
                <a:gd name="connsiteY120" fmla="*/ 117081 h 1422812"/>
                <a:gd name="connsiteX121" fmla="*/ 846313 w 1456674"/>
                <a:gd name="connsiteY121" fmla="*/ 185437 h 1422812"/>
                <a:gd name="connsiteX122" fmla="*/ 754789 w 1456674"/>
                <a:gd name="connsiteY122" fmla="*/ 261508 h 1422812"/>
                <a:gd name="connsiteX123" fmla="*/ 572931 w 1456674"/>
                <a:gd name="connsiteY123" fmla="*/ 261508 h 142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456674" h="1422812">
                  <a:moveTo>
                    <a:pt x="651381" y="1208850"/>
                  </a:moveTo>
                  <a:lnTo>
                    <a:pt x="651381" y="1271248"/>
                  </a:lnTo>
                  <a:lnTo>
                    <a:pt x="753589" y="1271248"/>
                  </a:lnTo>
                  <a:cubicBezTo>
                    <a:pt x="774988" y="1271248"/>
                    <a:pt x="795798" y="1265311"/>
                    <a:pt x="795798" y="1240344"/>
                  </a:cubicBezTo>
                  <a:cubicBezTo>
                    <a:pt x="795798" y="1214786"/>
                    <a:pt x="774988" y="1208850"/>
                    <a:pt x="753589" y="1208850"/>
                  </a:cubicBezTo>
                  <a:close/>
                  <a:moveTo>
                    <a:pt x="585404" y="1161304"/>
                  </a:moveTo>
                  <a:lnTo>
                    <a:pt x="761326" y="1161304"/>
                  </a:lnTo>
                  <a:cubicBezTo>
                    <a:pt x="812429" y="1161304"/>
                    <a:pt x="862375" y="1179145"/>
                    <a:pt x="862375" y="1239154"/>
                  </a:cubicBezTo>
                  <a:cubicBezTo>
                    <a:pt x="862375" y="1284921"/>
                    <a:pt x="836818" y="1309900"/>
                    <a:pt x="795209" y="1318794"/>
                  </a:cubicBezTo>
                  <a:lnTo>
                    <a:pt x="873059" y="1422802"/>
                  </a:lnTo>
                  <a:lnTo>
                    <a:pt x="795209" y="1422802"/>
                  </a:lnTo>
                  <a:lnTo>
                    <a:pt x="726274" y="1318794"/>
                  </a:lnTo>
                  <a:lnTo>
                    <a:pt x="651381" y="1318794"/>
                  </a:lnTo>
                  <a:lnTo>
                    <a:pt x="651381" y="1318805"/>
                  </a:lnTo>
                  <a:lnTo>
                    <a:pt x="651381" y="1422812"/>
                  </a:lnTo>
                  <a:lnTo>
                    <a:pt x="585404" y="1422812"/>
                  </a:lnTo>
                  <a:close/>
                  <a:moveTo>
                    <a:pt x="585404" y="870691"/>
                  </a:moveTo>
                  <a:lnTo>
                    <a:pt x="849892" y="870691"/>
                  </a:lnTo>
                  <a:lnTo>
                    <a:pt x="849892" y="917648"/>
                  </a:lnTo>
                  <a:lnTo>
                    <a:pt x="651381" y="917648"/>
                  </a:lnTo>
                  <a:lnTo>
                    <a:pt x="651381" y="974688"/>
                  </a:lnTo>
                  <a:lnTo>
                    <a:pt x="843934" y="974688"/>
                  </a:lnTo>
                  <a:lnTo>
                    <a:pt x="843934" y="1021645"/>
                  </a:lnTo>
                  <a:lnTo>
                    <a:pt x="651381" y="1021645"/>
                  </a:lnTo>
                  <a:lnTo>
                    <a:pt x="651381" y="1084643"/>
                  </a:lnTo>
                  <a:lnTo>
                    <a:pt x="856428" y="1084643"/>
                  </a:lnTo>
                  <a:lnTo>
                    <a:pt x="856428" y="1131599"/>
                  </a:lnTo>
                  <a:lnTo>
                    <a:pt x="585404" y="1131599"/>
                  </a:lnTo>
                  <a:close/>
                  <a:moveTo>
                    <a:pt x="65377" y="727453"/>
                  </a:moveTo>
                  <a:lnTo>
                    <a:pt x="65377" y="795788"/>
                  </a:lnTo>
                  <a:lnTo>
                    <a:pt x="161058" y="795788"/>
                  </a:lnTo>
                  <a:cubicBezTo>
                    <a:pt x="185426" y="795788"/>
                    <a:pt x="206226" y="788651"/>
                    <a:pt x="206226" y="760736"/>
                  </a:cubicBezTo>
                  <a:cubicBezTo>
                    <a:pt x="206226" y="730411"/>
                    <a:pt x="186026" y="727453"/>
                    <a:pt x="161058" y="727453"/>
                  </a:cubicBezTo>
                  <a:close/>
                  <a:moveTo>
                    <a:pt x="442177" y="649003"/>
                  </a:moveTo>
                  <a:lnTo>
                    <a:pt x="398789" y="744084"/>
                  </a:lnTo>
                  <a:lnTo>
                    <a:pt x="487344" y="744084"/>
                  </a:lnTo>
                  <a:lnTo>
                    <a:pt x="443366" y="649003"/>
                  </a:lnTo>
                  <a:lnTo>
                    <a:pt x="442777" y="649592"/>
                  </a:lnTo>
                  <a:close/>
                  <a:moveTo>
                    <a:pt x="65377" y="628803"/>
                  </a:moveTo>
                  <a:lnTo>
                    <a:pt x="65377" y="682286"/>
                  </a:lnTo>
                  <a:lnTo>
                    <a:pt x="161058" y="682286"/>
                  </a:lnTo>
                  <a:cubicBezTo>
                    <a:pt x="178890" y="682286"/>
                    <a:pt x="194342" y="676349"/>
                    <a:pt x="195531" y="656139"/>
                  </a:cubicBezTo>
                  <a:cubicBezTo>
                    <a:pt x="197310" y="634150"/>
                    <a:pt x="179490" y="628803"/>
                    <a:pt x="161058" y="628803"/>
                  </a:cubicBezTo>
                  <a:close/>
                  <a:moveTo>
                    <a:pt x="1234996" y="628793"/>
                  </a:moveTo>
                  <a:lnTo>
                    <a:pt x="1234996" y="691791"/>
                  </a:lnTo>
                  <a:lnTo>
                    <a:pt x="1337835" y="691791"/>
                  </a:lnTo>
                  <a:cubicBezTo>
                    <a:pt x="1358645" y="691791"/>
                    <a:pt x="1380024" y="685854"/>
                    <a:pt x="1380024" y="660297"/>
                  </a:cubicBezTo>
                  <a:cubicBezTo>
                    <a:pt x="1380024" y="634740"/>
                    <a:pt x="1359235" y="628793"/>
                    <a:pt x="1337835" y="628793"/>
                  </a:cubicBezTo>
                  <a:close/>
                  <a:moveTo>
                    <a:pt x="1169640" y="581847"/>
                  </a:moveTo>
                  <a:lnTo>
                    <a:pt x="1344962" y="581847"/>
                  </a:lnTo>
                  <a:cubicBezTo>
                    <a:pt x="1396066" y="581847"/>
                    <a:pt x="1446580" y="599678"/>
                    <a:pt x="1446580" y="659697"/>
                  </a:cubicBezTo>
                  <a:cubicBezTo>
                    <a:pt x="1446580" y="705464"/>
                    <a:pt x="1420433" y="729821"/>
                    <a:pt x="1378834" y="738737"/>
                  </a:cubicBezTo>
                  <a:lnTo>
                    <a:pt x="1456674" y="842744"/>
                  </a:lnTo>
                  <a:lnTo>
                    <a:pt x="1378834" y="842744"/>
                  </a:lnTo>
                  <a:lnTo>
                    <a:pt x="1310478" y="738737"/>
                  </a:lnTo>
                  <a:lnTo>
                    <a:pt x="1234996" y="738737"/>
                  </a:lnTo>
                  <a:lnTo>
                    <a:pt x="1234996" y="842744"/>
                  </a:lnTo>
                  <a:lnTo>
                    <a:pt x="1169640" y="842744"/>
                  </a:lnTo>
                  <a:close/>
                  <a:moveTo>
                    <a:pt x="877217" y="581847"/>
                  </a:moveTo>
                  <a:lnTo>
                    <a:pt x="1123284" y="581847"/>
                  </a:lnTo>
                  <a:lnTo>
                    <a:pt x="1123284" y="628793"/>
                  </a:lnTo>
                  <a:lnTo>
                    <a:pt x="943194" y="628793"/>
                  </a:lnTo>
                  <a:lnTo>
                    <a:pt x="943194" y="685854"/>
                  </a:lnTo>
                  <a:lnTo>
                    <a:pt x="1117337" y="685854"/>
                  </a:lnTo>
                  <a:lnTo>
                    <a:pt x="1117337" y="732800"/>
                  </a:lnTo>
                  <a:lnTo>
                    <a:pt x="943194" y="732800"/>
                  </a:lnTo>
                  <a:lnTo>
                    <a:pt x="943194" y="795788"/>
                  </a:lnTo>
                  <a:lnTo>
                    <a:pt x="1130421" y="795788"/>
                  </a:lnTo>
                  <a:lnTo>
                    <a:pt x="1130421" y="842744"/>
                  </a:lnTo>
                  <a:lnTo>
                    <a:pt x="877217" y="842744"/>
                  </a:lnTo>
                  <a:close/>
                  <a:moveTo>
                    <a:pt x="550353" y="581847"/>
                  </a:moveTo>
                  <a:lnTo>
                    <a:pt x="630582" y="581847"/>
                  </a:lnTo>
                  <a:lnTo>
                    <a:pt x="707254" y="685254"/>
                  </a:lnTo>
                  <a:lnTo>
                    <a:pt x="783925" y="581847"/>
                  </a:lnTo>
                  <a:lnTo>
                    <a:pt x="864144" y="581847"/>
                  </a:lnTo>
                  <a:lnTo>
                    <a:pt x="739947" y="742895"/>
                  </a:lnTo>
                  <a:lnTo>
                    <a:pt x="739947" y="842744"/>
                  </a:lnTo>
                  <a:lnTo>
                    <a:pt x="674560" y="842744"/>
                  </a:lnTo>
                  <a:lnTo>
                    <a:pt x="674560" y="742895"/>
                  </a:lnTo>
                  <a:close/>
                  <a:moveTo>
                    <a:pt x="407704" y="581847"/>
                  </a:moveTo>
                  <a:lnTo>
                    <a:pt x="477839" y="581847"/>
                  </a:lnTo>
                  <a:lnTo>
                    <a:pt x="606214" y="842744"/>
                  </a:lnTo>
                  <a:lnTo>
                    <a:pt x="532511" y="842744"/>
                  </a:lnTo>
                  <a:lnTo>
                    <a:pt x="508743" y="791041"/>
                  </a:lnTo>
                  <a:lnTo>
                    <a:pt x="376800" y="791041"/>
                  </a:lnTo>
                  <a:lnTo>
                    <a:pt x="353032" y="842744"/>
                  </a:lnTo>
                  <a:lnTo>
                    <a:pt x="279339" y="842744"/>
                  </a:lnTo>
                  <a:close/>
                  <a:moveTo>
                    <a:pt x="0" y="581847"/>
                  </a:moveTo>
                  <a:lnTo>
                    <a:pt x="161069" y="581847"/>
                  </a:lnTo>
                  <a:cubicBezTo>
                    <a:pt x="206236" y="581847"/>
                    <a:pt x="259129" y="588983"/>
                    <a:pt x="259129" y="644845"/>
                  </a:cubicBezTo>
                  <a:cubicBezTo>
                    <a:pt x="259129" y="673370"/>
                    <a:pt x="242488" y="688233"/>
                    <a:pt x="218120" y="698327"/>
                  </a:cubicBezTo>
                  <a:cubicBezTo>
                    <a:pt x="251993" y="706054"/>
                    <a:pt x="273392" y="731611"/>
                    <a:pt x="273392" y="766683"/>
                  </a:cubicBezTo>
                  <a:cubicBezTo>
                    <a:pt x="273392" y="822545"/>
                    <a:pt x="231193" y="842755"/>
                    <a:pt x="181869" y="842755"/>
                  </a:cubicBezTo>
                  <a:lnTo>
                    <a:pt x="0" y="842755"/>
                  </a:lnTo>
                  <a:close/>
                  <a:moveTo>
                    <a:pt x="709632" y="357190"/>
                  </a:moveTo>
                  <a:lnTo>
                    <a:pt x="665644" y="452282"/>
                  </a:lnTo>
                  <a:lnTo>
                    <a:pt x="754189" y="452282"/>
                  </a:lnTo>
                  <a:lnTo>
                    <a:pt x="710222" y="357190"/>
                  </a:lnTo>
                  <a:lnTo>
                    <a:pt x="710222" y="358379"/>
                  </a:lnTo>
                  <a:close/>
                  <a:moveTo>
                    <a:pt x="675160" y="290623"/>
                  </a:moveTo>
                  <a:lnTo>
                    <a:pt x="745295" y="290623"/>
                  </a:lnTo>
                  <a:lnTo>
                    <a:pt x="873059" y="551532"/>
                  </a:lnTo>
                  <a:lnTo>
                    <a:pt x="799956" y="551532"/>
                  </a:lnTo>
                  <a:lnTo>
                    <a:pt x="776188" y="499828"/>
                  </a:lnTo>
                  <a:lnTo>
                    <a:pt x="644255" y="499828"/>
                  </a:lnTo>
                  <a:lnTo>
                    <a:pt x="619877" y="551532"/>
                  </a:lnTo>
                  <a:lnTo>
                    <a:pt x="546784" y="551532"/>
                  </a:lnTo>
                  <a:close/>
                  <a:moveTo>
                    <a:pt x="638308" y="146206"/>
                  </a:moveTo>
                  <a:lnTo>
                    <a:pt x="638308" y="213952"/>
                  </a:lnTo>
                  <a:lnTo>
                    <a:pt x="733979" y="213952"/>
                  </a:lnTo>
                  <a:cubicBezTo>
                    <a:pt x="758957" y="213952"/>
                    <a:pt x="779746" y="206826"/>
                    <a:pt x="779746" y="178890"/>
                  </a:cubicBezTo>
                  <a:cubicBezTo>
                    <a:pt x="779746" y="149175"/>
                    <a:pt x="758957" y="146206"/>
                    <a:pt x="733979" y="146206"/>
                  </a:cubicBezTo>
                  <a:close/>
                  <a:moveTo>
                    <a:pt x="638308" y="47546"/>
                  </a:moveTo>
                  <a:lnTo>
                    <a:pt x="638308" y="100439"/>
                  </a:lnTo>
                  <a:lnTo>
                    <a:pt x="733979" y="100439"/>
                  </a:lnTo>
                  <a:cubicBezTo>
                    <a:pt x="751821" y="100439"/>
                    <a:pt x="767262" y="94503"/>
                    <a:pt x="769052" y="74882"/>
                  </a:cubicBezTo>
                  <a:cubicBezTo>
                    <a:pt x="770241" y="52304"/>
                    <a:pt x="752421" y="47546"/>
                    <a:pt x="733979" y="47546"/>
                  </a:cubicBezTo>
                  <a:close/>
                  <a:moveTo>
                    <a:pt x="572931" y="0"/>
                  </a:moveTo>
                  <a:lnTo>
                    <a:pt x="733990" y="0"/>
                  </a:lnTo>
                  <a:cubicBezTo>
                    <a:pt x="779157" y="0"/>
                    <a:pt x="832050" y="7126"/>
                    <a:pt x="832050" y="63598"/>
                  </a:cubicBezTo>
                  <a:cubicBezTo>
                    <a:pt x="832050" y="91524"/>
                    <a:pt x="815419" y="106386"/>
                    <a:pt x="791051" y="117081"/>
                  </a:cubicBezTo>
                  <a:cubicBezTo>
                    <a:pt x="824913" y="124807"/>
                    <a:pt x="846313" y="149764"/>
                    <a:pt x="846313" y="185437"/>
                  </a:cubicBezTo>
                  <a:cubicBezTo>
                    <a:pt x="846313" y="241309"/>
                    <a:pt x="804124" y="261508"/>
                    <a:pt x="754789" y="261508"/>
                  </a:cubicBezTo>
                  <a:lnTo>
                    <a:pt x="572931" y="261508"/>
                  </a:ln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6133CC7A-8E0A-39B1-A530-1C6F90D6440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90224" y="4134463"/>
            <a:ext cx="992066" cy="177249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0AD0709-6C43-7A70-A1A6-EF056DDE385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76722" y="4090181"/>
            <a:ext cx="766553" cy="265811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A3713EC-F273-9F58-3223-518B99B314FF}"/>
              </a:ext>
            </a:extLst>
          </p:cNvPr>
          <p:cNvGrpSpPr/>
          <p:nvPr/>
        </p:nvGrpSpPr>
        <p:grpSpPr>
          <a:xfrm>
            <a:off x="4969063" y="3994525"/>
            <a:ext cx="1126729" cy="457124"/>
            <a:chOff x="4344174" y="5920383"/>
            <a:chExt cx="1928352" cy="782348"/>
          </a:xfrm>
        </p:grpSpPr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C524BCC0-C0BE-49BC-409E-97F71B3729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327"/>
            <a:stretch/>
          </p:blipFill>
          <p:spPr bwMode="auto">
            <a:xfrm>
              <a:off x="4344174" y="5920383"/>
              <a:ext cx="836151" cy="782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3582740-57EA-B083-03D7-0C323E5DD6B4}"/>
                </a:ext>
              </a:extLst>
            </p:cNvPr>
            <p:cNvGrpSpPr/>
            <p:nvPr/>
          </p:nvGrpSpPr>
          <p:grpSpPr>
            <a:xfrm>
              <a:off x="5206751" y="5974446"/>
              <a:ext cx="1065775" cy="677645"/>
              <a:chOff x="5206751" y="5974446"/>
              <a:chExt cx="1065775" cy="677645"/>
            </a:xfrm>
          </p:grpSpPr>
          <p:pic>
            <p:nvPicPr>
              <p:cNvPr id="25" name="Picture 2">
                <a:extLst>
                  <a:ext uri="{FF2B5EF4-FFF2-40B4-BE49-F238E27FC236}">
                    <a16:creationId xmlns:a16="http://schemas.microsoft.com/office/drawing/2014/main" id="{1C2104E8-0EE2-97AD-0B26-1A1997C259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691" t="31381" r="41676" b="31381"/>
              <a:stretch/>
            </p:blipFill>
            <p:spPr bwMode="auto">
              <a:xfrm>
                <a:off x="5206751" y="5974446"/>
                <a:ext cx="106577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2">
                <a:extLst>
                  <a:ext uri="{FF2B5EF4-FFF2-40B4-BE49-F238E27FC236}">
                    <a16:creationId xmlns:a16="http://schemas.microsoft.com/office/drawing/2014/main" id="{4DE97DB6-4366-B2F5-CC0B-7DA76204F3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89" t="31381" r="23983" b="31381"/>
              <a:stretch/>
            </p:blipFill>
            <p:spPr bwMode="auto">
              <a:xfrm>
                <a:off x="5206751" y="6171297"/>
                <a:ext cx="61492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2">
                <a:extLst>
                  <a:ext uri="{FF2B5EF4-FFF2-40B4-BE49-F238E27FC236}">
                    <a16:creationId xmlns:a16="http://schemas.microsoft.com/office/drawing/2014/main" id="{CB641DB3-7CF8-CB3F-04B3-0D527165A9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562" t="31381" r="-1164" b="31381"/>
              <a:stretch/>
            </p:blipFill>
            <p:spPr bwMode="auto">
              <a:xfrm>
                <a:off x="5206751" y="6371322"/>
                <a:ext cx="836152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87FE6B41-2A96-2DDA-9EEE-EA4264DDD9D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037707" y="4159402"/>
            <a:ext cx="1025326" cy="1273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2197A79-EE4C-0C28-1D3B-566B9609F62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85614" y="5182238"/>
            <a:ext cx="609639" cy="60963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602F4EC-D460-DBCC-D6A9-76299A63C68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04469" y="5456926"/>
            <a:ext cx="922503" cy="13549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6B997D4-5CB1-FA0C-8D33-C685906C5DA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24185" y="5182238"/>
            <a:ext cx="753361" cy="75336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711DA9F-6124-74D8-E3A6-3145A3394D3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36188" y="5214768"/>
            <a:ext cx="609639" cy="648971"/>
          </a:xfrm>
          <a:prstGeom prst="rect">
            <a:avLst/>
          </a:prstGeom>
        </p:spPr>
      </p:pic>
      <p:pic>
        <p:nvPicPr>
          <p:cNvPr id="56" name="Picture 55" descr="Shape&#10;&#10;Description automatically generated with medium confidence">
            <a:extLst>
              <a:ext uri="{FF2B5EF4-FFF2-40B4-BE49-F238E27FC236}">
                <a16:creationId xmlns:a16="http://schemas.microsoft.com/office/drawing/2014/main" id="{4F6E5746-EE7E-561C-159E-210DC23F4B1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53895" y="5337617"/>
            <a:ext cx="1391705" cy="28026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88103C5-0C69-DC62-2D74-83BA4CC4EA1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57465" y="4090181"/>
            <a:ext cx="914458" cy="29430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FF45E30-4526-561A-26F8-95E143E70EE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804244" y="5307444"/>
            <a:ext cx="567679" cy="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36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6E040-28E9-0867-C187-40C374AEE5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30ECABE-55E1-19BD-4CA9-BFD36A0E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4CA0-C544-B87D-1B88-FAD04A9B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27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3B2DAD-2699-21DB-3D9A-9916702A5D7B}"/>
              </a:ext>
            </a:extLst>
          </p:cNvPr>
          <p:cNvCxnSpPr>
            <a:cxnSpLocks/>
          </p:cNvCxnSpPr>
          <p:nvPr/>
        </p:nvCxnSpPr>
        <p:spPr>
          <a:xfrm>
            <a:off x="642050" y="3841592"/>
            <a:ext cx="1153701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 w="lg" len="lg"/>
          </a:ln>
          <a:effectLst/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D6183EC-14A2-0982-7C06-73D8DD91F6BB}"/>
              </a:ext>
            </a:extLst>
          </p:cNvPr>
          <p:cNvSpPr/>
          <p:nvPr/>
        </p:nvSpPr>
        <p:spPr>
          <a:xfrm>
            <a:off x="1030417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Jan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A2DD70-C390-9508-BD1B-7E9157A03FFE}"/>
              </a:ext>
            </a:extLst>
          </p:cNvPr>
          <p:cNvCxnSpPr>
            <a:cxnSpLocks/>
          </p:cNvCxnSpPr>
          <p:nvPr/>
        </p:nvCxnSpPr>
        <p:spPr>
          <a:xfrm>
            <a:off x="1223847" y="3295835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D0B518B-0F74-282C-71F0-F6B5383337CB}"/>
              </a:ext>
            </a:extLst>
          </p:cNvPr>
          <p:cNvSpPr/>
          <p:nvPr/>
        </p:nvSpPr>
        <p:spPr>
          <a:xfrm>
            <a:off x="1030418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BCCD24-70BA-E5F4-4699-BE00D961EAC2}"/>
              </a:ext>
            </a:extLst>
          </p:cNvPr>
          <p:cNvSpPr/>
          <p:nvPr/>
        </p:nvSpPr>
        <p:spPr>
          <a:xfrm>
            <a:off x="3337011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Feb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D15A01-F74D-0945-B96F-544F745ADC37}"/>
              </a:ext>
            </a:extLst>
          </p:cNvPr>
          <p:cNvCxnSpPr>
            <a:cxnSpLocks/>
          </p:cNvCxnSpPr>
          <p:nvPr/>
        </p:nvCxnSpPr>
        <p:spPr>
          <a:xfrm flipV="1">
            <a:off x="3530441" y="4035022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5A6E7C-4F21-3881-0134-A08C4AB3FBAD}"/>
              </a:ext>
            </a:extLst>
          </p:cNvPr>
          <p:cNvSpPr/>
          <p:nvPr/>
        </p:nvSpPr>
        <p:spPr>
          <a:xfrm>
            <a:off x="5874265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Mar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1B3727-1A0C-4846-8AEF-4319A79BD7D3}"/>
              </a:ext>
            </a:extLst>
          </p:cNvPr>
          <p:cNvCxnSpPr>
            <a:cxnSpLocks/>
          </p:cNvCxnSpPr>
          <p:nvPr/>
        </p:nvCxnSpPr>
        <p:spPr>
          <a:xfrm>
            <a:off x="6067695" y="3295835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0FCDC48B-67FC-D6C2-CA55-6548316BD4F7}"/>
              </a:ext>
            </a:extLst>
          </p:cNvPr>
          <p:cNvSpPr/>
          <p:nvPr/>
        </p:nvSpPr>
        <p:spPr>
          <a:xfrm>
            <a:off x="8592752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Apr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D60BBC-6E4F-2ACB-24A2-0A1359D1E8F5}"/>
              </a:ext>
            </a:extLst>
          </p:cNvPr>
          <p:cNvCxnSpPr>
            <a:cxnSpLocks/>
          </p:cNvCxnSpPr>
          <p:nvPr/>
        </p:nvCxnSpPr>
        <p:spPr>
          <a:xfrm flipV="1">
            <a:off x="8786182" y="4035022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477F86-7A2C-25EE-95BB-C34AA8E3206D}"/>
              </a:ext>
            </a:extLst>
          </p:cNvPr>
          <p:cNvSpPr/>
          <p:nvPr/>
        </p:nvSpPr>
        <p:spPr>
          <a:xfrm>
            <a:off x="3337011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FDF591-7B3F-58E7-C6E6-CDD722E0A4F8}"/>
              </a:ext>
            </a:extLst>
          </p:cNvPr>
          <p:cNvSpPr/>
          <p:nvPr/>
        </p:nvSpPr>
        <p:spPr>
          <a:xfrm>
            <a:off x="8592752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65CEC3-1379-E954-DA29-232F05DD3BDC}"/>
              </a:ext>
            </a:extLst>
          </p:cNvPr>
          <p:cNvSpPr/>
          <p:nvPr/>
        </p:nvSpPr>
        <p:spPr>
          <a:xfrm>
            <a:off x="5843812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38133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6E040-28E9-0867-C187-40C374AEE5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30ECABE-55E1-19BD-4CA9-BFD36A0E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4CA0-C544-B87D-1B88-FAD04A9B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28</a:t>
            </a:fld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A17790-6796-39ED-FB37-0CDFC8CF15DA}"/>
              </a:ext>
            </a:extLst>
          </p:cNvPr>
          <p:cNvCxnSpPr>
            <a:cxnSpLocks/>
          </p:cNvCxnSpPr>
          <p:nvPr/>
        </p:nvCxnSpPr>
        <p:spPr>
          <a:xfrm flipH="1">
            <a:off x="0" y="3841592"/>
            <a:ext cx="1153701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 w="lg" len="lg"/>
          </a:ln>
          <a:effectLst/>
        </p:spPr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A5FF30E-A65C-99FC-886D-90AC0E5A566A}"/>
              </a:ext>
            </a:extLst>
          </p:cNvPr>
          <p:cNvSpPr/>
          <p:nvPr/>
        </p:nvSpPr>
        <p:spPr>
          <a:xfrm>
            <a:off x="1477841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May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50D443-7F23-EC91-BE4B-13B5E0A15B6A}"/>
              </a:ext>
            </a:extLst>
          </p:cNvPr>
          <p:cNvCxnSpPr>
            <a:cxnSpLocks/>
          </p:cNvCxnSpPr>
          <p:nvPr/>
        </p:nvCxnSpPr>
        <p:spPr>
          <a:xfrm>
            <a:off x="1671271" y="3295836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96B808D-C0BA-7BEF-0DF8-AE51CA79F817}"/>
              </a:ext>
            </a:extLst>
          </p:cNvPr>
          <p:cNvSpPr/>
          <p:nvPr/>
        </p:nvSpPr>
        <p:spPr>
          <a:xfrm>
            <a:off x="3784435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Jun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801DFE-005E-8AC1-1BAB-5FB022ACAD8F}"/>
              </a:ext>
            </a:extLst>
          </p:cNvPr>
          <p:cNvCxnSpPr>
            <a:cxnSpLocks/>
          </p:cNvCxnSpPr>
          <p:nvPr/>
        </p:nvCxnSpPr>
        <p:spPr>
          <a:xfrm flipV="1">
            <a:off x="3977865" y="4035023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9784207-9B45-0240-9A41-241A2BA1E9BE}"/>
              </a:ext>
            </a:extLst>
          </p:cNvPr>
          <p:cNvSpPr/>
          <p:nvPr/>
        </p:nvSpPr>
        <p:spPr>
          <a:xfrm>
            <a:off x="6321689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Jul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347266-C3D0-B28D-5F80-5FEEAEF35961}"/>
              </a:ext>
            </a:extLst>
          </p:cNvPr>
          <p:cNvCxnSpPr>
            <a:cxnSpLocks/>
          </p:cNvCxnSpPr>
          <p:nvPr/>
        </p:nvCxnSpPr>
        <p:spPr>
          <a:xfrm>
            <a:off x="6515119" y="3295836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9921828-5859-554F-3EF8-210F2A02EBAB}"/>
              </a:ext>
            </a:extLst>
          </p:cNvPr>
          <p:cNvSpPr/>
          <p:nvPr/>
        </p:nvSpPr>
        <p:spPr>
          <a:xfrm>
            <a:off x="9040176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Aug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8A8FE7-5F8C-A1E8-7AFB-8ED9D6EC7183}"/>
              </a:ext>
            </a:extLst>
          </p:cNvPr>
          <p:cNvCxnSpPr>
            <a:cxnSpLocks/>
          </p:cNvCxnSpPr>
          <p:nvPr/>
        </p:nvCxnSpPr>
        <p:spPr>
          <a:xfrm flipV="1">
            <a:off x="9233606" y="4035023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BA42495-EB2F-FDCA-8532-032B8605BB40}"/>
              </a:ext>
            </a:extLst>
          </p:cNvPr>
          <p:cNvSpPr/>
          <p:nvPr/>
        </p:nvSpPr>
        <p:spPr>
          <a:xfrm>
            <a:off x="1444389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3D64F6-11C5-24CB-478D-CC17F02089C2}"/>
              </a:ext>
            </a:extLst>
          </p:cNvPr>
          <p:cNvSpPr/>
          <p:nvPr/>
        </p:nvSpPr>
        <p:spPr>
          <a:xfrm>
            <a:off x="3750982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D1A296-4E44-4A03-9308-36213DE169E8}"/>
              </a:ext>
            </a:extLst>
          </p:cNvPr>
          <p:cNvSpPr/>
          <p:nvPr/>
        </p:nvSpPr>
        <p:spPr>
          <a:xfrm>
            <a:off x="9006723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51BE50-E109-77D9-74E3-EA200AED633D}"/>
              </a:ext>
            </a:extLst>
          </p:cNvPr>
          <p:cNvSpPr/>
          <p:nvPr/>
        </p:nvSpPr>
        <p:spPr>
          <a:xfrm>
            <a:off x="6257783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98777483"/>
      </p:ext>
    </p:extLst>
  </p:cSld>
  <p:clrMapOvr>
    <a:masterClrMapping/>
  </p:clrMapOvr>
</p:sld>
</file>

<file path=ppt/theme/theme1.xml><?xml version="1.0" encoding="utf-8"?>
<a:theme xmlns:a="http://schemas.openxmlformats.org/drawingml/2006/main" name="emTemplate // Jan 2023">
  <a:themeElements>
    <a:clrScheme name="Custom 4">
      <a:dk1>
        <a:srgbClr val="0A0F0D"/>
      </a:dk1>
      <a:lt1>
        <a:srgbClr val="FFFFFF"/>
      </a:lt1>
      <a:dk2>
        <a:srgbClr val="FD3E81"/>
      </a:dk2>
      <a:lt2>
        <a:srgbClr val="E3DCDB"/>
      </a:lt2>
      <a:accent1>
        <a:srgbClr val="61E1E0"/>
      </a:accent1>
      <a:accent2>
        <a:srgbClr val="3454D1"/>
      </a:accent2>
      <a:accent3>
        <a:srgbClr val="FAA916"/>
      </a:accent3>
      <a:accent4>
        <a:srgbClr val="792359"/>
      </a:accent4>
      <a:accent5>
        <a:srgbClr val="B8B8FF"/>
      </a:accent5>
      <a:accent6>
        <a:srgbClr val="CEC3C1"/>
      </a:accent6>
      <a:hlink>
        <a:srgbClr val="FC3D80"/>
      </a:hlink>
      <a:folHlink>
        <a:srgbClr val="FD3E81"/>
      </a:folHlink>
    </a:clrScheme>
    <a:fontScheme name="EM 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72000" rIns="72000" rtlCol="0" anchor="ctr"/>
      <a:lstStyle>
        <a:defPPr algn="ctr">
          <a:lnSpc>
            <a:spcPct val="110000"/>
          </a:lnSpc>
          <a:spcAft>
            <a:spcPts val="600"/>
          </a:spcAft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blank">
      <a:srgbClr val="FFFFFF"/>
    </a:custClr>
    <a:custClr name="Black Tint 1">
      <a:srgbClr val="3B3F3D"/>
    </a:custClr>
    <a:custClr name="Light Clay">
      <a:srgbClr val="CEC3C1"/>
    </a:custClr>
    <a:custClr name="Pink Tint 1">
      <a:srgbClr val="FD4D8B"/>
    </a:custClr>
    <a:custClr name="Turpuoise Tint 1">
      <a:srgbClr val="82E7E7"/>
    </a:custClr>
    <a:custClr name="Cerulean Tint 1">
      <a:srgbClr val="5F78DB"/>
    </a:custClr>
    <a:custClr name="Tangerine Tint 1">
      <a:srgbClr val="FBBC46"/>
    </a:custClr>
    <a:custClr name="Merlot Tint 1">
      <a:srgbClr val="944F7A"/>
    </a:custClr>
    <a:custClr name="Periwinkle Tint 1">
      <a:srgbClr val="C6C6FF"/>
    </a:custClr>
    <a:custClr name="Clay Tint 1">
      <a:srgbClr val="D8CFCE"/>
    </a:custClr>
    <a:custClr name="blank">
      <a:srgbClr val="FFFFFF"/>
    </a:custClr>
    <a:custClr name="Black Tint 2">
      <a:srgbClr val="6C6F6E"/>
    </a:custClr>
    <a:custClr name="Light Clay Tint 2">
      <a:srgbClr val="D8CFCE"/>
    </a:custClr>
    <a:custClr name="Pink Tint 2">
      <a:srgbClr val="FD6896"/>
    </a:custClr>
    <a:custClr name="Turpuoise Tint 2">
      <a:srgbClr val="A4EEEE"/>
    </a:custClr>
    <a:custClr name="Cerulean Tint 2">
      <a:srgbClr val="8B9DE5"/>
    </a:custClr>
    <a:custClr name="Tangerine Tint 2">
      <a:srgbClr val="FCCE79"/>
    </a:custClr>
    <a:custClr name="Merlot Tint 2">
      <a:srgbClr val="AF7B9B"/>
    </a:custClr>
    <a:custClr name="Periwinkle Tint 2">
      <a:srgbClr val="D4D4FF"/>
    </a:custClr>
    <a:custClr name="Clay Tint 2">
      <a:srgbClr val="E3DCDB"/>
    </a:custClr>
    <a:custClr name="blank">
      <a:srgbClr val="FFFFFF"/>
    </a:custClr>
    <a:custClr name="Black Tint 3">
      <a:srgbClr val="9D9F9E"/>
    </a:custClr>
    <a:custClr name="Light Clay Tint 3">
      <a:srgbClr val="EDE9E9"/>
    </a:custClr>
    <a:custClr name="Pink Tint 3">
      <a:srgbClr val="FE84AE"/>
    </a:custClr>
    <a:custClr name="Turpuoise Tint 3">
      <a:srgbClr val="C6F4F4"/>
    </a:custClr>
    <a:custClr name="Cerulean Tint 3">
      <a:srgbClr val="B6C2EE"/>
    </a:custClr>
    <a:custClr name="Tangerine Tint 3">
      <a:srgbClr val="FDE1AB"/>
    </a:custClr>
    <a:custClr name="Merlot Tint 3">
      <a:srgbClr val="C9A7BD"/>
    </a:custClr>
    <a:custClr name="Periwinkle Tint 3">
      <a:srgbClr val="E3E3FF"/>
    </a:custClr>
    <a:custClr name="Clay Tint 3">
      <a:srgbClr val="EDE9E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9B3585B66F14F870026BED5635ADF" ma:contentTypeVersion="20" ma:contentTypeDescription="Create a new document." ma:contentTypeScope="" ma:versionID="411e8907f9dc04e71ecb8935500f9e6f">
  <xsd:schema xmlns:xsd="http://www.w3.org/2001/XMLSchema" xmlns:xs="http://www.w3.org/2001/XMLSchema" xmlns:p="http://schemas.microsoft.com/office/2006/metadata/properties" xmlns:ns2="de983241-560f-4b3f-a705-2805922dcd43" xmlns:ns3="80b5cb99-4d0f-4b83-ae73-4b834bf7fb6d" targetNamespace="http://schemas.microsoft.com/office/2006/metadata/properties" ma:root="true" ma:fieldsID="4735b9b57a3fe5875f31931e16de78f9" ns2:_="" ns3:_="">
    <xsd:import namespace="de983241-560f-4b3f-a705-2805922dcd43"/>
    <xsd:import namespace="80b5cb99-4d0f-4b83-ae73-4b834bf7fb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3:SharedWithUsers" minOccurs="0"/>
                <xsd:element ref="ns3:SharedWithDetails" minOccurs="0"/>
                <xsd:element ref="ns2:FileType" minOccurs="0"/>
                <xsd:element ref="ns2:CredsFormat" minOccurs="0"/>
                <xsd:element ref="ns2:ImageCategory" minOccurs="0"/>
                <xsd:element ref="ns2:Template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983241-560f-4b3f-a705-2805922dcd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8c6112-a551-416c-b446-07c3fc3d0d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FileType" ma:index="22" nillable="true" ma:displayName="Marketing and Print" ma:format="Dropdown" ma:internalName="FileType">
      <xsd:simpleType>
        <xsd:restriction base="dms:Choice">
          <xsd:enumeration value="LinkedIn Profile Banner"/>
          <xsd:enumeration value="Business Cards"/>
          <xsd:enumeration value="Merchandise"/>
          <xsd:enumeration value="Virtual Backgrounds"/>
          <xsd:enumeration value="Press Release"/>
        </xsd:restriction>
      </xsd:simpleType>
    </xsd:element>
    <xsd:element name="CredsFormat" ma:index="23" nillable="true" ma:displayName="Creds Format" ma:format="Dropdown" ma:internalName="CredsForma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hapter 1"/>
                    <xsd:enumeration value="Chapter 2"/>
                    <xsd:enumeration value="Animated"/>
                    <xsd:enumeration value="Simplified"/>
                    <xsd:enumeration value="Internal"/>
                    <xsd:enumeration value="External "/>
                    <xsd:enumeration value="Sizzle"/>
                  </xsd:restriction>
                </xsd:simpleType>
              </xsd:element>
            </xsd:sequence>
          </xsd:extension>
        </xsd:complexContent>
      </xsd:complexType>
    </xsd:element>
    <xsd:element name="ImageCategory" ma:index="24" nillable="true" ma:displayName="Image Category " ma:format="Dropdown" ma:internalName="ImageCategory">
      <xsd:simpleType>
        <xsd:restriction base="dms:Choice">
          <xsd:enumeration value="People - Warm Tones"/>
          <xsd:enumeration value="People - Cool Tones"/>
          <xsd:enumeration value="Background and Covers - Warm Tones"/>
          <xsd:enumeration value="Backgrounds and Covers - Cool Tones"/>
          <xsd:enumeration value="Breakthrough Thinking"/>
          <xsd:enumeration value="Hero Images"/>
          <xsd:enumeration value="Founders Day"/>
          <xsd:enumeration value="Logo"/>
        </xsd:restriction>
      </xsd:simpleType>
    </xsd:element>
    <xsd:element name="Templates" ma:index="25" nillable="true" ma:displayName="Templates" ma:format="Dropdown" ma:internalName="Templates">
      <xsd:simpleType>
        <xsd:restriction base="dms:Choice">
          <xsd:enumeration value="Case Study"/>
          <xsd:enumeration value="Flighting"/>
          <xsd:enumeration value="Flags"/>
          <xsd:enumeration value="Icons"/>
          <xsd:enumeration value="Maps"/>
          <xsd:enumeration value="Media"/>
          <xsd:enumeration value="Mosaics"/>
          <xsd:enumeration value="Statements"/>
          <xsd:enumeration value="Teams"/>
        </xsd:restriction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b5cb99-4d0f-4b83-ae73-4b834bf7fb6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f8df444-536a-4993-8972-cbb3b2d59549}" ma:internalName="TaxCatchAll" ma:showField="CatchAllData" ma:web="80b5cb99-4d0f-4b83-ae73-4b834bf7fb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0b5cb99-4d0f-4b83-ae73-4b834bf7fb6d" xsi:nil="true"/>
    <lcf76f155ced4ddcb4097134ff3c332f xmlns="de983241-560f-4b3f-a705-2805922dcd43">
      <Terms xmlns="http://schemas.microsoft.com/office/infopath/2007/PartnerControls"/>
    </lcf76f155ced4ddcb4097134ff3c332f>
    <FileType xmlns="de983241-560f-4b3f-a705-2805922dcd43" xsi:nil="true"/>
    <CredsFormat xmlns="de983241-560f-4b3f-a705-2805922dcd43" xsi:nil="true"/>
    <SharedWithUsers xmlns="80b5cb99-4d0f-4b83-ae73-4b834bf7fb6d">
      <UserInfo>
        <DisplayName>Maria Ugrozova</DisplayName>
        <AccountId>4189</AccountId>
        <AccountType/>
      </UserInfo>
      <UserInfo>
        <DisplayName>Alejandra Perez</DisplayName>
        <AccountId>8431</AccountId>
        <AccountType/>
      </UserInfo>
      <UserInfo>
        <DisplayName>Olimpia Wroblewska</DisplayName>
        <AccountId>3170</AccountId>
        <AccountType/>
      </UserInfo>
    </SharedWithUsers>
    <ImageCategory xmlns="de983241-560f-4b3f-a705-2805922dcd43" xsi:nil="true"/>
    <Templates xmlns="de983241-560f-4b3f-a705-2805922dcd4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33F0E7-9F86-4B3E-BBAF-9EEAB26366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983241-560f-4b3f-a705-2805922dcd43"/>
    <ds:schemaRef ds:uri="80b5cb99-4d0f-4b83-ae73-4b834bf7fb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0F1BE39-A404-4E7C-BC42-745C2A0A8ABB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de983241-560f-4b3f-a705-2805922dcd43"/>
    <ds:schemaRef ds:uri="http://purl.org/dc/dcmitype/"/>
    <ds:schemaRef ds:uri="80b5cb99-4d0f-4b83-ae73-4b834bf7fb6d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82D4BC4-D0D4-4B59-BD63-1851ACCA5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1747</Words>
  <Application>Microsoft Office PowerPoint</Application>
  <PresentationFormat>Widescreen</PresentationFormat>
  <Paragraphs>279</Paragraphs>
  <Slides>28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Century Gothic</vt:lpstr>
      <vt:lpstr>System Font Regular</vt:lpstr>
      <vt:lpstr>emTemplate // Jan 2023</vt:lpstr>
      <vt:lpstr>EssenceMediacom brand PowerPoint instructions</vt:lpstr>
      <vt:lpstr>EssenceMediacom brand PowerPoint instructions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breakthroughs for brands  in an age of new possibilities</vt:lpstr>
      <vt:lpstr>Creating breakthroughs for brands  in an age of new possibilities</vt:lpstr>
      <vt:lpstr>Image right</vt:lpstr>
      <vt:lpstr>Image left</vt:lpstr>
      <vt:lpstr>Creating breakthroughs for brands  in an age of new possibilities</vt:lpstr>
      <vt:lpstr>Breakthroughs for brands in an age of new possibilities</vt:lpstr>
      <vt:lpstr>Breakthroughs for brands in an age of new possibilities</vt:lpstr>
      <vt:lpstr>Creating breakthroughs for brands  in an age of new possibilities</vt:lpstr>
      <vt:lpstr>Creating breakthroughs for brands  in an age of new possibilities</vt:lpstr>
      <vt:lpstr>Creating breakthroughs for brands  in an age of new possibilities</vt:lpstr>
      <vt:lpstr>Creating breakthroughs for brands  in an age of new possibilities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Tyson</dc:creator>
  <cp:lastModifiedBy>Louise Serrano-Burrows</cp:lastModifiedBy>
  <cp:revision>12</cp:revision>
  <dcterms:created xsi:type="dcterms:W3CDTF">2020-04-07T11:04:52Z</dcterms:created>
  <dcterms:modified xsi:type="dcterms:W3CDTF">2024-03-04T15:51:21Z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0x010100C6B9B3585B66F14F870026BED5635ADF</vt:lpwstr>
  </property>
  <property fmtid="{D5CDD505-2E9C-101B-9397-08002B2CF9AE}" pid="3" name="MediaServiceImageTags">
    <vt:lpwstr/>
  </property>
</Properties>
</file>