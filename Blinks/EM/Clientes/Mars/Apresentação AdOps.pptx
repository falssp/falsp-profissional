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8" r:id="rId5"/>
    <p:sldMasterId id="214748371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y="5143500" cx="9144000"/>
  <p:notesSz cx="6858000" cy="9144000"/>
  <p:embeddedFontLst>
    <p:embeddedFont>
      <p:font typeface="Roboto"/>
      <p:regular r:id="rId36"/>
      <p:bold r:id="rId37"/>
      <p:italic r:id="rId38"/>
      <p:boldItalic r:id="rId39"/>
    </p:embeddedFont>
    <p:embeddedFont>
      <p:font typeface="Montserrat"/>
      <p:regular r:id="rId40"/>
      <p:bold r:id="rId41"/>
      <p:italic r:id="rId42"/>
      <p:boldItalic r:id="rId43"/>
    </p:embeddedFont>
    <p:embeddedFont>
      <p:font typeface="Google Sans"/>
      <p:regular r:id="rId44"/>
      <p:bold r:id="rId45"/>
      <p:italic r:id="rId46"/>
      <p:boldItalic r:id="rId47"/>
    </p:embeddedFont>
    <p:embeddedFont>
      <p:font typeface="Montserrat Medium"/>
      <p:regular r:id="rId48"/>
      <p:bold r:id="rId49"/>
      <p:italic r:id="rId50"/>
      <p:boldItalic r:id="rId51"/>
    </p:embeddedFont>
    <p:embeddedFont>
      <p:font typeface="Montserrat Light"/>
      <p:regular r:id="rId52"/>
      <p:bold r:id="rId53"/>
      <p:italic r:id="rId54"/>
      <p:boldItalic r:id="rId55"/>
    </p:embeddedFont>
    <p:embeddedFont>
      <p:font typeface="Spectral"/>
      <p:regular r:id="rId56"/>
      <p:bold r:id="rId57"/>
      <p:italic r:id="rId58"/>
      <p:boldItalic r:id="rId59"/>
    </p:embeddedFont>
    <p:embeddedFont>
      <p:font typeface="Century Gothic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C777F1F-F912-48E1-93CC-E3CA31D5C9F5}">
  <a:tblStyle styleId="{3C777F1F-F912-48E1-93CC-E3CA31D5C9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regular.fntdata"/><Relationship Id="rId42" Type="http://schemas.openxmlformats.org/officeDocument/2006/relationships/font" Target="fonts/Montserrat-italic.fntdata"/><Relationship Id="rId41" Type="http://schemas.openxmlformats.org/officeDocument/2006/relationships/font" Target="fonts/Montserrat-bold.fntdata"/><Relationship Id="rId44" Type="http://schemas.openxmlformats.org/officeDocument/2006/relationships/font" Target="fonts/GoogleSans-regular.fntdata"/><Relationship Id="rId43" Type="http://schemas.openxmlformats.org/officeDocument/2006/relationships/font" Target="fonts/Montserrat-boldItalic.fntdata"/><Relationship Id="rId46" Type="http://schemas.openxmlformats.org/officeDocument/2006/relationships/font" Target="fonts/GoogleSans-italic.fntdata"/><Relationship Id="rId45" Type="http://schemas.openxmlformats.org/officeDocument/2006/relationships/font" Target="fonts/GoogleSans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MontserratMedium-regular.fntdata"/><Relationship Id="rId47" Type="http://schemas.openxmlformats.org/officeDocument/2006/relationships/font" Target="fonts/GoogleSans-boldItalic.fntdata"/><Relationship Id="rId49" Type="http://schemas.openxmlformats.org/officeDocument/2006/relationships/font" Target="fonts/MontserratMedium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font" Target="fonts/Roboto-bold.fntdata"/><Relationship Id="rId36" Type="http://schemas.openxmlformats.org/officeDocument/2006/relationships/font" Target="fonts/Roboto-regular.fntdata"/><Relationship Id="rId39" Type="http://schemas.openxmlformats.org/officeDocument/2006/relationships/font" Target="fonts/Roboto-boldItalic.fntdata"/><Relationship Id="rId38" Type="http://schemas.openxmlformats.org/officeDocument/2006/relationships/font" Target="fonts/Roboto-italic.fntdata"/><Relationship Id="rId62" Type="http://schemas.openxmlformats.org/officeDocument/2006/relationships/font" Target="fonts/CenturyGothic-italic.fntdata"/><Relationship Id="rId61" Type="http://schemas.openxmlformats.org/officeDocument/2006/relationships/font" Target="fonts/CenturyGothic-bold.fntdata"/><Relationship Id="rId20" Type="http://schemas.openxmlformats.org/officeDocument/2006/relationships/slide" Target="slides/slide13.xml"/><Relationship Id="rId63" Type="http://schemas.openxmlformats.org/officeDocument/2006/relationships/font" Target="fonts/CenturyGothic-boldItalic.fnt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60" Type="http://schemas.openxmlformats.org/officeDocument/2006/relationships/font" Target="fonts/CenturyGothic-regular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MontserratMedium-boldItalic.fntdata"/><Relationship Id="rId50" Type="http://schemas.openxmlformats.org/officeDocument/2006/relationships/font" Target="fonts/MontserratMedium-italic.fntdata"/><Relationship Id="rId53" Type="http://schemas.openxmlformats.org/officeDocument/2006/relationships/font" Target="fonts/MontserratLight-bold.fntdata"/><Relationship Id="rId52" Type="http://schemas.openxmlformats.org/officeDocument/2006/relationships/font" Target="fonts/MontserratLight-regular.fntdata"/><Relationship Id="rId11" Type="http://schemas.openxmlformats.org/officeDocument/2006/relationships/slide" Target="slides/slide4.xml"/><Relationship Id="rId55" Type="http://schemas.openxmlformats.org/officeDocument/2006/relationships/font" Target="fonts/MontserratLight-boldItalic.fntdata"/><Relationship Id="rId10" Type="http://schemas.openxmlformats.org/officeDocument/2006/relationships/slide" Target="slides/slide3.xml"/><Relationship Id="rId54" Type="http://schemas.openxmlformats.org/officeDocument/2006/relationships/font" Target="fonts/MontserratLight-italic.fntdata"/><Relationship Id="rId13" Type="http://schemas.openxmlformats.org/officeDocument/2006/relationships/slide" Target="slides/slide6.xml"/><Relationship Id="rId57" Type="http://schemas.openxmlformats.org/officeDocument/2006/relationships/font" Target="fonts/Spectral-bold.fntdata"/><Relationship Id="rId12" Type="http://schemas.openxmlformats.org/officeDocument/2006/relationships/slide" Target="slides/slide5.xml"/><Relationship Id="rId56" Type="http://schemas.openxmlformats.org/officeDocument/2006/relationships/font" Target="fonts/Spectral-regular.fntdata"/><Relationship Id="rId15" Type="http://schemas.openxmlformats.org/officeDocument/2006/relationships/slide" Target="slides/slide8.xml"/><Relationship Id="rId59" Type="http://schemas.openxmlformats.org/officeDocument/2006/relationships/font" Target="fonts/Spectral-boldItalic.fntdata"/><Relationship Id="rId14" Type="http://schemas.openxmlformats.org/officeDocument/2006/relationships/slide" Target="slides/slide7.xml"/><Relationship Id="rId58" Type="http://schemas.openxmlformats.org/officeDocument/2006/relationships/font" Target="fonts/Spectral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2e7ee89cfed_0_25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g2e7ee89cfed_0_25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1e10674f6e4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1e10674f6e4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g1e10674f6e4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1dfd6e0210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1dfd6e021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1dfd6e0210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1dfd6e0210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1dfd6e02104_0_2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0" name="Google Shape;690;g1dfd6e02104_0_2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2e7ee89cfed_0_37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g2e7ee89cfed_0_37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1e10674f6e4_0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8" name="Google Shape;738;g1e10674f6e4_0_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1e10674f6e4_0_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0" name="Google Shape;760;g1e10674f6e4_0_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1e10674f6e4_0_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9" name="Google Shape;789;g1e10674f6e4_0_8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1e10674f6e4_0_1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8" name="Google Shape;818;g1e10674f6e4_0_10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1e10674f6e4_0_1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5" name="Google Shape;845;g1e10674f6e4_0_1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1e10674f6e4_0_1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2" name="Google Shape;872;g1e10674f6e4_0_16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1e10674f6e4_0_1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5" name="Google Shape;885;g1e10674f6e4_0_17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1e10674f6e4_0_1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3" name="Google Shape;903;g1e10674f6e4_0_18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1e10674f6e4_0_2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5" name="Google Shape;915;g1e10674f6e4_0_20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1e10674f6e4_0_2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5" name="Google Shape;925;g1e10674f6e4_0_2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1e10674f6e4_0_2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6" name="Google Shape;936;g1e10674f6e4_0_2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1e10674f6e4_0_2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8" name="Google Shape;948;g1e10674f6e4_0_2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22a766affd7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8" name="Google Shape;958;g22a766affd7_0_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1e10674f6e4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9" name="Google Shape;979;g1e10674f6e4_0_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22a766affd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22a766affd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2e7ee89cfed_0_1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2" name="Google Shape;1012;g2e7ee89cfed_0_1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2e7ee89cfed_0_1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2e7ee89cfed_0_1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2e7ee89cfed_0_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2e7ee89cfed_0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2e7ee89cfed_0_14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g2e7ee89cfed_0_14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2e7ee89cfed_0_1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2e7ee89cfed_0_1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2e7ee89cfed_0_1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2" name="Google Shape;1092;g2e7ee89cfed_0_1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g2e7ee89cfed_0_1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0" name="Google Shape;1120;g2e7ee89cfed_0_1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corpo 3" showMasterSp="0">
  <p:cSld name="TITLE_AND_BODY_13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289309" y="457963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52" name="Google Shape;52;p13"/>
          <p:cNvCxnSpPr/>
          <p:nvPr/>
        </p:nvCxnSpPr>
        <p:spPr>
          <a:xfrm>
            <a:off x="862450" y="4630350"/>
            <a:ext cx="0" cy="258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3" name="Google Shape;5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3800" y="4691100"/>
            <a:ext cx="356488" cy="136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Content">
  <p:cSld name="Title + Conten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type="title"/>
          </p:nvPr>
        </p:nvSpPr>
        <p:spPr>
          <a:xfrm>
            <a:off x="588946" y="251460"/>
            <a:ext cx="80739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6" name="Google Shape;66;p15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i="0" lang="pt-BR" sz="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588946" y="1545431"/>
            <a:ext cx="8073900" cy="30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TR"/>
              <a:buChar char="⏤"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TR"/>
              <a:buChar char="⏤"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60350" lvl="5" marL="2743200" marR="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60350" lvl="6" marL="3200400" marR="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60350" lvl="7" marL="3657600" marR="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60350" lvl="8" marL="4114800" marR="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over"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>
            <p:ph idx="2" type="pic"/>
          </p:nvPr>
        </p:nvSpPr>
        <p:spPr>
          <a:xfrm>
            <a:off x="0" y="0"/>
            <a:ext cx="7217700" cy="51435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0" y="1545431"/>
            <a:ext cx="5774400" cy="359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6"/>
          <p:cNvSpPr/>
          <p:nvPr/>
        </p:nvSpPr>
        <p:spPr>
          <a:xfrm>
            <a:off x="7217569" y="2571750"/>
            <a:ext cx="1926300" cy="2571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2" name="Google Shape;72;p16"/>
          <p:cNvSpPr txBox="1"/>
          <p:nvPr>
            <p:ph idx="3" type="body"/>
          </p:nvPr>
        </p:nvSpPr>
        <p:spPr>
          <a:xfrm>
            <a:off x="7396572" y="138175"/>
            <a:ext cx="1613400" cy="19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r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3800"/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800"/>
            </a:lvl2pPr>
            <a:lvl3pPr indent="-27305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700"/>
              <a:buChar char="⏤"/>
              <a:defRPr sz="500"/>
            </a:lvl3pPr>
            <a:lvl4pPr indent="-27305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Char char="⏤"/>
              <a:defRPr sz="5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500"/>
            </a:lvl5pPr>
            <a:lvl6pPr indent="-27305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100"/>
            </a:lvl6pPr>
            <a:lvl7pPr indent="-27305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100"/>
            </a:lvl7pPr>
            <a:lvl8pPr indent="-27305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100"/>
            </a:lvl8pPr>
            <a:lvl9pPr indent="-27305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100"/>
            </a:lvl9pPr>
          </a:lstStyle>
          <a:p/>
        </p:txBody>
      </p:sp>
      <p:sp>
        <p:nvSpPr>
          <p:cNvPr id="73" name="Google Shape;73;p16"/>
          <p:cNvSpPr txBox="1"/>
          <p:nvPr>
            <p:ph idx="4" type="body"/>
          </p:nvPr>
        </p:nvSpPr>
        <p:spPr>
          <a:xfrm>
            <a:off x="7217569" y="2726472"/>
            <a:ext cx="1800600" cy="16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>
                <a:solidFill>
                  <a:schemeClr val="lt1"/>
                </a:solidFill>
              </a:defRPr>
            </a:lvl1pPr>
            <a:lvl2pPr indent="-228600" lvl="1" marL="914400" rtl="0" algn="r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</a:defRPr>
            </a:lvl2pPr>
            <a:lvl3pPr indent="-228600" lvl="2" marL="1371600" rtl="0" algn="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indent="-304800" lvl="3" marL="1828800" rtl="0" algn="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⏤"/>
              <a:defRPr>
                <a:solidFill>
                  <a:schemeClr val="lt1"/>
                </a:solidFill>
              </a:defRPr>
            </a:lvl4pPr>
            <a:lvl5pPr indent="-228600" lvl="4" marL="228600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grpSp>
        <p:nvGrpSpPr>
          <p:cNvPr id="74" name="Google Shape;74;p16"/>
          <p:cNvGrpSpPr/>
          <p:nvPr/>
        </p:nvGrpSpPr>
        <p:grpSpPr>
          <a:xfrm>
            <a:off x="8426020" y="4466291"/>
            <a:ext cx="481939" cy="481939"/>
            <a:chOff x="11656530" y="6299513"/>
            <a:chExt cx="433867" cy="433867"/>
          </a:xfrm>
        </p:grpSpPr>
        <p:sp>
          <p:nvSpPr>
            <p:cNvPr id="75" name="Google Shape;75;p16"/>
            <p:cNvSpPr/>
            <p:nvPr/>
          </p:nvSpPr>
          <p:spPr>
            <a:xfrm>
              <a:off x="11656530" y="6299513"/>
              <a:ext cx="433867" cy="433867"/>
            </a:xfrm>
            <a:custGeom>
              <a:rect b="b" l="l" r="r" t="t"/>
              <a:pathLst>
                <a:path extrusionOk="0" h="433867" w="433867">
                  <a:moveTo>
                    <a:pt x="433868" y="216934"/>
                  </a:moveTo>
                  <a:cubicBezTo>
                    <a:pt x="433868" y="336743"/>
                    <a:pt x="336743" y="433868"/>
                    <a:pt x="216934" y="433868"/>
                  </a:cubicBezTo>
                  <a:cubicBezTo>
                    <a:pt x="97125" y="433868"/>
                    <a:pt x="0" y="336743"/>
                    <a:pt x="0" y="216934"/>
                  </a:cubicBezTo>
                  <a:cubicBezTo>
                    <a:pt x="0" y="97125"/>
                    <a:pt x="97125" y="0"/>
                    <a:pt x="216934" y="0"/>
                  </a:cubicBezTo>
                  <a:cubicBezTo>
                    <a:pt x="336743" y="0"/>
                    <a:pt x="433868" y="97125"/>
                    <a:pt x="433868" y="2169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6" name="Google Shape;76;p16"/>
            <p:cNvSpPr/>
            <p:nvPr/>
          </p:nvSpPr>
          <p:spPr>
            <a:xfrm>
              <a:off x="11714548" y="6453441"/>
              <a:ext cx="318365" cy="127333"/>
            </a:xfrm>
            <a:custGeom>
              <a:rect b="b" l="l" r="r" t="t"/>
              <a:pathLst>
                <a:path extrusionOk="0" h="127333" w="318365">
                  <a:moveTo>
                    <a:pt x="63648" y="17774"/>
                  </a:moveTo>
                  <a:cubicBezTo>
                    <a:pt x="54719" y="17774"/>
                    <a:pt x="46808" y="19752"/>
                    <a:pt x="39941" y="23707"/>
                  </a:cubicBezTo>
                  <a:cubicBezTo>
                    <a:pt x="33062" y="27662"/>
                    <a:pt x="27699" y="33110"/>
                    <a:pt x="23829" y="40074"/>
                  </a:cubicBezTo>
                  <a:cubicBezTo>
                    <a:pt x="19958" y="47038"/>
                    <a:pt x="18029" y="54900"/>
                    <a:pt x="18029" y="63660"/>
                  </a:cubicBezTo>
                  <a:lnTo>
                    <a:pt x="18041" y="63660"/>
                  </a:lnTo>
                  <a:cubicBezTo>
                    <a:pt x="18041" y="72772"/>
                    <a:pt x="19971" y="80792"/>
                    <a:pt x="23841" y="87756"/>
                  </a:cubicBezTo>
                  <a:cubicBezTo>
                    <a:pt x="24630" y="89188"/>
                    <a:pt x="25515" y="90534"/>
                    <a:pt x="26437" y="91845"/>
                  </a:cubicBezTo>
                  <a:lnTo>
                    <a:pt x="90814" y="27238"/>
                  </a:lnTo>
                  <a:cubicBezTo>
                    <a:pt x="88618" y="25272"/>
                    <a:pt x="86179" y="23586"/>
                    <a:pt x="83498" y="22154"/>
                  </a:cubicBezTo>
                  <a:cubicBezTo>
                    <a:pt x="77989" y="19242"/>
                    <a:pt x="71377" y="17774"/>
                    <a:pt x="63648" y="17774"/>
                  </a:cubicBezTo>
                  <a:close/>
                  <a:moveTo>
                    <a:pt x="63394" y="1031"/>
                  </a:moveTo>
                  <a:cubicBezTo>
                    <a:pt x="74228" y="1031"/>
                    <a:pt x="83801" y="3312"/>
                    <a:pt x="92136" y="7862"/>
                  </a:cubicBezTo>
                  <a:lnTo>
                    <a:pt x="92124" y="7862"/>
                  </a:lnTo>
                  <a:cubicBezTo>
                    <a:pt x="100459" y="12424"/>
                    <a:pt x="107290" y="18818"/>
                    <a:pt x="112616" y="27068"/>
                  </a:cubicBezTo>
                  <a:lnTo>
                    <a:pt x="37369" y="102570"/>
                  </a:lnTo>
                  <a:cubicBezTo>
                    <a:pt x="38242" y="103165"/>
                    <a:pt x="39140" y="103735"/>
                    <a:pt x="40062" y="104269"/>
                  </a:cubicBezTo>
                  <a:cubicBezTo>
                    <a:pt x="47014" y="108309"/>
                    <a:pt x="54961" y="110323"/>
                    <a:pt x="63903" y="110323"/>
                  </a:cubicBezTo>
                  <a:cubicBezTo>
                    <a:pt x="71814" y="110323"/>
                    <a:pt x="78681" y="109073"/>
                    <a:pt x="84529" y="106586"/>
                  </a:cubicBezTo>
                  <a:cubicBezTo>
                    <a:pt x="90377" y="104087"/>
                    <a:pt x="95533" y="100520"/>
                    <a:pt x="99998" y="95885"/>
                  </a:cubicBezTo>
                  <a:lnTo>
                    <a:pt x="111852" y="107739"/>
                  </a:lnTo>
                  <a:cubicBezTo>
                    <a:pt x="105834" y="114096"/>
                    <a:pt x="98846" y="118949"/>
                    <a:pt x="90850" y="122298"/>
                  </a:cubicBezTo>
                  <a:cubicBezTo>
                    <a:pt x="82855" y="125647"/>
                    <a:pt x="73876" y="127321"/>
                    <a:pt x="63915" y="127321"/>
                  </a:cubicBezTo>
                  <a:cubicBezTo>
                    <a:pt x="51710" y="127321"/>
                    <a:pt x="40802" y="124482"/>
                    <a:pt x="31181" y="118816"/>
                  </a:cubicBezTo>
                  <a:cubicBezTo>
                    <a:pt x="21560" y="113138"/>
                    <a:pt x="13953" y="105494"/>
                    <a:pt x="8372" y="95873"/>
                  </a:cubicBezTo>
                  <a:cubicBezTo>
                    <a:pt x="2791" y="86264"/>
                    <a:pt x="0" y="75344"/>
                    <a:pt x="0" y="63660"/>
                  </a:cubicBezTo>
                  <a:cubicBezTo>
                    <a:pt x="0" y="51976"/>
                    <a:pt x="2791" y="41409"/>
                    <a:pt x="8372" y="31957"/>
                  </a:cubicBezTo>
                  <a:cubicBezTo>
                    <a:pt x="13953" y="22506"/>
                    <a:pt x="21511" y="14984"/>
                    <a:pt x="31048" y="9403"/>
                  </a:cubicBezTo>
                  <a:cubicBezTo>
                    <a:pt x="40584" y="3822"/>
                    <a:pt x="51370" y="1031"/>
                    <a:pt x="63394" y="1031"/>
                  </a:cubicBezTo>
                  <a:close/>
                  <a:moveTo>
                    <a:pt x="179966" y="0"/>
                  </a:moveTo>
                  <a:cubicBezTo>
                    <a:pt x="190789" y="0"/>
                    <a:pt x="200192" y="2414"/>
                    <a:pt x="208187" y="7219"/>
                  </a:cubicBezTo>
                  <a:cubicBezTo>
                    <a:pt x="213271" y="10276"/>
                    <a:pt x="217602" y="14220"/>
                    <a:pt x="221193" y="19024"/>
                  </a:cubicBezTo>
                  <a:cubicBezTo>
                    <a:pt x="224760" y="14220"/>
                    <a:pt x="229055" y="10289"/>
                    <a:pt x="234090" y="7219"/>
                  </a:cubicBezTo>
                  <a:cubicBezTo>
                    <a:pt x="241989" y="2414"/>
                    <a:pt x="251113" y="0"/>
                    <a:pt x="262445" y="0"/>
                  </a:cubicBezTo>
                  <a:cubicBezTo>
                    <a:pt x="273777" y="0"/>
                    <a:pt x="283616" y="2366"/>
                    <a:pt x="291952" y="7086"/>
                  </a:cubicBezTo>
                  <a:cubicBezTo>
                    <a:pt x="300287" y="11817"/>
                    <a:pt x="306778" y="18296"/>
                    <a:pt x="311413" y="26546"/>
                  </a:cubicBezTo>
                  <a:lnTo>
                    <a:pt x="311400" y="26559"/>
                  </a:lnTo>
                  <a:cubicBezTo>
                    <a:pt x="316047" y="34809"/>
                    <a:pt x="318365" y="44345"/>
                    <a:pt x="318365" y="55168"/>
                  </a:cubicBezTo>
                  <a:lnTo>
                    <a:pt x="318365" y="127333"/>
                  </a:lnTo>
                  <a:lnTo>
                    <a:pt x="284344" y="127333"/>
                  </a:lnTo>
                  <a:lnTo>
                    <a:pt x="284344" y="57740"/>
                  </a:lnTo>
                  <a:cubicBezTo>
                    <a:pt x="284344" y="49320"/>
                    <a:pt x="282367" y="42780"/>
                    <a:pt x="278411" y="38145"/>
                  </a:cubicBezTo>
                  <a:cubicBezTo>
                    <a:pt x="274456" y="33499"/>
                    <a:pt x="268535" y="31181"/>
                    <a:pt x="261147" y="31181"/>
                  </a:cubicBezTo>
                  <a:cubicBezTo>
                    <a:pt x="253758" y="31181"/>
                    <a:pt x="248092" y="33462"/>
                    <a:pt x="244136" y="38012"/>
                  </a:cubicBezTo>
                  <a:cubicBezTo>
                    <a:pt x="240181" y="42562"/>
                    <a:pt x="238203" y="49138"/>
                    <a:pt x="238203" y="57728"/>
                  </a:cubicBezTo>
                  <a:lnTo>
                    <a:pt x="238203" y="127321"/>
                  </a:lnTo>
                  <a:lnTo>
                    <a:pt x="204183" y="127321"/>
                  </a:lnTo>
                  <a:lnTo>
                    <a:pt x="204183" y="57728"/>
                  </a:lnTo>
                  <a:cubicBezTo>
                    <a:pt x="204183" y="49138"/>
                    <a:pt x="202206" y="42562"/>
                    <a:pt x="198250" y="38012"/>
                  </a:cubicBezTo>
                  <a:cubicBezTo>
                    <a:pt x="194295" y="33462"/>
                    <a:pt x="188374" y="31181"/>
                    <a:pt x="180985" y="31181"/>
                  </a:cubicBezTo>
                  <a:cubicBezTo>
                    <a:pt x="173596" y="31181"/>
                    <a:pt x="167882" y="33462"/>
                    <a:pt x="163842" y="38012"/>
                  </a:cubicBezTo>
                  <a:cubicBezTo>
                    <a:pt x="159802" y="42562"/>
                    <a:pt x="157787" y="49138"/>
                    <a:pt x="157787" y="57728"/>
                  </a:cubicBezTo>
                  <a:lnTo>
                    <a:pt x="157787" y="127321"/>
                  </a:lnTo>
                  <a:lnTo>
                    <a:pt x="124022" y="127321"/>
                  </a:lnTo>
                  <a:lnTo>
                    <a:pt x="124022" y="55156"/>
                  </a:lnTo>
                  <a:cubicBezTo>
                    <a:pt x="124022" y="44333"/>
                    <a:pt x="126352" y="34797"/>
                    <a:pt x="130986" y="26546"/>
                  </a:cubicBezTo>
                  <a:cubicBezTo>
                    <a:pt x="135633" y="18296"/>
                    <a:pt x="142161" y="11817"/>
                    <a:pt x="150581" y="7086"/>
                  </a:cubicBezTo>
                  <a:cubicBezTo>
                    <a:pt x="159001" y="2366"/>
                    <a:pt x="169144" y="0"/>
                    <a:pt x="1799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77" name="Google Shape;77;p16"/>
          <p:cNvSpPr txBox="1"/>
          <p:nvPr>
            <p:ph idx="5" type="body"/>
          </p:nvPr>
        </p:nvSpPr>
        <p:spPr>
          <a:xfrm>
            <a:off x="660652" y="2730653"/>
            <a:ext cx="4152000" cy="1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 sz="4100">
                <a:solidFill>
                  <a:schemeClr val="lt1"/>
                </a:solidFill>
              </a:defRPr>
            </a:lvl1pPr>
            <a:lvl2pPr indent="-228600" lvl="1" marL="9144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0" sz="2700">
                <a:solidFill>
                  <a:schemeClr val="lt1"/>
                </a:solidFill>
              </a:defRPr>
            </a:lvl2pPr>
            <a:lvl3pPr indent="-228600" lvl="2" marL="1371600" rtl="0" algn="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indent="-304800" lvl="3" marL="1828800" rtl="0" algn="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⏤"/>
              <a:defRPr>
                <a:solidFill>
                  <a:schemeClr val="lt1"/>
                </a:solidFill>
              </a:defRPr>
            </a:lvl4pPr>
            <a:lvl5pPr indent="-228600" lvl="4" marL="228600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6" type="body"/>
          </p:nvPr>
        </p:nvSpPr>
        <p:spPr>
          <a:xfrm>
            <a:off x="480598" y="2057400"/>
            <a:ext cx="13500" cy="308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79" name="Google Shape;79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6375" y="2069765"/>
            <a:ext cx="3227699" cy="29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 showMasterSp="0">
  <p:cSld name="Agenda">
    <p:bg>
      <p:bgPr>
        <a:solidFill>
          <a:schemeClr val="lt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/>
          <p:nvPr/>
        </p:nvSpPr>
        <p:spPr>
          <a:xfrm>
            <a:off x="0" y="-1"/>
            <a:ext cx="24051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3" name="Google Shape;83;p17"/>
          <p:cNvSpPr/>
          <p:nvPr>
            <p:ph idx="2" type="pic"/>
          </p:nvPr>
        </p:nvSpPr>
        <p:spPr>
          <a:xfrm>
            <a:off x="2405063" y="0"/>
            <a:ext cx="2886000" cy="51435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863464" y="2057400"/>
            <a:ext cx="3468000" cy="2057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>
                <a:solidFill>
                  <a:schemeClr val="dk2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>
                <a:solidFill>
                  <a:schemeClr val="dk2"/>
                </a:solidFill>
              </a:defRPr>
            </a:lvl2pPr>
            <a:lvl3pPr indent="-3048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200"/>
              <a:buChar char="⏤"/>
              <a:defRPr>
                <a:solidFill>
                  <a:schemeClr val="dk2"/>
                </a:solidFill>
              </a:defRPr>
            </a:lvl3pPr>
            <a:lvl4pPr indent="-3048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Char char="⏤"/>
              <a:defRPr>
                <a:solidFill>
                  <a:schemeClr val="dk2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3" type="body"/>
          </p:nvPr>
        </p:nvSpPr>
        <p:spPr>
          <a:xfrm>
            <a:off x="476537" y="2057400"/>
            <a:ext cx="13500" cy="308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86" name="Google Shape;8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42398" y="4724635"/>
            <a:ext cx="325766" cy="325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hank you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0" y="1545431"/>
            <a:ext cx="5774400" cy="359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3" type="body"/>
          </p:nvPr>
        </p:nvSpPr>
        <p:spPr>
          <a:xfrm>
            <a:off x="480598" y="2057400"/>
            <a:ext cx="13500" cy="308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4" type="body"/>
          </p:nvPr>
        </p:nvSpPr>
        <p:spPr>
          <a:xfrm>
            <a:off x="736372" y="2056259"/>
            <a:ext cx="3629400" cy="3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b="0" sz="100"/>
            </a:lvl1pPr>
            <a:lvl2pPr indent="-228600" lvl="1" marL="9144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0" sz="2700">
                <a:solidFill>
                  <a:schemeClr val="lt1"/>
                </a:solidFill>
              </a:defRPr>
            </a:lvl2pPr>
            <a:lvl3pPr indent="-228600" lvl="2" marL="1371600" rtl="0" algn="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indent="-304800" lvl="3" marL="1828800" rtl="0" algn="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⏤"/>
              <a:defRPr>
                <a:solidFill>
                  <a:schemeClr val="lt1"/>
                </a:solidFill>
              </a:defRPr>
            </a:lvl4pPr>
            <a:lvl5pPr indent="-228600" lvl="4" marL="228600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5" type="body"/>
          </p:nvPr>
        </p:nvSpPr>
        <p:spPr>
          <a:xfrm>
            <a:off x="660652" y="2937990"/>
            <a:ext cx="4737300" cy="1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b="0" sz="7200">
                <a:solidFill>
                  <a:schemeClr val="lt1"/>
                </a:solidFill>
              </a:defRPr>
            </a:lvl1pPr>
            <a:lvl2pPr indent="-228600" lvl="1" marL="9144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0" sz="2700">
                <a:solidFill>
                  <a:schemeClr val="lt1"/>
                </a:solidFill>
              </a:defRPr>
            </a:lvl2pPr>
            <a:lvl3pPr indent="-228600" lvl="2" marL="1371600" rtl="0" algn="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indent="-304800" lvl="3" marL="1828800" rtl="0" algn="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⏤"/>
              <a:defRPr>
                <a:solidFill>
                  <a:schemeClr val="lt1"/>
                </a:solidFill>
              </a:defRPr>
            </a:lvl4pPr>
            <a:lvl5pPr indent="-228600" lvl="4" marL="228600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93" name="Google Shape;93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42398" y="4724635"/>
            <a:ext cx="325766" cy="325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" showMasterSp="0">
  <p:cSld name="Section divider">
    <p:bg>
      <p:bgPr>
        <a:solidFill>
          <a:schemeClr val="lt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/>
          <p:nvPr/>
        </p:nvSpPr>
        <p:spPr>
          <a:xfrm>
            <a:off x="0" y="0"/>
            <a:ext cx="2405100" cy="2571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19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19"/>
          <p:cNvSpPr/>
          <p:nvPr>
            <p:ph idx="2" type="pic"/>
          </p:nvPr>
        </p:nvSpPr>
        <p:spPr>
          <a:xfrm>
            <a:off x="2405062" y="0"/>
            <a:ext cx="6739800" cy="25731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98" name="Google Shape;98;p19"/>
          <p:cNvSpPr/>
          <p:nvPr>
            <p:ph idx="3" type="pic"/>
          </p:nvPr>
        </p:nvSpPr>
        <p:spPr>
          <a:xfrm>
            <a:off x="-1" y="2569370"/>
            <a:ext cx="4814100" cy="2574000"/>
          </a:xfrm>
          <a:prstGeom prst="rect">
            <a:avLst/>
          </a:prstGeom>
          <a:solidFill>
            <a:srgbClr val="A5A5A5"/>
          </a:solidFill>
          <a:ln>
            <a:noFill/>
          </a:ln>
        </p:spPr>
      </p:sp>
      <p:pic>
        <p:nvPicPr>
          <p:cNvPr id="99" name="Google Shape;99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42398" y="4724635"/>
            <a:ext cx="325766" cy="32576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5218771" y="2576515"/>
            <a:ext cx="3704100" cy="25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>
                <a:solidFill>
                  <a:schemeClr val="dk1"/>
                </a:solidFill>
              </a:defRPr>
            </a:lvl1pPr>
            <a:lvl2pPr indent="-228600" lvl="1" marL="9144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2pPr>
            <a:lvl3pPr indent="-228600" lvl="2" marL="1371600" rtl="0" algn="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indent="-304800" lvl="3" marL="1828800" rtl="0" algn="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⏤"/>
              <a:defRPr>
                <a:solidFill>
                  <a:schemeClr val="lt1"/>
                </a:solidFill>
              </a:defRPr>
            </a:lvl4pPr>
            <a:lvl5pPr indent="-228600" lvl="4" marL="228600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4" type="body"/>
          </p:nvPr>
        </p:nvSpPr>
        <p:spPr>
          <a:xfrm>
            <a:off x="476534" y="511970"/>
            <a:ext cx="13500" cy="206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5" type="body"/>
          </p:nvPr>
        </p:nvSpPr>
        <p:spPr>
          <a:xfrm>
            <a:off x="581258" y="479096"/>
            <a:ext cx="1823700" cy="15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b="0" sz="7200">
                <a:solidFill>
                  <a:schemeClr val="lt1"/>
                </a:solidFill>
              </a:defRPr>
            </a:lvl1pPr>
            <a:lvl2pPr indent="-228600" lvl="1" marL="9144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2pPr>
            <a:lvl3pPr indent="-228600" lvl="2" marL="1371600" rtl="0" algn="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indent="-304800" lvl="3" marL="1828800" rtl="0" algn="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⏤"/>
              <a:defRPr>
                <a:solidFill>
                  <a:schemeClr val="lt1"/>
                </a:solidFill>
              </a:defRPr>
            </a:lvl4pPr>
            <a:lvl5pPr indent="-228600" lvl="4" marL="228600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slide #1" showMasterSp="0">
  <p:cSld name="Statement slide #1">
    <p:bg>
      <p:bgPr>
        <a:solidFill>
          <a:schemeClr val="dk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/>
          <p:nvPr>
            <p:ph idx="2" type="pic"/>
          </p:nvPr>
        </p:nvSpPr>
        <p:spPr>
          <a:xfrm>
            <a:off x="-1" y="3083720"/>
            <a:ext cx="9144000" cy="20598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106" name="Google Shape;106;p20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481013" y="424151"/>
            <a:ext cx="6255600" cy="26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sz="4100">
                <a:solidFill>
                  <a:schemeClr val="lt1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indent="-3048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200"/>
              <a:buChar char="⏤"/>
              <a:defRPr>
                <a:solidFill>
                  <a:schemeClr val="lt1"/>
                </a:solidFill>
              </a:defRPr>
            </a:lvl3pPr>
            <a:lvl4pPr indent="-3048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⏤"/>
              <a:defRPr>
                <a:solidFill>
                  <a:schemeClr val="lt1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9" name="Google Shape;109;p20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  <p:pic>
        <p:nvPicPr>
          <p:cNvPr id="110" name="Google Shape;110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42398" y="4724635"/>
            <a:ext cx="325766" cy="325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slide #2 - no line" showMasterSp="0">
  <p:cSld name="Statement slide #2 - no line">
    <p:bg>
      <p:bgPr>
        <a:solidFill>
          <a:schemeClr val="dk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/>
          <p:nvPr>
            <p:ph idx="2" type="pic"/>
          </p:nvPr>
        </p:nvSpPr>
        <p:spPr>
          <a:xfrm>
            <a:off x="0" y="4764"/>
            <a:ext cx="9144900" cy="51387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113" name="Google Shape;113;p21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481013" y="424151"/>
            <a:ext cx="6255600" cy="36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sz="4100">
                <a:solidFill>
                  <a:schemeClr val="lt1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indent="-3048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200"/>
              <a:buChar char="⏤"/>
              <a:defRPr>
                <a:solidFill>
                  <a:schemeClr val="lt1"/>
                </a:solidFill>
              </a:defRPr>
            </a:lvl3pPr>
            <a:lvl4pPr indent="-3048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⏤"/>
              <a:defRPr>
                <a:solidFill>
                  <a:schemeClr val="lt1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116" name="Google Shape;116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42398" y="4724635"/>
            <a:ext cx="325766" cy="325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slide - fullbleed" showMasterSp="0">
  <p:cSld name="Statement slide - fullbleed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/>
          <p:nvPr>
            <p:ph idx="2" type="pic"/>
          </p:nvPr>
        </p:nvSpPr>
        <p:spPr>
          <a:xfrm>
            <a:off x="-450" y="2382"/>
            <a:ext cx="9144900" cy="5143500"/>
          </a:xfrm>
          <a:prstGeom prst="rect">
            <a:avLst/>
          </a:prstGeom>
          <a:gradFill>
            <a:gsLst>
              <a:gs pos="0">
                <a:srgbClr val="0A0F0D">
                  <a:alpha val="72941"/>
                </a:srgbClr>
              </a:gs>
              <a:gs pos="100000">
                <a:srgbClr val="0A0F0D">
                  <a:alpha val="0"/>
                </a:srgbClr>
              </a:gs>
            </a:gsLst>
            <a:lin ang="16200038" scaled="0"/>
          </a:gradFill>
          <a:ln>
            <a:noFill/>
          </a:ln>
        </p:spPr>
      </p:sp>
      <p:sp>
        <p:nvSpPr>
          <p:cNvPr id="119" name="Google Shape;119;p22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-450" y="0"/>
            <a:ext cx="9144900" cy="5143500"/>
          </a:xfrm>
          <a:prstGeom prst="rect">
            <a:avLst/>
          </a:prstGeom>
          <a:gradFill>
            <a:gsLst>
              <a:gs pos="0">
                <a:srgbClr val="0A0F0D">
                  <a:alpha val="72941"/>
                </a:srgbClr>
              </a:gs>
              <a:gs pos="100000">
                <a:srgbClr val="0A0F0D">
                  <a:alpha val="2000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864000" lIns="567000" spcFirstLastPara="1" rIns="1890000" wrap="square" tIns="45900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sz="4100">
                <a:solidFill>
                  <a:schemeClr val="lt1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indent="-3048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200"/>
              <a:buChar char="⏤"/>
              <a:defRPr>
                <a:solidFill>
                  <a:schemeClr val="lt1"/>
                </a:solidFill>
              </a:defRPr>
            </a:lvl3pPr>
            <a:lvl4pPr indent="-3048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⏤"/>
              <a:defRPr>
                <a:solidFill>
                  <a:schemeClr val="lt1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122" name="Google Shape;12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42398" y="4724635"/>
            <a:ext cx="325766" cy="325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black - no line">
  <p:cSld name="Quote black - no line">
    <p:bg>
      <p:bgPr>
        <a:solidFill>
          <a:schemeClr val="dk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3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6" name="Google Shape;126;p23"/>
          <p:cNvSpPr/>
          <p:nvPr>
            <p:ph idx="2" type="pic"/>
          </p:nvPr>
        </p:nvSpPr>
        <p:spPr>
          <a:xfrm>
            <a:off x="0" y="0"/>
            <a:ext cx="4572000" cy="46269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5210456" y="511969"/>
            <a:ext cx="3456000" cy="3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b="1" sz="1100">
                <a:solidFill>
                  <a:schemeClr val="dk2"/>
                </a:solidFill>
              </a:defRPr>
            </a:lvl2pPr>
            <a:lvl3pPr indent="-30480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⏤"/>
              <a:defRPr>
                <a:solidFill>
                  <a:schemeClr val="lt1"/>
                </a:solidFill>
              </a:defRPr>
            </a:lvl3pPr>
            <a:lvl4pPr indent="-3048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⏤"/>
              <a:defRPr>
                <a:solidFill>
                  <a:schemeClr val="lt1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8" name="Google Shape;128;p23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right">
  <p:cSld name="Image right">
    <p:bg>
      <p:bgPr>
        <a:solidFill>
          <a:schemeClr val="lt2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/>
          <p:nvPr/>
        </p:nvSpPr>
        <p:spPr>
          <a:xfrm>
            <a:off x="0" y="4626768"/>
            <a:ext cx="9144000" cy="51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1" name="Google Shape;131;p24"/>
          <p:cNvSpPr/>
          <p:nvPr>
            <p:ph idx="2" type="pic"/>
          </p:nvPr>
        </p:nvSpPr>
        <p:spPr>
          <a:xfrm>
            <a:off x="4572000" y="4765"/>
            <a:ext cx="4572000" cy="46167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132" name="Google Shape;132;p24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589359" y="1545431"/>
            <a:ext cx="37425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4" name="Google Shape;134;p24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5" name="Google Shape;13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42398" y="4724635"/>
            <a:ext cx="325766" cy="32576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4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  <p:sp>
        <p:nvSpPr>
          <p:cNvPr id="137" name="Google Shape;137;p24"/>
          <p:cNvSpPr txBox="1"/>
          <p:nvPr>
            <p:ph type="title"/>
          </p:nvPr>
        </p:nvSpPr>
        <p:spPr>
          <a:xfrm>
            <a:off x="588947" y="251460"/>
            <a:ext cx="3742500" cy="11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left" showMasterSp="0">
  <p:cSld name="Image left">
    <p:bg>
      <p:bgPr>
        <a:solidFill>
          <a:schemeClr val="lt2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/>
          <p:nvPr/>
        </p:nvSpPr>
        <p:spPr>
          <a:xfrm>
            <a:off x="0" y="4626768"/>
            <a:ext cx="9144000" cy="51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" name="Google Shape;140;p25"/>
          <p:cNvSpPr/>
          <p:nvPr>
            <p:ph idx="2" type="pic"/>
          </p:nvPr>
        </p:nvSpPr>
        <p:spPr>
          <a:xfrm>
            <a:off x="0" y="0"/>
            <a:ext cx="4572000" cy="46215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141" name="Google Shape;141;p25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25"/>
          <p:cNvSpPr txBox="1"/>
          <p:nvPr>
            <p:ph type="title"/>
          </p:nvPr>
        </p:nvSpPr>
        <p:spPr>
          <a:xfrm>
            <a:off x="4923599" y="209793"/>
            <a:ext cx="3742500" cy="13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4924013" y="1545431"/>
            <a:ext cx="37425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4" name="Google Shape;144;p25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5" name="Google Shape;145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42398" y="4724635"/>
            <a:ext cx="325766" cy="32576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5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 w/ black box ">
  <p:cSld name="2 col w/ black box ">
    <p:bg>
      <p:bgPr>
        <a:solidFill>
          <a:schemeClr val="lt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589360" y="1545431"/>
            <a:ext cx="61473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0" name="Google Shape;150;p26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1" name="Google Shape;151;p26"/>
          <p:cNvSpPr txBox="1"/>
          <p:nvPr>
            <p:ph idx="2" type="body"/>
          </p:nvPr>
        </p:nvSpPr>
        <p:spPr>
          <a:xfrm>
            <a:off x="7217568" y="0"/>
            <a:ext cx="1926300" cy="462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indent="-2286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>
                <a:solidFill>
                  <a:schemeClr val="dk2"/>
                </a:solidFill>
              </a:defRPr>
            </a:lvl2pPr>
            <a:lvl3pPr indent="-2286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indent="-228600" lvl="3" marL="1828800" rtl="0" algn="ctr">
              <a:lnSpc>
                <a:spcPct val="110000"/>
              </a:lnSpc>
              <a:spcBef>
                <a:spcPts val="3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2" name="Google Shape;152;p26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  <p:sp>
        <p:nvSpPr>
          <p:cNvPr id="153" name="Google Shape;153;p26"/>
          <p:cNvSpPr txBox="1"/>
          <p:nvPr>
            <p:ph type="title"/>
          </p:nvPr>
        </p:nvSpPr>
        <p:spPr>
          <a:xfrm>
            <a:off x="588946" y="251460"/>
            <a:ext cx="6147300" cy="11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 w/ colour + adjustable RH box">
  <p:cSld name="1 col w/ colour + adjustable RH box">
    <p:bg>
      <p:bgPr>
        <a:solidFill>
          <a:schemeClr val="lt2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/>
          <p:nvPr/>
        </p:nvSpPr>
        <p:spPr>
          <a:xfrm>
            <a:off x="1" y="0"/>
            <a:ext cx="3848100" cy="462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6" name="Google Shape;156;p27"/>
          <p:cNvSpPr/>
          <p:nvPr/>
        </p:nvSpPr>
        <p:spPr>
          <a:xfrm>
            <a:off x="0" y="4626768"/>
            <a:ext cx="9144000" cy="51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7" name="Google Shape;157;p27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27"/>
          <p:cNvSpPr txBox="1"/>
          <p:nvPr>
            <p:ph idx="1" type="body"/>
          </p:nvPr>
        </p:nvSpPr>
        <p:spPr>
          <a:xfrm>
            <a:off x="589360" y="1545431"/>
            <a:ext cx="3259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9" name="Google Shape;159;p27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60" name="Google Shape;160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42398" y="4724635"/>
            <a:ext cx="325766" cy="325766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7"/>
          <p:cNvSpPr txBox="1"/>
          <p:nvPr>
            <p:ph idx="2" type="body"/>
          </p:nvPr>
        </p:nvSpPr>
        <p:spPr>
          <a:xfrm>
            <a:off x="7217568" y="-1"/>
            <a:ext cx="1926300" cy="462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1pPr>
            <a:lvl2pPr indent="-2286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>
                <a:solidFill>
                  <a:schemeClr val="dk2"/>
                </a:solidFill>
              </a:defRPr>
            </a:lvl2pPr>
            <a:lvl3pPr indent="-2286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indent="-228600" lvl="3" marL="1828800" rtl="0" algn="ctr">
              <a:lnSpc>
                <a:spcPct val="110000"/>
              </a:lnSpc>
              <a:spcBef>
                <a:spcPts val="3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162" name="Google Shape;162;p27"/>
          <p:cNvCxnSpPr/>
          <p:nvPr/>
        </p:nvCxnSpPr>
        <p:spPr>
          <a:xfrm>
            <a:off x="481013" y="0"/>
            <a:ext cx="0" cy="51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3" name="Google Shape;163;p27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  <p:sp>
        <p:nvSpPr>
          <p:cNvPr id="164" name="Google Shape;164;p27"/>
          <p:cNvSpPr txBox="1"/>
          <p:nvPr>
            <p:ph type="title"/>
          </p:nvPr>
        </p:nvSpPr>
        <p:spPr>
          <a:xfrm>
            <a:off x="588947" y="251460"/>
            <a:ext cx="3259200" cy="12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/3 block colour" showMasterSp="0">
  <p:cSld name="2/3 block colour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/>
          <p:nvPr/>
        </p:nvSpPr>
        <p:spPr>
          <a:xfrm>
            <a:off x="0" y="4626768"/>
            <a:ext cx="9144000" cy="51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7" name="Google Shape;167;p28"/>
          <p:cNvSpPr/>
          <p:nvPr/>
        </p:nvSpPr>
        <p:spPr>
          <a:xfrm>
            <a:off x="1" y="0"/>
            <a:ext cx="3848100" cy="462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8" name="Google Shape;168;p28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9" name="Google Shape;169;p28"/>
          <p:cNvSpPr txBox="1"/>
          <p:nvPr>
            <p:ph idx="1" type="body"/>
          </p:nvPr>
        </p:nvSpPr>
        <p:spPr>
          <a:xfrm>
            <a:off x="589360" y="1545431"/>
            <a:ext cx="3259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170" name="Google Shape;170;p28"/>
          <p:cNvCxnSpPr/>
          <p:nvPr/>
        </p:nvCxnSpPr>
        <p:spPr>
          <a:xfrm>
            <a:off x="481013" y="0"/>
            <a:ext cx="0" cy="51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1" name="Google Shape;171;p28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72" name="Google Shape;172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42398" y="4724635"/>
            <a:ext cx="325766" cy="32576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8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  <p:sp>
        <p:nvSpPr>
          <p:cNvPr id="174" name="Google Shape;174;p28"/>
          <p:cNvSpPr txBox="1"/>
          <p:nvPr>
            <p:ph type="title"/>
          </p:nvPr>
        </p:nvSpPr>
        <p:spPr>
          <a:xfrm>
            <a:off x="588947" y="251460"/>
            <a:ext cx="3259200" cy="12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big points">
  <p:cSld name="3 big points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/>
          <p:nvPr>
            <p:ph idx="2" type="pic"/>
          </p:nvPr>
        </p:nvSpPr>
        <p:spPr>
          <a:xfrm>
            <a:off x="-1" y="2571750"/>
            <a:ext cx="9144900" cy="2055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177" name="Google Shape;177;p29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8" name="Google Shape;178;p29"/>
          <p:cNvSpPr txBox="1"/>
          <p:nvPr>
            <p:ph idx="1" type="body"/>
          </p:nvPr>
        </p:nvSpPr>
        <p:spPr>
          <a:xfrm>
            <a:off x="959644" y="1545432"/>
            <a:ext cx="1926300" cy="205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54000" lIns="135000" spcFirstLastPara="1" rIns="135000" wrap="square" tIns="5400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b="1" sz="1500">
                <a:solidFill>
                  <a:schemeClr val="dk2"/>
                </a:solidFill>
              </a:defRPr>
            </a:lvl1pPr>
            <a:lvl2pPr indent="-228600" lvl="1" marL="91440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indent="-304800" lvl="2" marL="1371600" rtl="0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⏤"/>
              <a:defRPr/>
            </a:lvl3pPr>
            <a:lvl4pPr indent="-304800" lvl="3" marL="1828800" rtl="0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⏤"/>
              <a:defRPr/>
            </a:lvl4pPr>
            <a:lvl5pPr indent="-228600" lvl="4" marL="228600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179" name="Google Shape;179;p29"/>
          <p:cNvCxnSpPr/>
          <p:nvPr/>
        </p:nvCxnSpPr>
        <p:spPr>
          <a:xfrm>
            <a:off x="481013" y="0"/>
            <a:ext cx="0" cy="51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0" name="Google Shape;180;p29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1" name="Google Shape;181;p29"/>
          <p:cNvSpPr txBox="1"/>
          <p:nvPr>
            <p:ph idx="3" type="body"/>
          </p:nvPr>
        </p:nvSpPr>
        <p:spPr>
          <a:xfrm>
            <a:off x="3608785" y="1545432"/>
            <a:ext cx="1926300" cy="205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54000" lIns="135000" spcFirstLastPara="1" rIns="135000" wrap="square" tIns="5400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b="1" sz="1500">
                <a:solidFill>
                  <a:schemeClr val="dk2"/>
                </a:solidFill>
              </a:defRPr>
            </a:lvl1pPr>
            <a:lvl2pPr indent="-228600" lvl="1" marL="91440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indent="-304800" lvl="2" marL="1371600" rtl="0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⏤"/>
              <a:defRPr/>
            </a:lvl3pPr>
            <a:lvl4pPr indent="-304800" lvl="3" marL="1828800" rtl="0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⏤"/>
              <a:defRPr/>
            </a:lvl4pPr>
            <a:lvl5pPr indent="-228600" lvl="4" marL="228600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263085" y="1545432"/>
            <a:ext cx="1926300" cy="205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54000" lIns="135000" spcFirstLastPara="1" rIns="135000" wrap="square" tIns="5400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b="1" sz="1500">
                <a:solidFill>
                  <a:schemeClr val="dk2"/>
                </a:solidFill>
              </a:defRPr>
            </a:lvl1pPr>
            <a:lvl2pPr indent="-228600" lvl="1" marL="91440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indent="-304800" lvl="2" marL="1371600" rtl="0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⏤"/>
              <a:defRPr/>
            </a:lvl3pPr>
            <a:lvl4pPr indent="-304800" lvl="3" marL="1828800" rtl="0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⏤"/>
              <a:defRPr/>
            </a:lvl4pPr>
            <a:lvl5pPr indent="-228600" lvl="4" marL="228600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3" name="Google Shape;183;p29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  <p:sp>
        <p:nvSpPr>
          <p:cNvPr id="184" name="Google Shape;184;p29"/>
          <p:cNvSpPr txBox="1"/>
          <p:nvPr>
            <p:ph type="title"/>
          </p:nvPr>
        </p:nvSpPr>
        <p:spPr>
          <a:xfrm>
            <a:off x="588946" y="251460"/>
            <a:ext cx="80739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big points black">
  <p:cSld name="3 big points black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/>
          <p:nvPr>
            <p:ph idx="2" type="pic"/>
          </p:nvPr>
        </p:nvSpPr>
        <p:spPr>
          <a:xfrm>
            <a:off x="-1" y="2571750"/>
            <a:ext cx="9144900" cy="2055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187" name="Google Shape;187;p30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8" name="Google Shape;188;p30"/>
          <p:cNvSpPr txBox="1"/>
          <p:nvPr>
            <p:ph type="title"/>
          </p:nvPr>
        </p:nvSpPr>
        <p:spPr>
          <a:xfrm>
            <a:off x="588946" y="251460"/>
            <a:ext cx="80739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9" name="Google Shape;189;p30"/>
          <p:cNvSpPr txBox="1"/>
          <p:nvPr>
            <p:ph idx="1" type="body"/>
          </p:nvPr>
        </p:nvSpPr>
        <p:spPr>
          <a:xfrm>
            <a:off x="959644" y="1545432"/>
            <a:ext cx="1926300" cy="205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54000" lIns="135000" spcFirstLastPara="1" rIns="135000" wrap="square" tIns="5400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b="1" sz="1500">
                <a:solidFill>
                  <a:schemeClr val="dk2"/>
                </a:solidFill>
              </a:defRPr>
            </a:lvl1pPr>
            <a:lvl2pPr indent="-228600" lvl="1" marL="91440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indent="-304800" lvl="2" marL="1371600" rtl="0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⏤"/>
              <a:defRPr>
                <a:solidFill>
                  <a:schemeClr val="lt1"/>
                </a:solidFill>
              </a:defRPr>
            </a:lvl3pPr>
            <a:lvl4pPr indent="-304800" lvl="3" marL="1828800" rtl="0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⏤"/>
              <a:defRPr>
                <a:solidFill>
                  <a:schemeClr val="lt1"/>
                </a:solidFill>
              </a:defRPr>
            </a:lvl4pPr>
            <a:lvl5pPr indent="-228600" lvl="4" marL="228600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190" name="Google Shape;190;p30"/>
          <p:cNvCxnSpPr/>
          <p:nvPr/>
        </p:nvCxnSpPr>
        <p:spPr>
          <a:xfrm>
            <a:off x="481013" y="0"/>
            <a:ext cx="0" cy="51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1" name="Google Shape;191;p30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2" name="Google Shape;192;p30"/>
          <p:cNvSpPr txBox="1"/>
          <p:nvPr>
            <p:ph idx="3" type="body"/>
          </p:nvPr>
        </p:nvSpPr>
        <p:spPr>
          <a:xfrm>
            <a:off x="3608785" y="1545432"/>
            <a:ext cx="1926300" cy="205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54000" lIns="135000" spcFirstLastPara="1" rIns="135000" wrap="square" tIns="5400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b="1" sz="1500">
                <a:solidFill>
                  <a:schemeClr val="dk2"/>
                </a:solidFill>
              </a:defRPr>
            </a:lvl1pPr>
            <a:lvl2pPr indent="-228600" lvl="1" marL="91440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indent="-304800" lvl="2" marL="1371600" rtl="0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⏤"/>
              <a:defRPr>
                <a:solidFill>
                  <a:schemeClr val="lt1"/>
                </a:solidFill>
              </a:defRPr>
            </a:lvl3pPr>
            <a:lvl4pPr indent="-304800" lvl="3" marL="1828800" rtl="0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⏤"/>
              <a:defRPr>
                <a:solidFill>
                  <a:schemeClr val="lt1"/>
                </a:solidFill>
              </a:defRPr>
            </a:lvl4pPr>
            <a:lvl5pPr indent="-228600" lvl="4" marL="228600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3" name="Google Shape;193;p30"/>
          <p:cNvSpPr txBox="1"/>
          <p:nvPr>
            <p:ph idx="4" type="body"/>
          </p:nvPr>
        </p:nvSpPr>
        <p:spPr>
          <a:xfrm>
            <a:off x="6263085" y="1545432"/>
            <a:ext cx="1926300" cy="205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54000" lIns="135000" spcFirstLastPara="1" rIns="135000" wrap="square" tIns="5400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b="1" sz="1500">
                <a:solidFill>
                  <a:schemeClr val="dk2"/>
                </a:solidFill>
              </a:defRPr>
            </a:lvl1pPr>
            <a:lvl2pPr indent="-228600" lvl="1" marL="91440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indent="-304800" lvl="2" marL="1371600" rtl="0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⏤"/>
              <a:defRPr>
                <a:solidFill>
                  <a:schemeClr val="lt1"/>
                </a:solidFill>
              </a:defRPr>
            </a:lvl3pPr>
            <a:lvl4pPr indent="-304800" lvl="3" marL="1828800" rtl="0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⏤"/>
              <a:defRPr>
                <a:solidFill>
                  <a:schemeClr val="lt1"/>
                </a:solidFill>
              </a:defRPr>
            </a:lvl4pPr>
            <a:lvl5pPr indent="-228600" lvl="4" marL="228600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4" name="Google Shape;194;p30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reative layout" showMasterSp="0">
  <p:cSld name="Creative layout">
    <p:bg>
      <p:bgPr>
        <a:solidFill>
          <a:schemeClr val="lt2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 txBox="1"/>
          <p:nvPr>
            <p:ph idx="1" type="body"/>
          </p:nvPr>
        </p:nvSpPr>
        <p:spPr>
          <a:xfrm>
            <a:off x="1443038" y="1426369"/>
            <a:ext cx="7701000" cy="371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270000" lIns="486000" spcFirstLastPara="1" rIns="540000" wrap="square" tIns="3779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7" name="Google Shape;197;p31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8" name="Google Shape;198;p31"/>
          <p:cNvSpPr txBox="1"/>
          <p:nvPr>
            <p:ph idx="2" type="body"/>
          </p:nvPr>
        </p:nvSpPr>
        <p:spPr>
          <a:xfrm>
            <a:off x="1812545" y="1806967"/>
            <a:ext cx="6853800" cy="28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199" name="Google Shape;199;p31"/>
          <p:cNvCxnSpPr/>
          <p:nvPr/>
        </p:nvCxnSpPr>
        <p:spPr>
          <a:xfrm>
            <a:off x="481013" y="0"/>
            <a:ext cx="0" cy="51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0" name="Google Shape;200;p31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1" name="Google Shape;201;p31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  <p:sp>
        <p:nvSpPr>
          <p:cNvPr id="202" name="Google Shape;202;p31"/>
          <p:cNvSpPr txBox="1"/>
          <p:nvPr>
            <p:ph type="title"/>
          </p:nvPr>
        </p:nvSpPr>
        <p:spPr>
          <a:xfrm>
            <a:off x="588946" y="251460"/>
            <a:ext cx="80739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203" name="Google Shape;203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42398" y="4724635"/>
            <a:ext cx="325766" cy="325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reative layout w/ image bg" showMasterSp="0">
  <p:cSld name="Creative layout w/ image bg">
    <p:bg>
      <p:bgPr>
        <a:solidFill>
          <a:schemeClr val="lt2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/>
          <p:nvPr>
            <p:ph idx="2" type="pic"/>
          </p:nvPr>
        </p:nvSpPr>
        <p:spPr>
          <a:xfrm>
            <a:off x="0" y="-1"/>
            <a:ext cx="9144000" cy="51435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206" name="Google Shape;206;p32"/>
          <p:cNvSpPr txBox="1"/>
          <p:nvPr>
            <p:ph idx="1" type="body"/>
          </p:nvPr>
        </p:nvSpPr>
        <p:spPr>
          <a:xfrm>
            <a:off x="1443038" y="1426369"/>
            <a:ext cx="7701000" cy="371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270000" lIns="486000" spcFirstLastPara="1" rIns="540000" wrap="square" tIns="3779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7" name="Google Shape;207;p32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8" name="Google Shape;208;p32"/>
          <p:cNvSpPr txBox="1"/>
          <p:nvPr>
            <p:ph idx="3" type="body"/>
          </p:nvPr>
        </p:nvSpPr>
        <p:spPr>
          <a:xfrm>
            <a:off x="1812545" y="1806967"/>
            <a:ext cx="6853800" cy="28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9" name="Google Shape;209;p32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0" name="Google Shape;210;p32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  <p:sp>
        <p:nvSpPr>
          <p:cNvPr id="211" name="Google Shape;211;p32"/>
          <p:cNvSpPr txBox="1"/>
          <p:nvPr>
            <p:ph idx="4" type="body"/>
          </p:nvPr>
        </p:nvSpPr>
        <p:spPr>
          <a:xfrm>
            <a:off x="475700" y="0"/>
            <a:ext cx="13500" cy="51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2" name="Google Shape;212;p32"/>
          <p:cNvSpPr/>
          <p:nvPr/>
        </p:nvSpPr>
        <p:spPr>
          <a:xfrm>
            <a:off x="0" y="-367879"/>
            <a:ext cx="2048400" cy="277200"/>
          </a:xfrm>
          <a:prstGeom prst="roundRect">
            <a:avLst>
              <a:gd fmla="val 23242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NB: </a:t>
            </a:r>
            <a:r>
              <a:rPr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Headline line to be used over imagery on this slide. Not to be used on statement text</a:t>
            </a:r>
            <a:endParaRPr b="0" sz="7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3" name="Google Shape;213;p32"/>
          <p:cNvSpPr txBox="1"/>
          <p:nvPr>
            <p:ph type="title"/>
          </p:nvPr>
        </p:nvSpPr>
        <p:spPr>
          <a:xfrm>
            <a:off x="588946" y="251460"/>
            <a:ext cx="80739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214" name="Google Shape;214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42398" y="4724635"/>
            <a:ext cx="325766" cy="325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Content - image bg">
  <p:cSld name="Title + Content - image bg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3"/>
          <p:cNvSpPr/>
          <p:nvPr>
            <p:ph idx="2" type="pic"/>
          </p:nvPr>
        </p:nvSpPr>
        <p:spPr>
          <a:xfrm>
            <a:off x="0" y="0"/>
            <a:ext cx="9144000" cy="46167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217" name="Google Shape;217;p33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8" name="Google Shape;218;p33"/>
          <p:cNvSpPr txBox="1"/>
          <p:nvPr>
            <p:ph type="title"/>
          </p:nvPr>
        </p:nvSpPr>
        <p:spPr>
          <a:xfrm>
            <a:off x="588946" y="251460"/>
            <a:ext cx="80739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9" name="Google Shape;219;p33"/>
          <p:cNvSpPr txBox="1"/>
          <p:nvPr>
            <p:ph idx="1" type="body"/>
          </p:nvPr>
        </p:nvSpPr>
        <p:spPr>
          <a:xfrm>
            <a:off x="589360" y="1545431"/>
            <a:ext cx="8077200" cy="30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048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200"/>
              <a:buChar char="⏤"/>
              <a:defRPr>
                <a:solidFill>
                  <a:schemeClr val="lt1"/>
                </a:solidFill>
              </a:defRPr>
            </a:lvl3pPr>
            <a:lvl4pPr indent="-3048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⏤"/>
              <a:defRPr>
                <a:solidFill>
                  <a:schemeClr val="lt1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0" name="Google Shape;220;p33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1" name="Google Shape;221;p33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  <p:sp>
        <p:nvSpPr>
          <p:cNvPr id="222" name="Google Shape;222;p33"/>
          <p:cNvSpPr txBox="1"/>
          <p:nvPr>
            <p:ph idx="3" type="body"/>
          </p:nvPr>
        </p:nvSpPr>
        <p:spPr>
          <a:xfrm>
            <a:off x="475700" y="0"/>
            <a:ext cx="13500" cy="51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3" name="Google Shape;223;p33"/>
          <p:cNvSpPr/>
          <p:nvPr/>
        </p:nvSpPr>
        <p:spPr>
          <a:xfrm>
            <a:off x="0" y="-367879"/>
            <a:ext cx="2048400" cy="277200"/>
          </a:xfrm>
          <a:prstGeom prst="roundRect">
            <a:avLst>
              <a:gd fmla="val 23242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NB: </a:t>
            </a:r>
            <a:r>
              <a:rPr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Headline line to be used over imagery on this slide. Not to be used on statement text</a:t>
            </a:r>
            <a:endParaRPr b="0" sz="7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 w/ image">
  <p:cSld name="1 col w/ image">
    <p:bg>
      <p:bgPr>
        <a:solidFill>
          <a:schemeClr val="lt2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4"/>
          <p:cNvSpPr/>
          <p:nvPr/>
        </p:nvSpPr>
        <p:spPr>
          <a:xfrm>
            <a:off x="0" y="4626768"/>
            <a:ext cx="9144000" cy="51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6" name="Google Shape;226;p34"/>
          <p:cNvSpPr/>
          <p:nvPr/>
        </p:nvSpPr>
        <p:spPr>
          <a:xfrm>
            <a:off x="1" y="0"/>
            <a:ext cx="3848100" cy="462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7" name="Google Shape;227;p34"/>
          <p:cNvSpPr/>
          <p:nvPr>
            <p:ph idx="2" type="pic"/>
          </p:nvPr>
        </p:nvSpPr>
        <p:spPr>
          <a:xfrm>
            <a:off x="7217567" y="1"/>
            <a:ext cx="1927200" cy="46269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228" name="Google Shape;228;p34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9" name="Google Shape;229;p34"/>
          <p:cNvSpPr txBox="1"/>
          <p:nvPr>
            <p:ph idx="1" type="body"/>
          </p:nvPr>
        </p:nvSpPr>
        <p:spPr>
          <a:xfrm>
            <a:off x="589360" y="1545431"/>
            <a:ext cx="3259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0" name="Google Shape;230;p34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31" name="Google Shape;231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42398" y="4724635"/>
            <a:ext cx="325766" cy="3257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2" name="Google Shape;232;p34"/>
          <p:cNvCxnSpPr/>
          <p:nvPr/>
        </p:nvCxnSpPr>
        <p:spPr>
          <a:xfrm>
            <a:off x="481013" y="0"/>
            <a:ext cx="0" cy="51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3" name="Google Shape;233;p34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  <p:sp>
        <p:nvSpPr>
          <p:cNvPr id="234" name="Google Shape;234;p34"/>
          <p:cNvSpPr txBox="1"/>
          <p:nvPr>
            <p:ph type="title"/>
          </p:nvPr>
        </p:nvSpPr>
        <p:spPr>
          <a:xfrm>
            <a:off x="588947" y="251460"/>
            <a:ext cx="3259200" cy="12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 w/ image + black box">
  <p:cSld name="1 col w/ image + black box">
    <p:bg>
      <p:bgPr>
        <a:solidFill>
          <a:schemeClr val="dk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5"/>
          <p:cNvSpPr/>
          <p:nvPr/>
        </p:nvSpPr>
        <p:spPr>
          <a:xfrm>
            <a:off x="0" y="4626768"/>
            <a:ext cx="9144000" cy="51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7" name="Google Shape;237;p35"/>
          <p:cNvSpPr/>
          <p:nvPr/>
        </p:nvSpPr>
        <p:spPr>
          <a:xfrm>
            <a:off x="1" y="0"/>
            <a:ext cx="3848100" cy="462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8" name="Google Shape;238;p35"/>
          <p:cNvSpPr/>
          <p:nvPr>
            <p:ph idx="2" type="pic"/>
          </p:nvPr>
        </p:nvSpPr>
        <p:spPr>
          <a:xfrm>
            <a:off x="3848842" y="4765"/>
            <a:ext cx="3372000" cy="46167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239" name="Google Shape;239;p35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0" name="Google Shape;240;p35"/>
          <p:cNvSpPr txBox="1"/>
          <p:nvPr>
            <p:ph idx="1" type="body"/>
          </p:nvPr>
        </p:nvSpPr>
        <p:spPr>
          <a:xfrm>
            <a:off x="589360" y="1545431"/>
            <a:ext cx="3259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241" name="Google Shape;241;p35"/>
          <p:cNvCxnSpPr/>
          <p:nvPr/>
        </p:nvCxnSpPr>
        <p:spPr>
          <a:xfrm>
            <a:off x="481013" y="0"/>
            <a:ext cx="0" cy="51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2" name="Google Shape;242;p35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43" name="Google Shape;243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42398" y="4724635"/>
            <a:ext cx="325766" cy="325766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5"/>
          <p:cNvSpPr txBox="1"/>
          <p:nvPr>
            <p:ph idx="3" type="body"/>
          </p:nvPr>
        </p:nvSpPr>
        <p:spPr>
          <a:xfrm>
            <a:off x="7217568" y="0"/>
            <a:ext cx="1926300" cy="46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indent="-2286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>
                <a:solidFill>
                  <a:schemeClr val="dk2"/>
                </a:solidFill>
              </a:defRPr>
            </a:lvl2pPr>
            <a:lvl3pPr indent="-2286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indent="-228600" lvl="3" marL="1828800" rtl="0" algn="ctr">
              <a:lnSpc>
                <a:spcPct val="110000"/>
              </a:lnSpc>
              <a:spcBef>
                <a:spcPts val="3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5" name="Google Shape;245;p35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  <p:sp>
        <p:nvSpPr>
          <p:cNvPr id="246" name="Google Shape;246;p35"/>
          <p:cNvSpPr txBox="1"/>
          <p:nvPr>
            <p:ph type="title"/>
          </p:nvPr>
        </p:nvSpPr>
        <p:spPr>
          <a:xfrm>
            <a:off x="588947" y="251460"/>
            <a:ext cx="3259200" cy="12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/3 block colour RH">
  <p:cSld name="1/3 block colour RH">
    <p:bg>
      <p:bgPr>
        <a:solidFill>
          <a:schemeClr val="lt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6"/>
          <p:cNvSpPr/>
          <p:nvPr/>
        </p:nvSpPr>
        <p:spPr>
          <a:xfrm>
            <a:off x="0" y="4626768"/>
            <a:ext cx="9144000" cy="51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9" name="Google Shape;249;p36"/>
          <p:cNvSpPr/>
          <p:nvPr/>
        </p:nvSpPr>
        <p:spPr>
          <a:xfrm>
            <a:off x="1" y="0"/>
            <a:ext cx="3848100" cy="462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0" name="Google Shape;250;p36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1" name="Google Shape;251;p36"/>
          <p:cNvSpPr txBox="1"/>
          <p:nvPr>
            <p:ph idx="1" type="body"/>
          </p:nvPr>
        </p:nvSpPr>
        <p:spPr>
          <a:xfrm>
            <a:off x="589360" y="1545431"/>
            <a:ext cx="3259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252" name="Google Shape;252;p36"/>
          <p:cNvCxnSpPr/>
          <p:nvPr/>
        </p:nvCxnSpPr>
        <p:spPr>
          <a:xfrm>
            <a:off x="481013" y="0"/>
            <a:ext cx="0" cy="51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3" name="Google Shape;253;p36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54" name="Google Shape;254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42398" y="4724635"/>
            <a:ext cx="325766" cy="325766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6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  <p:sp>
        <p:nvSpPr>
          <p:cNvPr id="256" name="Google Shape;256;p36"/>
          <p:cNvSpPr txBox="1"/>
          <p:nvPr>
            <p:ph type="title"/>
          </p:nvPr>
        </p:nvSpPr>
        <p:spPr>
          <a:xfrm>
            <a:off x="588947" y="251460"/>
            <a:ext cx="3259200" cy="12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/3 block colour RH">
  <p:cSld name="1_1/3 block colour RH">
    <p:bg>
      <p:bgPr>
        <a:solidFill>
          <a:schemeClr val="lt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7"/>
          <p:cNvSpPr txBox="1"/>
          <p:nvPr>
            <p:ph idx="1" type="body"/>
          </p:nvPr>
        </p:nvSpPr>
        <p:spPr>
          <a:xfrm>
            <a:off x="7217569" y="0"/>
            <a:ext cx="1926300" cy="4626900"/>
          </a:xfrm>
          <a:prstGeom prst="rect">
            <a:avLst/>
          </a:prstGeom>
          <a:solidFill>
            <a:srgbClr val="F9F7F7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9" name="Google Shape;259;p37"/>
          <p:cNvSpPr/>
          <p:nvPr/>
        </p:nvSpPr>
        <p:spPr>
          <a:xfrm>
            <a:off x="0" y="4626768"/>
            <a:ext cx="9144000" cy="51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0" name="Google Shape;260;p37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1" name="Google Shape;261;p37"/>
          <p:cNvSpPr txBox="1"/>
          <p:nvPr>
            <p:ph idx="2" type="body"/>
          </p:nvPr>
        </p:nvSpPr>
        <p:spPr>
          <a:xfrm>
            <a:off x="589360" y="1545431"/>
            <a:ext cx="3259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262" name="Google Shape;262;p37"/>
          <p:cNvCxnSpPr/>
          <p:nvPr/>
        </p:nvCxnSpPr>
        <p:spPr>
          <a:xfrm>
            <a:off x="481013" y="0"/>
            <a:ext cx="0" cy="5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3" name="Google Shape;263;p37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64" name="Google Shape;264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42398" y="4724635"/>
            <a:ext cx="325766" cy="325766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7"/>
          <p:cNvSpPr/>
          <p:nvPr>
            <p:ph idx="3" type="pic"/>
          </p:nvPr>
        </p:nvSpPr>
        <p:spPr>
          <a:xfrm>
            <a:off x="3848842" y="0"/>
            <a:ext cx="3372000" cy="46305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266" name="Google Shape;266;p37"/>
          <p:cNvSpPr txBox="1"/>
          <p:nvPr>
            <p:ph idx="4" type="body"/>
          </p:nvPr>
        </p:nvSpPr>
        <p:spPr>
          <a:xfrm>
            <a:off x="5774531" y="1026319"/>
            <a:ext cx="3369600" cy="257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270000" lIns="324000" spcFirstLastPara="1" rIns="324000" wrap="square" tIns="270000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b="1" sz="1100">
                <a:solidFill>
                  <a:schemeClr val="dk2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2pPr>
            <a:lvl3pPr indent="-3048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200"/>
              <a:buChar char="⏤"/>
              <a:defRPr>
                <a:solidFill>
                  <a:schemeClr val="lt1"/>
                </a:solidFill>
              </a:defRPr>
            </a:lvl3pPr>
            <a:lvl4pPr indent="-3048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⏤"/>
              <a:defRPr>
                <a:solidFill>
                  <a:schemeClr val="lt1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7" name="Google Shape;267;p37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  <p:sp>
        <p:nvSpPr>
          <p:cNvPr id="268" name="Google Shape;268;p37"/>
          <p:cNvSpPr txBox="1"/>
          <p:nvPr>
            <p:ph type="title"/>
          </p:nvPr>
        </p:nvSpPr>
        <p:spPr>
          <a:xfrm>
            <a:off x="588947" y="251460"/>
            <a:ext cx="3259200" cy="12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 us">
  <p:cSld name="About us">
    <p:bg>
      <p:bgPr>
        <a:solidFill>
          <a:schemeClr val="lt2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"/>
          <p:cNvSpPr/>
          <p:nvPr/>
        </p:nvSpPr>
        <p:spPr>
          <a:xfrm>
            <a:off x="1" y="0"/>
            <a:ext cx="3848100" cy="462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1" name="Google Shape;271;p38"/>
          <p:cNvSpPr/>
          <p:nvPr>
            <p:ph idx="2" type="pic"/>
          </p:nvPr>
        </p:nvSpPr>
        <p:spPr>
          <a:xfrm>
            <a:off x="7217567" y="1"/>
            <a:ext cx="1927200" cy="46269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272" name="Google Shape;272;p38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3" name="Google Shape;273;p38"/>
          <p:cNvSpPr txBox="1"/>
          <p:nvPr>
            <p:ph idx="1" type="body"/>
          </p:nvPr>
        </p:nvSpPr>
        <p:spPr>
          <a:xfrm>
            <a:off x="589360" y="541604"/>
            <a:ext cx="3144900" cy="9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1pPr>
            <a:lvl2pPr indent="-2286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b="1" sz="1100">
                <a:solidFill>
                  <a:schemeClr val="dk2"/>
                </a:solidFill>
              </a:defRPr>
            </a:lvl3pPr>
            <a:lvl4pPr indent="-317500" lvl="3" marL="1828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274" name="Google Shape;274;p38"/>
          <p:cNvCxnSpPr/>
          <p:nvPr/>
        </p:nvCxnSpPr>
        <p:spPr>
          <a:xfrm>
            <a:off x="481013" y="0"/>
            <a:ext cx="0" cy="51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5" name="Google Shape;275;p38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76" name="Google Shape;276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42398" y="4724635"/>
            <a:ext cx="325766" cy="325766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8"/>
          <p:cNvSpPr txBox="1"/>
          <p:nvPr>
            <p:ph idx="3" type="body"/>
          </p:nvPr>
        </p:nvSpPr>
        <p:spPr>
          <a:xfrm>
            <a:off x="589360" y="1545432"/>
            <a:ext cx="31446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8" name="Google Shape;278;p38"/>
          <p:cNvSpPr/>
          <p:nvPr>
            <p:ph idx="4" type="pic"/>
          </p:nvPr>
        </p:nvSpPr>
        <p:spPr>
          <a:xfrm>
            <a:off x="3848101" y="1"/>
            <a:ext cx="3369600" cy="25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</p:sp>
      <p:sp>
        <p:nvSpPr>
          <p:cNvPr id="279" name="Google Shape;279;p38"/>
          <p:cNvSpPr txBox="1"/>
          <p:nvPr>
            <p:ph idx="5" type="body"/>
          </p:nvPr>
        </p:nvSpPr>
        <p:spPr>
          <a:xfrm>
            <a:off x="4259660" y="2571750"/>
            <a:ext cx="25644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5000" lIns="68575" spcFirstLastPara="1" rIns="68575" wrap="square" tIns="135000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0" name="Google Shape;280;p38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  <p:sp>
        <p:nvSpPr>
          <p:cNvPr id="281" name="Google Shape;281;p38"/>
          <p:cNvSpPr txBox="1"/>
          <p:nvPr>
            <p:ph type="title"/>
          </p:nvPr>
        </p:nvSpPr>
        <p:spPr>
          <a:xfrm>
            <a:off x="588947" y="251460"/>
            <a:ext cx="32592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 us alternative">
  <p:cSld name="About us alternative">
    <p:bg>
      <p:bgPr>
        <a:solidFill>
          <a:schemeClr val="lt2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9"/>
          <p:cNvSpPr/>
          <p:nvPr/>
        </p:nvSpPr>
        <p:spPr>
          <a:xfrm>
            <a:off x="1" y="1"/>
            <a:ext cx="3848100" cy="257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4" name="Google Shape;284;p39"/>
          <p:cNvSpPr/>
          <p:nvPr>
            <p:ph idx="2" type="pic"/>
          </p:nvPr>
        </p:nvSpPr>
        <p:spPr>
          <a:xfrm>
            <a:off x="7217567" y="1"/>
            <a:ext cx="1927200" cy="46269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285" name="Google Shape;285;p39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6" name="Google Shape;286;p39"/>
          <p:cNvSpPr txBox="1"/>
          <p:nvPr>
            <p:ph idx="1" type="body"/>
          </p:nvPr>
        </p:nvSpPr>
        <p:spPr>
          <a:xfrm>
            <a:off x="589360" y="541604"/>
            <a:ext cx="3144900" cy="9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1pPr>
            <a:lvl2pPr indent="-2286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b="1" sz="1100">
                <a:solidFill>
                  <a:schemeClr val="dk2"/>
                </a:solidFill>
              </a:defRPr>
            </a:lvl3pPr>
            <a:lvl4pPr indent="-317500" lvl="3" marL="1828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287" name="Google Shape;287;p39"/>
          <p:cNvCxnSpPr/>
          <p:nvPr/>
        </p:nvCxnSpPr>
        <p:spPr>
          <a:xfrm>
            <a:off x="481013" y="0"/>
            <a:ext cx="0" cy="51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8" name="Google Shape;288;p39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89" name="Google Shape;28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42398" y="4724635"/>
            <a:ext cx="325766" cy="325766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9"/>
          <p:cNvSpPr txBox="1"/>
          <p:nvPr>
            <p:ph idx="3" type="body"/>
          </p:nvPr>
        </p:nvSpPr>
        <p:spPr>
          <a:xfrm>
            <a:off x="589360" y="2903560"/>
            <a:ext cx="6147300" cy="17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1" name="Google Shape;291;p39"/>
          <p:cNvSpPr/>
          <p:nvPr>
            <p:ph idx="4" type="pic"/>
          </p:nvPr>
        </p:nvSpPr>
        <p:spPr>
          <a:xfrm>
            <a:off x="3841730" y="1"/>
            <a:ext cx="3375900" cy="25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</p:sp>
      <p:sp>
        <p:nvSpPr>
          <p:cNvPr id="292" name="Google Shape;292;p39"/>
          <p:cNvSpPr txBox="1"/>
          <p:nvPr>
            <p:ph idx="5" type="body"/>
          </p:nvPr>
        </p:nvSpPr>
        <p:spPr>
          <a:xfrm>
            <a:off x="589360" y="1549772"/>
            <a:ext cx="3144300" cy="10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indent="-317500" lvl="2" marL="13716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3" name="Google Shape;293;p39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  <p:sp>
        <p:nvSpPr>
          <p:cNvPr id="294" name="Google Shape;294;p39"/>
          <p:cNvSpPr txBox="1"/>
          <p:nvPr>
            <p:ph type="title"/>
          </p:nvPr>
        </p:nvSpPr>
        <p:spPr>
          <a:xfrm>
            <a:off x="588947" y="251460"/>
            <a:ext cx="32592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- creative" showMasterSp="0">
  <p:cSld name="Section divider - creative">
    <p:bg>
      <p:bgPr>
        <a:solidFill>
          <a:schemeClr val="dk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0"/>
          <p:cNvSpPr txBox="1"/>
          <p:nvPr>
            <p:ph idx="1" type="body"/>
          </p:nvPr>
        </p:nvSpPr>
        <p:spPr>
          <a:xfrm>
            <a:off x="0" y="-1"/>
            <a:ext cx="62556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7" name="Google Shape;297;p40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8" name="Google Shape;298;p40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9" name="Google Shape;299;p40"/>
          <p:cNvSpPr/>
          <p:nvPr>
            <p:ph idx="2" type="pic"/>
          </p:nvPr>
        </p:nvSpPr>
        <p:spPr>
          <a:xfrm>
            <a:off x="1443038" y="1026319"/>
            <a:ext cx="6255600" cy="30885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300" name="Google Shape;300;p40"/>
          <p:cNvSpPr txBox="1"/>
          <p:nvPr>
            <p:ph idx="3" type="body"/>
          </p:nvPr>
        </p:nvSpPr>
        <p:spPr>
          <a:xfrm>
            <a:off x="4740965" y="2914649"/>
            <a:ext cx="3925500" cy="22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>
                <a:solidFill>
                  <a:schemeClr val="lt1"/>
                </a:solidFill>
              </a:defRPr>
            </a:lvl1pPr>
            <a:lvl2pPr indent="-228600" lvl="1" marL="9144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2pPr>
            <a:lvl3pPr indent="-228600" lvl="2" marL="1371600" rtl="0" algn="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indent="-304800" lvl="3" marL="1828800" rtl="0" algn="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⏤"/>
              <a:defRPr>
                <a:solidFill>
                  <a:schemeClr val="lt1"/>
                </a:solidFill>
              </a:defRPr>
            </a:lvl4pPr>
            <a:lvl5pPr indent="-228600" lvl="4" marL="228600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01" name="Google Shape;301;p40"/>
          <p:cNvSpPr txBox="1"/>
          <p:nvPr>
            <p:ph idx="4" type="body"/>
          </p:nvPr>
        </p:nvSpPr>
        <p:spPr>
          <a:xfrm>
            <a:off x="476534" y="511969"/>
            <a:ext cx="13500" cy="462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02" name="Google Shape;302;p40"/>
          <p:cNvSpPr txBox="1"/>
          <p:nvPr>
            <p:ph idx="5" type="body"/>
          </p:nvPr>
        </p:nvSpPr>
        <p:spPr>
          <a:xfrm>
            <a:off x="837206" y="479096"/>
            <a:ext cx="3010800" cy="20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900"/>
              <a:buNone/>
              <a:defRPr b="0" sz="14900">
                <a:solidFill>
                  <a:schemeClr val="lt1"/>
                </a:solidFill>
              </a:defRPr>
            </a:lvl1pPr>
            <a:lvl2pPr indent="-228600" lvl="1" marL="9144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2pPr>
            <a:lvl3pPr indent="-228600" lvl="2" marL="1371600" rtl="0" algn="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indent="-304800" lvl="3" marL="1828800" rtl="0" algn="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⏤"/>
              <a:defRPr>
                <a:solidFill>
                  <a:schemeClr val="lt1"/>
                </a:solidFill>
              </a:defRPr>
            </a:lvl4pPr>
            <a:lvl5pPr indent="-228600" lvl="4" marL="228600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03" name="Google Shape;303;p40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  <p:pic>
        <p:nvPicPr>
          <p:cNvPr id="304" name="Google Shape;304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42398" y="4724635"/>
            <a:ext cx="325766" cy="325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bile device">
  <p:cSld name="Mobile device">
    <p:bg>
      <p:bgPr>
        <a:solidFill>
          <a:schemeClr val="lt2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1"/>
          <p:cNvSpPr/>
          <p:nvPr/>
        </p:nvSpPr>
        <p:spPr>
          <a:xfrm>
            <a:off x="0" y="0"/>
            <a:ext cx="4572000" cy="462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7" name="Google Shape;307;p41"/>
          <p:cNvSpPr/>
          <p:nvPr>
            <p:ph idx="1" type="body"/>
          </p:nvPr>
        </p:nvSpPr>
        <p:spPr>
          <a:xfrm>
            <a:off x="5873753" y="251631"/>
            <a:ext cx="1965600" cy="4128000"/>
          </a:xfrm>
          <a:prstGeom prst="roundRect">
            <a:avLst>
              <a:gd fmla="val 12251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08" name="Google Shape;308;p41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9" name="Google Shape;309;p41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10" name="Google Shape;310;p41"/>
          <p:cNvSpPr/>
          <p:nvPr>
            <p:ph idx="2" type="pic"/>
          </p:nvPr>
        </p:nvSpPr>
        <p:spPr>
          <a:xfrm>
            <a:off x="5936149" y="305987"/>
            <a:ext cx="1840800" cy="40191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cxnSp>
        <p:nvCxnSpPr>
          <p:cNvPr id="311" name="Google Shape;311;p41"/>
          <p:cNvCxnSpPr/>
          <p:nvPr/>
        </p:nvCxnSpPr>
        <p:spPr>
          <a:xfrm>
            <a:off x="481013" y="0"/>
            <a:ext cx="0" cy="51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2" name="Google Shape;312;p41"/>
          <p:cNvSpPr txBox="1"/>
          <p:nvPr>
            <p:ph idx="3" type="body"/>
          </p:nvPr>
        </p:nvSpPr>
        <p:spPr>
          <a:xfrm>
            <a:off x="584597" y="1545431"/>
            <a:ext cx="3595200" cy="30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13" name="Google Shape;313;p41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  <p:sp>
        <p:nvSpPr>
          <p:cNvPr id="314" name="Google Shape;314;p41"/>
          <p:cNvSpPr txBox="1"/>
          <p:nvPr>
            <p:ph type="title"/>
          </p:nvPr>
        </p:nvSpPr>
        <p:spPr>
          <a:xfrm>
            <a:off x="588947" y="251460"/>
            <a:ext cx="35910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bile device zoomed in">
  <p:cSld name="Mobile device zoomed in">
    <p:bg>
      <p:bgPr>
        <a:solidFill>
          <a:schemeClr val="lt2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2"/>
          <p:cNvSpPr/>
          <p:nvPr/>
        </p:nvSpPr>
        <p:spPr>
          <a:xfrm>
            <a:off x="0" y="0"/>
            <a:ext cx="4572000" cy="462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7" name="Google Shape;317;p42"/>
          <p:cNvSpPr txBox="1"/>
          <p:nvPr>
            <p:ph idx="1" type="body"/>
          </p:nvPr>
        </p:nvSpPr>
        <p:spPr>
          <a:xfrm>
            <a:off x="5291138" y="250031"/>
            <a:ext cx="3098100" cy="437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18" name="Google Shape;318;p42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9" name="Google Shape;319;p42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20" name="Google Shape;320;p42"/>
          <p:cNvSpPr/>
          <p:nvPr>
            <p:ph idx="2" type="pic"/>
          </p:nvPr>
        </p:nvSpPr>
        <p:spPr>
          <a:xfrm>
            <a:off x="5389477" y="335703"/>
            <a:ext cx="2901000" cy="42912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cxnSp>
        <p:nvCxnSpPr>
          <p:cNvPr id="321" name="Google Shape;321;p42"/>
          <p:cNvCxnSpPr/>
          <p:nvPr/>
        </p:nvCxnSpPr>
        <p:spPr>
          <a:xfrm>
            <a:off x="481013" y="0"/>
            <a:ext cx="0" cy="51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2" name="Google Shape;322;p42"/>
          <p:cNvSpPr txBox="1"/>
          <p:nvPr>
            <p:ph idx="3" type="body"/>
          </p:nvPr>
        </p:nvSpPr>
        <p:spPr>
          <a:xfrm>
            <a:off x="584597" y="1545431"/>
            <a:ext cx="3595200" cy="30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3" name="Google Shape;323;p42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  <p:sp>
        <p:nvSpPr>
          <p:cNvPr id="324" name="Google Shape;324;p42"/>
          <p:cNvSpPr txBox="1"/>
          <p:nvPr>
            <p:ph type="title"/>
          </p:nvPr>
        </p:nvSpPr>
        <p:spPr>
          <a:xfrm>
            <a:off x="588947" y="251460"/>
            <a:ext cx="35910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sktop device">
  <p:cSld name="Desktop device">
    <p:bg>
      <p:bgPr>
        <a:solidFill>
          <a:schemeClr val="lt2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/>
          <p:nvPr/>
        </p:nvSpPr>
        <p:spPr>
          <a:xfrm>
            <a:off x="0" y="0"/>
            <a:ext cx="4572000" cy="462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27" name="Google Shape;327;p43"/>
          <p:cNvPicPr preferRelativeResize="0"/>
          <p:nvPr/>
        </p:nvPicPr>
        <p:blipFill rotWithShape="1">
          <a:blip r:embed="rId2">
            <a:alphaModFix/>
          </a:blip>
          <a:srcRect b="8567" l="0" r="0" t="0"/>
          <a:stretch/>
        </p:blipFill>
        <p:spPr>
          <a:xfrm>
            <a:off x="3296997" y="590549"/>
            <a:ext cx="5482656" cy="4036218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3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9" name="Google Shape;329;p43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330" name="Google Shape;330;p43"/>
          <p:cNvCxnSpPr/>
          <p:nvPr/>
        </p:nvCxnSpPr>
        <p:spPr>
          <a:xfrm>
            <a:off x="481013" y="0"/>
            <a:ext cx="0" cy="51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1" name="Google Shape;331;p43"/>
          <p:cNvSpPr txBox="1"/>
          <p:nvPr>
            <p:ph idx="1" type="body"/>
          </p:nvPr>
        </p:nvSpPr>
        <p:spPr>
          <a:xfrm>
            <a:off x="584597" y="1545431"/>
            <a:ext cx="2580300" cy="30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2" name="Google Shape;332;p43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  <p:sp>
        <p:nvSpPr>
          <p:cNvPr id="333" name="Google Shape;333;p43"/>
          <p:cNvSpPr/>
          <p:nvPr>
            <p:ph idx="2" type="pic"/>
          </p:nvPr>
        </p:nvSpPr>
        <p:spPr>
          <a:xfrm>
            <a:off x="3451878" y="764177"/>
            <a:ext cx="5172900" cy="29097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334" name="Google Shape;334;p43"/>
          <p:cNvSpPr txBox="1"/>
          <p:nvPr>
            <p:ph type="title"/>
          </p:nvPr>
        </p:nvSpPr>
        <p:spPr>
          <a:xfrm>
            <a:off x="588947" y="251460"/>
            <a:ext cx="2576100" cy="11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rface Book device">
  <p:cSld name="Surface Book device">
    <p:bg>
      <p:bgPr>
        <a:solidFill>
          <a:schemeClr val="lt2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4"/>
          <p:cNvSpPr/>
          <p:nvPr/>
        </p:nvSpPr>
        <p:spPr>
          <a:xfrm>
            <a:off x="0" y="0"/>
            <a:ext cx="4572000" cy="462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37" name="Google Shape;337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47163" y="647233"/>
            <a:ext cx="6596701" cy="3906366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44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9" name="Google Shape;339;p44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340" name="Google Shape;340;p44"/>
          <p:cNvCxnSpPr/>
          <p:nvPr/>
        </p:nvCxnSpPr>
        <p:spPr>
          <a:xfrm>
            <a:off x="481013" y="0"/>
            <a:ext cx="0" cy="51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1" name="Google Shape;341;p44"/>
          <p:cNvSpPr txBox="1"/>
          <p:nvPr>
            <p:ph idx="1" type="body"/>
          </p:nvPr>
        </p:nvSpPr>
        <p:spPr>
          <a:xfrm>
            <a:off x="584597" y="1545431"/>
            <a:ext cx="2580300" cy="30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42" name="Google Shape;342;p44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  <p:sp>
        <p:nvSpPr>
          <p:cNvPr id="343" name="Google Shape;343;p44"/>
          <p:cNvSpPr/>
          <p:nvPr>
            <p:ph idx="2" type="pic"/>
          </p:nvPr>
        </p:nvSpPr>
        <p:spPr>
          <a:xfrm>
            <a:off x="3743626" y="935626"/>
            <a:ext cx="4796700" cy="31938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344" name="Google Shape;344;p44"/>
          <p:cNvSpPr txBox="1"/>
          <p:nvPr>
            <p:ph type="title"/>
          </p:nvPr>
        </p:nvSpPr>
        <p:spPr>
          <a:xfrm>
            <a:off x="588947" y="251460"/>
            <a:ext cx="2576100" cy="11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x6">
  <p:cSld name="Team x6">
    <p:bg>
      <p:bgPr>
        <a:solidFill>
          <a:schemeClr val="lt2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5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7" name="Google Shape;347;p45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8" name="Google Shape;348;p45"/>
          <p:cNvSpPr/>
          <p:nvPr>
            <p:ph idx="2" type="pic"/>
          </p:nvPr>
        </p:nvSpPr>
        <p:spPr>
          <a:xfrm>
            <a:off x="482711" y="1026319"/>
            <a:ext cx="961200" cy="9612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349" name="Google Shape;349;p45"/>
          <p:cNvSpPr txBox="1"/>
          <p:nvPr>
            <p:ph idx="1" type="body"/>
          </p:nvPr>
        </p:nvSpPr>
        <p:spPr>
          <a:xfrm>
            <a:off x="1444736" y="1026319"/>
            <a:ext cx="3080700" cy="96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270000" spcFirstLastPara="1" rIns="68575" wrap="square" tIns="34275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>
                <a:solidFill>
                  <a:schemeClr val="dk2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indent="-22860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0" name="Google Shape;350;p45"/>
          <p:cNvSpPr/>
          <p:nvPr>
            <p:ph idx="3" type="pic"/>
          </p:nvPr>
        </p:nvSpPr>
        <p:spPr>
          <a:xfrm>
            <a:off x="4624879" y="1026319"/>
            <a:ext cx="961200" cy="9612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351" name="Google Shape;351;p45"/>
          <p:cNvSpPr txBox="1"/>
          <p:nvPr>
            <p:ph idx="4" type="body"/>
          </p:nvPr>
        </p:nvSpPr>
        <p:spPr>
          <a:xfrm>
            <a:off x="5586904" y="1026319"/>
            <a:ext cx="3080700" cy="96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270000" spcFirstLastPara="1" rIns="68575" wrap="square" tIns="34275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>
                <a:solidFill>
                  <a:schemeClr val="dk2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indent="-22860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2" name="Google Shape;352;p45"/>
          <p:cNvSpPr/>
          <p:nvPr>
            <p:ph idx="5" type="pic"/>
          </p:nvPr>
        </p:nvSpPr>
        <p:spPr>
          <a:xfrm>
            <a:off x="482711" y="2063486"/>
            <a:ext cx="961200" cy="9612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353" name="Google Shape;353;p45"/>
          <p:cNvSpPr txBox="1"/>
          <p:nvPr>
            <p:ph idx="6" type="body"/>
          </p:nvPr>
        </p:nvSpPr>
        <p:spPr>
          <a:xfrm>
            <a:off x="1444736" y="2063486"/>
            <a:ext cx="3080700" cy="96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270000" spcFirstLastPara="1" rIns="68575" wrap="square" tIns="34275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>
                <a:solidFill>
                  <a:schemeClr val="dk2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indent="-22860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4" name="Google Shape;354;p45"/>
          <p:cNvSpPr/>
          <p:nvPr>
            <p:ph idx="7" type="pic"/>
          </p:nvPr>
        </p:nvSpPr>
        <p:spPr>
          <a:xfrm>
            <a:off x="4624879" y="2063486"/>
            <a:ext cx="961200" cy="9612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355" name="Google Shape;355;p45"/>
          <p:cNvSpPr txBox="1"/>
          <p:nvPr>
            <p:ph idx="8" type="body"/>
          </p:nvPr>
        </p:nvSpPr>
        <p:spPr>
          <a:xfrm>
            <a:off x="5586904" y="2063486"/>
            <a:ext cx="3080700" cy="96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270000" spcFirstLastPara="1" rIns="68575" wrap="square" tIns="34275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>
                <a:solidFill>
                  <a:schemeClr val="dk2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indent="-22860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6" name="Google Shape;356;p45"/>
          <p:cNvSpPr/>
          <p:nvPr>
            <p:ph idx="9" type="pic"/>
          </p:nvPr>
        </p:nvSpPr>
        <p:spPr>
          <a:xfrm>
            <a:off x="482711" y="3091834"/>
            <a:ext cx="961200" cy="9612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357" name="Google Shape;357;p45"/>
          <p:cNvSpPr txBox="1"/>
          <p:nvPr>
            <p:ph idx="13" type="body"/>
          </p:nvPr>
        </p:nvSpPr>
        <p:spPr>
          <a:xfrm>
            <a:off x="1444736" y="3091834"/>
            <a:ext cx="3080700" cy="96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270000" spcFirstLastPara="1" rIns="68575" wrap="square" tIns="34275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>
                <a:solidFill>
                  <a:schemeClr val="dk2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indent="-22860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8" name="Google Shape;358;p45"/>
          <p:cNvSpPr/>
          <p:nvPr>
            <p:ph idx="14" type="pic"/>
          </p:nvPr>
        </p:nvSpPr>
        <p:spPr>
          <a:xfrm>
            <a:off x="4624879" y="3091834"/>
            <a:ext cx="961200" cy="9612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359" name="Google Shape;359;p45"/>
          <p:cNvSpPr txBox="1"/>
          <p:nvPr>
            <p:ph idx="15" type="body"/>
          </p:nvPr>
        </p:nvSpPr>
        <p:spPr>
          <a:xfrm>
            <a:off x="5586904" y="3091834"/>
            <a:ext cx="3080700" cy="96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270000" spcFirstLastPara="1" rIns="68575" wrap="square" tIns="34275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>
                <a:solidFill>
                  <a:schemeClr val="dk2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indent="-22860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0" name="Google Shape;360;p45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  <p:sp>
        <p:nvSpPr>
          <p:cNvPr id="361" name="Google Shape;361;p45"/>
          <p:cNvSpPr txBox="1"/>
          <p:nvPr>
            <p:ph type="title"/>
          </p:nvPr>
        </p:nvSpPr>
        <p:spPr>
          <a:xfrm>
            <a:off x="588946" y="251460"/>
            <a:ext cx="80739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x8">
  <p:cSld name="Team x8">
    <p:bg>
      <p:bgPr>
        <a:solidFill>
          <a:schemeClr val="lt2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6"/>
          <p:cNvSpPr/>
          <p:nvPr>
            <p:ph idx="2" type="pic"/>
          </p:nvPr>
        </p:nvSpPr>
        <p:spPr>
          <a:xfrm>
            <a:off x="5010717" y="2860434"/>
            <a:ext cx="1144800" cy="11448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364" name="Google Shape;364;p46"/>
          <p:cNvSpPr/>
          <p:nvPr>
            <p:ph idx="3" type="pic"/>
          </p:nvPr>
        </p:nvSpPr>
        <p:spPr>
          <a:xfrm>
            <a:off x="7041099" y="2860434"/>
            <a:ext cx="1144800" cy="11448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365" name="Google Shape;365;p46"/>
          <p:cNvSpPr txBox="1"/>
          <p:nvPr>
            <p:ph type="title"/>
          </p:nvPr>
        </p:nvSpPr>
        <p:spPr>
          <a:xfrm>
            <a:off x="588946" y="251460"/>
            <a:ext cx="80739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6" name="Google Shape;366;p46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7" name="Google Shape;367;p46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68" name="Google Shape;368;p46"/>
          <p:cNvSpPr/>
          <p:nvPr>
            <p:ph idx="4" type="pic"/>
          </p:nvPr>
        </p:nvSpPr>
        <p:spPr>
          <a:xfrm>
            <a:off x="949955" y="1026319"/>
            <a:ext cx="1144800" cy="11448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369" name="Google Shape;369;p46"/>
          <p:cNvSpPr/>
          <p:nvPr>
            <p:ph idx="5" type="pic"/>
          </p:nvPr>
        </p:nvSpPr>
        <p:spPr>
          <a:xfrm>
            <a:off x="2980336" y="1026319"/>
            <a:ext cx="1144800" cy="11448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370" name="Google Shape;370;p46"/>
          <p:cNvSpPr/>
          <p:nvPr>
            <p:ph idx="6" type="pic"/>
          </p:nvPr>
        </p:nvSpPr>
        <p:spPr>
          <a:xfrm>
            <a:off x="5010717" y="1026319"/>
            <a:ext cx="1144800" cy="11448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371" name="Google Shape;371;p46"/>
          <p:cNvSpPr/>
          <p:nvPr>
            <p:ph idx="7" type="pic"/>
          </p:nvPr>
        </p:nvSpPr>
        <p:spPr>
          <a:xfrm>
            <a:off x="7041099" y="1026319"/>
            <a:ext cx="1144800" cy="11448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372" name="Google Shape;372;p46"/>
          <p:cNvSpPr/>
          <p:nvPr>
            <p:ph idx="8" type="pic"/>
          </p:nvPr>
        </p:nvSpPr>
        <p:spPr>
          <a:xfrm>
            <a:off x="949955" y="2860434"/>
            <a:ext cx="1144800" cy="11448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373" name="Google Shape;373;p46"/>
          <p:cNvSpPr/>
          <p:nvPr>
            <p:ph idx="9" type="pic"/>
          </p:nvPr>
        </p:nvSpPr>
        <p:spPr>
          <a:xfrm>
            <a:off x="2980336" y="2860434"/>
            <a:ext cx="1144800" cy="11448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374" name="Google Shape;374;p46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  <p:sp>
        <p:nvSpPr>
          <p:cNvPr id="375" name="Google Shape;375;p46"/>
          <p:cNvSpPr txBox="1"/>
          <p:nvPr>
            <p:ph idx="1" type="body"/>
          </p:nvPr>
        </p:nvSpPr>
        <p:spPr>
          <a:xfrm>
            <a:off x="578165" y="2171119"/>
            <a:ext cx="18885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>
                <a:solidFill>
                  <a:schemeClr val="dk2"/>
                </a:solidFill>
              </a:defRPr>
            </a:lvl1pPr>
            <a:lvl2pPr indent="-2286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indent="-22860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6" name="Google Shape;376;p46"/>
          <p:cNvSpPr txBox="1"/>
          <p:nvPr>
            <p:ph idx="13" type="body"/>
          </p:nvPr>
        </p:nvSpPr>
        <p:spPr>
          <a:xfrm>
            <a:off x="2608547" y="2171119"/>
            <a:ext cx="18885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>
                <a:solidFill>
                  <a:schemeClr val="dk2"/>
                </a:solidFill>
              </a:defRPr>
            </a:lvl1pPr>
            <a:lvl2pPr indent="-2286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indent="-22860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7" name="Google Shape;377;p46"/>
          <p:cNvSpPr txBox="1"/>
          <p:nvPr>
            <p:ph idx="14" type="body"/>
          </p:nvPr>
        </p:nvSpPr>
        <p:spPr>
          <a:xfrm>
            <a:off x="4638929" y="2171119"/>
            <a:ext cx="18885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>
                <a:solidFill>
                  <a:schemeClr val="dk2"/>
                </a:solidFill>
              </a:defRPr>
            </a:lvl1pPr>
            <a:lvl2pPr indent="-2286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indent="-22860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8" name="Google Shape;378;p46"/>
          <p:cNvSpPr txBox="1"/>
          <p:nvPr>
            <p:ph idx="15" type="body"/>
          </p:nvPr>
        </p:nvSpPr>
        <p:spPr>
          <a:xfrm>
            <a:off x="6669310" y="2171119"/>
            <a:ext cx="18885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>
                <a:solidFill>
                  <a:schemeClr val="dk2"/>
                </a:solidFill>
              </a:defRPr>
            </a:lvl1pPr>
            <a:lvl2pPr indent="-2286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indent="-22860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9" name="Google Shape;379;p46"/>
          <p:cNvSpPr txBox="1"/>
          <p:nvPr>
            <p:ph idx="16" type="body"/>
          </p:nvPr>
        </p:nvSpPr>
        <p:spPr>
          <a:xfrm>
            <a:off x="578165" y="4010310"/>
            <a:ext cx="18885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>
                <a:solidFill>
                  <a:schemeClr val="dk2"/>
                </a:solidFill>
              </a:defRPr>
            </a:lvl1pPr>
            <a:lvl2pPr indent="-2286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indent="-22860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0" name="Google Shape;380;p46"/>
          <p:cNvSpPr txBox="1"/>
          <p:nvPr>
            <p:ph idx="17" type="body"/>
          </p:nvPr>
        </p:nvSpPr>
        <p:spPr>
          <a:xfrm>
            <a:off x="2608547" y="4010310"/>
            <a:ext cx="18885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>
                <a:solidFill>
                  <a:schemeClr val="dk2"/>
                </a:solidFill>
              </a:defRPr>
            </a:lvl1pPr>
            <a:lvl2pPr indent="-2286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indent="-22860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1" name="Google Shape;381;p46"/>
          <p:cNvSpPr txBox="1"/>
          <p:nvPr>
            <p:ph idx="18" type="body"/>
          </p:nvPr>
        </p:nvSpPr>
        <p:spPr>
          <a:xfrm>
            <a:off x="4625964" y="4010310"/>
            <a:ext cx="18885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>
                <a:solidFill>
                  <a:schemeClr val="dk2"/>
                </a:solidFill>
              </a:defRPr>
            </a:lvl1pPr>
            <a:lvl2pPr indent="-2286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indent="-22860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2" name="Google Shape;382;p46"/>
          <p:cNvSpPr txBox="1"/>
          <p:nvPr>
            <p:ph idx="19" type="body"/>
          </p:nvPr>
        </p:nvSpPr>
        <p:spPr>
          <a:xfrm>
            <a:off x="6643381" y="4010310"/>
            <a:ext cx="18885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>
                <a:solidFill>
                  <a:schemeClr val="dk2"/>
                </a:solidFill>
              </a:defRPr>
            </a:lvl1pPr>
            <a:lvl2pPr indent="-2286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indent="-22860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x8 alt">
  <p:cSld name="Team x8 alt">
    <p:bg>
      <p:bgPr>
        <a:solidFill>
          <a:schemeClr val="lt2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7"/>
          <p:cNvSpPr/>
          <p:nvPr>
            <p:ph idx="2" type="pic"/>
          </p:nvPr>
        </p:nvSpPr>
        <p:spPr>
          <a:xfrm>
            <a:off x="3180774" y="511969"/>
            <a:ext cx="1722600" cy="17226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385" name="Google Shape;385;p47"/>
          <p:cNvSpPr txBox="1"/>
          <p:nvPr>
            <p:ph idx="1" type="body"/>
          </p:nvPr>
        </p:nvSpPr>
        <p:spPr>
          <a:xfrm>
            <a:off x="3180774" y="1508269"/>
            <a:ext cx="1722600" cy="726300"/>
          </a:xfrm>
          <a:prstGeom prst="rect">
            <a:avLst/>
          </a:prstGeom>
          <a:gradFill>
            <a:gsLst>
              <a:gs pos="0">
                <a:srgbClr val="0A0F0D">
                  <a:alpha val="72941"/>
                </a:srgbClr>
              </a:gs>
              <a:gs pos="100000">
                <a:srgbClr val="0A0F0D">
                  <a:alpha val="0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b" bIns="108000" lIns="108000" spcFirstLastPara="1" rIns="108000" wrap="square" tIns="2700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1" sz="1100">
                <a:solidFill>
                  <a:schemeClr val="lt1"/>
                </a:solidFill>
              </a:defRPr>
            </a:lvl1pPr>
            <a:lvl2pPr indent="-2286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2pPr>
            <a:lvl3pPr indent="-22860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6" name="Google Shape;386;p47"/>
          <p:cNvSpPr/>
          <p:nvPr>
            <p:ph idx="3" type="pic"/>
          </p:nvPr>
        </p:nvSpPr>
        <p:spPr>
          <a:xfrm>
            <a:off x="1298720" y="511969"/>
            <a:ext cx="1722600" cy="17226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387" name="Google Shape;387;p47"/>
          <p:cNvSpPr txBox="1"/>
          <p:nvPr>
            <p:ph idx="4" type="body"/>
          </p:nvPr>
        </p:nvSpPr>
        <p:spPr>
          <a:xfrm rot="-5400000">
            <a:off x="-1061550" y="2603120"/>
            <a:ext cx="30852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8" name="Google Shape;388;p47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9" name="Google Shape;389;p47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90" name="Google Shape;390;p47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  <p:sp>
        <p:nvSpPr>
          <p:cNvPr id="391" name="Google Shape;391;p47"/>
          <p:cNvSpPr txBox="1"/>
          <p:nvPr>
            <p:ph idx="5" type="body"/>
          </p:nvPr>
        </p:nvSpPr>
        <p:spPr>
          <a:xfrm>
            <a:off x="1298720" y="1508269"/>
            <a:ext cx="1722600" cy="726300"/>
          </a:xfrm>
          <a:prstGeom prst="rect">
            <a:avLst/>
          </a:prstGeom>
          <a:gradFill>
            <a:gsLst>
              <a:gs pos="0">
                <a:srgbClr val="0A0F0D">
                  <a:alpha val="72941"/>
                </a:srgbClr>
              </a:gs>
              <a:gs pos="100000">
                <a:srgbClr val="0A0F0D">
                  <a:alpha val="0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b" bIns="108000" lIns="108000" spcFirstLastPara="1" rIns="108000" wrap="square" tIns="2700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1" sz="1100">
                <a:solidFill>
                  <a:schemeClr val="lt1"/>
                </a:solidFill>
              </a:defRPr>
            </a:lvl1pPr>
            <a:lvl2pPr indent="-2286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2pPr>
            <a:lvl3pPr indent="-22860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392" name="Google Shape;392;p47"/>
          <p:cNvCxnSpPr/>
          <p:nvPr/>
        </p:nvCxnSpPr>
        <p:spPr>
          <a:xfrm>
            <a:off x="481013" y="0"/>
            <a:ext cx="0" cy="150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3" name="Google Shape;393;p47"/>
          <p:cNvSpPr/>
          <p:nvPr>
            <p:ph idx="6" type="pic"/>
          </p:nvPr>
        </p:nvSpPr>
        <p:spPr>
          <a:xfrm>
            <a:off x="5062828" y="511969"/>
            <a:ext cx="1722600" cy="17226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394" name="Google Shape;394;p47"/>
          <p:cNvSpPr txBox="1"/>
          <p:nvPr>
            <p:ph idx="7" type="body"/>
          </p:nvPr>
        </p:nvSpPr>
        <p:spPr>
          <a:xfrm>
            <a:off x="5062828" y="1508269"/>
            <a:ext cx="1722600" cy="726300"/>
          </a:xfrm>
          <a:prstGeom prst="rect">
            <a:avLst/>
          </a:prstGeom>
          <a:gradFill>
            <a:gsLst>
              <a:gs pos="0">
                <a:srgbClr val="0A0F0D">
                  <a:alpha val="72941"/>
                </a:srgbClr>
              </a:gs>
              <a:gs pos="100000">
                <a:srgbClr val="0A0F0D">
                  <a:alpha val="0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b" bIns="108000" lIns="108000" spcFirstLastPara="1" rIns="108000" wrap="square" tIns="2700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1" sz="1100">
                <a:solidFill>
                  <a:schemeClr val="lt1"/>
                </a:solidFill>
              </a:defRPr>
            </a:lvl1pPr>
            <a:lvl2pPr indent="-2286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2pPr>
            <a:lvl3pPr indent="-22860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5" name="Google Shape;395;p47"/>
          <p:cNvSpPr/>
          <p:nvPr>
            <p:ph idx="8" type="pic"/>
          </p:nvPr>
        </p:nvSpPr>
        <p:spPr>
          <a:xfrm>
            <a:off x="6944882" y="511969"/>
            <a:ext cx="1722600" cy="17226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396" name="Google Shape;396;p47"/>
          <p:cNvSpPr txBox="1"/>
          <p:nvPr>
            <p:ph idx="9" type="body"/>
          </p:nvPr>
        </p:nvSpPr>
        <p:spPr>
          <a:xfrm>
            <a:off x="6944882" y="1508269"/>
            <a:ext cx="1722600" cy="726300"/>
          </a:xfrm>
          <a:prstGeom prst="rect">
            <a:avLst/>
          </a:prstGeom>
          <a:gradFill>
            <a:gsLst>
              <a:gs pos="0">
                <a:srgbClr val="0A0F0D">
                  <a:alpha val="72941"/>
                </a:srgbClr>
              </a:gs>
              <a:gs pos="100000">
                <a:srgbClr val="0A0F0D">
                  <a:alpha val="0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b" bIns="108000" lIns="108000" spcFirstLastPara="1" rIns="108000" wrap="square" tIns="2700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1" sz="1100">
                <a:solidFill>
                  <a:schemeClr val="lt1"/>
                </a:solidFill>
              </a:defRPr>
            </a:lvl1pPr>
            <a:lvl2pPr indent="-2286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2pPr>
            <a:lvl3pPr indent="-22860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7" name="Google Shape;397;p47"/>
          <p:cNvSpPr/>
          <p:nvPr>
            <p:ph idx="13" type="pic"/>
          </p:nvPr>
        </p:nvSpPr>
        <p:spPr>
          <a:xfrm>
            <a:off x="1298720" y="2392200"/>
            <a:ext cx="1722600" cy="17226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398" name="Google Shape;398;p47"/>
          <p:cNvSpPr txBox="1"/>
          <p:nvPr>
            <p:ph idx="14" type="body"/>
          </p:nvPr>
        </p:nvSpPr>
        <p:spPr>
          <a:xfrm>
            <a:off x="1298720" y="3388500"/>
            <a:ext cx="1722600" cy="726300"/>
          </a:xfrm>
          <a:prstGeom prst="rect">
            <a:avLst/>
          </a:prstGeom>
          <a:gradFill>
            <a:gsLst>
              <a:gs pos="0">
                <a:srgbClr val="0A0F0D">
                  <a:alpha val="72941"/>
                </a:srgbClr>
              </a:gs>
              <a:gs pos="100000">
                <a:srgbClr val="0A0F0D">
                  <a:alpha val="0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b" bIns="108000" lIns="108000" spcFirstLastPara="1" rIns="108000" wrap="square" tIns="2700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1" sz="1100">
                <a:solidFill>
                  <a:schemeClr val="lt1"/>
                </a:solidFill>
              </a:defRPr>
            </a:lvl1pPr>
            <a:lvl2pPr indent="-2286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2pPr>
            <a:lvl3pPr indent="-22860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9" name="Google Shape;399;p47"/>
          <p:cNvSpPr/>
          <p:nvPr>
            <p:ph idx="15" type="pic"/>
          </p:nvPr>
        </p:nvSpPr>
        <p:spPr>
          <a:xfrm>
            <a:off x="3180774" y="2392200"/>
            <a:ext cx="1722600" cy="17226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400" name="Google Shape;400;p47"/>
          <p:cNvSpPr txBox="1"/>
          <p:nvPr>
            <p:ph idx="16" type="body"/>
          </p:nvPr>
        </p:nvSpPr>
        <p:spPr>
          <a:xfrm>
            <a:off x="3180774" y="3388500"/>
            <a:ext cx="1722600" cy="726300"/>
          </a:xfrm>
          <a:prstGeom prst="rect">
            <a:avLst/>
          </a:prstGeom>
          <a:gradFill>
            <a:gsLst>
              <a:gs pos="0">
                <a:srgbClr val="0A0F0D">
                  <a:alpha val="72941"/>
                </a:srgbClr>
              </a:gs>
              <a:gs pos="100000">
                <a:srgbClr val="0A0F0D">
                  <a:alpha val="0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b" bIns="108000" lIns="108000" spcFirstLastPara="1" rIns="108000" wrap="square" tIns="2700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1" sz="1100">
                <a:solidFill>
                  <a:schemeClr val="lt1"/>
                </a:solidFill>
              </a:defRPr>
            </a:lvl1pPr>
            <a:lvl2pPr indent="-2286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2pPr>
            <a:lvl3pPr indent="-22860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1" name="Google Shape;401;p47"/>
          <p:cNvSpPr/>
          <p:nvPr>
            <p:ph idx="17" type="pic"/>
          </p:nvPr>
        </p:nvSpPr>
        <p:spPr>
          <a:xfrm>
            <a:off x="5062828" y="2392200"/>
            <a:ext cx="1722600" cy="17226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402" name="Google Shape;402;p47"/>
          <p:cNvSpPr txBox="1"/>
          <p:nvPr>
            <p:ph idx="18" type="body"/>
          </p:nvPr>
        </p:nvSpPr>
        <p:spPr>
          <a:xfrm>
            <a:off x="5062828" y="3388500"/>
            <a:ext cx="1722600" cy="726300"/>
          </a:xfrm>
          <a:prstGeom prst="rect">
            <a:avLst/>
          </a:prstGeom>
          <a:gradFill>
            <a:gsLst>
              <a:gs pos="0">
                <a:srgbClr val="0A0F0D">
                  <a:alpha val="72941"/>
                </a:srgbClr>
              </a:gs>
              <a:gs pos="100000">
                <a:srgbClr val="0A0F0D">
                  <a:alpha val="0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b" bIns="108000" lIns="108000" spcFirstLastPara="1" rIns="108000" wrap="square" tIns="2700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1" sz="1100">
                <a:solidFill>
                  <a:schemeClr val="lt1"/>
                </a:solidFill>
              </a:defRPr>
            </a:lvl1pPr>
            <a:lvl2pPr indent="-2286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2pPr>
            <a:lvl3pPr indent="-22860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3" name="Google Shape;403;p47"/>
          <p:cNvSpPr/>
          <p:nvPr>
            <p:ph idx="19" type="pic"/>
          </p:nvPr>
        </p:nvSpPr>
        <p:spPr>
          <a:xfrm>
            <a:off x="6943960" y="2392200"/>
            <a:ext cx="1722600" cy="17226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404" name="Google Shape;404;p47"/>
          <p:cNvSpPr txBox="1"/>
          <p:nvPr>
            <p:ph idx="20" type="body"/>
          </p:nvPr>
        </p:nvSpPr>
        <p:spPr>
          <a:xfrm>
            <a:off x="6943960" y="3388500"/>
            <a:ext cx="1722600" cy="726300"/>
          </a:xfrm>
          <a:prstGeom prst="rect">
            <a:avLst/>
          </a:prstGeom>
          <a:gradFill>
            <a:gsLst>
              <a:gs pos="0">
                <a:srgbClr val="0A0F0D">
                  <a:alpha val="72941"/>
                </a:srgbClr>
              </a:gs>
              <a:gs pos="100000">
                <a:srgbClr val="0A0F0D">
                  <a:alpha val="0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b" bIns="108000" lIns="108000" spcFirstLastPara="1" rIns="108000" wrap="square" tIns="2700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1" sz="1100">
                <a:solidFill>
                  <a:schemeClr val="lt1"/>
                </a:solidFill>
              </a:defRPr>
            </a:lvl1pPr>
            <a:lvl2pPr indent="-2286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2pPr>
            <a:lvl3pPr indent="-22860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os x3">
  <p:cSld name="Bios x3">
    <p:bg>
      <p:bgPr>
        <a:solidFill>
          <a:schemeClr val="lt2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8"/>
          <p:cNvSpPr/>
          <p:nvPr/>
        </p:nvSpPr>
        <p:spPr>
          <a:xfrm>
            <a:off x="3047850" y="0"/>
            <a:ext cx="3048300" cy="4626768"/>
          </a:xfrm>
          <a:custGeom>
            <a:rect b="b" l="l" r="r" t="t"/>
            <a:pathLst>
              <a:path extrusionOk="0" h="6169024" w="4064400">
                <a:moveTo>
                  <a:pt x="0" y="0"/>
                </a:moveTo>
                <a:lnTo>
                  <a:pt x="4064400" y="0"/>
                </a:lnTo>
                <a:lnTo>
                  <a:pt x="4064400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7" name="Google Shape;407;p48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8" name="Google Shape;408;p48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9" name="Google Shape;409;p48"/>
          <p:cNvSpPr/>
          <p:nvPr>
            <p:ph idx="2" type="pic"/>
          </p:nvPr>
        </p:nvSpPr>
        <p:spPr>
          <a:xfrm>
            <a:off x="0" y="0"/>
            <a:ext cx="3048300" cy="200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410" name="Google Shape;410;p48"/>
          <p:cNvSpPr/>
          <p:nvPr>
            <p:ph idx="3" type="pic"/>
          </p:nvPr>
        </p:nvSpPr>
        <p:spPr>
          <a:xfrm>
            <a:off x="3047850" y="0"/>
            <a:ext cx="3048300" cy="2002500"/>
          </a:xfrm>
          <a:prstGeom prst="rect">
            <a:avLst/>
          </a:prstGeom>
          <a:solidFill>
            <a:srgbClr val="A5A5A5"/>
          </a:solidFill>
          <a:ln>
            <a:noFill/>
          </a:ln>
        </p:spPr>
      </p:sp>
      <p:sp>
        <p:nvSpPr>
          <p:cNvPr id="411" name="Google Shape;411;p48"/>
          <p:cNvSpPr/>
          <p:nvPr>
            <p:ph idx="4" type="pic"/>
          </p:nvPr>
        </p:nvSpPr>
        <p:spPr>
          <a:xfrm>
            <a:off x="6095700" y="0"/>
            <a:ext cx="3048300" cy="20025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412" name="Google Shape;412;p48"/>
          <p:cNvSpPr txBox="1"/>
          <p:nvPr>
            <p:ph idx="1" type="body"/>
          </p:nvPr>
        </p:nvSpPr>
        <p:spPr>
          <a:xfrm>
            <a:off x="308372" y="2139554"/>
            <a:ext cx="24387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>
                <a:solidFill>
                  <a:schemeClr val="dk2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indent="-3048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⏤"/>
              <a:defRPr/>
            </a:lvl3pPr>
            <a:lvl4pPr indent="-304800" lvl="3" marL="1828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⏤"/>
              <a:defRPr/>
            </a:lvl4pPr>
            <a:lvl5pPr indent="-228600" lvl="4" marL="2286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3" name="Google Shape;413;p48"/>
          <p:cNvSpPr txBox="1"/>
          <p:nvPr>
            <p:ph idx="5" type="body"/>
          </p:nvPr>
        </p:nvSpPr>
        <p:spPr>
          <a:xfrm>
            <a:off x="308372" y="2733616"/>
            <a:ext cx="2443200" cy="15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/>
            </a:lvl2pPr>
            <a:lvl3pPr indent="-2794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Char char="⏤"/>
              <a:defRPr sz="800"/>
            </a:lvl3pPr>
            <a:lvl4pPr indent="-2794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⏤"/>
              <a:defRPr sz="8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4" name="Google Shape;414;p48"/>
          <p:cNvSpPr txBox="1"/>
          <p:nvPr>
            <p:ph idx="6" type="body"/>
          </p:nvPr>
        </p:nvSpPr>
        <p:spPr>
          <a:xfrm>
            <a:off x="3352638" y="2139554"/>
            <a:ext cx="24387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>
                <a:solidFill>
                  <a:schemeClr val="dk2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indent="-3048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⏤"/>
              <a:defRPr/>
            </a:lvl3pPr>
            <a:lvl4pPr indent="-304800" lvl="3" marL="1828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⏤"/>
              <a:defRPr/>
            </a:lvl4pPr>
            <a:lvl5pPr indent="-228600" lvl="4" marL="2286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5" name="Google Shape;415;p48"/>
          <p:cNvSpPr txBox="1"/>
          <p:nvPr>
            <p:ph idx="7" type="body"/>
          </p:nvPr>
        </p:nvSpPr>
        <p:spPr>
          <a:xfrm>
            <a:off x="3350419" y="2733616"/>
            <a:ext cx="2443200" cy="15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/>
            </a:lvl2pPr>
            <a:lvl3pPr indent="-2794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Char char="⏤"/>
              <a:defRPr sz="800"/>
            </a:lvl3pPr>
            <a:lvl4pPr indent="-2794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⏤"/>
              <a:defRPr sz="8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6" name="Google Shape;416;p48"/>
          <p:cNvSpPr txBox="1"/>
          <p:nvPr>
            <p:ph idx="8" type="body"/>
          </p:nvPr>
        </p:nvSpPr>
        <p:spPr>
          <a:xfrm>
            <a:off x="6415358" y="2139554"/>
            <a:ext cx="24387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>
                <a:solidFill>
                  <a:schemeClr val="dk2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indent="-3048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⏤"/>
              <a:defRPr/>
            </a:lvl3pPr>
            <a:lvl4pPr indent="-304800" lvl="3" marL="1828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⏤"/>
              <a:defRPr/>
            </a:lvl4pPr>
            <a:lvl5pPr indent="-228600" lvl="4" marL="2286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7" name="Google Shape;417;p48"/>
          <p:cNvSpPr txBox="1"/>
          <p:nvPr>
            <p:ph idx="9" type="body"/>
          </p:nvPr>
        </p:nvSpPr>
        <p:spPr>
          <a:xfrm>
            <a:off x="6413139" y="2733616"/>
            <a:ext cx="2443200" cy="15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/>
            </a:lvl2pPr>
            <a:lvl3pPr indent="-2794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Char char="⏤"/>
              <a:defRPr sz="800"/>
            </a:lvl3pPr>
            <a:lvl4pPr indent="-2794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Char char="⏤"/>
              <a:defRPr sz="8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saic #1" showMasterSp="0">
  <p:cSld name="Mosaic #1">
    <p:bg>
      <p:bgPr>
        <a:solidFill>
          <a:schemeClr val="lt2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9"/>
          <p:cNvSpPr/>
          <p:nvPr/>
        </p:nvSpPr>
        <p:spPr>
          <a:xfrm>
            <a:off x="0" y="4626768"/>
            <a:ext cx="9144000" cy="51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20" name="Google Shape;420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42398" y="4724635"/>
            <a:ext cx="325766" cy="325766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49"/>
          <p:cNvSpPr txBox="1"/>
          <p:nvPr>
            <p:ph type="title"/>
          </p:nvPr>
        </p:nvSpPr>
        <p:spPr>
          <a:xfrm>
            <a:off x="588946" y="1026320"/>
            <a:ext cx="2778000" cy="25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2" name="Google Shape;422;p49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3" name="Google Shape;423;p49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24" name="Google Shape;424;p49"/>
          <p:cNvSpPr/>
          <p:nvPr>
            <p:ph idx="2" type="pic"/>
          </p:nvPr>
        </p:nvSpPr>
        <p:spPr>
          <a:xfrm>
            <a:off x="5774531" y="511969"/>
            <a:ext cx="2892000" cy="41148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425" name="Google Shape;425;p49"/>
          <p:cNvSpPr/>
          <p:nvPr>
            <p:ph idx="3" type="pic"/>
          </p:nvPr>
        </p:nvSpPr>
        <p:spPr>
          <a:xfrm>
            <a:off x="4810125" y="1545431"/>
            <a:ext cx="1926300" cy="2047800"/>
          </a:xfrm>
          <a:prstGeom prst="rect">
            <a:avLst/>
          </a:prstGeom>
          <a:solidFill>
            <a:srgbClr val="A5A5A5"/>
          </a:solidFill>
          <a:ln>
            <a:noFill/>
          </a:ln>
        </p:spPr>
      </p:sp>
      <p:sp>
        <p:nvSpPr>
          <p:cNvPr id="426" name="Google Shape;426;p49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saic #2">
  <p:cSld name="Mosaic #2">
    <p:bg>
      <p:bgPr>
        <a:solidFill>
          <a:schemeClr val="lt2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0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9" name="Google Shape;429;p50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30" name="Google Shape;430;p50"/>
          <p:cNvSpPr/>
          <p:nvPr>
            <p:ph idx="2" type="pic"/>
          </p:nvPr>
        </p:nvSpPr>
        <p:spPr>
          <a:xfrm>
            <a:off x="4572000" y="0"/>
            <a:ext cx="4572000" cy="23106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431" name="Google Shape;431;p50"/>
          <p:cNvSpPr/>
          <p:nvPr>
            <p:ph idx="3" type="pic"/>
          </p:nvPr>
        </p:nvSpPr>
        <p:spPr>
          <a:xfrm>
            <a:off x="0" y="2316088"/>
            <a:ext cx="4572000" cy="23106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432" name="Google Shape;432;p50"/>
          <p:cNvSpPr txBox="1"/>
          <p:nvPr>
            <p:ph idx="1" type="body"/>
          </p:nvPr>
        </p:nvSpPr>
        <p:spPr>
          <a:xfrm>
            <a:off x="4812506" y="2310680"/>
            <a:ext cx="3854100" cy="23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3" name="Google Shape;433;p50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  <p:sp>
        <p:nvSpPr>
          <p:cNvPr id="434" name="Google Shape;434;p50"/>
          <p:cNvSpPr txBox="1"/>
          <p:nvPr>
            <p:ph type="title"/>
          </p:nvPr>
        </p:nvSpPr>
        <p:spPr>
          <a:xfrm>
            <a:off x="588946" y="251460"/>
            <a:ext cx="2840100" cy="1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saic #3">
  <p:cSld name="Mosaic #3">
    <p:bg>
      <p:bgPr>
        <a:solidFill>
          <a:schemeClr val="lt2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1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7" name="Google Shape;437;p51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38" name="Google Shape;438;p51"/>
          <p:cNvSpPr/>
          <p:nvPr>
            <p:ph idx="2" type="pic"/>
          </p:nvPr>
        </p:nvSpPr>
        <p:spPr>
          <a:xfrm>
            <a:off x="0" y="0"/>
            <a:ext cx="9144000" cy="25719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439" name="Google Shape;439;p51"/>
          <p:cNvSpPr txBox="1"/>
          <p:nvPr>
            <p:ph type="title"/>
          </p:nvPr>
        </p:nvSpPr>
        <p:spPr>
          <a:xfrm>
            <a:off x="588947" y="2571750"/>
            <a:ext cx="32592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0" name="Google Shape;440;p51"/>
          <p:cNvSpPr txBox="1"/>
          <p:nvPr>
            <p:ph idx="1" type="body"/>
          </p:nvPr>
        </p:nvSpPr>
        <p:spPr>
          <a:xfrm>
            <a:off x="4572000" y="2571750"/>
            <a:ext cx="40947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1" name="Google Shape;441;p51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saic #4">
  <p:cSld name="Mosaic #4">
    <p:bg>
      <p:bgPr>
        <a:solidFill>
          <a:schemeClr val="lt2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2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4" name="Google Shape;444;p52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45" name="Google Shape;445;p52"/>
          <p:cNvSpPr/>
          <p:nvPr>
            <p:ph idx="2" type="pic"/>
          </p:nvPr>
        </p:nvSpPr>
        <p:spPr>
          <a:xfrm>
            <a:off x="0" y="0"/>
            <a:ext cx="4572000" cy="25719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446" name="Google Shape;446;p52"/>
          <p:cNvSpPr txBox="1"/>
          <p:nvPr>
            <p:ph type="title"/>
          </p:nvPr>
        </p:nvSpPr>
        <p:spPr>
          <a:xfrm>
            <a:off x="588947" y="2571750"/>
            <a:ext cx="32592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7" name="Google Shape;447;p52"/>
          <p:cNvSpPr/>
          <p:nvPr>
            <p:ph idx="3" type="pic"/>
          </p:nvPr>
        </p:nvSpPr>
        <p:spPr>
          <a:xfrm>
            <a:off x="4572000" y="0"/>
            <a:ext cx="4572000" cy="25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</p:sp>
      <p:sp>
        <p:nvSpPr>
          <p:cNvPr id="448" name="Google Shape;448;p52"/>
          <p:cNvSpPr txBox="1"/>
          <p:nvPr>
            <p:ph idx="1" type="body"/>
          </p:nvPr>
        </p:nvSpPr>
        <p:spPr>
          <a:xfrm>
            <a:off x="4572000" y="2571750"/>
            <a:ext cx="40947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9" name="Google Shape;449;p52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saic #5">
  <p:cSld name="Mosaic #5">
    <p:bg>
      <p:bgPr>
        <a:solidFill>
          <a:schemeClr val="lt2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3"/>
          <p:cNvSpPr/>
          <p:nvPr>
            <p:ph idx="2" type="pic"/>
          </p:nvPr>
        </p:nvSpPr>
        <p:spPr>
          <a:xfrm>
            <a:off x="6736555" y="0"/>
            <a:ext cx="2407500" cy="46269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452" name="Google Shape;452;p53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3" name="Google Shape;453;p53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54" name="Google Shape;454;p53"/>
          <p:cNvSpPr txBox="1"/>
          <p:nvPr>
            <p:ph idx="1" type="body"/>
          </p:nvPr>
        </p:nvSpPr>
        <p:spPr>
          <a:xfrm>
            <a:off x="584597" y="1545432"/>
            <a:ext cx="3263400" cy="30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55" name="Google Shape;455;p53"/>
          <p:cNvSpPr/>
          <p:nvPr>
            <p:ph idx="3" type="pic"/>
          </p:nvPr>
        </p:nvSpPr>
        <p:spPr>
          <a:xfrm>
            <a:off x="4329112" y="0"/>
            <a:ext cx="2407500" cy="4626900"/>
          </a:xfrm>
          <a:prstGeom prst="rect">
            <a:avLst/>
          </a:prstGeom>
          <a:solidFill>
            <a:srgbClr val="A5A5A5"/>
          </a:solidFill>
          <a:ln>
            <a:noFill/>
          </a:ln>
        </p:spPr>
      </p:sp>
      <p:sp>
        <p:nvSpPr>
          <p:cNvPr id="456" name="Google Shape;456;p53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  <p:sp>
        <p:nvSpPr>
          <p:cNvPr id="457" name="Google Shape;457;p53"/>
          <p:cNvSpPr txBox="1"/>
          <p:nvPr>
            <p:ph type="title"/>
          </p:nvPr>
        </p:nvSpPr>
        <p:spPr>
          <a:xfrm>
            <a:off x="588946" y="251460"/>
            <a:ext cx="3259200" cy="12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saic #6">
  <p:cSld name="Mosaic #6">
    <p:bg>
      <p:bgPr>
        <a:solidFill>
          <a:schemeClr val="lt2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4"/>
          <p:cNvSpPr/>
          <p:nvPr>
            <p:ph idx="2" type="pic"/>
          </p:nvPr>
        </p:nvSpPr>
        <p:spPr>
          <a:xfrm>
            <a:off x="4331495" y="0"/>
            <a:ext cx="4812600" cy="23106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460" name="Google Shape;460;p54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1" name="Google Shape;461;p54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62" name="Google Shape;462;p54"/>
          <p:cNvSpPr txBox="1"/>
          <p:nvPr>
            <p:ph idx="1" type="body"/>
          </p:nvPr>
        </p:nvSpPr>
        <p:spPr>
          <a:xfrm>
            <a:off x="584597" y="1545432"/>
            <a:ext cx="3263400" cy="30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3" name="Google Shape;463;p54"/>
          <p:cNvSpPr/>
          <p:nvPr>
            <p:ph idx="3" type="pic"/>
          </p:nvPr>
        </p:nvSpPr>
        <p:spPr>
          <a:xfrm>
            <a:off x="4331495" y="2310680"/>
            <a:ext cx="4812600" cy="2316000"/>
          </a:xfrm>
          <a:prstGeom prst="rect">
            <a:avLst/>
          </a:prstGeom>
          <a:solidFill>
            <a:srgbClr val="A5A5A5"/>
          </a:solidFill>
          <a:ln>
            <a:noFill/>
          </a:ln>
        </p:spPr>
      </p:sp>
      <p:sp>
        <p:nvSpPr>
          <p:cNvPr id="464" name="Google Shape;464;p54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  <p:sp>
        <p:nvSpPr>
          <p:cNvPr id="465" name="Google Shape;465;p54"/>
          <p:cNvSpPr txBox="1"/>
          <p:nvPr>
            <p:ph type="title"/>
          </p:nvPr>
        </p:nvSpPr>
        <p:spPr>
          <a:xfrm>
            <a:off x="588946" y="251460"/>
            <a:ext cx="3259200" cy="12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saic #7">
  <p:cSld name="Mosaic #7">
    <p:bg>
      <p:bgPr>
        <a:solidFill>
          <a:schemeClr val="lt2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5"/>
          <p:cNvSpPr/>
          <p:nvPr>
            <p:ph idx="2" type="pic"/>
          </p:nvPr>
        </p:nvSpPr>
        <p:spPr>
          <a:xfrm>
            <a:off x="6736555" y="0"/>
            <a:ext cx="2407500" cy="23106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468" name="Google Shape;468;p55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9" name="Google Shape;469;p55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70" name="Google Shape;470;p55"/>
          <p:cNvSpPr txBox="1"/>
          <p:nvPr>
            <p:ph idx="1" type="body"/>
          </p:nvPr>
        </p:nvSpPr>
        <p:spPr>
          <a:xfrm>
            <a:off x="584597" y="1545432"/>
            <a:ext cx="3263400" cy="30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71" name="Google Shape;471;p55"/>
          <p:cNvSpPr/>
          <p:nvPr>
            <p:ph idx="3" type="pic"/>
          </p:nvPr>
        </p:nvSpPr>
        <p:spPr>
          <a:xfrm>
            <a:off x="6736555" y="2310680"/>
            <a:ext cx="2407500" cy="2316000"/>
          </a:xfrm>
          <a:prstGeom prst="rect">
            <a:avLst/>
          </a:prstGeom>
          <a:solidFill>
            <a:srgbClr val="A5A5A5"/>
          </a:solidFill>
          <a:ln>
            <a:noFill/>
          </a:ln>
        </p:spPr>
      </p:sp>
      <p:sp>
        <p:nvSpPr>
          <p:cNvPr id="472" name="Google Shape;472;p55"/>
          <p:cNvSpPr/>
          <p:nvPr>
            <p:ph idx="4" type="pic"/>
          </p:nvPr>
        </p:nvSpPr>
        <p:spPr>
          <a:xfrm>
            <a:off x="4329112" y="0"/>
            <a:ext cx="2407500" cy="2310600"/>
          </a:xfrm>
          <a:prstGeom prst="rect">
            <a:avLst/>
          </a:prstGeom>
          <a:solidFill>
            <a:srgbClr val="A5A5A5"/>
          </a:solidFill>
          <a:ln>
            <a:noFill/>
          </a:ln>
        </p:spPr>
      </p:sp>
      <p:sp>
        <p:nvSpPr>
          <p:cNvPr id="473" name="Google Shape;473;p55"/>
          <p:cNvSpPr/>
          <p:nvPr>
            <p:ph idx="5" type="pic"/>
          </p:nvPr>
        </p:nvSpPr>
        <p:spPr>
          <a:xfrm>
            <a:off x="4329112" y="2310680"/>
            <a:ext cx="2407500" cy="2316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474" name="Google Shape;474;p55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  <p:sp>
        <p:nvSpPr>
          <p:cNvPr id="475" name="Google Shape;475;p55"/>
          <p:cNvSpPr txBox="1"/>
          <p:nvPr>
            <p:ph type="title"/>
          </p:nvPr>
        </p:nvSpPr>
        <p:spPr>
          <a:xfrm>
            <a:off x="588946" y="251460"/>
            <a:ext cx="3259200" cy="12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saic #8">
  <p:cSld name="Mosaic #8">
    <p:bg>
      <p:bgPr>
        <a:solidFill>
          <a:schemeClr val="lt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6"/>
          <p:cNvSpPr/>
          <p:nvPr>
            <p:ph idx="2" type="pic"/>
          </p:nvPr>
        </p:nvSpPr>
        <p:spPr>
          <a:xfrm>
            <a:off x="6736555" y="0"/>
            <a:ext cx="2407500" cy="25719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478" name="Google Shape;478;p56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9" name="Google Shape;479;p56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80" name="Google Shape;480;p56"/>
          <p:cNvSpPr txBox="1"/>
          <p:nvPr>
            <p:ph idx="1" type="body"/>
          </p:nvPr>
        </p:nvSpPr>
        <p:spPr>
          <a:xfrm>
            <a:off x="584597" y="1545432"/>
            <a:ext cx="3263400" cy="30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1" name="Google Shape;481;p56"/>
          <p:cNvSpPr/>
          <p:nvPr>
            <p:ph idx="3" type="pic"/>
          </p:nvPr>
        </p:nvSpPr>
        <p:spPr>
          <a:xfrm>
            <a:off x="6736555" y="2571750"/>
            <a:ext cx="2407500" cy="2055000"/>
          </a:xfrm>
          <a:prstGeom prst="rect">
            <a:avLst/>
          </a:prstGeom>
          <a:solidFill>
            <a:srgbClr val="A5A5A5"/>
          </a:solidFill>
          <a:ln>
            <a:noFill/>
          </a:ln>
        </p:spPr>
      </p:sp>
      <p:sp>
        <p:nvSpPr>
          <p:cNvPr id="482" name="Google Shape;482;p56"/>
          <p:cNvSpPr/>
          <p:nvPr>
            <p:ph idx="4" type="pic"/>
          </p:nvPr>
        </p:nvSpPr>
        <p:spPr>
          <a:xfrm>
            <a:off x="4329112" y="0"/>
            <a:ext cx="2407500" cy="1545300"/>
          </a:xfrm>
          <a:prstGeom prst="rect">
            <a:avLst/>
          </a:prstGeom>
          <a:solidFill>
            <a:srgbClr val="A5A5A5"/>
          </a:solidFill>
          <a:ln>
            <a:noFill/>
          </a:ln>
        </p:spPr>
      </p:sp>
      <p:sp>
        <p:nvSpPr>
          <p:cNvPr id="483" name="Google Shape;483;p56"/>
          <p:cNvSpPr/>
          <p:nvPr>
            <p:ph idx="5" type="pic"/>
          </p:nvPr>
        </p:nvSpPr>
        <p:spPr>
          <a:xfrm>
            <a:off x="4329112" y="1550841"/>
            <a:ext cx="2407500" cy="30759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484" name="Google Shape;484;p56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  <p:sp>
        <p:nvSpPr>
          <p:cNvPr id="485" name="Google Shape;485;p56"/>
          <p:cNvSpPr txBox="1"/>
          <p:nvPr>
            <p:ph type="title"/>
          </p:nvPr>
        </p:nvSpPr>
        <p:spPr>
          <a:xfrm>
            <a:off x="588946" y="251460"/>
            <a:ext cx="3259200" cy="12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saic #9" showMasterSp="0">
  <p:cSld name="Mosaic #9">
    <p:bg>
      <p:bgPr>
        <a:solidFill>
          <a:schemeClr val="lt2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7"/>
          <p:cNvSpPr/>
          <p:nvPr>
            <p:ph idx="2" type="pic"/>
          </p:nvPr>
        </p:nvSpPr>
        <p:spPr>
          <a:xfrm>
            <a:off x="4572000" y="0"/>
            <a:ext cx="4572000" cy="25719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488" name="Google Shape;488;p57"/>
          <p:cNvSpPr/>
          <p:nvPr>
            <p:ph idx="3" type="pic"/>
          </p:nvPr>
        </p:nvSpPr>
        <p:spPr>
          <a:xfrm>
            <a:off x="4572000" y="2571750"/>
            <a:ext cx="4572000" cy="2567100"/>
          </a:xfrm>
          <a:prstGeom prst="rect">
            <a:avLst/>
          </a:prstGeom>
          <a:solidFill>
            <a:srgbClr val="A5A5A5"/>
          </a:solidFill>
          <a:ln>
            <a:noFill/>
          </a:ln>
        </p:spPr>
      </p:sp>
      <p:sp>
        <p:nvSpPr>
          <p:cNvPr id="489" name="Google Shape;489;p57"/>
          <p:cNvSpPr/>
          <p:nvPr>
            <p:ph idx="4" type="pic"/>
          </p:nvPr>
        </p:nvSpPr>
        <p:spPr>
          <a:xfrm>
            <a:off x="0" y="0"/>
            <a:ext cx="4572000" cy="25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</p:sp>
      <p:sp>
        <p:nvSpPr>
          <p:cNvPr id="490" name="Google Shape;490;p57"/>
          <p:cNvSpPr/>
          <p:nvPr>
            <p:ph idx="5" type="pic"/>
          </p:nvPr>
        </p:nvSpPr>
        <p:spPr>
          <a:xfrm>
            <a:off x="0" y="2571750"/>
            <a:ext cx="4572000" cy="25671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491" name="Google Shape;491;p57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2" name="Google Shape;492;p57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93" name="Google Shape;493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42398" y="4724635"/>
            <a:ext cx="325766" cy="325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saic #10" showMasterSp="0">
  <p:cSld name="Mosaic #10">
    <p:bg>
      <p:bgPr>
        <a:solidFill>
          <a:schemeClr val="lt2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8"/>
          <p:cNvSpPr/>
          <p:nvPr/>
        </p:nvSpPr>
        <p:spPr>
          <a:xfrm>
            <a:off x="0" y="4626768"/>
            <a:ext cx="9144000" cy="51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96" name="Google Shape;496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42398" y="4724635"/>
            <a:ext cx="325766" cy="325766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58"/>
          <p:cNvSpPr/>
          <p:nvPr>
            <p:ph idx="2" type="pic"/>
          </p:nvPr>
        </p:nvSpPr>
        <p:spPr>
          <a:xfrm>
            <a:off x="4572001" y="0"/>
            <a:ext cx="4572000" cy="46269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498" name="Google Shape;498;p58"/>
          <p:cNvSpPr/>
          <p:nvPr>
            <p:ph idx="3" type="pic"/>
          </p:nvPr>
        </p:nvSpPr>
        <p:spPr>
          <a:xfrm>
            <a:off x="0" y="1"/>
            <a:ext cx="4572000" cy="4626900"/>
          </a:xfrm>
          <a:prstGeom prst="rect">
            <a:avLst/>
          </a:prstGeom>
          <a:solidFill>
            <a:srgbClr val="A5A5A5"/>
          </a:solidFill>
          <a:ln>
            <a:noFill/>
          </a:ln>
        </p:spPr>
      </p:sp>
      <p:sp>
        <p:nvSpPr>
          <p:cNvPr id="499" name="Google Shape;499;p58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0" name="Google Shape;500;p58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saic #11" showMasterSp="0">
  <p:cSld name="Mosaic #11">
    <p:bg>
      <p:bgPr>
        <a:solidFill>
          <a:schemeClr val="lt2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9"/>
          <p:cNvSpPr/>
          <p:nvPr/>
        </p:nvSpPr>
        <p:spPr>
          <a:xfrm>
            <a:off x="0" y="4626768"/>
            <a:ext cx="9144000" cy="51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03" name="Google Shape;503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42398" y="4724635"/>
            <a:ext cx="325766" cy="325766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59"/>
          <p:cNvSpPr/>
          <p:nvPr>
            <p:ph idx="2" type="pic"/>
          </p:nvPr>
        </p:nvSpPr>
        <p:spPr>
          <a:xfrm>
            <a:off x="4812506" y="0"/>
            <a:ext cx="1924200" cy="46269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505" name="Google Shape;505;p59"/>
          <p:cNvSpPr/>
          <p:nvPr>
            <p:ph idx="3" type="pic"/>
          </p:nvPr>
        </p:nvSpPr>
        <p:spPr>
          <a:xfrm>
            <a:off x="-1" y="0"/>
            <a:ext cx="4812600" cy="2057400"/>
          </a:xfrm>
          <a:prstGeom prst="rect">
            <a:avLst/>
          </a:prstGeom>
          <a:solidFill>
            <a:srgbClr val="A5A5A5"/>
          </a:solidFill>
          <a:ln>
            <a:noFill/>
          </a:ln>
        </p:spPr>
      </p:sp>
      <p:sp>
        <p:nvSpPr>
          <p:cNvPr id="506" name="Google Shape;506;p59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7" name="Google Shape;507;p59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08" name="Google Shape;508;p59"/>
          <p:cNvSpPr/>
          <p:nvPr>
            <p:ph idx="4" type="pic"/>
          </p:nvPr>
        </p:nvSpPr>
        <p:spPr>
          <a:xfrm>
            <a:off x="0" y="2057400"/>
            <a:ext cx="2405100" cy="25695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509" name="Google Shape;509;p59"/>
          <p:cNvSpPr/>
          <p:nvPr>
            <p:ph idx="5" type="pic"/>
          </p:nvPr>
        </p:nvSpPr>
        <p:spPr>
          <a:xfrm>
            <a:off x="2405062" y="2057400"/>
            <a:ext cx="2407500" cy="25695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510" name="Google Shape;510;p59"/>
          <p:cNvSpPr/>
          <p:nvPr>
            <p:ph idx="6" type="pic"/>
          </p:nvPr>
        </p:nvSpPr>
        <p:spPr>
          <a:xfrm>
            <a:off x="6736556" y="0"/>
            <a:ext cx="2407500" cy="2314500"/>
          </a:xfrm>
          <a:prstGeom prst="rect">
            <a:avLst/>
          </a:prstGeom>
          <a:solidFill>
            <a:srgbClr val="A5A5A5"/>
          </a:solidFill>
          <a:ln>
            <a:noFill/>
          </a:ln>
        </p:spPr>
      </p:sp>
      <p:sp>
        <p:nvSpPr>
          <p:cNvPr id="511" name="Google Shape;511;p59"/>
          <p:cNvSpPr/>
          <p:nvPr>
            <p:ph idx="7" type="pic"/>
          </p:nvPr>
        </p:nvSpPr>
        <p:spPr>
          <a:xfrm>
            <a:off x="6736556" y="2312193"/>
            <a:ext cx="2407500" cy="23145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saic #12">
  <p:cSld name="Mosaic #12">
    <p:bg>
      <p:bgPr>
        <a:solidFill>
          <a:schemeClr val="lt2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0"/>
          <p:cNvSpPr/>
          <p:nvPr>
            <p:ph idx="2" type="pic"/>
          </p:nvPr>
        </p:nvSpPr>
        <p:spPr>
          <a:xfrm>
            <a:off x="-450" y="0"/>
            <a:ext cx="2283600" cy="23145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514" name="Google Shape;514;p60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5" name="Google Shape;515;p60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16" name="Google Shape;516;p60"/>
          <p:cNvSpPr/>
          <p:nvPr>
            <p:ph idx="3" type="pic"/>
          </p:nvPr>
        </p:nvSpPr>
        <p:spPr>
          <a:xfrm>
            <a:off x="-450" y="2314575"/>
            <a:ext cx="2283600" cy="2314500"/>
          </a:xfrm>
          <a:prstGeom prst="rect">
            <a:avLst/>
          </a:prstGeom>
          <a:solidFill>
            <a:srgbClr val="A5A5A5"/>
          </a:solidFill>
          <a:ln>
            <a:noFill/>
          </a:ln>
        </p:spPr>
      </p:sp>
      <p:sp>
        <p:nvSpPr>
          <p:cNvPr id="517" name="Google Shape;517;p60"/>
          <p:cNvSpPr/>
          <p:nvPr>
            <p:ph idx="4" type="pic"/>
          </p:nvPr>
        </p:nvSpPr>
        <p:spPr>
          <a:xfrm>
            <a:off x="2283186" y="0"/>
            <a:ext cx="2288700" cy="2314500"/>
          </a:xfrm>
          <a:prstGeom prst="rect">
            <a:avLst/>
          </a:prstGeom>
          <a:solidFill>
            <a:srgbClr val="A5A5A5"/>
          </a:solidFill>
          <a:ln>
            <a:noFill/>
          </a:ln>
        </p:spPr>
      </p:sp>
      <p:sp>
        <p:nvSpPr>
          <p:cNvPr id="518" name="Google Shape;518;p60"/>
          <p:cNvSpPr/>
          <p:nvPr>
            <p:ph idx="5" type="pic"/>
          </p:nvPr>
        </p:nvSpPr>
        <p:spPr>
          <a:xfrm>
            <a:off x="2283186" y="2314575"/>
            <a:ext cx="2288700" cy="23145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519" name="Google Shape;519;p60"/>
          <p:cNvSpPr/>
          <p:nvPr>
            <p:ph idx="6" type="pic"/>
          </p:nvPr>
        </p:nvSpPr>
        <p:spPr>
          <a:xfrm>
            <a:off x="4572000" y="0"/>
            <a:ext cx="2284500" cy="23145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520" name="Google Shape;520;p60"/>
          <p:cNvSpPr/>
          <p:nvPr>
            <p:ph idx="7" type="pic"/>
          </p:nvPr>
        </p:nvSpPr>
        <p:spPr>
          <a:xfrm>
            <a:off x="4572000" y="2314575"/>
            <a:ext cx="2284500" cy="2314500"/>
          </a:xfrm>
          <a:prstGeom prst="rect">
            <a:avLst/>
          </a:prstGeom>
          <a:solidFill>
            <a:srgbClr val="A5A5A5"/>
          </a:solidFill>
          <a:ln>
            <a:noFill/>
          </a:ln>
        </p:spPr>
      </p:sp>
      <p:sp>
        <p:nvSpPr>
          <p:cNvPr id="521" name="Google Shape;521;p60"/>
          <p:cNvSpPr/>
          <p:nvPr>
            <p:ph idx="8" type="pic"/>
          </p:nvPr>
        </p:nvSpPr>
        <p:spPr>
          <a:xfrm>
            <a:off x="6856586" y="0"/>
            <a:ext cx="2288700" cy="2314500"/>
          </a:xfrm>
          <a:prstGeom prst="rect">
            <a:avLst/>
          </a:prstGeom>
          <a:solidFill>
            <a:srgbClr val="A5A5A5"/>
          </a:solidFill>
          <a:ln>
            <a:noFill/>
          </a:ln>
        </p:spPr>
      </p:sp>
      <p:sp>
        <p:nvSpPr>
          <p:cNvPr id="522" name="Google Shape;522;p60"/>
          <p:cNvSpPr/>
          <p:nvPr>
            <p:ph idx="9" type="pic"/>
          </p:nvPr>
        </p:nvSpPr>
        <p:spPr>
          <a:xfrm>
            <a:off x="6856586" y="2314575"/>
            <a:ext cx="2288700" cy="23145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dia - desktop">
  <p:cSld name="Media - desktop">
    <p:bg>
      <p:bgPr>
        <a:solidFill>
          <a:schemeClr val="lt2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4" name="Google Shape;524;p61"/>
          <p:cNvPicPr preferRelativeResize="0"/>
          <p:nvPr/>
        </p:nvPicPr>
        <p:blipFill rotWithShape="1">
          <a:blip r:embed="rId2">
            <a:alphaModFix/>
          </a:blip>
          <a:srcRect b="8567" l="0" r="0" t="0"/>
          <a:stretch/>
        </p:blipFill>
        <p:spPr>
          <a:xfrm>
            <a:off x="5134252" y="1943099"/>
            <a:ext cx="3645398" cy="268367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61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6" name="Google Shape;526;p61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527" name="Google Shape;527;p61"/>
          <p:cNvCxnSpPr/>
          <p:nvPr/>
        </p:nvCxnSpPr>
        <p:spPr>
          <a:xfrm>
            <a:off x="481013" y="0"/>
            <a:ext cx="0" cy="51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8" name="Google Shape;528;p61"/>
          <p:cNvSpPr txBox="1"/>
          <p:nvPr>
            <p:ph idx="1" type="body"/>
          </p:nvPr>
        </p:nvSpPr>
        <p:spPr>
          <a:xfrm>
            <a:off x="2405063" y="1545431"/>
            <a:ext cx="2407500" cy="30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29" name="Google Shape;529;p61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  <p:sp>
        <p:nvSpPr>
          <p:cNvPr id="530" name="Google Shape;530;p61"/>
          <p:cNvSpPr/>
          <p:nvPr>
            <p:ph idx="2" type="pic"/>
          </p:nvPr>
        </p:nvSpPr>
        <p:spPr>
          <a:xfrm>
            <a:off x="5237233" y="2056744"/>
            <a:ext cx="3439500" cy="19347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531" name="Google Shape;531;p61"/>
          <p:cNvSpPr txBox="1"/>
          <p:nvPr>
            <p:ph type="title"/>
          </p:nvPr>
        </p:nvSpPr>
        <p:spPr>
          <a:xfrm>
            <a:off x="588946" y="251460"/>
            <a:ext cx="80739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dia - mobile">
  <p:cSld name="Media - mobile">
    <p:bg>
      <p:bgPr>
        <a:solidFill>
          <a:schemeClr val="lt2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62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4" name="Google Shape;534;p62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535" name="Google Shape;535;p62"/>
          <p:cNvCxnSpPr/>
          <p:nvPr/>
        </p:nvCxnSpPr>
        <p:spPr>
          <a:xfrm>
            <a:off x="481013" y="0"/>
            <a:ext cx="0" cy="51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6" name="Google Shape;536;p62"/>
          <p:cNvSpPr txBox="1"/>
          <p:nvPr>
            <p:ph idx="1" type="body"/>
          </p:nvPr>
        </p:nvSpPr>
        <p:spPr>
          <a:xfrm>
            <a:off x="2405063" y="1545431"/>
            <a:ext cx="2407500" cy="30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7" name="Google Shape;537;p62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  <p:sp>
        <p:nvSpPr>
          <p:cNvPr id="538" name="Google Shape;538;p62"/>
          <p:cNvSpPr txBox="1"/>
          <p:nvPr>
            <p:ph type="title"/>
          </p:nvPr>
        </p:nvSpPr>
        <p:spPr>
          <a:xfrm>
            <a:off x="588946" y="251460"/>
            <a:ext cx="80739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9" name="Google Shape;539;p62"/>
          <p:cNvSpPr/>
          <p:nvPr>
            <p:ph idx="2" type="body"/>
          </p:nvPr>
        </p:nvSpPr>
        <p:spPr>
          <a:xfrm>
            <a:off x="6985156" y="962819"/>
            <a:ext cx="1679400" cy="3526500"/>
          </a:xfrm>
          <a:prstGeom prst="roundRect">
            <a:avLst>
              <a:gd fmla="val 12251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40" name="Google Shape;540;p62"/>
          <p:cNvSpPr/>
          <p:nvPr>
            <p:ph idx="3" type="pic"/>
          </p:nvPr>
        </p:nvSpPr>
        <p:spPr>
          <a:xfrm>
            <a:off x="7038463" y="1009259"/>
            <a:ext cx="1572600" cy="34338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extra #1" showMasterSp="0">
  <p:cSld name="Statement extra #1">
    <p:bg>
      <p:bgPr>
        <a:solidFill>
          <a:schemeClr val="lt2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3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543" name="Google Shape;543;p63"/>
          <p:cNvSpPr txBox="1"/>
          <p:nvPr>
            <p:ph idx="1" type="body"/>
          </p:nvPr>
        </p:nvSpPr>
        <p:spPr>
          <a:xfrm>
            <a:off x="1443038" y="1426369"/>
            <a:ext cx="7701000" cy="371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270000" lIns="486000" spcFirstLastPara="1" rIns="540000" wrap="square" tIns="3779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44" name="Google Shape;544;p63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5" name="Google Shape;545;p63"/>
          <p:cNvSpPr txBox="1"/>
          <p:nvPr>
            <p:ph idx="3" type="body"/>
          </p:nvPr>
        </p:nvSpPr>
        <p:spPr>
          <a:xfrm>
            <a:off x="1812545" y="1806967"/>
            <a:ext cx="6853800" cy="28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 sz="4100"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46" name="Google Shape;546;p63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47" name="Google Shape;547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42398" y="4724635"/>
            <a:ext cx="325766" cy="325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extra #2" showMasterSp="0">
  <p:cSld name="Statement extra #2">
    <p:bg>
      <p:bgPr>
        <a:solidFill>
          <a:schemeClr val="lt2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64"/>
          <p:cNvSpPr/>
          <p:nvPr>
            <p:ph idx="2" type="pic"/>
          </p:nvPr>
        </p:nvSpPr>
        <p:spPr>
          <a:xfrm>
            <a:off x="-450" y="0"/>
            <a:ext cx="9144900" cy="51435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550" name="Google Shape;550;p64"/>
          <p:cNvSpPr txBox="1"/>
          <p:nvPr>
            <p:ph idx="1" type="body"/>
          </p:nvPr>
        </p:nvSpPr>
        <p:spPr>
          <a:xfrm>
            <a:off x="0" y="0"/>
            <a:ext cx="9144900" cy="5143500"/>
          </a:xfrm>
          <a:prstGeom prst="rect">
            <a:avLst/>
          </a:prstGeom>
          <a:solidFill>
            <a:schemeClr val="dk1">
              <a:alpha val="60000"/>
            </a:schemeClr>
          </a:solidFill>
          <a:ln>
            <a:noFill/>
          </a:ln>
        </p:spPr>
        <p:txBody>
          <a:bodyPr anchorCtr="0" anchor="ctr" bIns="675000" lIns="1485000" spcFirstLastPara="1" rIns="1485000" wrap="square" tIns="675000">
            <a:no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sz="4100">
                <a:solidFill>
                  <a:schemeClr val="lt1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51" name="Google Shape;551;p64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2" name="Google Shape;552;p64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53" name="Google Shape;553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42398" y="4724635"/>
            <a:ext cx="325766" cy="325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extra #3" showMasterSp="0">
  <p:cSld name="Statement extra #3">
    <p:bg>
      <p:bgPr>
        <a:solidFill>
          <a:schemeClr val="accent6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5"/>
          <p:cNvSpPr/>
          <p:nvPr>
            <p:ph idx="2" type="pic"/>
          </p:nvPr>
        </p:nvSpPr>
        <p:spPr>
          <a:xfrm>
            <a:off x="481500" y="510300"/>
            <a:ext cx="8181000" cy="41229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556" name="Google Shape;556;p65"/>
          <p:cNvSpPr txBox="1"/>
          <p:nvPr>
            <p:ph idx="1" type="body"/>
          </p:nvPr>
        </p:nvSpPr>
        <p:spPr>
          <a:xfrm>
            <a:off x="481013" y="510300"/>
            <a:ext cx="8181900" cy="4122900"/>
          </a:xfrm>
          <a:prstGeom prst="rect">
            <a:avLst/>
          </a:prstGeom>
          <a:solidFill>
            <a:schemeClr val="dk1">
              <a:alpha val="60000"/>
            </a:schemeClr>
          </a:solidFill>
          <a:ln>
            <a:noFill/>
          </a:ln>
        </p:spPr>
        <p:txBody>
          <a:bodyPr anchorCtr="0" anchor="ctr" bIns="675000" lIns="1485000" spcFirstLastPara="1" rIns="1485000" wrap="square" tIns="675000">
            <a:no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sz="4100">
                <a:solidFill>
                  <a:schemeClr val="lt1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57" name="Google Shape;557;p65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8" name="Google Shape;558;p65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59" name="Google Shape;559;p65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  <p:pic>
        <p:nvPicPr>
          <p:cNvPr id="560" name="Google Shape;560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42398" y="4724635"/>
            <a:ext cx="325766" cy="325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extra #4" showMasterSp="0">
  <p:cSld name="Statement extra #4">
    <p:bg>
      <p:bgPr>
        <a:solidFill>
          <a:schemeClr val="lt2"/>
        </a:solidFill>
      </p:bgPr>
    </p:bg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66"/>
          <p:cNvSpPr/>
          <p:nvPr>
            <p:ph idx="2" type="pic"/>
          </p:nvPr>
        </p:nvSpPr>
        <p:spPr>
          <a:xfrm>
            <a:off x="-450" y="0"/>
            <a:ext cx="9144900" cy="51435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563" name="Google Shape;563;p66"/>
          <p:cNvSpPr txBox="1"/>
          <p:nvPr>
            <p:ph idx="1" type="body"/>
          </p:nvPr>
        </p:nvSpPr>
        <p:spPr>
          <a:xfrm>
            <a:off x="477440" y="511969"/>
            <a:ext cx="8189100" cy="411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75000" lIns="1485000" spcFirstLastPara="1" rIns="1485000" wrap="square" tIns="675000">
            <a:no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 sz="4100">
                <a:solidFill>
                  <a:schemeClr val="dk1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64" name="Google Shape;564;p66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5" name="Google Shape;565;p66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66" name="Google Shape;566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42398" y="4724635"/>
            <a:ext cx="325766" cy="325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extra #5" showMasterSp="0">
  <p:cSld name="Statement extra #5">
    <p:bg>
      <p:bgPr>
        <a:solidFill>
          <a:schemeClr val="lt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7"/>
          <p:cNvSpPr/>
          <p:nvPr>
            <p:ph idx="2" type="pic"/>
          </p:nvPr>
        </p:nvSpPr>
        <p:spPr>
          <a:xfrm>
            <a:off x="4571550" y="0"/>
            <a:ext cx="4572600" cy="5143500"/>
          </a:xfrm>
          <a:prstGeom prst="rect">
            <a:avLst/>
          </a:prstGeom>
          <a:solidFill>
            <a:srgbClr val="A5A5A5"/>
          </a:solidFill>
          <a:ln>
            <a:noFill/>
          </a:ln>
        </p:spPr>
      </p:sp>
      <p:sp>
        <p:nvSpPr>
          <p:cNvPr id="569" name="Google Shape;569;p67"/>
          <p:cNvSpPr/>
          <p:nvPr>
            <p:ph idx="3" type="pic"/>
          </p:nvPr>
        </p:nvSpPr>
        <p:spPr>
          <a:xfrm>
            <a:off x="-450" y="0"/>
            <a:ext cx="4572600" cy="51435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570" name="Google Shape;570;p67"/>
          <p:cNvSpPr txBox="1"/>
          <p:nvPr>
            <p:ph idx="1" type="body"/>
          </p:nvPr>
        </p:nvSpPr>
        <p:spPr>
          <a:xfrm>
            <a:off x="-450" y="0"/>
            <a:ext cx="9144900" cy="5143500"/>
          </a:xfrm>
          <a:prstGeom prst="rect">
            <a:avLst/>
          </a:prstGeom>
          <a:solidFill>
            <a:schemeClr val="dk1">
              <a:alpha val="60000"/>
            </a:schemeClr>
          </a:solidFill>
          <a:ln>
            <a:noFill/>
          </a:ln>
        </p:spPr>
        <p:txBody>
          <a:bodyPr anchorCtr="0" anchor="ctr" bIns="675000" lIns="1485000" spcFirstLastPara="1" rIns="1485000" wrap="square" tIns="675000">
            <a:no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sz="4100">
                <a:solidFill>
                  <a:schemeClr val="lt1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71" name="Google Shape;571;p67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2" name="Google Shape;572;p67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73" name="Google Shape;573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42398" y="4724635"/>
            <a:ext cx="325766" cy="325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extra #6" showMasterSp="0">
  <p:cSld name="Statement extra #6">
    <p:bg>
      <p:bgPr>
        <a:solidFill>
          <a:schemeClr val="lt2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8"/>
          <p:cNvSpPr/>
          <p:nvPr>
            <p:ph idx="2" type="pic"/>
          </p:nvPr>
        </p:nvSpPr>
        <p:spPr>
          <a:xfrm>
            <a:off x="0" y="0"/>
            <a:ext cx="7214400" cy="51435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576" name="Google Shape;576;p68"/>
          <p:cNvSpPr txBox="1"/>
          <p:nvPr>
            <p:ph idx="1" type="body"/>
          </p:nvPr>
        </p:nvSpPr>
        <p:spPr>
          <a:xfrm>
            <a:off x="2405063" y="511969"/>
            <a:ext cx="6738900" cy="411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270000" lIns="486000" spcFirstLastPara="1" rIns="540000" wrap="square" tIns="3779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77" name="Google Shape;577;p68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8" name="Google Shape;578;p68"/>
          <p:cNvSpPr txBox="1"/>
          <p:nvPr>
            <p:ph idx="3" type="body"/>
          </p:nvPr>
        </p:nvSpPr>
        <p:spPr>
          <a:xfrm>
            <a:off x="2886075" y="511969"/>
            <a:ext cx="5780100" cy="41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 sz="4100"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79" name="Google Shape;579;p68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80" name="Google Shape;580;p68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  <p:pic>
        <p:nvPicPr>
          <p:cNvPr id="581" name="Google Shape;581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42398" y="4724635"/>
            <a:ext cx="325766" cy="325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extra #7" showMasterSp="0">
  <p:cSld name="Statement extra #7">
    <p:bg>
      <p:bgPr>
        <a:solidFill>
          <a:schemeClr val="lt2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9"/>
          <p:cNvSpPr/>
          <p:nvPr>
            <p:ph idx="2" type="pic"/>
          </p:nvPr>
        </p:nvSpPr>
        <p:spPr>
          <a:xfrm>
            <a:off x="-450" y="3429001"/>
            <a:ext cx="9144900" cy="17145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584" name="Google Shape;584;p69"/>
          <p:cNvSpPr txBox="1"/>
          <p:nvPr>
            <p:ph idx="1" type="body"/>
          </p:nvPr>
        </p:nvSpPr>
        <p:spPr>
          <a:xfrm>
            <a:off x="1442588" y="3429001"/>
            <a:ext cx="7701300" cy="1714500"/>
          </a:xfrm>
          <a:prstGeom prst="rect">
            <a:avLst/>
          </a:prstGeom>
          <a:gradFill>
            <a:gsLst>
              <a:gs pos="0">
                <a:srgbClr val="0A0F0D">
                  <a:alpha val="0"/>
                </a:srgbClr>
              </a:gs>
              <a:gs pos="100000">
                <a:srgbClr val="0A0F0D">
                  <a:alpha val="69803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0" lIns="270000" spcFirstLastPara="1" rIns="945000" wrap="square" tIns="0">
            <a:noAutofit/>
          </a:bodyPr>
          <a:lstStyle>
            <a:lvl1pPr indent="-228600" lvl="0" marL="45720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85" name="Google Shape;585;p69"/>
          <p:cNvSpPr/>
          <p:nvPr>
            <p:ph idx="3" type="pic"/>
          </p:nvPr>
        </p:nvSpPr>
        <p:spPr>
          <a:xfrm>
            <a:off x="-450" y="1714501"/>
            <a:ext cx="9144900" cy="1714500"/>
          </a:xfrm>
          <a:prstGeom prst="rect">
            <a:avLst/>
          </a:prstGeom>
          <a:solidFill>
            <a:srgbClr val="A5A5A5"/>
          </a:solidFill>
          <a:ln>
            <a:noFill/>
          </a:ln>
        </p:spPr>
      </p:sp>
      <p:sp>
        <p:nvSpPr>
          <p:cNvPr id="586" name="Google Shape;586;p69"/>
          <p:cNvSpPr/>
          <p:nvPr>
            <p:ph idx="4" type="pic"/>
          </p:nvPr>
        </p:nvSpPr>
        <p:spPr>
          <a:xfrm>
            <a:off x="-450" y="0"/>
            <a:ext cx="9144900" cy="17145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587" name="Google Shape;587;p69"/>
          <p:cNvSpPr txBox="1"/>
          <p:nvPr>
            <p:ph idx="5" type="body"/>
          </p:nvPr>
        </p:nvSpPr>
        <p:spPr>
          <a:xfrm>
            <a:off x="1442588" y="0"/>
            <a:ext cx="7701300" cy="1714500"/>
          </a:xfrm>
          <a:prstGeom prst="rect">
            <a:avLst/>
          </a:prstGeom>
          <a:gradFill>
            <a:gsLst>
              <a:gs pos="0">
                <a:srgbClr val="0A0F0D">
                  <a:alpha val="0"/>
                </a:srgbClr>
              </a:gs>
              <a:gs pos="100000">
                <a:srgbClr val="0A0F0D">
                  <a:alpha val="69803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0" lIns="270000" spcFirstLastPara="1" rIns="945000" wrap="square" tIns="0">
            <a:noAutofit/>
          </a:bodyPr>
          <a:lstStyle>
            <a:lvl1pPr indent="-228600" lvl="0" marL="45720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88" name="Google Shape;588;p69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9" name="Google Shape;589;p69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90" name="Google Shape;590;p69"/>
          <p:cNvSpPr txBox="1"/>
          <p:nvPr>
            <p:ph idx="6" type="body"/>
          </p:nvPr>
        </p:nvSpPr>
        <p:spPr>
          <a:xfrm>
            <a:off x="0" y="1714501"/>
            <a:ext cx="7701300" cy="1714500"/>
          </a:xfrm>
          <a:prstGeom prst="rect">
            <a:avLst/>
          </a:prstGeom>
          <a:gradFill>
            <a:gsLst>
              <a:gs pos="0">
                <a:srgbClr val="0A0F0D">
                  <a:alpha val="69803"/>
                </a:srgbClr>
              </a:gs>
              <a:gs pos="100000">
                <a:srgbClr val="0A0F0D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0" lIns="945000" spcFirstLastPara="1" rIns="270000" wrap="square" tIns="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591" name="Google Shape;591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42398" y="4724635"/>
            <a:ext cx="325766" cy="325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reative layout 1" showMasterSp="0">
  <p:cSld name="Creative layout_1">
    <p:bg>
      <p:bgPr>
        <a:solidFill>
          <a:srgbClr val="F3F3F3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70"/>
          <p:cNvSpPr/>
          <p:nvPr/>
        </p:nvSpPr>
        <p:spPr>
          <a:xfrm>
            <a:off x="1954875" y="1236750"/>
            <a:ext cx="7189200" cy="3901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94" name="Google Shape;594;p70"/>
          <p:cNvCxnSpPr/>
          <p:nvPr/>
        </p:nvCxnSpPr>
        <p:spPr>
          <a:xfrm>
            <a:off x="481013" y="0"/>
            <a:ext cx="0" cy="51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5" name="Google Shape;595;p70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  <p:sp>
        <p:nvSpPr>
          <p:cNvPr id="596" name="Google Shape;596;p70"/>
          <p:cNvSpPr txBox="1"/>
          <p:nvPr>
            <p:ph type="title"/>
          </p:nvPr>
        </p:nvSpPr>
        <p:spPr>
          <a:xfrm>
            <a:off x="588946" y="251460"/>
            <a:ext cx="80739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  <a:defRPr b="0" i="0" sz="21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pic>
        <p:nvPicPr>
          <p:cNvPr id="597" name="Google Shape;597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42398" y="4724635"/>
            <a:ext cx="325766" cy="325766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70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reative layout 2" showMasterSp="0">
  <p:cSld name="Creative layout_2">
    <p:bg>
      <p:bgPr>
        <a:solidFill>
          <a:srgbClr val="F3F3F3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71"/>
          <p:cNvSpPr/>
          <p:nvPr/>
        </p:nvSpPr>
        <p:spPr>
          <a:xfrm>
            <a:off x="1954875" y="1236750"/>
            <a:ext cx="7189200" cy="3901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71"/>
          <p:cNvSpPr txBox="1"/>
          <p:nvPr>
            <p:ph idx="1" type="body"/>
          </p:nvPr>
        </p:nvSpPr>
        <p:spPr>
          <a:xfrm>
            <a:off x="1812545" y="1806967"/>
            <a:ext cx="6853800" cy="28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indent="-317500" lvl="2" marL="1371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3pPr>
            <a:lvl4pPr indent="-317500" lvl="3" marL="1828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⏤"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602" name="Google Shape;602;p71"/>
          <p:cNvCxnSpPr/>
          <p:nvPr/>
        </p:nvCxnSpPr>
        <p:spPr>
          <a:xfrm>
            <a:off x="481013" y="0"/>
            <a:ext cx="0" cy="51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3" name="Google Shape;603;p71"/>
          <p:cNvSpPr/>
          <p:nvPr/>
        </p:nvSpPr>
        <p:spPr>
          <a:xfrm>
            <a:off x="2682330" y="-259168"/>
            <a:ext cx="3779400" cy="171600"/>
          </a:xfrm>
          <a:prstGeom prst="roundRect">
            <a:avLst>
              <a:gd fmla="val 50000" name="adj"/>
            </a:avLst>
          </a:prstGeom>
          <a:solidFill>
            <a:srgbClr val="FFFF00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Adjustable background colour. </a:t>
            </a:r>
            <a:r>
              <a:rPr b="0" lang="pt-BR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‘Design’ &gt; ‘Format Background’ &gt; choose colour </a:t>
            </a:r>
            <a:endParaRPr sz="1100"/>
          </a:p>
        </p:txBody>
      </p:sp>
      <p:sp>
        <p:nvSpPr>
          <p:cNvPr id="604" name="Google Shape;604;p71"/>
          <p:cNvSpPr txBox="1"/>
          <p:nvPr>
            <p:ph type="title"/>
          </p:nvPr>
        </p:nvSpPr>
        <p:spPr>
          <a:xfrm>
            <a:off x="588946" y="209793"/>
            <a:ext cx="56667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605" name="Google Shape;605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82175" y="4730875"/>
            <a:ext cx="258000" cy="2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71"/>
          <p:cNvSpPr txBox="1"/>
          <p:nvPr>
            <p:ph idx="12" type="sldNum"/>
          </p:nvPr>
        </p:nvSpPr>
        <p:spPr>
          <a:xfrm>
            <a:off x="91275" y="4812013"/>
            <a:ext cx="548700" cy="248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buNone/>
              <a:defRPr sz="8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buNone/>
              <a:defRPr sz="8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rtl="0">
              <a:buNone/>
              <a:defRPr sz="8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rtl="0">
              <a:buNone/>
              <a:defRPr sz="8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rtl="0">
              <a:buNone/>
              <a:defRPr sz="8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rtl="0">
              <a:buNone/>
              <a:defRPr sz="8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rtl="0">
              <a:buNone/>
              <a:defRPr sz="8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rtl="0">
              <a:buNone/>
              <a:defRPr sz="8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rtl="0">
              <a:buNone/>
              <a:defRPr sz="8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corpo" showMasterSp="0" type="tx">
  <p:cSld name="TITLE_AND_BODY"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72"/>
          <p:cNvSpPr txBox="1"/>
          <p:nvPr>
            <p:ph idx="12" type="sldNum"/>
          </p:nvPr>
        </p:nvSpPr>
        <p:spPr>
          <a:xfrm>
            <a:off x="8289309" y="4579638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r">
              <a:buNone/>
              <a:defRPr sz="9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buNone/>
              <a:defRPr sz="9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buNone/>
              <a:defRPr sz="9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buNone/>
              <a:defRPr sz="9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buNone/>
              <a:defRPr sz="9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buNone/>
              <a:defRPr sz="9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buNone/>
              <a:defRPr sz="9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buNone/>
              <a:defRPr sz="9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buNone/>
              <a:defRPr sz="9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609" name="Google Shape;609;p72"/>
          <p:cNvCxnSpPr/>
          <p:nvPr/>
        </p:nvCxnSpPr>
        <p:spPr>
          <a:xfrm>
            <a:off x="862450" y="4630350"/>
            <a:ext cx="0" cy="258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10" name="Google Shape;610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800" y="4691100"/>
            <a:ext cx="356531" cy="13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4575" y="4630346"/>
            <a:ext cx="258000" cy="2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60" Type="http://schemas.openxmlformats.org/officeDocument/2006/relationships/theme" Target="../theme/theme1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5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21.xml"/><Relationship Id="rId54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24.xml"/><Relationship Id="rId5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23.xml"/><Relationship Id="rId56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26.xml"/><Relationship Id="rId59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25.xml"/><Relationship Id="rId58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4626768"/>
            <a:ext cx="9144000" cy="51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54000" spcFirstLastPara="1" rIns="540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" name="Google Shape;56;p14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600" u="none" cap="none" strike="noStrik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588946" y="1545431"/>
            <a:ext cx="8073900" cy="30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TR"/>
              <a:buChar char="⏤"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TR"/>
              <a:buChar char="⏤"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60350" lvl="5" marL="2743200" marR="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60350" lvl="6" marL="3200400" marR="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60350" lvl="7" marL="3657600" marR="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60350" lvl="8" marL="4114800" marR="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type="title"/>
          </p:nvPr>
        </p:nvSpPr>
        <p:spPr>
          <a:xfrm>
            <a:off x="588946" y="251460"/>
            <a:ext cx="80739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  <a:defRPr b="0" i="0" sz="21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pic>
        <p:nvPicPr>
          <p:cNvPr id="60" name="Google Shape;60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742398" y="4724635"/>
            <a:ext cx="325766" cy="3257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" name="Google Shape;61;p14"/>
          <p:cNvCxnSpPr/>
          <p:nvPr/>
        </p:nvCxnSpPr>
        <p:spPr>
          <a:xfrm>
            <a:off x="481013" y="0"/>
            <a:ext cx="0" cy="51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  <p:sldLayoutId id="2147483712" r:id="rId54"/>
    <p:sldLayoutId id="2147483713" r:id="rId55"/>
    <p:sldLayoutId id="2147483714" r:id="rId56"/>
    <p:sldLayoutId id="2147483715" r:id="rId57"/>
    <p:sldLayoutId id="2147483716" r:id="rId58"/>
    <p:sldLayoutId id="2147483717" r:id="rId5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03">
          <p15:clr>
            <a:srgbClr val="FDE53C"/>
          </p15:clr>
        </p15:guide>
        <p15:guide id="2" orient="horz" pos="4805">
          <p15:clr>
            <a:srgbClr val="A4A3A4"/>
          </p15:clr>
        </p15:guide>
        <p15:guide id="3" orient="horz" pos="4941">
          <p15:clr>
            <a:srgbClr val="A4A3A4"/>
          </p15:clr>
        </p15:guide>
        <p15:guide id="4" pos="5760">
          <p15:clr>
            <a:srgbClr val="FFFFFF"/>
          </p15:clr>
        </p15:guide>
        <p15:guide id="5" orient="horz" pos="4717">
          <p15:clr>
            <a:srgbClr val="A4A3A4"/>
          </p15:clr>
        </p15:guide>
        <p15:guide id="6" pos="2424">
          <p15:clr>
            <a:srgbClr val="FDE53C"/>
          </p15:clr>
        </p15:guide>
        <p15:guide id="7" pos="3333">
          <p15:clr>
            <a:srgbClr val="FDE53C"/>
          </p15:clr>
        </p15:guide>
        <p15:guide id="8" pos="4547">
          <p15:clr>
            <a:srgbClr val="FDE53C"/>
          </p15:clr>
        </p15:guide>
        <p15:guide id="9" pos="5459">
          <p15:clr>
            <a:srgbClr val="FDE53C"/>
          </p15:clr>
        </p15:guide>
        <p15:guide id="10" orient="horz" pos="127">
          <p15:clr>
            <a:srgbClr val="A4A3A4"/>
          </p15:clr>
        </p15:guide>
        <p15:guide id="11" orient="horz" pos="647">
          <p15:clr>
            <a:srgbClr val="FFFFFF"/>
          </p15:clr>
        </p15:guide>
        <p15:guide id="12" orient="horz" pos="973">
          <p15:clr>
            <a:srgbClr val="A4A3A4"/>
          </p15:clr>
        </p15:guide>
        <p15:guide id="13" orient="horz" pos="1620">
          <p15:clr>
            <a:srgbClr val="A4A3A4"/>
          </p15:clr>
        </p15:guide>
        <p15:guide id="14" pos="2880">
          <p15:clr>
            <a:srgbClr val="A4A3A4"/>
          </p15:clr>
        </p15:guide>
        <p15:guide id="15" orient="horz" pos="2915">
          <p15:clr>
            <a:srgbClr val="FDE53C"/>
          </p15:clr>
        </p15:guide>
        <p15:guide id="16" orient="horz" pos="3237">
          <p15:clr>
            <a:srgbClr val="FFFFFF"/>
          </p15:clr>
        </p15:guide>
        <p15:guide id="17" pos="368">
          <p15:clr>
            <a:srgbClr val="A4A3A4"/>
          </p15:clr>
        </p15:guide>
        <p15:guide id="18" orient="horz" pos="323">
          <p15:clr>
            <a:srgbClr val="FFFFFF"/>
          </p15:clr>
        </p15:guide>
        <p15:guide id="19">
          <p15:clr>
            <a:srgbClr val="FFFFFF"/>
          </p15:clr>
        </p15:guide>
        <p15:guide id="20" orient="horz">
          <p15:clr>
            <a:srgbClr val="FFFFFF"/>
          </p15:clr>
        </p15:guide>
        <p15:guide id="21" orient="horz" pos="1458">
          <p15:clr>
            <a:srgbClr val="FFFFFF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Relationship Id="rId4" Type="http://schemas.openxmlformats.org/officeDocument/2006/relationships/image" Target="../media/image1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jpg"/><Relationship Id="rId4" Type="http://schemas.openxmlformats.org/officeDocument/2006/relationships/image" Target="../media/image16.png"/><Relationship Id="rId5" Type="http://schemas.openxmlformats.org/officeDocument/2006/relationships/image" Target="../media/image24.jpg"/><Relationship Id="rId6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32.jpg"/><Relationship Id="rId5" Type="http://schemas.openxmlformats.org/officeDocument/2006/relationships/image" Target="../media/image27.jpg"/><Relationship Id="rId6" Type="http://schemas.openxmlformats.org/officeDocument/2006/relationships/image" Target="../media/image2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3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37.png"/><Relationship Id="rId5" Type="http://schemas.openxmlformats.org/officeDocument/2006/relationships/image" Target="../media/image3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hyperlink" Target="https://docs.google.com/spreadsheets/d/1xvU94p4zlYDt04Rb8PkfC5BJU3ip2H-_w_ZUu6gfFfc/edit?usp=sharing" TargetMode="External"/><Relationship Id="rId5" Type="http://schemas.openxmlformats.org/officeDocument/2006/relationships/image" Target="../media/image34.png"/><Relationship Id="rId6" Type="http://schemas.openxmlformats.org/officeDocument/2006/relationships/image" Target="../media/image29.png"/><Relationship Id="rId7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Relationship Id="rId4" Type="http://schemas.openxmlformats.org/officeDocument/2006/relationships/image" Target="../media/image36.png"/><Relationship Id="rId9" Type="http://schemas.openxmlformats.org/officeDocument/2006/relationships/image" Target="../media/image48.png"/><Relationship Id="rId5" Type="http://schemas.openxmlformats.org/officeDocument/2006/relationships/image" Target="../media/image42.png"/><Relationship Id="rId6" Type="http://schemas.openxmlformats.org/officeDocument/2006/relationships/image" Target="../media/image35.png"/><Relationship Id="rId7" Type="http://schemas.openxmlformats.org/officeDocument/2006/relationships/image" Target="../media/image40.png"/><Relationship Id="rId8" Type="http://schemas.openxmlformats.org/officeDocument/2006/relationships/image" Target="../media/image4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3.png"/><Relationship Id="rId4" Type="http://schemas.openxmlformats.org/officeDocument/2006/relationships/image" Target="../media/image4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3.png"/><Relationship Id="rId4" Type="http://schemas.openxmlformats.org/officeDocument/2006/relationships/image" Target="../media/image4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3.png"/><Relationship Id="rId4" Type="http://schemas.openxmlformats.org/officeDocument/2006/relationships/image" Target="../media/image4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0.png"/><Relationship Id="rId4" Type="http://schemas.openxmlformats.org/officeDocument/2006/relationships/image" Target="../media/image49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" name="Google Shape;616;p7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59" r="69" t="0"/>
          <a:stretch/>
        </p:blipFill>
        <p:spPr>
          <a:xfrm>
            <a:off x="0" y="0"/>
            <a:ext cx="7217568" cy="51435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pic>
      <p:sp>
        <p:nvSpPr>
          <p:cNvPr id="617" name="Google Shape;617;p73"/>
          <p:cNvSpPr txBox="1"/>
          <p:nvPr>
            <p:ph idx="1" type="body"/>
          </p:nvPr>
        </p:nvSpPr>
        <p:spPr>
          <a:xfrm>
            <a:off x="0" y="1545431"/>
            <a:ext cx="5774400" cy="359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</a:pPr>
            <a:r>
              <a:t/>
            </a:r>
            <a:endParaRPr/>
          </a:p>
        </p:txBody>
      </p:sp>
      <p:sp>
        <p:nvSpPr>
          <p:cNvPr id="618" name="Google Shape;618;p73"/>
          <p:cNvSpPr txBox="1"/>
          <p:nvPr>
            <p:ph idx="3" type="body"/>
          </p:nvPr>
        </p:nvSpPr>
        <p:spPr>
          <a:xfrm>
            <a:off x="7396572" y="138175"/>
            <a:ext cx="1613400" cy="19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</a:pPr>
            <a:r>
              <a:rPr lang="pt-BR"/>
              <a:t>2024</a:t>
            </a:r>
            <a:endParaRPr/>
          </a:p>
          <a:p>
            <a:pPr indent="0" lvl="0" marL="0" rtl="0" algn="r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</a:pPr>
            <a:r>
              <a:rPr lang="pt-BR"/>
              <a:t>06</a:t>
            </a:r>
            <a:endParaRPr/>
          </a:p>
        </p:txBody>
      </p:sp>
      <p:sp>
        <p:nvSpPr>
          <p:cNvPr id="619" name="Google Shape;619;p73"/>
          <p:cNvSpPr txBox="1"/>
          <p:nvPr>
            <p:ph idx="5" type="body"/>
          </p:nvPr>
        </p:nvSpPr>
        <p:spPr>
          <a:xfrm>
            <a:off x="660652" y="2730653"/>
            <a:ext cx="4152000" cy="1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</a:pPr>
            <a:r>
              <a:rPr lang="pt-BR"/>
              <a:t>Processo AdOps</a:t>
            </a:r>
            <a:endParaRPr/>
          </a:p>
        </p:txBody>
      </p:sp>
      <p:pic>
        <p:nvPicPr>
          <p:cNvPr id="620" name="Google Shape;620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6375" y="2069773"/>
            <a:ext cx="2652590" cy="24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1" name="Google Shape;621;p73"/>
          <p:cNvCxnSpPr/>
          <p:nvPr/>
        </p:nvCxnSpPr>
        <p:spPr>
          <a:xfrm>
            <a:off x="487348" y="2057400"/>
            <a:ext cx="0" cy="30861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2" name="Google Shape;622;p73"/>
          <p:cNvSpPr txBox="1"/>
          <p:nvPr>
            <p:ph idx="3" type="body"/>
          </p:nvPr>
        </p:nvSpPr>
        <p:spPr>
          <a:xfrm>
            <a:off x="7396575" y="2730650"/>
            <a:ext cx="1613400" cy="15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74"/>
          <p:cNvSpPr/>
          <p:nvPr/>
        </p:nvSpPr>
        <p:spPr>
          <a:xfrm>
            <a:off x="4576350" y="0"/>
            <a:ext cx="4567800" cy="5143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9" name="Google Shape;629;p74"/>
          <p:cNvPicPr preferRelativeResize="0"/>
          <p:nvPr/>
        </p:nvPicPr>
        <p:blipFill rotWithShape="1">
          <a:blip r:embed="rId3">
            <a:alphaModFix/>
          </a:blip>
          <a:srcRect b="5299" l="8229" r="8221" t="3016"/>
          <a:stretch/>
        </p:blipFill>
        <p:spPr>
          <a:xfrm>
            <a:off x="5681448" y="916144"/>
            <a:ext cx="2357609" cy="3019013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74"/>
          <p:cNvSpPr txBox="1"/>
          <p:nvPr/>
        </p:nvSpPr>
        <p:spPr>
          <a:xfrm>
            <a:off x="566176" y="761644"/>
            <a:ext cx="3402000" cy="11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34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O que é </a:t>
            </a:r>
            <a:endParaRPr b="1" sz="34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34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AdOps?</a:t>
            </a:r>
            <a:endParaRPr b="1" sz="34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631" name="Google Shape;631;p74"/>
          <p:cNvSpPr txBox="1"/>
          <p:nvPr/>
        </p:nvSpPr>
        <p:spPr>
          <a:xfrm>
            <a:off x="970467" y="2126494"/>
            <a:ext cx="2861400" cy="20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Equipe interna especializada </a:t>
            </a:r>
            <a:endParaRPr sz="19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em</a:t>
            </a:r>
            <a:r>
              <a:rPr lang="pt-BR" sz="19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t-BR" sz="1900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execução e gerenciamento de campanhas via AdServer</a:t>
            </a:r>
            <a:r>
              <a:rPr lang="pt-BR" sz="19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9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75"/>
          <p:cNvSpPr txBox="1"/>
          <p:nvPr>
            <p:ph idx="4294967295" type="title"/>
          </p:nvPr>
        </p:nvSpPr>
        <p:spPr>
          <a:xfrm>
            <a:off x="478575" y="99650"/>
            <a:ext cx="5830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Adserver e mensuração integrada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637" name="Google Shape;637;p75"/>
          <p:cNvCxnSpPr/>
          <p:nvPr/>
        </p:nvCxnSpPr>
        <p:spPr>
          <a:xfrm>
            <a:off x="478575" y="-1950"/>
            <a:ext cx="0" cy="51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8" name="Google Shape;638;p75"/>
          <p:cNvSpPr txBox="1"/>
          <p:nvPr/>
        </p:nvSpPr>
        <p:spPr>
          <a:xfrm>
            <a:off x="604350" y="843150"/>
            <a:ext cx="7935300" cy="38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1300">
                <a:latin typeface="Century Gothic"/>
                <a:ea typeface="Century Gothic"/>
                <a:cs typeface="Century Gothic"/>
                <a:sym typeface="Century Gothic"/>
              </a:rPr>
              <a:t>Mensuração</a:t>
            </a:r>
            <a:endParaRPr b="1" i="1" sz="13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9" name="Google Shape;639;p75"/>
          <p:cNvSpPr txBox="1"/>
          <p:nvPr/>
        </p:nvSpPr>
        <p:spPr>
          <a:xfrm>
            <a:off x="528648" y="1398850"/>
            <a:ext cx="2991900" cy="3049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</a:pPr>
            <a:r>
              <a:rPr lang="pt-BR" sz="1200">
                <a:latin typeface="Century Gothic"/>
                <a:ea typeface="Century Gothic"/>
                <a:cs typeface="Century Gothic"/>
                <a:sym typeface="Century Gothic"/>
              </a:rPr>
              <a:t>Com a utilização do </a:t>
            </a:r>
            <a:r>
              <a:rPr b="1" lang="pt-BR" sz="1200">
                <a:latin typeface="Century Gothic"/>
                <a:ea typeface="Century Gothic"/>
                <a:cs typeface="Century Gothic"/>
                <a:sym typeface="Century Gothic"/>
              </a:rPr>
              <a:t>Campaign Manager</a:t>
            </a:r>
            <a:r>
              <a:rPr lang="pt-BR" sz="1200">
                <a:latin typeface="Century Gothic"/>
                <a:ea typeface="Century Gothic"/>
                <a:cs typeface="Century Gothic"/>
                <a:sym typeface="Century Gothic"/>
              </a:rPr>
              <a:t> juntamente do </a:t>
            </a:r>
            <a:r>
              <a:rPr b="1" lang="pt-BR" sz="1200">
                <a:latin typeface="Century Gothic"/>
                <a:ea typeface="Century Gothic"/>
                <a:cs typeface="Century Gothic"/>
                <a:sym typeface="Century Gothic"/>
              </a:rPr>
              <a:t>GA360</a:t>
            </a:r>
            <a:r>
              <a:rPr lang="pt-BR" sz="1200">
                <a:latin typeface="Century Gothic"/>
                <a:ea typeface="Century Gothic"/>
                <a:cs typeface="Century Gothic"/>
                <a:sym typeface="Century Gothic"/>
              </a:rPr>
              <a:t>, temos uma visão mais macro do negócio, contemplando toda a jornada do consumidor.</a:t>
            </a:r>
            <a:endParaRPr sz="1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200">
                <a:latin typeface="Century Gothic"/>
                <a:ea typeface="Century Gothic"/>
                <a:cs typeface="Century Gothic"/>
                <a:sym typeface="Century Gothic"/>
              </a:rPr>
              <a:t>Isso permite maior controle sobre a veiculação e customização das audiências, insumos para gerar mais insights para o negócio.</a:t>
            </a:r>
            <a:endParaRPr sz="1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200">
                <a:latin typeface="Century Gothic"/>
                <a:ea typeface="Century Gothic"/>
                <a:cs typeface="Century Gothic"/>
                <a:sym typeface="Century Gothic"/>
              </a:rPr>
              <a:t>Já o Google Cloud Platform nos permite pensarmos em ações de longo prazo, ajudando no armazenamento de dados e modelagem de dados</a:t>
            </a:r>
            <a:endParaRPr sz="1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</a:pPr>
            <a:r>
              <a:t/>
            </a:r>
            <a:endParaRPr sz="12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40" name="Google Shape;640;p75"/>
          <p:cNvSpPr/>
          <p:nvPr/>
        </p:nvSpPr>
        <p:spPr>
          <a:xfrm>
            <a:off x="4359908" y="1249114"/>
            <a:ext cx="3308400" cy="3308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1" name="Google Shape;641;p75"/>
          <p:cNvGrpSpPr/>
          <p:nvPr/>
        </p:nvGrpSpPr>
        <p:grpSpPr>
          <a:xfrm>
            <a:off x="4344597" y="1233822"/>
            <a:ext cx="3339000" cy="3339000"/>
            <a:chOff x="2902488" y="902232"/>
            <a:chExt cx="3339000" cy="3339000"/>
          </a:xfrm>
        </p:grpSpPr>
        <p:sp>
          <p:nvSpPr>
            <p:cNvPr id="642" name="Google Shape;642;p75"/>
            <p:cNvSpPr/>
            <p:nvPr/>
          </p:nvSpPr>
          <p:spPr>
            <a:xfrm rot="-5400000">
              <a:off x="2902488" y="902232"/>
              <a:ext cx="3339000" cy="3339000"/>
            </a:xfrm>
            <a:prstGeom prst="ellipse">
              <a:avLst/>
            </a:prstGeom>
            <a:noFill/>
            <a:ln cap="flat" cmpd="sng" w="19050">
              <a:solidFill>
                <a:srgbClr val="1D7E7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75"/>
            <p:cNvSpPr/>
            <p:nvPr/>
          </p:nvSpPr>
          <p:spPr>
            <a:xfrm>
              <a:off x="3123875" y="1123625"/>
              <a:ext cx="2896500" cy="2896200"/>
            </a:xfrm>
            <a:prstGeom prst="pie">
              <a:avLst>
                <a:gd fmla="val 2689583" name="adj1"/>
                <a:gd fmla="val 13510993" name="adj2"/>
              </a:avLst>
            </a:prstGeom>
            <a:solidFill>
              <a:srgbClr val="E6E6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4" name="Google Shape;644;p75"/>
          <p:cNvSpPr/>
          <p:nvPr/>
        </p:nvSpPr>
        <p:spPr>
          <a:xfrm>
            <a:off x="5106147" y="1995372"/>
            <a:ext cx="1815900" cy="1815900"/>
          </a:xfrm>
          <a:prstGeom prst="ellipse">
            <a:avLst/>
          </a:prstGeom>
          <a:solidFill>
            <a:srgbClr val="3454D1"/>
          </a:solidFill>
          <a:ln>
            <a:noFill/>
          </a:ln>
          <a:effectLst>
            <a:outerShdw blurRad="228600" rotWithShape="0" algn="tl" dir="5400000" dist="50800">
              <a:srgbClr val="000000">
                <a:alpha val="5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Visão mais estratégica</a:t>
            </a:r>
            <a:endParaRPr sz="11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45" name="Google Shape;645;p75"/>
          <p:cNvSpPr/>
          <p:nvPr/>
        </p:nvSpPr>
        <p:spPr>
          <a:xfrm>
            <a:off x="5477357" y="1357436"/>
            <a:ext cx="1068600" cy="1068600"/>
          </a:xfrm>
          <a:prstGeom prst="ellipse">
            <a:avLst/>
          </a:prstGeom>
          <a:solidFill>
            <a:srgbClr val="FD3E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 clique</a:t>
            </a:r>
            <a:endParaRPr b="1" sz="7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46" name="Google Shape;646;p75"/>
          <p:cNvSpPr/>
          <p:nvPr/>
        </p:nvSpPr>
        <p:spPr>
          <a:xfrm>
            <a:off x="5548807" y="3362818"/>
            <a:ext cx="1068600" cy="1068600"/>
          </a:xfrm>
          <a:prstGeom prst="ellipse">
            <a:avLst/>
          </a:prstGeom>
          <a:solidFill>
            <a:srgbClr val="FD3E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Pós clique</a:t>
            </a:r>
            <a:endParaRPr b="1" sz="7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47" name="Google Shape;64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1896" y="1684734"/>
            <a:ext cx="413900" cy="41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7409" y="3706310"/>
            <a:ext cx="381352" cy="381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75"/>
          <p:cNvSpPr/>
          <p:nvPr/>
        </p:nvSpPr>
        <p:spPr>
          <a:xfrm>
            <a:off x="7014332" y="1682336"/>
            <a:ext cx="1068600" cy="1068600"/>
          </a:xfrm>
          <a:prstGeom prst="ellipse">
            <a:avLst/>
          </a:prstGeom>
          <a:solidFill>
            <a:srgbClr val="FD3E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pt-BR" sz="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Armazenamento</a:t>
            </a:r>
            <a:endParaRPr b="1" sz="7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50" name="Google Shape;650;p75"/>
          <p:cNvPicPr preferRelativeResize="0"/>
          <p:nvPr/>
        </p:nvPicPr>
        <p:blipFill rotWithShape="1">
          <a:blip r:embed="rId5">
            <a:alphaModFix/>
          </a:blip>
          <a:srcRect b="14270" l="28452" r="29118" t="16419"/>
          <a:stretch/>
        </p:blipFill>
        <p:spPr>
          <a:xfrm>
            <a:off x="8082933" y="2039176"/>
            <a:ext cx="413901" cy="354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76"/>
          <p:cNvSpPr txBox="1"/>
          <p:nvPr>
            <p:ph idx="4294967295" type="title"/>
          </p:nvPr>
        </p:nvSpPr>
        <p:spPr>
          <a:xfrm>
            <a:off x="478575" y="99650"/>
            <a:ext cx="4462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Principais benefícios do Adserver e em </a:t>
            </a:r>
            <a:r>
              <a:rPr b="1" lang="pt-BR" sz="1800">
                <a:solidFill>
                  <a:srgbClr val="FD3E81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destaque</a:t>
            </a:r>
            <a:r>
              <a:rPr lang="pt-BR" sz="1800"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, onde focamos o uso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656" name="Google Shape;656;p76"/>
          <p:cNvCxnSpPr/>
          <p:nvPr/>
        </p:nvCxnSpPr>
        <p:spPr>
          <a:xfrm>
            <a:off x="478575" y="-1950"/>
            <a:ext cx="0" cy="51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7" name="Google Shape;657;p76"/>
          <p:cNvSpPr txBox="1"/>
          <p:nvPr/>
        </p:nvSpPr>
        <p:spPr>
          <a:xfrm>
            <a:off x="604350" y="843150"/>
            <a:ext cx="7935300" cy="585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300">
                <a:latin typeface="Century Gothic"/>
                <a:ea typeface="Century Gothic"/>
                <a:cs typeface="Century Gothic"/>
                <a:sym typeface="Century Gothic"/>
              </a:rPr>
              <a:t>A centralização da entrega de mídia no Adserver, abre novos pilares para serem explorados e que elevam o desempenho da entrega de mídia.</a:t>
            </a:r>
            <a:endParaRPr i="1" sz="13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658" name="Google Shape;658;p76"/>
          <p:cNvCxnSpPr/>
          <p:nvPr/>
        </p:nvCxnSpPr>
        <p:spPr>
          <a:xfrm rot="10800000">
            <a:off x="718152" y="4201344"/>
            <a:ext cx="73008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659" name="Google Shape;659;p76"/>
          <p:cNvSpPr/>
          <p:nvPr/>
        </p:nvSpPr>
        <p:spPr>
          <a:xfrm>
            <a:off x="2908391" y="1766206"/>
            <a:ext cx="756000" cy="749700"/>
          </a:xfrm>
          <a:prstGeom prst="ellipse">
            <a:avLst/>
          </a:prstGeom>
          <a:solidFill>
            <a:srgbClr val="E6E6E2"/>
          </a:solidFill>
          <a:ln cap="flat" cmpd="sng" w="9525">
            <a:solidFill>
              <a:srgbClr val="FD3E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76"/>
          <p:cNvSpPr/>
          <p:nvPr/>
        </p:nvSpPr>
        <p:spPr>
          <a:xfrm>
            <a:off x="3046366" y="1961319"/>
            <a:ext cx="480060" cy="359482"/>
          </a:xfrm>
          <a:custGeom>
            <a:rect b="b" l="l" r="r" t="t"/>
            <a:pathLst>
              <a:path extrusionOk="0" h="194841" w="285750">
                <a:moveTo>
                  <a:pt x="143788" y="62364"/>
                </a:moveTo>
                <a:lnTo>
                  <a:pt x="144678" y="62409"/>
                </a:lnTo>
                <a:lnTo>
                  <a:pt x="145569" y="62453"/>
                </a:lnTo>
                <a:lnTo>
                  <a:pt x="146460" y="62542"/>
                </a:lnTo>
                <a:lnTo>
                  <a:pt x="147328" y="62631"/>
                </a:lnTo>
                <a:lnTo>
                  <a:pt x="148219" y="62765"/>
                </a:lnTo>
                <a:lnTo>
                  <a:pt x="149087" y="62899"/>
                </a:lnTo>
                <a:lnTo>
                  <a:pt x="149933" y="63077"/>
                </a:lnTo>
                <a:lnTo>
                  <a:pt x="150779" y="63255"/>
                </a:lnTo>
                <a:lnTo>
                  <a:pt x="151625" y="63455"/>
                </a:lnTo>
                <a:lnTo>
                  <a:pt x="152471" y="63678"/>
                </a:lnTo>
                <a:lnTo>
                  <a:pt x="153295" y="63923"/>
                </a:lnTo>
                <a:lnTo>
                  <a:pt x="154119" y="64190"/>
                </a:lnTo>
                <a:lnTo>
                  <a:pt x="154920" y="64479"/>
                </a:lnTo>
                <a:lnTo>
                  <a:pt x="155722" y="64791"/>
                </a:lnTo>
                <a:lnTo>
                  <a:pt x="156524" y="65103"/>
                </a:lnTo>
                <a:lnTo>
                  <a:pt x="157303" y="65459"/>
                </a:lnTo>
                <a:lnTo>
                  <a:pt x="158082" y="65815"/>
                </a:lnTo>
                <a:lnTo>
                  <a:pt x="158839" y="66194"/>
                </a:lnTo>
                <a:lnTo>
                  <a:pt x="159574" y="66595"/>
                </a:lnTo>
                <a:lnTo>
                  <a:pt x="160331" y="66995"/>
                </a:lnTo>
                <a:lnTo>
                  <a:pt x="161043" y="67441"/>
                </a:lnTo>
                <a:lnTo>
                  <a:pt x="161778" y="67886"/>
                </a:lnTo>
                <a:lnTo>
                  <a:pt x="162468" y="68354"/>
                </a:lnTo>
                <a:lnTo>
                  <a:pt x="163158" y="68821"/>
                </a:lnTo>
                <a:lnTo>
                  <a:pt x="163849" y="69333"/>
                </a:lnTo>
                <a:lnTo>
                  <a:pt x="164517" y="69845"/>
                </a:lnTo>
                <a:lnTo>
                  <a:pt x="165185" y="70357"/>
                </a:lnTo>
                <a:lnTo>
                  <a:pt x="165808" y="70914"/>
                </a:lnTo>
                <a:lnTo>
                  <a:pt x="166454" y="71471"/>
                </a:lnTo>
                <a:lnTo>
                  <a:pt x="167055" y="72050"/>
                </a:lnTo>
                <a:lnTo>
                  <a:pt x="167656" y="72628"/>
                </a:lnTo>
                <a:lnTo>
                  <a:pt x="168257" y="73230"/>
                </a:lnTo>
                <a:lnTo>
                  <a:pt x="168836" y="73853"/>
                </a:lnTo>
                <a:lnTo>
                  <a:pt x="169393" y="74476"/>
                </a:lnTo>
                <a:lnTo>
                  <a:pt x="169927" y="75122"/>
                </a:lnTo>
                <a:lnTo>
                  <a:pt x="170461" y="75768"/>
                </a:lnTo>
                <a:lnTo>
                  <a:pt x="170974" y="76436"/>
                </a:lnTo>
                <a:lnTo>
                  <a:pt x="171463" y="77126"/>
                </a:lnTo>
                <a:lnTo>
                  <a:pt x="171953" y="77816"/>
                </a:lnTo>
                <a:lnTo>
                  <a:pt x="172421" y="78529"/>
                </a:lnTo>
                <a:lnTo>
                  <a:pt x="172866" y="79241"/>
                </a:lnTo>
                <a:lnTo>
                  <a:pt x="173289" y="79976"/>
                </a:lnTo>
                <a:lnTo>
                  <a:pt x="173712" y="80711"/>
                </a:lnTo>
                <a:lnTo>
                  <a:pt x="174113" y="81468"/>
                </a:lnTo>
                <a:lnTo>
                  <a:pt x="174491" y="82225"/>
                </a:lnTo>
                <a:lnTo>
                  <a:pt x="174848" y="83004"/>
                </a:lnTo>
                <a:lnTo>
                  <a:pt x="175182" y="83783"/>
                </a:lnTo>
                <a:lnTo>
                  <a:pt x="175516" y="84562"/>
                </a:lnTo>
                <a:lnTo>
                  <a:pt x="175805" y="85364"/>
                </a:lnTo>
                <a:lnTo>
                  <a:pt x="176095" y="86188"/>
                </a:lnTo>
                <a:lnTo>
                  <a:pt x="176362" y="86989"/>
                </a:lnTo>
                <a:lnTo>
                  <a:pt x="176607" y="87835"/>
                </a:lnTo>
                <a:lnTo>
                  <a:pt x="176829" y="88659"/>
                </a:lnTo>
                <a:lnTo>
                  <a:pt x="177052" y="89505"/>
                </a:lnTo>
                <a:lnTo>
                  <a:pt x="177230" y="90351"/>
                </a:lnTo>
                <a:lnTo>
                  <a:pt x="177386" y="91220"/>
                </a:lnTo>
                <a:lnTo>
                  <a:pt x="177542" y="92088"/>
                </a:lnTo>
                <a:lnTo>
                  <a:pt x="177653" y="92956"/>
                </a:lnTo>
                <a:lnTo>
                  <a:pt x="177764" y="93847"/>
                </a:lnTo>
                <a:lnTo>
                  <a:pt x="177831" y="94715"/>
                </a:lnTo>
                <a:lnTo>
                  <a:pt x="177898" y="95628"/>
                </a:lnTo>
                <a:lnTo>
                  <a:pt x="177943" y="96519"/>
                </a:lnTo>
                <a:lnTo>
                  <a:pt x="177943" y="97432"/>
                </a:lnTo>
                <a:lnTo>
                  <a:pt x="177943" y="98322"/>
                </a:lnTo>
                <a:lnTo>
                  <a:pt x="177898" y="99235"/>
                </a:lnTo>
                <a:lnTo>
                  <a:pt x="177831" y="100126"/>
                </a:lnTo>
                <a:lnTo>
                  <a:pt x="177764" y="101016"/>
                </a:lnTo>
                <a:lnTo>
                  <a:pt x="177653" y="101885"/>
                </a:lnTo>
                <a:lnTo>
                  <a:pt x="177542" y="102753"/>
                </a:lnTo>
                <a:lnTo>
                  <a:pt x="177386" y="103621"/>
                </a:lnTo>
                <a:lnTo>
                  <a:pt x="177230" y="104490"/>
                </a:lnTo>
                <a:lnTo>
                  <a:pt x="177052" y="105336"/>
                </a:lnTo>
                <a:lnTo>
                  <a:pt x="176829" y="106182"/>
                </a:lnTo>
                <a:lnTo>
                  <a:pt x="176607" y="107028"/>
                </a:lnTo>
                <a:lnTo>
                  <a:pt x="176362" y="107852"/>
                </a:lnTo>
                <a:lnTo>
                  <a:pt x="176095" y="108675"/>
                </a:lnTo>
                <a:lnTo>
                  <a:pt x="175805" y="109477"/>
                </a:lnTo>
                <a:lnTo>
                  <a:pt x="175516" y="110279"/>
                </a:lnTo>
                <a:lnTo>
                  <a:pt x="175182" y="111058"/>
                </a:lnTo>
                <a:lnTo>
                  <a:pt x="174848" y="111859"/>
                </a:lnTo>
                <a:lnTo>
                  <a:pt x="174491" y="112616"/>
                </a:lnTo>
                <a:lnTo>
                  <a:pt x="174113" y="113373"/>
                </a:lnTo>
                <a:lnTo>
                  <a:pt x="173712" y="114130"/>
                </a:lnTo>
                <a:lnTo>
                  <a:pt x="173289" y="114865"/>
                </a:lnTo>
                <a:lnTo>
                  <a:pt x="172866" y="115600"/>
                </a:lnTo>
                <a:lnTo>
                  <a:pt x="172421" y="116312"/>
                </a:lnTo>
                <a:lnTo>
                  <a:pt x="171953" y="117025"/>
                </a:lnTo>
                <a:lnTo>
                  <a:pt x="171463" y="117715"/>
                </a:lnTo>
                <a:lnTo>
                  <a:pt x="170974" y="118405"/>
                </a:lnTo>
                <a:lnTo>
                  <a:pt x="170461" y="119073"/>
                </a:lnTo>
                <a:lnTo>
                  <a:pt x="169927" y="119719"/>
                </a:lnTo>
                <a:lnTo>
                  <a:pt x="169393" y="120365"/>
                </a:lnTo>
                <a:lnTo>
                  <a:pt x="168836" y="120988"/>
                </a:lnTo>
                <a:lnTo>
                  <a:pt x="168257" y="121611"/>
                </a:lnTo>
                <a:lnTo>
                  <a:pt x="167656" y="122213"/>
                </a:lnTo>
                <a:lnTo>
                  <a:pt x="167055" y="122814"/>
                </a:lnTo>
                <a:lnTo>
                  <a:pt x="166454" y="123370"/>
                </a:lnTo>
                <a:lnTo>
                  <a:pt x="165808" y="123927"/>
                </a:lnTo>
                <a:lnTo>
                  <a:pt x="165185" y="124484"/>
                </a:lnTo>
                <a:lnTo>
                  <a:pt x="164517" y="125018"/>
                </a:lnTo>
                <a:lnTo>
                  <a:pt x="163849" y="125530"/>
                </a:lnTo>
                <a:lnTo>
                  <a:pt x="163158" y="126020"/>
                </a:lnTo>
                <a:lnTo>
                  <a:pt x="162468" y="126510"/>
                </a:lnTo>
                <a:lnTo>
                  <a:pt x="161778" y="126955"/>
                </a:lnTo>
                <a:lnTo>
                  <a:pt x="161043" y="127400"/>
                </a:lnTo>
                <a:lnTo>
                  <a:pt x="160331" y="127846"/>
                </a:lnTo>
                <a:lnTo>
                  <a:pt x="159574" y="128246"/>
                </a:lnTo>
                <a:lnTo>
                  <a:pt x="158839" y="128647"/>
                </a:lnTo>
                <a:lnTo>
                  <a:pt x="158082" y="129026"/>
                </a:lnTo>
                <a:lnTo>
                  <a:pt x="157303" y="129382"/>
                </a:lnTo>
                <a:lnTo>
                  <a:pt x="156524" y="129738"/>
                </a:lnTo>
                <a:lnTo>
                  <a:pt x="155722" y="130050"/>
                </a:lnTo>
                <a:lnTo>
                  <a:pt x="154920" y="130362"/>
                </a:lnTo>
                <a:lnTo>
                  <a:pt x="154119" y="130651"/>
                </a:lnTo>
                <a:lnTo>
                  <a:pt x="153295" y="130918"/>
                </a:lnTo>
                <a:lnTo>
                  <a:pt x="152471" y="131163"/>
                </a:lnTo>
                <a:lnTo>
                  <a:pt x="151625" y="131386"/>
                </a:lnTo>
                <a:lnTo>
                  <a:pt x="150779" y="131586"/>
                </a:lnTo>
                <a:lnTo>
                  <a:pt x="149933" y="131787"/>
                </a:lnTo>
                <a:lnTo>
                  <a:pt x="149087" y="131942"/>
                </a:lnTo>
                <a:lnTo>
                  <a:pt x="148219" y="132098"/>
                </a:lnTo>
                <a:lnTo>
                  <a:pt x="147328" y="132210"/>
                </a:lnTo>
                <a:lnTo>
                  <a:pt x="146460" y="132321"/>
                </a:lnTo>
                <a:lnTo>
                  <a:pt x="145569" y="132388"/>
                </a:lnTo>
                <a:lnTo>
                  <a:pt x="144678" y="132454"/>
                </a:lnTo>
                <a:lnTo>
                  <a:pt x="143788" y="132477"/>
                </a:lnTo>
                <a:lnTo>
                  <a:pt x="142875" y="132499"/>
                </a:lnTo>
                <a:lnTo>
                  <a:pt x="141962" y="132477"/>
                </a:lnTo>
                <a:lnTo>
                  <a:pt x="141072" y="132454"/>
                </a:lnTo>
                <a:lnTo>
                  <a:pt x="140181" y="132388"/>
                </a:lnTo>
                <a:lnTo>
                  <a:pt x="139290" y="132321"/>
                </a:lnTo>
                <a:lnTo>
                  <a:pt x="138400" y="132210"/>
                </a:lnTo>
                <a:lnTo>
                  <a:pt x="137531" y="132098"/>
                </a:lnTo>
                <a:lnTo>
                  <a:pt x="136663" y="131942"/>
                </a:lnTo>
                <a:lnTo>
                  <a:pt x="135817" y="131787"/>
                </a:lnTo>
                <a:lnTo>
                  <a:pt x="134949" y="131586"/>
                </a:lnTo>
                <a:lnTo>
                  <a:pt x="134125" y="131386"/>
                </a:lnTo>
                <a:lnTo>
                  <a:pt x="133279" y="131163"/>
                </a:lnTo>
                <a:lnTo>
                  <a:pt x="132455" y="130918"/>
                </a:lnTo>
                <a:lnTo>
                  <a:pt x="131631" y="130651"/>
                </a:lnTo>
                <a:lnTo>
                  <a:pt x="130830" y="130362"/>
                </a:lnTo>
                <a:lnTo>
                  <a:pt x="130028" y="130050"/>
                </a:lnTo>
                <a:lnTo>
                  <a:pt x="129227" y="129738"/>
                </a:lnTo>
                <a:lnTo>
                  <a:pt x="128447" y="129382"/>
                </a:lnTo>
                <a:lnTo>
                  <a:pt x="127668" y="129026"/>
                </a:lnTo>
                <a:lnTo>
                  <a:pt x="126911" y="128647"/>
                </a:lnTo>
                <a:lnTo>
                  <a:pt x="126154" y="128246"/>
                </a:lnTo>
                <a:lnTo>
                  <a:pt x="125419" y="127846"/>
                </a:lnTo>
                <a:lnTo>
                  <a:pt x="124684" y="127400"/>
                </a:lnTo>
                <a:lnTo>
                  <a:pt x="123972" y="126955"/>
                </a:lnTo>
                <a:lnTo>
                  <a:pt x="123282" y="126510"/>
                </a:lnTo>
                <a:lnTo>
                  <a:pt x="122569" y="126020"/>
                </a:lnTo>
                <a:lnTo>
                  <a:pt x="121901" y="125530"/>
                </a:lnTo>
                <a:lnTo>
                  <a:pt x="121233" y="125018"/>
                </a:lnTo>
                <a:lnTo>
                  <a:pt x="120565" y="124484"/>
                </a:lnTo>
                <a:lnTo>
                  <a:pt x="119920" y="123927"/>
                </a:lnTo>
                <a:lnTo>
                  <a:pt x="119296" y="123370"/>
                </a:lnTo>
                <a:lnTo>
                  <a:pt x="118673" y="122814"/>
                </a:lnTo>
                <a:lnTo>
                  <a:pt x="118072" y="122213"/>
                </a:lnTo>
                <a:lnTo>
                  <a:pt x="117493" y="121611"/>
                </a:lnTo>
                <a:lnTo>
                  <a:pt x="116914" y="120988"/>
                </a:lnTo>
                <a:lnTo>
                  <a:pt x="116357" y="120365"/>
                </a:lnTo>
                <a:lnTo>
                  <a:pt x="115823" y="119719"/>
                </a:lnTo>
                <a:lnTo>
                  <a:pt x="115289" y="119073"/>
                </a:lnTo>
                <a:lnTo>
                  <a:pt x="114776" y="118405"/>
                </a:lnTo>
                <a:lnTo>
                  <a:pt x="114287" y="117715"/>
                </a:lnTo>
                <a:lnTo>
                  <a:pt x="113797" y="117025"/>
                </a:lnTo>
                <a:lnTo>
                  <a:pt x="113329" y="116312"/>
                </a:lnTo>
                <a:lnTo>
                  <a:pt x="112884" y="115600"/>
                </a:lnTo>
                <a:lnTo>
                  <a:pt x="112461" y="114865"/>
                </a:lnTo>
                <a:lnTo>
                  <a:pt x="112038" y="114130"/>
                </a:lnTo>
                <a:lnTo>
                  <a:pt x="111637" y="113373"/>
                </a:lnTo>
                <a:lnTo>
                  <a:pt x="111259" y="112616"/>
                </a:lnTo>
                <a:lnTo>
                  <a:pt x="110902" y="111859"/>
                </a:lnTo>
                <a:lnTo>
                  <a:pt x="110568" y="111058"/>
                </a:lnTo>
                <a:lnTo>
                  <a:pt x="110234" y="110279"/>
                </a:lnTo>
                <a:lnTo>
                  <a:pt x="109945" y="109477"/>
                </a:lnTo>
                <a:lnTo>
                  <a:pt x="109656" y="108675"/>
                </a:lnTo>
                <a:lnTo>
                  <a:pt x="109388" y="107852"/>
                </a:lnTo>
                <a:lnTo>
                  <a:pt x="109143" y="107028"/>
                </a:lnTo>
                <a:lnTo>
                  <a:pt x="108898" y="106182"/>
                </a:lnTo>
                <a:lnTo>
                  <a:pt x="108698" y="105336"/>
                </a:lnTo>
                <a:lnTo>
                  <a:pt x="108520" y="104490"/>
                </a:lnTo>
                <a:lnTo>
                  <a:pt x="108342" y="103621"/>
                </a:lnTo>
                <a:lnTo>
                  <a:pt x="108208" y="102753"/>
                </a:lnTo>
                <a:lnTo>
                  <a:pt x="108097" y="101885"/>
                </a:lnTo>
                <a:lnTo>
                  <a:pt x="107986" y="101016"/>
                </a:lnTo>
                <a:lnTo>
                  <a:pt x="107897" y="100126"/>
                </a:lnTo>
                <a:lnTo>
                  <a:pt x="107852" y="99235"/>
                </a:lnTo>
                <a:lnTo>
                  <a:pt x="107808" y="98322"/>
                </a:lnTo>
                <a:lnTo>
                  <a:pt x="107808" y="97432"/>
                </a:lnTo>
                <a:lnTo>
                  <a:pt x="107808" y="96519"/>
                </a:lnTo>
                <a:lnTo>
                  <a:pt x="107852" y="95628"/>
                </a:lnTo>
                <a:lnTo>
                  <a:pt x="107897" y="94715"/>
                </a:lnTo>
                <a:lnTo>
                  <a:pt x="107986" y="93847"/>
                </a:lnTo>
                <a:lnTo>
                  <a:pt x="108097" y="92956"/>
                </a:lnTo>
                <a:lnTo>
                  <a:pt x="108208" y="92088"/>
                </a:lnTo>
                <a:lnTo>
                  <a:pt x="108342" y="91220"/>
                </a:lnTo>
                <a:lnTo>
                  <a:pt x="108520" y="90351"/>
                </a:lnTo>
                <a:lnTo>
                  <a:pt x="108698" y="89505"/>
                </a:lnTo>
                <a:lnTo>
                  <a:pt x="108898" y="88659"/>
                </a:lnTo>
                <a:lnTo>
                  <a:pt x="109143" y="87835"/>
                </a:lnTo>
                <a:lnTo>
                  <a:pt x="109388" y="86989"/>
                </a:lnTo>
                <a:lnTo>
                  <a:pt x="109656" y="86188"/>
                </a:lnTo>
                <a:lnTo>
                  <a:pt x="109945" y="85364"/>
                </a:lnTo>
                <a:lnTo>
                  <a:pt x="110234" y="84562"/>
                </a:lnTo>
                <a:lnTo>
                  <a:pt x="110568" y="83783"/>
                </a:lnTo>
                <a:lnTo>
                  <a:pt x="110902" y="83004"/>
                </a:lnTo>
                <a:lnTo>
                  <a:pt x="111259" y="82225"/>
                </a:lnTo>
                <a:lnTo>
                  <a:pt x="111637" y="81468"/>
                </a:lnTo>
                <a:lnTo>
                  <a:pt x="112038" y="80711"/>
                </a:lnTo>
                <a:lnTo>
                  <a:pt x="112461" y="79976"/>
                </a:lnTo>
                <a:lnTo>
                  <a:pt x="112884" y="79241"/>
                </a:lnTo>
                <a:lnTo>
                  <a:pt x="113329" y="78529"/>
                </a:lnTo>
                <a:lnTo>
                  <a:pt x="113797" y="77816"/>
                </a:lnTo>
                <a:lnTo>
                  <a:pt x="114287" y="77126"/>
                </a:lnTo>
                <a:lnTo>
                  <a:pt x="114776" y="76436"/>
                </a:lnTo>
                <a:lnTo>
                  <a:pt x="115289" y="75768"/>
                </a:lnTo>
                <a:lnTo>
                  <a:pt x="115823" y="75122"/>
                </a:lnTo>
                <a:lnTo>
                  <a:pt x="116357" y="74476"/>
                </a:lnTo>
                <a:lnTo>
                  <a:pt x="116914" y="73853"/>
                </a:lnTo>
                <a:lnTo>
                  <a:pt x="117493" y="73230"/>
                </a:lnTo>
                <a:lnTo>
                  <a:pt x="118072" y="72628"/>
                </a:lnTo>
                <a:lnTo>
                  <a:pt x="118673" y="72050"/>
                </a:lnTo>
                <a:lnTo>
                  <a:pt x="119296" y="71471"/>
                </a:lnTo>
                <a:lnTo>
                  <a:pt x="119920" y="70914"/>
                </a:lnTo>
                <a:lnTo>
                  <a:pt x="120565" y="70357"/>
                </a:lnTo>
                <a:lnTo>
                  <a:pt x="121233" y="69845"/>
                </a:lnTo>
                <a:lnTo>
                  <a:pt x="121901" y="69333"/>
                </a:lnTo>
                <a:lnTo>
                  <a:pt x="122569" y="68821"/>
                </a:lnTo>
                <a:lnTo>
                  <a:pt x="123282" y="68354"/>
                </a:lnTo>
                <a:lnTo>
                  <a:pt x="123972" y="67886"/>
                </a:lnTo>
                <a:lnTo>
                  <a:pt x="124684" y="67441"/>
                </a:lnTo>
                <a:lnTo>
                  <a:pt x="125419" y="66995"/>
                </a:lnTo>
                <a:lnTo>
                  <a:pt x="126154" y="66595"/>
                </a:lnTo>
                <a:lnTo>
                  <a:pt x="126911" y="66194"/>
                </a:lnTo>
                <a:lnTo>
                  <a:pt x="127668" y="65815"/>
                </a:lnTo>
                <a:lnTo>
                  <a:pt x="128447" y="65459"/>
                </a:lnTo>
                <a:lnTo>
                  <a:pt x="129227" y="65103"/>
                </a:lnTo>
                <a:lnTo>
                  <a:pt x="130028" y="64791"/>
                </a:lnTo>
                <a:lnTo>
                  <a:pt x="130830" y="64479"/>
                </a:lnTo>
                <a:lnTo>
                  <a:pt x="131631" y="64190"/>
                </a:lnTo>
                <a:lnTo>
                  <a:pt x="132455" y="63923"/>
                </a:lnTo>
                <a:lnTo>
                  <a:pt x="133279" y="63678"/>
                </a:lnTo>
                <a:lnTo>
                  <a:pt x="134125" y="63455"/>
                </a:lnTo>
                <a:lnTo>
                  <a:pt x="134949" y="63255"/>
                </a:lnTo>
                <a:lnTo>
                  <a:pt x="135817" y="63077"/>
                </a:lnTo>
                <a:lnTo>
                  <a:pt x="136663" y="62899"/>
                </a:lnTo>
                <a:lnTo>
                  <a:pt x="137531" y="62765"/>
                </a:lnTo>
                <a:lnTo>
                  <a:pt x="138400" y="62631"/>
                </a:lnTo>
                <a:lnTo>
                  <a:pt x="139290" y="62542"/>
                </a:lnTo>
                <a:lnTo>
                  <a:pt x="140181" y="62453"/>
                </a:lnTo>
                <a:lnTo>
                  <a:pt x="141072" y="62409"/>
                </a:lnTo>
                <a:lnTo>
                  <a:pt x="141962" y="62364"/>
                </a:lnTo>
                <a:close/>
                <a:moveTo>
                  <a:pt x="142875" y="38964"/>
                </a:moveTo>
                <a:lnTo>
                  <a:pt x="141361" y="38986"/>
                </a:lnTo>
                <a:lnTo>
                  <a:pt x="139869" y="39053"/>
                </a:lnTo>
                <a:lnTo>
                  <a:pt x="138377" y="39142"/>
                </a:lnTo>
                <a:lnTo>
                  <a:pt x="136908" y="39275"/>
                </a:lnTo>
                <a:lnTo>
                  <a:pt x="135438" y="39454"/>
                </a:lnTo>
                <a:lnTo>
                  <a:pt x="133991" y="39654"/>
                </a:lnTo>
                <a:lnTo>
                  <a:pt x="132544" y="39899"/>
                </a:lnTo>
                <a:lnTo>
                  <a:pt x="131119" y="40166"/>
                </a:lnTo>
                <a:lnTo>
                  <a:pt x="129694" y="40478"/>
                </a:lnTo>
                <a:lnTo>
                  <a:pt x="128291" y="40812"/>
                </a:lnTo>
                <a:lnTo>
                  <a:pt x="126889" y="41190"/>
                </a:lnTo>
                <a:lnTo>
                  <a:pt x="125508" y="41613"/>
                </a:lnTo>
                <a:lnTo>
                  <a:pt x="124150" y="42059"/>
                </a:lnTo>
                <a:lnTo>
                  <a:pt x="122814" y="42526"/>
                </a:lnTo>
                <a:lnTo>
                  <a:pt x="121478" y="43038"/>
                </a:lnTo>
                <a:lnTo>
                  <a:pt x="120142" y="43573"/>
                </a:lnTo>
                <a:lnTo>
                  <a:pt x="118851" y="44151"/>
                </a:lnTo>
                <a:lnTo>
                  <a:pt x="117560" y="44753"/>
                </a:lnTo>
                <a:lnTo>
                  <a:pt x="116291" y="45376"/>
                </a:lnTo>
                <a:lnTo>
                  <a:pt x="115044" y="46044"/>
                </a:lnTo>
                <a:lnTo>
                  <a:pt x="113819" y="46734"/>
                </a:lnTo>
                <a:lnTo>
                  <a:pt x="112594" y="47447"/>
                </a:lnTo>
                <a:lnTo>
                  <a:pt x="111392" y="48204"/>
                </a:lnTo>
                <a:lnTo>
                  <a:pt x="110234" y="48983"/>
                </a:lnTo>
                <a:lnTo>
                  <a:pt x="109077" y="49785"/>
                </a:lnTo>
                <a:lnTo>
                  <a:pt x="107941" y="50608"/>
                </a:lnTo>
                <a:lnTo>
                  <a:pt x="106828" y="51454"/>
                </a:lnTo>
                <a:lnTo>
                  <a:pt x="105715" y="52345"/>
                </a:lnTo>
                <a:lnTo>
                  <a:pt x="104646" y="53258"/>
                </a:lnTo>
                <a:lnTo>
                  <a:pt x="103599" y="54193"/>
                </a:lnTo>
                <a:lnTo>
                  <a:pt x="102575" y="55128"/>
                </a:lnTo>
                <a:lnTo>
                  <a:pt x="101573" y="56130"/>
                </a:lnTo>
                <a:lnTo>
                  <a:pt x="100594" y="57132"/>
                </a:lnTo>
                <a:lnTo>
                  <a:pt x="99636" y="58156"/>
                </a:lnTo>
                <a:lnTo>
                  <a:pt x="98701" y="59203"/>
                </a:lnTo>
                <a:lnTo>
                  <a:pt x="97788" y="60271"/>
                </a:lnTo>
                <a:lnTo>
                  <a:pt x="96920" y="61362"/>
                </a:lnTo>
                <a:lnTo>
                  <a:pt x="96052" y="62476"/>
                </a:lnTo>
                <a:lnTo>
                  <a:pt x="95228" y="63611"/>
                </a:lnTo>
                <a:lnTo>
                  <a:pt x="94426" y="64769"/>
                </a:lnTo>
                <a:lnTo>
                  <a:pt x="93647" y="65949"/>
                </a:lnTo>
                <a:lnTo>
                  <a:pt x="92912" y="67151"/>
                </a:lnTo>
                <a:lnTo>
                  <a:pt x="92177" y="68354"/>
                </a:lnTo>
                <a:lnTo>
                  <a:pt x="91487" y="69600"/>
                </a:lnTo>
                <a:lnTo>
                  <a:pt x="90842" y="70847"/>
                </a:lnTo>
                <a:lnTo>
                  <a:pt x="90196" y="72116"/>
                </a:lnTo>
                <a:lnTo>
                  <a:pt x="89595" y="73408"/>
                </a:lnTo>
                <a:lnTo>
                  <a:pt x="89038" y="74699"/>
                </a:lnTo>
                <a:lnTo>
                  <a:pt x="88481" y="76013"/>
                </a:lnTo>
                <a:lnTo>
                  <a:pt x="87969" y="77349"/>
                </a:lnTo>
                <a:lnTo>
                  <a:pt x="87502" y="78707"/>
                </a:lnTo>
                <a:lnTo>
                  <a:pt x="87056" y="80065"/>
                </a:lnTo>
                <a:lnTo>
                  <a:pt x="86656" y="81445"/>
                </a:lnTo>
                <a:lnTo>
                  <a:pt x="86277" y="82848"/>
                </a:lnTo>
                <a:lnTo>
                  <a:pt x="85921" y="84251"/>
                </a:lnTo>
                <a:lnTo>
                  <a:pt x="85609" y="85653"/>
                </a:lnTo>
                <a:lnTo>
                  <a:pt x="85342" y="87101"/>
                </a:lnTo>
                <a:lnTo>
                  <a:pt x="85097" y="88548"/>
                </a:lnTo>
                <a:lnTo>
                  <a:pt x="84897" y="89995"/>
                </a:lnTo>
                <a:lnTo>
                  <a:pt x="84719" y="91465"/>
                </a:lnTo>
                <a:lnTo>
                  <a:pt x="84585" y="92934"/>
                </a:lnTo>
                <a:lnTo>
                  <a:pt x="84496" y="94426"/>
                </a:lnTo>
                <a:lnTo>
                  <a:pt x="84451" y="95918"/>
                </a:lnTo>
                <a:lnTo>
                  <a:pt x="84429" y="97432"/>
                </a:lnTo>
                <a:lnTo>
                  <a:pt x="84451" y="98923"/>
                </a:lnTo>
                <a:lnTo>
                  <a:pt x="84496" y="100415"/>
                </a:lnTo>
                <a:lnTo>
                  <a:pt x="84585" y="101907"/>
                </a:lnTo>
                <a:lnTo>
                  <a:pt x="84719" y="103376"/>
                </a:lnTo>
                <a:lnTo>
                  <a:pt x="84897" y="104846"/>
                </a:lnTo>
                <a:lnTo>
                  <a:pt x="85097" y="106315"/>
                </a:lnTo>
                <a:lnTo>
                  <a:pt x="85342" y="107740"/>
                </a:lnTo>
                <a:lnTo>
                  <a:pt x="85609" y="109188"/>
                </a:lnTo>
                <a:lnTo>
                  <a:pt x="85921" y="110590"/>
                </a:lnTo>
                <a:lnTo>
                  <a:pt x="86277" y="112015"/>
                </a:lnTo>
                <a:lnTo>
                  <a:pt x="86656" y="113396"/>
                </a:lnTo>
                <a:lnTo>
                  <a:pt x="87056" y="114776"/>
                </a:lnTo>
                <a:lnTo>
                  <a:pt x="87502" y="116134"/>
                </a:lnTo>
                <a:lnTo>
                  <a:pt x="87969" y="117492"/>
                </a:lnTo>
                <a:lnTo>
                  <a:pt x="88481" y="118828"/>
                </a:lnTo>
                <a:lnTo>
                  <a:pt x="89038" y="120142"/>
                </a:lnTo>
                <a:lnTo>
                  <a:pt x="89595" y="121456"/>
                </a:lnTo>
                <a:lnTo>
                  <a:pt x="90196" y="122725"/>
                </a:lnTo>
                <a:lnTo>
                  <a:pt x="90842" y="123994"/>
                </a:lnTo>
                <a:lnTo>
                  <a:pt x="91487" y="125263"/>
                </a:lnTo>
                <a:lnTo>
                  <a:pt x="92177" y="126487"/>
                </a:lnTo>
                <a:lnTo>
                  <a:pt x="92912" y="127690"/>
                </a:lnTo>
                <a:lnTo>
                  <a:pt x="93647" y="128892"/>
                </a:lnTo>
                <a:lnTo>
                  <a:pt x="94426" y="130072"/>
                </a:lnTo>
                <a:lnTo>
                  <a:pt x="95228" y="131230"/>
                </a:lnTo>
                <a:lnTo>
                  <a:pt x="96052" y="132365"/>
                </a:lnTo>
                <a:lnTo>
                  <a:pt x="96920" y="133479"/>
                </a:lnTo>
                <a:lnTo>
                  <a:pt x="97788" y="134570"/>
                </a:lnTo>
                <a:lnTo>
                  <a:pt x="98701" y="135638"/>
                </a:lnTo>
                <a:lnTo>
                  <a:pt x="99636" y="136685"/>
                </a:lnTo>
                <a:lnTo>
                  <a:pt x="100594" y="137731"/>
                </a:lnTo>
                <a:lnTo>
                  <a:pt x="101573" y="138733"/>
                </a:lnTo>
                <a:lnTo>
                  <a:pt x="102575" y="139713"/>
                </a:lnTo>
                <a:lnTo>
                  <a:pt x="103599" y="140670"/>
                </a:lnTo>
                <a:lnTo>
                  <a:pt x="104646" y="141605"/>
                </a:lnTo>
                <a:lnTo>
                  <a:pt x="105715" y="142496"/>
                </a:lnTo>
                <a:lnTo>
                  <a:pt x="106828" y="143387"/>
                </a:lnTo>
                <a:lnTo>
                  <a:pt x="107941" y="144233"/>
                </a:lnTo>
                <a:lnTo>
                  <a:pt x="109077" y="145079"/>
                </a:lnTo>
                <a:lnTo>
                  <a:pt x="110234" y="145880"/>
                </a:lnTo>
                <a:lnTo>
                  <a:pt x="111392" y="146637"/>
                </a:lnTo>
                <a:lnTo>
                  <a:pt x="112594" y="147394"/>
                </a:lnTo>
                <a:lnTo>
                  <a:pt x="113819" y="148107"/>
                </a:lnTo>
                <a:lnTo>
                  <a:pt x="115044" y="148797"/>
                </a:lnTo>
                <a:lnTo>
                  <a:pt x="116291" y="149465"/>
                </a:lnTo>
                <a:lnTo>
                  <a:pt x="117560" y="150088"/>
                </a:lnTo>
                <a:lnTo>
                  <a:pt x="118851" y="150690"/>
                </a:lnTo>
                <a:lnTo>
                  <a:pt x="120142" y="151268"/>
                </a:lnTo>
                <a:lnTo>
                  <a:pt x="121478" y="151803"/>
                </a:lnTo>
                <a:lnTo>
                  <a:pt x="122814" y="152315"/>
                </a:lnTo>
                <a:lnTo>
                  <a:pt x="124150" y="152805"/>
                </a:lnTo>
                <a:lnTo>
                  <a:pt x="125508" y="153228"/>
                </a:lnTo>
                <a:lnTo>
                  <a:pt x="126889" y="153651"/>
                </a:lnTo>
                <a:lnTo>
                  <a:pt x="128291" y="154029"/>
                </a:lnTo>
                <a:lnTo>
                  <a:pt x="129694" y="154363"/>
                </a:lnTo>
                <a:lnTo>
                  <a:pt x="131119" y="154675"/>
                </a:lnTo>
                <a:lnTo>
                  <a:pt x="132544" y="154964"/>
                </a:lnTo>
                <a:lnTo>
                  <a:pt x="133991" y="155187"/>
                </a:lnTo>
                <a:lnTo>
                  <a:pt x="135438" y="155410"/>
                </a:lnTo>
                <a:lnTo>
                  <a:pt x="136908" y="155566"/>
                </a:lnTo>
                <a:lnTo>
                  <a:pt x="138377" y="155699"/>
                </a:lnTo>
                <a:lnTo>
                  <a:pt x="139869" y="155788"/>
                </a:lnTo>
                <a:lnTo>
                  <a:pt x="141361" y="155855"/>
                </a:lnTo>
                <a:lnTo>
                  <a:pt x="142875" y="155877"/>
                </a:lnTo>
                <a:lnTo>
                  <a:pt x="144389" y="155855"/>
                </a:lnTo>
                <a:lnTo>
                  <a:pt x="145881" y="155788"/>
                </a:lnTo>
                <a:lnTo>
                  <a:pt x="147373" y="155699"/>
                </a:lnTo>
                <a:lnTo>
                  <a:pt x="148842" y="155566"/>
                </a:lnTo>
                <a:lnTo>
                  <a:pt x="150312" y="155410"/>
                </a:lnTo>
                <a:lnTo>
                  <a:pt x="151759" y="155187"/>
                </a:lnTo>
                <a:lnTo>
                  <a:pt x="153206" y="154964"/>
                </a:lnTo>
                <a:lnTo>
                  <a:pt x="154631" y="154675"/>
                </a:lnTo>
                <a:lnTo>
                  <a:pt x="156056" y="154363"/>
                </a:lnTo>
                <a:lnTo>
                  <a:pt x="157459" y="154029"/>
                </a:lnTo>
                <a:lnTo>
                  <a:pt x="158861" y="153651"/>
                </a:lnTo>
                <a:lnTo>
                  <a:pt x="160220" y="153228"/>
                </a:lnTo>
                <a:lnTo>
                  <a:pt x="161600" y="152805"/>
                </a:lnTo>
                <a:lnTo>
                  <a:pt x="162936" y="152315"/>
                </a:lnTo>
                <a:lnTo>
                  <a:pt x="164272" y="151803"/>
                </a:lnTo>
                <a:lnTo>
                  <a:pt x="165585" y="151268"/>
                </a:lnTo>
                <a:lnTo>
                  <a:pt x="166899" y="150690"/>
                </a:lnTo>
                <a:lnTo>
                  <a:pt x="168190" y="150088"/>
                </a:lnTo>
                <a:lnTo>
                  <a:pt x="169460" y="149465"/>
                </a:lnTo>
                <a:lnTo>
                  <a:pt x="170706" y="148797"/>
                </a:lnTo>
                <a:lnTo>
                  <a:pt x="171931" y="148107"/>
                </a:lnTo>
                <a:lnTo>
                  <a:pt x="173156" y="147394"/>
                </a:lnTo>
                <a:lnTo>
                  <a:pt x="174336" y="146637"/>
                </a:lnTo>
                <a:lnTo>
                  <a:pt x="175516" y="145880"/>
                </a:lnTo>
                <a:lnTo>
                  <a:pt x="176673" y="145079"/>
                </a:lnTo>
                <a:lnTo>
                  <a:pt x="177809" y="144233"/>
                </a:lnTo>
                <a:lnTo>
                  <a:pt x="178922" y="143387"/>
                </a:lnTo>
                <a:lnTo>
                  <a:pt x="180013" y="142496"/>
                </a:lnTo>
                <a:lnTo>
                  <a:pt x="181104" y="141605"/>
                </a:lnTo>
                <a:lnTo>
                  <a:pt x="182151" y="140670"/>
                </a:lnTo>
                <a:lnTo>
                  <a:pt x="183175" y="139713"/>
                </a:lnTo>
                <a:lnTo>
                  <a:pt x="184177" y="138733"/>
                </a:lnTo>
                <a:lnTo>
                  <a:pt x="185156" y="137731"/>
                </a:lnTo>
                <a:lnTo>
                  <a:pt x="186114" y="136685"/>
                </a:lnTo>
                <a:lnTo>
                  <a:pt x="187049" y="135638"/>
                </a:lnTo>
                <a:lnTo>
                  <a:pt x="187962" y="134570"/>
                </a:lnTo>
                <a:lnTo>
                  <a:pt x="188830" y="133479"/>
                </a:lnTo>
                <a:lnTo>
                  <a:pt x="189698" y="132365"/>
                </a:lnTo>
                <a:lnTo>
                  <a:pt x="190522" y="131230"/>
                </a:lnTo>
                <a:lnTo>
                  <a:pt x="191324" y="130072"/>
                </a:lnTo>
                <a:lnTo>
                  <a:pt x="192103" y="128892"/>
                </a:lnTo>
                <a:lnTo>
                  <a:pt x="192838" y="127690"/>
                </a:lnTo>
                <a:lnTo>
                  <a:pt x="193573" y="126487"/>
                </a:lnTo>
                <a:lnTo>
                  <a:pt x="194263" y="125263"/>
                </a:lnTo>
                <a:lnTo>
                  <a:pt x="194908" y="123994"/>
                </a:lnTo>
                <a:lnTo>
                  <a:pt x="195554" y="122725"/>
                </a:lnTo>
                <a:lnTo>
                  <a:pt x="196155" y="121456"/>
                </a:lnTo>
                <a:lnTo>
                  <a:pt x="196712" y="120142"/>
                </a:lnTo>
                <a:lnTo>
                  <a:pt x="197269" y="118828"/>
                </a:lnTo>
                <a:lnTo>
                  <a:pt x="197758" y="117492"/>
                </a:lnTo>
                <a:lnTo>
                  <a:pt x="198248" y="116134"/>
                </a:lnTo>
                <a:lnTo>
                  <a:pt x="198694" y="114776"/>
                </a:lnTo>
                <a:lnTo>
                  <a:pt x="199094" y="113396"/>
                </a:lnTo>
                <a:lnTo>
                  <a:pt x="199473" y="112015"/>
                </a:lnTo>
                <a:lnTo>
                  <a:pt x="199829" y="110590"/>
                </a:lnTo>
                <a:lnTo>
                  <a:pt x="200141" y="109188"/>
                </a:lnTo>
                <a:lnTo>
                  <a:pt x="200408" y="107740"/>
                </a:lnTo>
                <a:lnTo>
                  <a:pt x="200653" y="106315"/>
                </a:lnTo>
                <a:lnTo>
                  <a:pt x="200853" y="104846"/>
                </a:lnTo>
                <a:lnTo>
                  <a:pt x="201009" y="103376"/>
                </a:lnTo>
                <a:lnTo>
                  <a:pt x="201143" y="101907"/>
                </a:lnTo>
                <a:lnTo>
                  <a:pt x="201254" y="100415"/>
                </a:lnTo>
                <a:lnTo>
                  <a:pt x="201299" y="98923"/>
                </a:lnTo>
                <a:lnTo>
                  <a:pt x="201321" y="97432"/>
                </a:lnTo>
                <a:lnTo>
                  <a:pt x="201299" y="95918"/>
                </a:lnTo>
                <a:lnTo>
                  <a:pt x="201254" y="94426"/>
                </a:lnTo>
                <a:lnTo>
                  <a:pt x="201143" y="92934"/>
                </a:lnTo>
                <a:lnTo>
                  <a:pt x="201009" y="91465"/>
                </a:lnTo>
                <a:lnTo>
                  <a:pt x="200853" y="89995"/>
                </a:lnTo>
                <a:lnTo>
                  <a:pt x="200653" y="88548"/>
                </a:lnTo>
                <a:lnTo>
                  <a:pt x="200408" y="87101"/>
                </a:lnTo>
                <a:lnTo>
                  <a:pt x="200141" y="85653"/>
                </a:lnTo>
                <a:lnTo>
                  <a:pt x="199829" y="84251"/>
                </a:lnTo>
                <a:lnTo>
                  <a:pt x="199473" y="82848"/>
                </a:lnTo>
                <a:lnTo>
                  <a:pt x="199094" y="81445"/>
                </a:lnTo>
                <a:lnTo>
                  <a:pt x="198694" y="80065"/>
                </a:lnTo>
                <a:lnTo>
                  <a:pt x="198248" y="78707"/>
                </a:lnTo>
                <a:lnTo>
                  <a:pt x="197758" y="77349"/>
                </a:lnTo>
                <a:lnTo>
                  <a:pt x="197269" y="76013"/>
                </a:lnTo>
                <a:lnTo>
                  <a:pt x="196712" y="74699"/>
                </a:lnTo>
                <a:lnTo>
                  <a:pt x="196155" y="73408"/>
                </a:lnTo>
                <a:lnTo>
                  <a:pt x="195554" y="72116"/>
                </a:lnTo>
                <a:lnTo>
                  <a:pt x="194908" y="70847"/>
                </a:lnTo>
                <a:lnTo>
                  <a:pt x="194263" y="69600"/>
                </a:lnTo>
                <a:lnTo>
                  <a:pt x="193573" y="68354"/>
                </a:lnTo>
                <a:lnTo>
                  <a:pt x="192838" y="67151"/>
                </a:lnTo>
                <a:lnTo>
                  <a:pt x="192103" y="65949"/>
                </a:lnTo>
                <a:lnTo>
                  <a:pt x="191324" y="64769"/>
                </a:lnTo>
                <a:lnTo>
                  <a:pt x="190522" y="63611"/>
                </a:lnTo>
                <a:lnTo>
                  <a:pt x="189698" y="62476"/>
                </a:lnTo>
                <a:lnTo>
                  <a:pt x="188830" y="61362"/>
                </a:lnTo>
                <a:lnTo>
                  <a:pt x="187962" y="60271"/>
                </a:lnTo>
                <a:lnTo>
                  <a:pt x="187049" y="59203"/>
                </a:lnTo>
                <a:lnTo>
                  <a:pt x="186114" y="58156"/>
                </a:lnTo>
                <a:lnTo>
                  <a:pt x="185156" y="57132"/>
                </a:lnTo>
                <a:lnTo>
                  <a:pt x="184177" y="56130"/>
                </a:lnTo>
                <a:lnTo>
                  <a:pt x="183175" y="55128"/>
                </a:lnTo>
                <a:lnTo>
                  <a:pt x="182151" y="54193"/>
                </a:lnTo>
                <a:lnTo>
                  <a:pt x="181104" y="53258"/>
                </a:lnTo>
                <a:lnTo>
                  <a:pt x="180013" y="52345"/>
                </a:lnTo>
                <a:lnTo>
                  <a:pt x="178922" y="51454"/>
                </a:lnTo>
                <a:lnTo>
                  <a:pt x="177809" y="50608"/>
                </a:lnTo>
                <a:lnTo>
                  <a:pt x="176673" y="49785"/>
                </a:lnTo>
                <a:lnTo>
                  <a:pt x="175516" y="48983"/>
                </a:lnTo>
                <a:lnTo>
                  <a:pt x="174336" y="48204"/>
                </a:lnTo>
                <a:lnTo>
                  <a:pt x="173156" y="47447"/>
                </a:lnTo>
                <a:lnTo>
                  <a:pt x="171931" y="46734"/>
                </a:lnTo>
                <a:lnTo>
                  <a:pt x="170706" y="46044"/>
                </a:lnTo>
                <a:lnTo>
                  <a:pt x="169460" y="45376"/>
                </a:lnTo>
                <a:lnTo>
                  <a:pt x="168190" y="44753"/>
                </a:lnTo>
                <a:lnTo>
                  <a:pt x="166899" y="44151"/>
                </a:lnTo>
                <a:lnTo>
                  <a:pt x="165585" y="43573"/>
                </a:lnTo>
                <a:lnTo>
                  <a:pt x="164272" y="43038"/>
                </a:lnTo>
                <a:lnTo>
                  <a:pt x="162936" y="42526"/>
                </a:lnTo>
                <a:lnTo>
                  <a:pt x="161600" y="42059"/>
                </a:lnTo>
                <a:lnTo>
                  <a:pt x="160220" y="41613"/>
                </a:lnTo>
                <a:lnTo>
                  <a:pt x="158861" y="41190"/>
                </a:lnTo>
                <a:lnTo>
                  <a:pt x="157459" y="40812"/>
                </a:lnTo>
                <a:lnTo>
                  <a:pt x="156056" y="40478"/>
                </a:lnTo>
                <a:lnTo>
                  <a:pt x="154631" y="40166"/>
                </a:lnTo>
                <a:lnTo>
                  <a:pt x="153206" y="39899"/>
                </a:lnTo>
                <a:lnTo>
                  <a:pt x="151759" y="39654"/>
                </a:lnTo>
                <a:lnTo>
                  <a:pt x="150312" y="39454"/>
                </a:lnTo>
                <a:lnTo>
                  <a:pt x="148842" y="39275"/>
                </a:lnTo>
                <a:lnTo>
                  <a:pt x="147373" y="39142"/>
                </a:lnTo>
                <a:lnTo>
                  <a:pt x="145881" y="39053"/>
                </a:lnTo>
                <a:lnTo>
                  <a:pt x="144389" y="38986"/>
                </a:lnTo>
                <a:lnTo>
                  <a:pt x="142875" y="38964"/>
                </a:lnTo>
                <a:close/>
                <a:moveTo>
                  <a:pt x="142875" y="25983"/>
                </a:moveTo>
                <a:lnTo>
                  <a:pt x="145168" y="26006"/>
                </a:lnTo>
                <a:lnTo>
                  <a:pt x="147462" y="26072"/>
                </a:lnTo>
                <a:lnTo>
                  <a:pt x="149755" y="26161"/>
                </a:lnTo>
                <a:lnTo>
                  <a:pt x="152026" y="26317"/>
                </a:lnTo>
                <a:lnTo>
                  <a:pt x="154297" y="26495"/>
                </a:lnTo>
                <a:lnTo>
                  <a:pt x="156568" y="26696"/>
                </a:lnTo>
                <a:lnTo>
                  <a:pt x="158817" y="26963"/>
                </a:lnTo>
                <a:lnTo>
                  <a:pt x="161043" y="27252"/>
                </a:lnTo>
                <a:lnTo>
                  <a:pt x="163270" y="27586"/>
                </a:lnTo>
                <a:lnTo>
                  <a:pt x="165496" y="27965"/>
                </a:lnTo>
                <a:lnTo>
                  <a:pt x="167701" y="28388"/>
                </a:lnTo>
                <a:lnTo>
                  <a:pt x="169883" y="28833"/>
                </a:lnTo>
                <a:lnTo>
                  <a:pt x="172065" y="29323"/>
                </a:lnTo>
                <a:lnTo>
                  <a:pt x="174224" y="29835"/>
                </a:lnTo>
                <a:lnTo>
                  <a:pt x="176384" y="30392"/>
                </a:lnTo>
                <a:lnTo>
                  <a:pt x="178521" y="30993"/>
                </a:lnTo>
                <a:lnTo>
                  <a:pt x="180659" y="31616"/>
                </a:lnTo>
                <a:lnTo>
                  <a:pt x="182774" y="32284"/>
                </a:lnTo>
                <a:lnTo>
                  <a:pt x="184867" y="32997"/>
                </a:lnTo>
                <a:lnTo>
                  <a:pt x="186938" y="33731"/>
                </a:lnTo>
                <a:lnTo>
                  <a:pt x="189008" y="34511"/>
                </a:lnTo>
                <a:lnTo>
                  <a:pt x="191057" y="35312"/>
                </a:lnTo>
                <a:lnTo>
                  <a:pt x="193083" y="36158"/>
                </a:lnTo>
                <a:lnTo>
                  <a:pt x="195109" y="37049"/>
                </a:lnTo>
                <a:lnTo>
                  <a:pt x="197113" y="37962"/>
                </a:lnTo>
                <a:lnTo>
                  <a:pt x="199072" y="38919"/>
                </a:lnTo>
                <a:lnTo>
                  <a:pt x="201054" y="39899"/>
                </a:lnTo>
                <a:lnTo>
                  <a:pt x="202991" y="40901"/>
                </a:lnTo>
                <a:lnTo>
                  <a:pt x="204906" y="41947"/>
                </a:lnTo>
                <a:lnTo>
                  <a:pt x="206820" y="43038"/>
                </a:lnTo>
                <a:lnTo>
                  <a:pt x="208713" y="44151"/>
                </a:lnTo>
                <a:lnTo>
                  <a:pt x="210583" y="45287"/>
                </a:lnTo>
                <a:lnTo>
                  <a:pt x="212431" y="46467"/>
                </a:lnTo>
                <a:lnTo>
                  <a:pt x="214257" y="47669"/>
                </a:lnTo>
                <a:lnTo>
                  <a:pt x="216060" y="48916"/>
                </a:lnTo>
                <a:lnTo>
                  <a:pt x="217842" y="50185"/>
                </a:lnTo>
                <a:lnTo>
                  <a:pt x="219600" y="51499"/>
                </a:lnTo>
                <a:lnTo>
                  <a:pt x="221337" y="52835"/>
                </a:lnTo>
                <a:lnTo>
                  <a:pt x="223052" y="54193"/>
                </a:lnTo>
                <a:lnTo>
                  <a:pt x="224744" y="55573"/>
                </a:lnTo>
                <a:lnTo>
                  <a:pt x="226414" y="56998"/>
                </a:lnTo>
                <a:lnTo>
                  <a:pt x="228061" y="58468"/>
                </a:lnTo>
                <a:lnTo>
                  <a:pt x="229687" y="59937"/>
                </a:lnTo>
                <a:lnTo>
                  <a:pt x="231290" y="61451"/>
                </a:lnTo>
                <a:lnTo>
                  <a:pt x="232848" y="63010"/>
                </a:lnTo>
                <a:lnTo>
                  <a:pt x="234407" y="64568"/>
                </a:lnTo>
                <a:lnTo>
                  <a:pt x="235921" y="66172"/>
                </a:lnTo>
                <a:lnTo>
                  <a:pt x="237413" y="67797"/>
                </a:lnTo>
                <a:lnTo>
                  <a:pt x="238882" y="69445"/>
                </a:lnTo>
                <a:lnTo>
                  <a:pt x="240329" y="71137"/>
                </a:lnTo>
                <a:lnTo>
                  <a:pt x="241732" y="72829"/>
                </a:lnTo>
                <a:lnTo>
                  <a:pt x="243112" y="74565"/>
                </a:lnTo>
                <a:lnTo>
                  <a:pt x="244471" y="76347"/>
                </a:lnTo>
                <a:lnTo>
                  <a:pt x="245806" y="78128"/>
                </a:lnTo>
                <a:lnTo>
                  <a:pt x="247098" y="79954"/>
                </a:lnTo>
                <a:lnTo>
                  <a:pt x="248367" y="81779"/>
                </a:lnTo>
                <a:lnTo>
                  <a:pt x="249614" y="83650"/>
                </a:lnTo>
                <a:lnTo>
                  <a:pt x="250838" y="85542"/>
                </a:lnTo>
                <a:lnTo>
                  <a:pt x="251996" y="87457"/>
                </a:lnTo>
                <a:lnTo>
                  <a:pt x="253154" y="89416"/>
                </a:lnTo>
                <a:lnTo>
                  <a:pt x="254267" y="91376"/>
                </a:lnTo>
                <a:lnTo>
                  <a:pt x="255358" y="93357"/>
                </a:lnTo>
                <a:lnTo>
                  <a:pt x="256405" y="95383"/>
                </a:lnTo>
                <a:lnTo>
                  <a:pt x="257429" y="97432"/>
                </a:lnTo>
                <a:lnTo>
                  <a:pt x="256405" y="99458"/>
                </a:lnTo>
                <a:lnTo>
                  <a:pt x="255358" y="101484"/>
                </a:lnTo>
                <a:lnTo>
                  <a:pt x="254267" y="103465"/>
                </a:lnTo>
                <a:lnTo>
                  <a:pt x="253154" y="105447"/>
                </a:lnTo>
                <a:lnTo>
                  <a:pt x="251996" y="107384"/>
                </a:lnTo>
                <a:lnTo>
                  <a:pt x="250838" y="109299"/>
                </a:lnTo>
                <a:lnTo>
                  <a:pt x="249614" y="111191"/>
                </a:lnTo>
                <a:lnTo>
                  <a:pt x="248367" y="113062"/>
                </a:lnTo>
                <a:lnTo>
                  <a:pt x="247098" y="114910"/>
                </a:lnTo>
                <a:lnTo>
                  <a:pt x="245806" y="116713"/>
                </a:lnTo>
                <a:lnTo>
                  <a:pt x="244471" y="118517"/>
                </a:lnTo>
                <a:lnTo>
                  <a:pt x="243112" y="120276"/>
                </a:lnTo>
                <a:lnTo>
                  <a:pt x="241732" y="122012"/>
                </a:lnTo>
                <a:lnTo>
                  <a:pt x="240329" y="123704"/>
                </a:lnTo>
                <a:lnTo>
                  <a:pt x="238882" y="125396"/>
                </a:lnTo>
                <a:lnTo>
                  <a:pt x="237413" y="127044"/>
                </a:lnTo>
                <a:lnTo>
                  <a:pt x="235921" y="128669"/>
                </a:lnTo>
                <a:lnTo>
                  <a:pt x="234407" y="130273"/>
                </a:lnTo>
                <a:lnTo>
                  <a:pt x="232848" y="131853"/>
                </a:lnTo>
                <a:lnTo>
                  <a:pt x="231290" y="133390"/>
                </a:lnTo>
                <a:lnTo>
                  <a:pt x="229687" y="134904"/>
                </a:lnTo>
                <a:lnTo>
                  <a:pt x="228061" y="136373"/>
                </a:lnTo>
                <a:lnTo>
                  <a:pt x="226414" y="137843"/>
                </a:lnTo>
                <a:lnTo>
                  <a:pt x="224744" y="139268"/>
                </a:lnTo>
                <a:lnTo>
                  <a:pt x="223052" y="140648"/>
                </a:lnTo>
                <a:lnTo>
                  <a:pt x="221337" y="142028"/>
                </a:lnTo>
                <a:lnTo>
                  <a:pt x="219600" y="143364"/>
                </a:lnTo>
                <a:lnTo>
                  <a:pt x="217842" y="144656"/>
                </a:lnTo>
                <a:lnTo>
                  <a:pt x="216060" y="145925"/>
                </a:lnTo>
                <a:lnTo>
                  <a:pt x="214257" y="147172"/>
                </a:lnTo>
                <a:lnTo>
                  <a:pt x="212431" y="148374"/>
                </a:lnTo>
                <a:lnTo>
                  <a:pt x="210583" y="149554"/>
                </a:lnTo>
                <a:lnTo>
                  <a:pt x="208713" y="150712"/>
                </a:lnTo>
                <a:lnTo>
                  <a:pt x="206820" y="151825"/>
                </a:lnTo>
                <a:lnTo>
                  <a:pt x="204906" y="152894"/>
                </a:lnTo>
                <a:lnTo>
                  <a:pt x="202991" y="153940"/>
                </a:lnTo>
                <a:lnTo>
                  <a:pt x="201054" y="154964"/>
                </a:lnTo>
                <a:lnTo>
                  <a:pt x="199072" y="155944"/>
                </a:lnTo>
                <a:lnTo>
                  <a:pt x="197113" y="156879"/>
                </a:lnTo>
                <a:lnTo>
                  <a:pt x="195109" y="157792"/>
                </a:lnTo>
                <a:lnTo>
                  <a:pt x="193083" y="158683"/>
                </a:lnTo>
                <a:lnTo>
                  <a:pt x="191057" y="159529"/>
                </a:lnTo>
                <a:lnTo>
                  <a:pt x="189008" y="160330"/>
                </a:lnTo>
                <a:lnTo>
                  <a:pt x="186938" y="161110"/>
                </a:lnTo>
                <a:lnTo>
                  <a:pt x="184867" y="161844"/>
                </a:lnTo>
                <a:lnTo>
                  <a:pt x="182774" y="162557"/>
                </a:lnTo>
                <a:lnTo>
                  <a:pt x="180659" y="163225"/>
                </a:lnTo>
                <a:lnTo>
                  <a:pt x="178521" y="163848"/>
                </a:lnTo>
                <a:lnTo>
                  <a:pt x="176384" y="164449"/>
                </a:lnTo>
                <a:lnTo>
                  <a:pt x="174224" y="165006"/>
                </a:lnTo>
                <a:lnTo>
                  <a:pt x="172065" y="165540"/>
                </a:lnTo>
                <a:lnTo>
                  <a:pt x="169883" y="166008"/>
                </a:lnTo>
                <a:lnTo>
                  <a:pt x="167701" y="166475"/>
                </a:lnTo>
                <a:lnTo>
                  <a:pt x="165496" y="166876"/>
                </a:lnTo>
                <a:lnTo>
                  <a:pt x="163270" y="167255"/>
                </a:lnTo>
                <a:lnTo>
                  <a:pt x="161043" y="167589"/>
                </a:lnTo>
                <a:lnTo>
                  <a:pt x="158817" y="167878"/>
                </a:lnTo>
                <a:lnTo>
                  <a:pt x="156568" y="168145"/>
                </a:lnTo>
                <a:lnTo>
                  <a:pt x="154297" y="168368"/>
                </a:lnTo>
                <a:lnTo>
                  <a:pt x="152026" y="168546"/>
                </a:lnTo>
                <a:lnTo>
                  <a:pt x="149755" y="168680"/>
                </a:lnTo>
                <a:lnTo>
                  <a:pt x="147462" y="168769"/>
                </a:lnTo>
                <a:lnTo>
                  <a:pt x="145168" y="168835"/>
                </a:lnTo>
                <a:lnTo>
                  <a:pt x="142875" y="168858"/>
                </a:lnTo>
                <a:lnTo>
                  <a:pt x="140559" y="168835"/>
                </a:lnTo>
                <a:lnTo>
                  <a:pt x="138266" y="168769"/>
                </a:lnTo>
                <a:lnTo>
                  <a:pt x="135995" y="168680"/>
                </a:lnTo>
                <a:lnTo>
                  <a:pt x="133702" y="168546"/>
                </a:lnTo>
                <a:lnTo>
                  <a:pt x="131431" y="168368"/>
                </a:lnTo>
                <a:lnTo>
                  <a:pt x="129182" y="168145"/>
                </a:lnTo>
                <a:lnTo>
                  <a:pt x="126933" y="167878"/>
                </a:lnTo>
                <a:lnTo>
                  <a:pt x="124707" y="167589"/>
                </a:lnTo>
                <a:lnTo>
                  <a:pt x="122480" y="167255"/>
                </a:lnTo>
                <a:lnTo>
                  <a:pt x="120254" y="166876"/>
                </a:lnTo>
                <a:lnTo>
                  <a:pt x="118049" y="166475"/>
                </a:lnTo>
                <a:lnTo>
                  <a:pt x="115867" y="166008"/>
                </a:lnTo>
                <a:lnTo>
                  <a:pt x="113685" y="165540"/>
                </a:lnTo>
                <a:lnTo>
                  <a:pt x="111504" y="165006"/>
                </a:lnTo>
                <a:lnTo>
                  <a:pt x="109366" y="164449"/>
                </a:lnTo>
                <a:lnTo>
                  <a:pt x="107229" y="163848"/>
                </a:lnTo>
                <a:lnTo>
                  <a:pt x="105091" y="163225"/>
                </a:lnTo>
                <a:lnTo>
                  <a:pt x="102976" y="162557"/>
                </a:lnTo>
                <a:lnTo>
                  <a:pt x="100883" y="161844"/>
                </a:lnTo>
                <a:lnTo>
                  <a:pt x="98812" y="161110"/>
                </a:lnTo>
                <a:lnTo>
                  <a:pt x="96742" y="160330"/>
                </a:lnTo>
                <a:lnTo>
                  <a:pt x="94693" y="159529"/>
                </a:lnTo>
                <a:lnTo>
                  <a:pt x="92667" y="158683"/>
                </a:lnTo>
                <a:lnTo>
                  <a:pt x="90641" y="157792"/>
                </a:lnTo>
                <a:lnTo>
                  <a:pt x="88637" y="156879"/>
                </a:lnTo>
                <a:lnTo>
                  <a:pt x="86656" y="155944"/>
                </a:lnTo>
                <a:lnTo>
                  <a:pt x="84696" y="154964"/>
                </a:lnTo>
                <a:lnTo>
                  <a:pt x="82759" y="153940"/>
                </a:lnTo>
                <a:lnTo>
                  <a:pt x="80822" y="152894"/>
                </a:lnTo>
                <a:lnTo>
                  <a:pt x="78930" y="151825"/>
                </a:lnTo>
                <a:lnTo>
                  <a:pt x="77037" y="150712"/>
                </a:lnTo>
                <a:lnTo>
                  <a:pt x="75167" y="149554"/>
                </a:lnTo>
                <a:lnTo>
                  <a:pt x="73319" y="148374"/>
                </a:lnTo>
                <a:lnTo>
                  <a:pt x="71493" y="147172"/>
                </a:lnTo>
                <a:lnTo>
                  <a:pt x="69690" y="145925"/>
                </a:lnTo>
                <a:lnTo>
                  <a:pt x="67908" y="144656"/>
                </a:lnTo>
                <a:lnTo>
                  <a:pt x="66150" y="143364"/>
                </a:lnTo>
                <a:lnTo>
                  <a:pt x="64413" y="142028"/>
                </a:lnTo>
                <a:lnTo>
                  <a:pt x="62698" y="140648"/>
                </a:lnTo>
                <a:lnTo>
                  <a:pt x="61006" y="139268"/>
                </a:lnTo>
                <a:lnTo>
                  <a:pt x="59336" y="137843"/>
                </a:lnTo>
                <a:lnTo>
                  <a:pt x="57689" y="136373"/>
                </a:lnTo>
                <a:lnTo>
                  <a:pt x="56063" y="134904"/>
                </a:lnTo>
                <a:lnTo>
                  <a:pt x="54460" y="133390"/>
                </a:lnTo>
                <a:lnTo>
                  <a:pt x="52902" y="131853"/>
                </a:lnTo>
                <a:lnTo>
                  <a:pt x="51343" y="130273"/>
                </a:lnTo>
                <a:lnTo>
                  <a:pt x="49829" y="128669"/>
                </a:lnTo>
                <a:lnTo>
                  <a:pt x="48337" y="127044"/>
                </a:lnTo>
                <a:lnTo>
                  <a:pt x="46868" y="125396"/>
                </a:lnTo>
                <a:lnTo>
                  <a:pt x="45421" y="123704"/>
                </a:lnTo>
                <a:lnTo>
                  <a:pt x="44018" y="122012"/>
                </a:lnTo>
                <a:lnTo>
                  <a:pt x="42615" y="120276"/>
                </a:lnTo>
                <a:lnTo>
                  <a:pt x="41279" y="118517"/>
                </a:lnTo>
                <a:lnTo>
                  <a:pt x="39944" y="116713"/>
                </a:lnTo>
                <a:lnTo>
                  <a:pt x="38630" y="114910"/>
                </a:lnTo>
                <a:lnTo>
                  <a:pt x="37361" y="113062"/>
                </a:lnTo>
                <a:lnTo>
                  <a:pt x="36136" y="111191"/>
                </a:lnTo>
                <a:lnTo>
                  <a:pt x="34912" y="109299"/>
                </a:lnTo>
                <a:lnTo>
                  <a:pt x="33732" y="107384"/>
                </a:lnTo>
                <a:lnTo>
                  <a:pt x="32596" y="105447"/>
                </a:lnTo>
                <a:lnTo>
                  <a:pt x="31483" y="103465"/>
                </a:lnTo>
                <a:lnTo>
                  <a:pt x="30392" y="101484"/>
                </a:lnTo>
                <a:lnTo>
                  <a:pt x="29345" y="99458"/>
                </a:lnTo>
                <a:lnTo>
                  <a:pt x="28321" y="97432"/>
                </a:lnTo>
                <a:lnTo>
                  <a:pt x="29345" y="95383"/>
                </a:lnTo>
                <a:lnTo>
                  <a:pt x="30392" y="93357"/>
                </a:lnTo>
                <a:lnTo>
                  <a:pt x="31483" y="91376"/>
                </a:lnTo>
                <a:lnTo>
                  <a:pt x="32596" y="89416"/>
                </a:lnTo>
                <a:lnTo>
                  <a:pt x="33732" y="87457"/>
                </a:lnTo>
                <a:lnTo>
                  <a:pt x="34912" y="85542"/>
                </a:lnTo>
                <a:lnTo>
                  <a:pt x="36136" y="83650"/>
                </a:lnTo>
                <a:lnTo>
                  <a:pt x="37361" y="81779"/>
                </a:lnTo>
                <a:lnTo>
                  <a:pt x="38630" y="79954"/>
                </a:lnTo>
                <a:lnTo>
                  <a:pt x="39944" y="78128"/>
                </a:lnTo>
                <a:lnTo>
                  <a:pt x="41279" y="76347"/>
                </a:lnTo>
                <a:lnTo>
                  <a:pt x="42615" y="74565"/>
                </a:lnTo>
                <a:lnTo>
                  <a:pt x="44018" y="72829"/>
                </a:lnTo>
                <a:lnTo>
                  <a:pt x="45421" y="71137"/>
                </a:lnTo>
                <a:lnTo>
                  <a:pt x="46868" y="69445"/>
                </a:lnTo>
                <a:lnTo>
                  <a:pt x="48337" y="67797"/>
                </a:lnTo>
                <a:lnTo>
                  <a:pt x="49829" y="66172"/>
                </a:lnTo>
                <a:lnTo>
                  <a:pt x="51343" y="64568"/>
                </a:lnTo>
                <a:lnTo>
                  <a:pt x="52902" y="63010"/>
                </a:lnTo>
                <a:lnTo>
                  <a:pt x="54460" y="61451"/>
                </a:lnTo>
                <a:lnTo>
                  <a:pt x="56063" y="59937"/>
                </a:lnTo>
                <a:lnTo>
                  <a:pt x="57689" y="58468"/>
                </a:lnTo>
                <a:lnTo>
                  <a:pt x="59336" y="56998"/>
                </a:lnTo>
                <a:lnTo>
                  <a:pt x="61006" y="55573"/>
                </a:lnTo>
                <a:lnTo>
                  <a:pt x="62698" y="54193"/>
                </a:lnTo>
                <a:lnTo>
                  <a:pt x="64413" y="52835"/>
                </a:lnTo>
                <a:lnTo>
                  <a:pt x="66150" y="51499"/>
                </a:lnTo>
                <a:lnTo>
                  <a:pt x="67908" y="50185"/>
                </a:lnTo>
                <a:lnTo>
                  <a:pt x="69690" y="48916"/>
                </a:lnTo>
                <a:lnTo>
                  <a:pt x="71493" y="47669"/>
                </a:lnTo>
                <a:lnTo>
                  <a:pt x="73319" y="46467"/>
                </a:lnTo>
                <a:lnTo>
                  <a:pt x="75167" y="45287"/>
                </a:lnTo>
                <a:lnTo>
                  <a:pt x="77037" y="44151"/>
                </a:lnTo>
                <a:lnTo>
                  <a:pt x="78930" y="43038"/>
                </a:lnTo>
                <a:lnTo>
                  <a:pt x="80822" y="41947"/>
                </a:lnTo>
                <a:lnTo>
                  <a:pt x="82759" y="40901"/>
                </a:lnTo>
                <a:lnTo>
                  <a:pt x="84696" y="39899"/>
                </a:lnTo>
                <a:lnTo>
                  <a:pt x="86656" y="38919"/>
                </a:lnTo>
                <a:lnTo>
                  <a:pt x="88637" y="37962"/>
                </a:lnTo>
                <a:lnTo>
                  <a:pt x="90641" y="37049"/>
                </a:lnTo>
                <a:lnTo>
                  <a:pt x="92667" y="36158"/>
                </a:lnTo>
                <a:lnTo>
                  <a:pt x="94693" y="35312"/>
                </a:lnTo>
                <a:lnTo>
                  <a:pt x="96742" y="34511"/>
                </a:lnTo>
                <a:lnTo>
                  <a:pt x="98812" y="33731"/>
                </a:lnTo>
                <a:lnTo>
                  <a:pt x="100883" y="32997"/>
                </a:lnTo>
                <a:lnTo>
                  <a:pt x="102976" y="32284"/>
                </a:lnTo>
                <a:lnTo>
                  <a:pt x="105091" y="31616"/>
                </a:lnTo>
                <a:lnTo>
                  <a:pt x="107229" y="30993"/>
                </a:lnTo>
                <a:lnTo>
                  <a:pt x="109366" y="30392"/>
                </a:lnTo>
                <a:lnTo>
                  <a:pt x="111504" y="29835"/>
                </a:lnTo>
                <a:lnTo>
                  <a:pt x="113685" y="29323"/>
                </a:lnTo>
                <a:lnTo>
                  <a:pt x="115867" y="28833"/>
                </a:lnTo>
                <a:lnTo>
                  <a:pt x="118049" y="28388"/>
                </a:lnTo>
                <a:lnTo>
                  <a:pt x="120254" y="27965"/>
                </a:lnTo>
                <a:lnTo>
                  <a:pt x="122480" y="27586"/>
                </a:lnTo>
                <a:lnTo>
                  <a:pt x="124707" y="27252"/>
                </a:lnTo>
                <a:lnTo>
                  <a:pt x="126933" y="26963"/>
                </a:lnTo>
                <a:lnTo>
                  <a:pt x="129182" y="26696"/>
                </a:lnTo>
                <a:lnTo>
                  <a:pt x="131431" y="26495"/>
                </a:lnTo>
                <a:lnTo>
                  <a:pt x="133702" y="26317"/>
                </a:lnTo>
                <a:lnTo>
                  <a:pt x="135995" y="26161"/>
                </a:lnTo>
                <a:lnTo>
                  <a:pt x="138266" y="26072"/>
                </a:lnTo>
                <a:lnTo>
                  <a:pt x="140559" y="26006"/>
                </a:lnTo>
                <a:lnTo>
                  <a:pt x="142875" y="25983"/>
                </a:lnTo>
                <a:close/>
                <a:moveTo>
                  <a:pt x="142875" y="0"/>
                </a:moveTo>
                <a:lnTo>
                  <a:pt x="141361" y="22"/>
                </a:lnTo>
                <a:lnTo>
                  <a:pt x="139847" y="45"/>
                </a:lnTo>
                <a:lnTo>
                  <a:pt x="138333" y="67"/>
                </a:lnTo>
                <a:lnTo>
                  <a:pt x="136819" y="134"/>
                </a:lnTo>
                <a:lnTo>
                  <a:pt x="135305" y="200"/>
                </a:lnTo>
                <a:lnTo>
                  <a:pt x="133813" y="267"/>
                </a:lnTo>
                <a:lnTo>
                  <a:pt x="132299" y="356"/>
                </a:lnTo>
                <a:lnTo>
                  <a:pt x="130807" y="468"/>
                </a:lnTo>
                <a:lnTo>
                  <a:pt x="129316" y="601"/>
                </a:lnTo>
                <a:lnTo>
                  <a:pt x="127846" y="735"/>
                </a:lnTo>
                <a:lnTo>
                  <a:pt x="126354" y="891"/>
                </a:lnTo>
                <a:lnTo>
                  <a:pt x="124885" y="1046"/>
                </a:lnTo>
                <a:lnTo>
                  <a:pt x="123415" y="1225"/>
                </a:lnTo>
                <a:lnTo>
                  <a:pt x="121946" y="1425"/>
                </a:lnTo>
                <a:lnTo>
                  <a:pt x="120476" y="1625"/>
                </a:lnTo>
                <a:lnTo>
                  <a:pt x="119007" y="1848"/>
                </a:lnTo>
                <a:lnTo>
                  <a:pt x="117560" y="2093"/>
                </a:lnTo>
                <a:lnTo>
                  <a:pt x="116112" y="2338"/>
                </a:lnTo>
                <a:lnTo>
                  <a:pt x="114665" y="2605"/>
                </a:lnTo>
                <a:lnTo>
                  <a:pt x="113218" y="2872"/>
                </a:lnTo>
                <a:lnTo>
                  <a:pt x="111771" y="3162"/>
                </a:lnTo>
                <a:lnTo>
                  <a:pt x="110346" y="3473"/>
                </a:lnTo>
                <a:lnTo>
                  <a:pt x="108921" y="3785"/>
                </a:lnTo>
                <a:lnTo>
                  <a:pt x="107496" y="4119"/>
                </a:lnTo>
                <a:lnTo>
                  <a:pt x="106071" y="4453"/>
                </a:lnTo>
                <a:lnTo>
                  <a:pt x="104668" y="4809"/>
                </a:lnTo>
                <a:lnTo>
                  <a:pt x="103265" y="5188"/>
                </a:lnTo>
                <a:lnTo>
                  <a:pt x="101863" y="5566"/>
                </a:lnTo>
                <a:lnTo>
                  <a:pt x="100460" y="5945"/>
                </a:lnTo>
                <a:lnTo>
                  <a:pt x="99080" y="6368"/>
                </a:lnTo>
                <a:lnTo>
                  <a:pt x="97699" y="6769"/>
                </a:lnTo>
                <a:lnTo>
                  <a:pt x="96319" y="7214"/>
                </a:lnTo>
                <a:lnTo>
                  <a:pt x="94938" y="7659"/>
                </a:lnTo>
                <a:lnTo>
                  <a:pt x="93580" y="8104"/>
                </a:lnTo>
                <a:lnTo>
                  <a:pt x="92200" y="8572"/>
                </a:lnTo>
                <a:lnTo>
                  <a:pt x="90842" y="9062"/>
                </a:lnTo>
                <a:lnTo>
                  <a:pt x="89506" y="9552"/>
                </a:lnTo>
                <a:lnTo>
                  <a:pt x="88147" y="10064"/>
                </a:lnTo>
                <a:lnTo>
                  <a:pt x="86812" y="10576"/>
                </a:lnTo>
                <a:lnTo>
                  <a:pt x="85476" y="11110"/>
                </a:lnTo>
                <a:lnTo>
                  <a:pt x="84162" y="11667"/>
                </a:lnTo>
                <a:lnTo>
                  <a:pt x="82848" y="12223"/>
                </a:lnTo>
                <a:lnTo>
                  <a:pt x="81535" y="12780"/>
                </a:lnTo>
                <a:lnTo>
                  <a:pt x="80221" y="13359"/>
                </a:lnTo>
                <a:lnTo>
                  <a:pt x="78907" y="13960"/>
                </a:lnTo>
                <a:lnTo>
                  <a:pt x="77616" y="14561"/>
                </a:lnTo>
                <a:lnTo>
                  <a:pt x="75056" y="15786"/>
                </a:lnTo>
                <a:lnTo>
                  <a:pt x="72517" y="17077"/>
                </a:lnTo>
                <a:lnTo>
                  <a:pt x="70001" y="18413"/>
                </a:lnTo>
                <a:lnTo>
                  <a:pt x="67508" y="19794"/>
                </a:lnTo>
                <a:lnTo>
                  <a:pt x="65059" y="21219"/>
                </a:lnTo>
                <a:lnTo>
                  <a:pt x="62609" y="22688"/>
                </a:lnTo>
                <a:lnTo>
                  <a:pt x="60227" y="24180"/>
                </a:lnTo>
                <a:lnTo>
                  <a:pt x="57845" y="25738"/>
                </a:lnTo>
                <a:lnTo>
                  <a:pt x="55507" y="27341"/>
                </a:lnTo>
                <a:lnTo>
                  <a:pt x="53191" y="28967"/>
                </a:lnTo>
                <a:lnTo>
                  <a:pt x="50920" y="30637"/>
                </a:lnTo>
                <a:lnTo>
                  <a:pt x="48671" y="32373"/>
                </a:lnTo>
                <a:lnTo>
                  <a:pt x="46467" y="34132"/>
                </a:lnTo>
                <a:lnTo>
                  <a:pt x="44285" y="35913"/>
                </a:lnTo>
                <a:lnTo>
                  <a:pt x="42148" y="37761"/>
                </a:lnTo>
                <a:lnTo>
                  <a:pt x="40033" y="39632"/>
                </a:lnTo>
                <a:lnTo>
                  <a:pt x="37962" y="41546"/>
                </a:lnTo>
                <a:lnTo>
                  <a:pt x="35914" y="43484"/>
                </a:lnTo>
                <a:lnTo>
                  <a:pt x="33910" y="45487"/>
                </a:lnTo>
                <a:lnTo>
                  <a:pt x="31950" y="47514"/>
                </a:lnTo>
                <a:lnTo>
                  <a:pt x="30013" y="49562"/>
                </a:lnTo>
                <a:lnTo>
                  <a:pt x="28121" y="51655"/>
                </a:lnTo>
                <a:lnTo>
                  <a:pt x="26273" y="53792"/>
                </a:lnTo>
                <a:lnTo>
                  <a:pt x="24447" y="55952"/>
                </a:lnTo>
                <a:lnTo>
                  <a:pt x="22666" y="58156"/>
                </a:lnTo>
                <a:lnTo>
                  <a:pt x="20929" y="60383"/>
                </a:lnTo>
                <a:lnTo>
                  <a:pt x="19237" y="62631"/>
                </a:lnTo>
                <a:lnTo>
                  <a:pt x="17567" y="64925"/>
                </a:lnTo>
                <a:lnTo>
                  <a:pt x="15964" y="67263"/>
                </a:lnTo>
                <a:lnTo>
                  <a:pt x="14383" y="69623"/>
                </a:lnTo>
                <a:lnTo>
                  <a:pt x="12869" y="72005"/>
                </a:lnTo>
                <a:lnTo>
                  <a:pt x="11377" y="74410"/>
                </a:lnTo>
                <a:lnTo>
                  <a:pt x="9930" y="76859"/>
                </a:lnTo>
                <a:lnTo>
                  <a:pt x="8528" y="79330"/>
                </a:lnTo>
                <a:lnTo>
                  <a:pt x="7169" y="81846"/>
                </a:lnTo>
                <a:lnTo>
                  <a:pt x="5856" y="84384"/>
                </a:lnTo>
                <a:lnTo>
                  <a:pt x="4587" y="86923"/>
                </a:lnTo>
                <a:lnTo>
                  <a:pt x="3384" y="89505"/>
                </a:lnTo>
                <a:lnTo>
                  <a:pt x="2783" y="90819"/>
                </a:lnTo>
                <a:lnTo>
                  <a:pt x="2204" y="92133"/>
                </a:lnTo>
                <a:lnTo>
                  <a:pt x="1625" y="93446"/>
                </a:lnTo>
                <a:lnTo>
                  <a:pt x="1069" y="94760"/>
                </a:lnTo>
                <a:lnTo>
                  <a:pt x="534" y="96096"/>
                </a:lnTo>
                <a:lnTo>
                  <a:pt x="0" y="97432"/>
                </a:lnTo>
                <a:lnTo>
                  <a:pt x="534" y="98745"/>
                </a:lnTo>
                <a:lnTo>
                  <a:pt x="1069" y="100081"/>
                </a:lnTo>
                <a:lnTo>
                  <a:pt x="1625" y="101395"/>
                </a:lnTo>
                <a:lnTo>
                  <a:pt x="2204" y="102708"/>
                </a:lnTo>
                <a:lnTo>
                  <a:pt x="2783" y="104022"/>
                </a:lnTo>
                <a:lnTo>
                  <a:pt x="3384" y="105336"/>
                </a:lnTo>
                <a:lnTo>
                  <a:pt x="4587" y="107918"/>
                </a:lnTo>
                <a:lnTo>
                  <a:pt x="5856" y="110479"/>
                </a:lnTo>
                <a:lnTo>
                  <a:pt x="7169" y="112995"/>
                </a:lnTo>
                <a:lnTo>
                  <a:pt x="8528" y="115511"/>
                </a:lnTo>
                <a:lnTo>
                  <a:pt x="9930" y="117982"/>
                </a:lnTo>
                <a:lnTo>
                  <a:pt x="11377" y="120431"/>
                </a:lnTo>
                <a:lnTo>
                  <a:pt x="12869" y="122836"/>
                </a:lnTo>
                <a:lnTo>
                  <a:pt x="14383" y="125241"/>
                </a:lnTo>
                <a:lnTo>
                  <a:pt x="15964" y="127578"/>
                </a:lnTo>
                <a:lnTo>
                  <a:pt x="17567" y="129916"/>
                </a:lnTo>
                <a:lnTo>
                  <a:pt x="19237" y="132210"/>
                </a:lnTo>
                <a:lnTo>
                  <a:pt x="20929" y="134458"/>
                </a:lnTo>
                <a:lnTo>
                  <a:pt x="22666" y="136707"/>
                </a:lnTo>
                <a:lnTo>
                  <a:pt x="24447" y="138889"/>
                </a:lnTo>
                <a:lnTo>
                  <a:pt x="26273" y="141049"/>
                </a:lnTo>
                <a:lnTo>
                  <a:pt x="28121" y="143186"/>
                </a:lnTo>
                <a:lnTo>
                  <a:pt x="30013" y="145279"/>
                </a:lnTo>
                <a:lnTo>
                  <a:pt x="31950" y="147350"/>
                </a:lnTo>
                <a:lnTo>
                  <a:pt x="33910" y="149376"/>
                </a:lnTo>
                <a:lnTo>
                  <a:pt x="35914" y="151357"/>
                </a:lnTo>
                <a:lnTo>
                  <a:pt x="37962" y="153295"/>
                </a:lnTo>
                <a:lnTo>
                  <a:pt x="40033" y="155209"/>
                </a:lnTo>
                <a:lnTo>
                  <a:pt x="42148" y="157080"/>
                </a:lnTo>
                <a:lnTo>
                  <a:pt x="44285" y="158928"/>
                </a:lnTo>
                <a:lnTo>
                  <a:pt x="46467" y="160731"/>
                </a:lnTo>
                <a:lnTo>
                  <a:pt x="48671" y="162490"/>
                </a:lnTo>
                <a:lnTo>
                  <a:pt x="50920" y="164204"/>
                </a:lnTo>
                <a:lnTo>
                  <a:pt x="53191" y="165874"/>
                </a:lnTo>
                <a:lnTo>
                  <a:pt x="55507" y="167522"/>
                </a:lnTo>
                <a:lnTo>
                  <a:pt x="57845" y="169103"/>
                </a:lnTo>
                <a:lnTo>
                  <a:pt x="60227" y="170661"/>
                </a:lnTo>
                <a:lnTo>
                  <a:pt x="62609" y="172175"/>
                </a:lnTo>
                <a:lnTo>
                  <a:pt x="65059" y="173622"/>
                </a:lnTo>
                <a:lnTo>
                  <a:pt x="67508" y="175047"/>
                </a:lnTo>
                <a:lnTo>
                  <a:pt x="70001" y="176428"/>
                </a:lnTo>
                <a:lnTo>
                  <a:pt x="72517" y="177764"/>
                </a:lnTo>
                <a:lnTo>
                  <a:pt x="75056" y="179055"/>
                </a:lnTo>
                <a:lnTo>
                  <a:pt x="77616" y="180280"/>
                </a:lnTo>
                <a:lnTo>
                  <a:pt x="78907" y="180903"/>
                </a:lnTo>
                <a:lnTo>
                  <a:pt x="80221" y="181482"/>
                </a:lnTo>
                <a:lnTo>
                  <a:pt x="81535" y="182061"/>
                </a:lnTo>
                <a:lnTo>
                  <a:pt x="82848" y="182640"/>
                </a:lnTo>
                <a:lnTo>
                  <a:pt x="84162" y="183174"/>
                </a:lnTo>
                <a:lnTo>
                  <a:pt x="85476" y="183731"/>
                </a:lnTo>
                <a:lnTo>
                  <a:pt x="86812" y="184265"/>
                </a:lnTo>
                <a:lnTo>
                  <a:pt x="88147" y="184777"/>
                </a:lnTo>
                <a:lnTo>
                  <a:pt x="89506" y="185289"/>
                </a:lnTo>
                <a:lnTo>
                  <a:pt x="90842" y="185779"/>
                </a:lnTo>
                <a:lnTo>
                  <a:pt x="92200" y="186269"/>
                </a:lnTo>
                <a:lnTo>
                  <a:pt x="93580" y="186737"/>
                </a:lnTo>
                <a:lnTo>
                  <a:pt x="94938" y="187182"/>
                </a:lnTo>
                <a:lnTo>
                  <a:pt x="96319" y="187627"/>
                </a:lnTo>
                <a:lnTo>
                  <a:pt x="97699" y="188072"/>
                </a:lnTo>
                <a:lnTo>
                  <a:pt x="99080" y="188495"/>
                </a:lnTo>
                <a:lnTo>
                  <a:pt x="100460" y="188896"/>
                </a:lnTo>
                <a:lnTo>
                  <a:pt x="101863" y="189297"/>
                </a:lnTo>
                <a:lnTo>
                  <a:pt x="103265" y="189676"/>
                </a:lnTo>
                <a:lnTo>
                  <a:pt x="104668" y="190032"/>
                </a:lnTo>
                <a:lnTo>
                  <a:pt x="106071" y="190388"/>
                </a:lnTo>
                <a:lnTo>
                  <a:pt x="107496" y="190744"/>
                </a:lnTo>
                <a:lnTo>
                  <a:pt x="108921" y="191056"/>
                </a:lnTo>
                <a:lnTo>
                  <a:pt x="110346" y="191368"/>
                </a:lnTo>
                <a:lnTo>
                  <a:pt x="111771" y="191679"/>
                </a:lnTo>
                <a:lnTo>
                  <a:pt x="113218" y="191969"/>
                </a:lnTo>
                <a:lnTo>
                  <a:pt x="114665" y="192236"/>
                </a:lnTo>
                <a:lnTo>
                  <a:pt x="116112" y="192503"/>
                </a:lnTo>
                <a:lnTo>
                  <a:pt x="117560" y="192748"/>
                </a:lnTo>
                <a:lnTo>
                  <a:pt x="119007" y="192993"/>
                </a:lnTo>
                <a:lnTo>
                  <a:pt x="120476" y="193216"/>
                </a:lnTo>
                <a:lnTo>
                  <a:pt x="121946" y="193416"/>
                </a:lnTo>
                <a:lnTo>
                  <a:pt x="123415" y="193616"/>
                </a:lnTo>
                <a:lnTo>
                  <a:pt x="124885" y="193795"/>
                </a:lnTo>
                <a:lnTo>
                  <a:pt x="126354" y="193950"/>
                </a:lnTo>
                <a:lnTo>
                  <a:pt x="127846" y="194106"/>
                </a:lnTo>
                <a:lnTo>
                  <a:pt x="129316" y="194240"/>
                </a:lnTo>
                <a:lnTo>
                  <a:pt x="130807" y="194373"/>
                </a:lnTo>
                <a:lnTo>
                  <a:pt x="132299" y="194485"/>
                </a:lnTo>
                <a:lnTo>
                  <a:pt x="133813" y="194574"/>
                </a:lnTo>
                <a:lnTo>
                  <a:pt x="135305" y="194663"/>
                </a:lnTo>
                <a:lnTo>
                  <a:pt x="136819" y="194730"/>
                </a:lnTo>
                <a:lnTo>
                  <a:pt x="138333" y="194774"/>
                </a:lnTo>
                <a:lnTo>
                  <a:pt x="139847" y="194819"/>
                </a:lnTo>
                <a:lnTo>
                  <a:pt x="141361" y="194819"/>
                </a:lnTo>
                <a:lnTo>
                  <a:pt x="142875" y="194841"/>
                </a:lnTo>
                <a:lnTo>
                  <a:pt x="144389" y="194819"/>
                </a:lnTo>
                <a:lnTo>
                  <a:pt x="145903" y="194819"/>
                </a:lnTo>
                <a:lnTo>
                  <a:pt x="147417" y="194774"/>
                </a:lnTo>
                <a:lnTo>
                  <a:pt x="148931" y="194730"/>
                </a:lnTo>
                <a:lnTo>
                  <a:pt x="150445" y="194663"/>
                </a:lnTo>
                <a:lnTo>
                  <a:pt x="151937" y="194574"/>
                </a:lnTo>
                <a:lnTo>
                  <a:pt x="153429" y="194485"/>
                </a:lnTo>
                <a:lnTo>
                  <a:pt x="154943" y="194373"/>
                </a:lnTo>
                <a:lnTo>
                  <a:pt x="156434" y="194240"/>
                </a:lnTo>
                <a:lnTo>
                  <a:pt x="157904" y="194106"/>
                </a:lnTo>
                <a:lnTo>
                  <a:pt x="159396" y="193950"/>
                </a:lnTo>
                <a:lnTo>
                  <a:pt x="160865" y="193795"/>
                </a:lnTo>
                <a:lnTo>
                  <a:pt x="162335" y="193616"/>
                </a:lnTo>
                <a:lnTo>
                  <a:pt x="163804" y="193416"/>
                </a:lnTo>
                <a:lnTo>
                  <a:pt x="165274" y="193216"/>
                </a:lnTo>
                <a:lnTo>
                  <a:pt x="166743" y="192993"/>
                </a:lnTo>
                <a:lnTo>
                  <a:pt x="168190" y="192748"/>
                </a:lnTo>
                <a:lnTo>
                  <a:pt x="169638" y="192503"/>
                </a:lnTo>
                <a:lnTo>
                  <a:pt x="171085" y="192236"/>
                </a:lnTo>
                <a:lnTo>
                  <a:pt x="172532" y="191969"/>
                </a:lnTo>
                <a:lnTo>
                  <a:pt x="173979" y="191679"/>
                </a:lnTo>
                <a:lnTo>
                  <a:pt x="175404" y="191368"/>
                </a:lnTo>
                <a:lnTo>
                  <a:pt x="176829" y="191056"/>
                </a:lnTo>
                <a:lnTo>
                  <a:pt x="178254" y="190744"/>
                </a:lnTo>
                <a:lnTo>
                  <a:pt x="179657" y="190388"/>
                </a:lnTo>
                <a:lnTo>
                  <a:pt x="181082" y="190032"/>
                </a:lnTo>
                <a:lnTo>
                  <a:pt x="182485" y="189676"/>
                </a:lnTo>
                <a:lnTo>
                  <a:pt x="183887" y="189297"/>
                </a:lnTo>
                <a:lnTo>
                  <a:pt x="185290" y="188896"/>
                </a:lnTo>
                <a:lnTo>
                  <a:pt x="186670" y="188495"/>
                </a:lnTo>
                <a:lnTo>
                  <a:pt x="188051" y="188072"/>
                </a:lnTo>
                <a:lnTo>
                  <a:pt x="189431" y="187627"/>
                </a:lnTo>
                <a:lnTo>
                  <a:pt x="190812" y="187182"/>
                </a:lnTo>
                <a:lnTo>
                  <a:pt x="192170" y="186737"/>
                </a:lnTo>
                <a:lnTo>
                  <a:pt x="193550" y="186269"/>
                </a:lnTo>
                <a:lnTo>
                  <a:pt x="194886" y="185779"/>
                </a:lnTo>
                <a:lnTo>
                  <a:pt x="196244" y="185289"/>
                </a:lnTo>
                <a:lnTo>
                  <a:pt x="197603" y="184777"/>
                </a:lnTo>
                <a:lnTo>
                  <a:pt x="198938" y="184265"/>
                </a:lnTo>
                <a:lnTo>
                  <a:pt x="200252" y="183731"/>
                </a:lnTo>
                <a:lnTo>
                  <a:pt x="201588" y="183174"/>
                </a:lnTo>
                <a:lnTo>
                  <a:pt x="202902" y="182640"/>
                </a:lnTo>
                <a:lnTo>
                  <a:pt x="204215" y="182061"/>
                </a:lnTo>
                <a:lnTo>
                  <a:pt x="205529" y="181482"/>
                </a:lnTo>
                <a:lnTo>
                  <a:pt x="206820" y="180903"/>
                </a:lnTo>
                <a:lnTo>
                  <a:pt x="208134" y="180280"/>
                </a:lnTo>
                <a:lnTo>
                  <a:pt x="210694" y="179055"/>
                </a:lnTo>
                <a:lnTo>
                  <a:pt x="213233" y="177764"/>
                </a:lnTo>
                <a:lnTo>
                  <a:pt x="215749" y="176428"/>
                </a:lnTo>
                <a:lnTo>
                  <a:pt x="218242" y="175047"/>
                </a:lnTo>
                <a:lnTo>
                  <a:pt x="220691" y="173622"/>
                </a:lnTo>
                <a:lnTo>
                  <a:pt x="223118" y="172175"/>
                </a:lnTo>
                <a:lnTo>
                  <a:pt x="225523" y="170661"/>
                </a:lnTo>
                <a:lnTo>
                  <a:pt x="227905" y="169103"/>
                </a:lnTo>
                <a:lnTo>
                  <a:pt x="230243" y="167522"/>
                </a:lnTo>
                <a:lnTo>
                  <a:pt x="232536" y="165874"/>
                </a:lnTo>
                <a:lnTo>
                  <a:pt x="234830" y="164204"/>
                </a:lnTo>
                <a:lnTo>
                  <a:pt x="237079" y="162490"/>
                </a:lnTo>
                <a:lnTo>
                  <a:pt x="239283" y="160731"/>
                </a:lnTo>
                <a:lnTo>
                  <a:pt x="241465" y="158928"/>
                </a:lnTo>
                <a:lnTo>
                  <a:pt x="243602" y="157080"/>
                </a:lnTo>
                <a:lnTo>
                  <a:pt x="245717" y="155209"/>
                </a:lnTo>
                <a:lnTo>
                  <a:pt x="247788" y="153295"/>
                </a:lnTo>
                <a:lnTo>
                  <a:pt x="249836" y="151357"/>
                </a:lnTo>
                <a:lnTo>
                  <a:pt x="251840" y="149376"/>
                </a:lnTo>
                <a:lnTo>
                  <a:pt x="253800" y="147350"/>
                </a:lnTo>
                <a:lnTo>
                  <a:pt x="255737" y="145279"/>
                </a:lnTo>
                <a:lnTo>
                  <a:pt x="257629" y="143186"/>
                </a:lnTo>
                <a:lnTo>
                  <a:pt x="259477" y="141049"/>
                </a:lnTo>
                <a:lnTo>
                  <a:pt x="261303" y="138889"/>
                </a:lnTo>
                <a:lnTo>
                  <a:pt x="263084" y="136707"/>
                </a:lnTo>
                <a:lnTo>
                  <a:pt x="264821" y="134458"/>
                </a:lnTo>
                <a:lnTo>
                  <a:pt x="266513" y="132210"/>
                </a:lnTo>
                <a:lnTo>
                  <a:pt x="268161" y="129916"/>
                </a:lnTo>
                <a:lnTo>
                  <a:pt x="269786" y="127578"/>
                </a:lnTo>
                <a:lnTo>
                  <a:pt x="271367" y="125241"/>
                </a:lnTo>
                <a:lnTo>
                  <a:pt x="272881" y="122836"/>
                </a:lnTo>
                <a:lnTo>
                  <a:pt x="274373" y="120431"/>
                </a:lnTo>
                <a:lnTo>
                  <a:pt x="275820" y="117982"/>
                </a:lnTo>
                <a:lnTo>
                  <a:pt x="277222" y="115511"/>
                </a:lnTo>
                <a:lnTo>
                  <a:pt x="278581" y="112995"/>
                </a:lnTo>
                <a:lnTo>
                  <a:pt x="279894" y="110479"/>
                </a:lnTo>
                <a:lnTo>
                  <a:pt x="281163" y="107918"/>
                </a:lnTo>
                <a:lnTo>
                  <a:pt x="282366" y="105336"/>
                </a:lnTo>
                <a:lnTo>
                  <a:pt x="283546" y="102708"/>
                </a:lnTo>
                <a:lnTo>
                  <a:pt x="284125" y="101395"/>
                </a:lnTo>
                <a:lnTo>
                  <a:pt x="284681" y="100081"/>
                </a:lnTo>
                <a:lnTo>
                  <a:pt x="285216" y="98745"/>
                </a:lnTo>
                <a:lnTo>
                  <a:pt x="285750" y="97432"/>
                </a:lnTo>
                <a:lnTo>
                  <a:pt x="285216" y="96096"/>
                </a:lnTo>
                <a:lnTo>
                  <a:pt x="284681" y="94760"/>
                </a:lnTo>
                <a:lnTo>
                  <a:pt x="284125" y="93446"/>
                </a:lnTo>
                <a:lnTo>
                  <a:pt x="283546" y="92133"/>
                </a:lnTo>
                <a:lnTo>
                  <a:pt x="282366" y="89505"/>
                </a:lnTo>
                <a:lnTo>
                  <a:pt x="281163" y="86923"/>
                </a:lnTo>
                <a:lnTo>
                  <a:pt x="279894" y="84384"/>
                </a:lnTo>
                <a:lnTo>
                  <a:pt x="278581" y="81846"/>
                </a:lnTo>
                <a:lnTo>
                  <a:pt x="277222" y="79330"/>
                </a:lnTo>
                <a:lnTo>
                  <a:pt x="275820" y="76859"/>
                </a:lnTo>
                <a:lnTo>
                  <a:pt x="274373" y="74410"/>
                </a:lnTo>
                <a:lnTo>
                  <a:pt x="272881" y="72005"/>
                </a:lnTo>
                <a:lnTo>
                  <a:pt x="271367" y="69623"/>
                </a:lnTo>
                <a:lnTo>
                  <a:pt x="269786" y="67263"/>
                </a:lnTo>
                <a:lnTo>
                  <a:pt x="268161" y="64925"/>
                </a:lnTo>
                <a:lnTo>
                  <a:pt x="266513" y="62631"/>
                </a:lnTo>
                <a:lnTo>
                  <a:pt x="264821" y="60383"/>
                </a:lnTo>
                <a:lnTo>
                  <a:pt x="263084" y="58156"/>
                </a:lnTo>
                <a:lnTo>
                  <a:pt x="261303" y="55952"/>
                </a:lnTo>
                <a:lnTo>
                  <a:pt x="259477" y="53792"/>
                </a:lnTo>
                <a:lnTo>
                  <a:pt x="257629" y="51655"/>
                </a:lnTo>
                <a:lnTo>
                  <a:pt x="255737" y="49562"/>
                </a:lnTo>
                <a:lnTo>
                  <a:pt x="253800" y="47514"/>
                </a:lnTo>
                <a:lnTo>
                  <a:pt x="251840" y="45487"/>
                </a:lnTo>
                <a:lnTo>
                  <a:pt x="249836" y="43484"/>
                </a:lnTo>
                <a:lnTo>
                  <a:pt x="247788" y="41546"/>
                </a:lnTo>
                <a:lnTo>
                  <a:pt x="245717" y="39632"/>
                </a:lnTo>
                <a:lnTo>
                  <a:pt x="243602" y="37761"/>
                </a:lnTo>
                <a:lnTo>
                  <a:pt x="241465" y="35913"/>
                </a:lnTo>
                <a:lnTo>
                  <a:pt x="239283" y="34132"/>
                </a:lnTo>
                <a:lnTo>
                  <a:pt x="237079" y="32373"/>
                </a:lnTo>
                <a:lnTo>
                  <a:pt x="234830" y="30637"/>
                </a:lnTo>
                <a:lnTo>
                  <a:pt x="232536" y="28967"/>
                </a:lnTo>
                <a:lnTo>
                  <a:pt x="230243" y="27341"/>
                </a:lnTo>
                <a:lnTo>
                  <a:pt x="227905" y="25738"/>
                </a:lnTo>
                <a:lnTo>
                  <a:pt x="225523" y="24180"/>
                </a:lnTo>
                <a:lnTo>
                  <a:pt x="223118" y="22688"/>
                </a:lnTo>
                <a:lnTo>
                  <a:pt x="220691" y="21219"/>
                </a:lnTo>
                <a:lnTo>
                  <a:pt x="218242" y="19794"/>
                </a:lnTo>
                <a:lnTo>
                  <a:pt x="215749" y="18413"/>
                </a:lnTo>
                <a:lnTo>
                  <a:pt x="213233" y="17077"/>
                </a:lnTo>
                <a:lnTo>
                  <a:pt x="210694" y="15786"/>
                </a:lnTo>
                <a:lnTo>
                  <a:pt x="208134" y="14561"/>
                </a:lnTo>
                <a:lnTo>
                  <a:pt x="206820" y="13960"/>
                </a:lnTo>
                <a:lnTo>
                  <a:pt x="205529" y="13359"/>
                </a:lnTo>
                <a:lnTo>
                  <a:pt x="204215" y="12780"/>
                </a:lnTo>
                <a:lnTo>
                  <a:pt x="202902" y="12223"/>
                </a:lnTo>
                <a:lnTo>
                  <a:pt x="201588" y="11667"/>
                </a:lnTo>
                <a:lnTo>
                  <a:pt x="200252" y="11110"/>
                </a:lnTo>
                <a:lnTo>
                  <a:pt x="198938" y="10576"/>
                </a:lnTo>
                <a:lnTo>
                  <a:pt x="197603" y="10064"/>
                </a:lnTo>
                <a:lnTo>
                  <a:pt x="196244" y="9552"/>
                </a:lnTo>
                <a:lnTo>
                  <a:pt x="194886" y="9062"/>
                </a:lnTo>
                <a:lnTo>
                  <a:pt x="193550" y="8572"/>
                </a:lnTo>
                <a:lnTo>
                  <a:pt x="192170" y="8104"/>
                </a:lnTo>
                <a:lnTo>
                  <a:pt x="190812" y="7659"/>
                </a:lnTo>
                <a:lnTo>
                  <a:pt x="189431" y="7214"/>
                </a:lnTo>
                <a:lnTo>
                  <a:pt x="188051" y="6769"/>
                </a:lnTo>
                <a:lnTo>
                  <a:pt x="186670" y="6368"/>
                </a:lnTo>
                <a:lnTo>
                  <a:pt x="185290" y="5945"/>
                </a:lnTo>
                <a:lnTo>
                  <a:pt x="183887" y="5566"/>
                </a:lnTo>
                <a:lnTo>
                  <a:pt x="182485" y="5188"/>
                </a:lnTo>
                <a:lnTo>
                  <a:pt x="181082" y="4809"/>
                </a:lnTo>
                <a:lnTo>
                  <a:pt x="179657" y="4453"/>
                </a:lnTo>
                <a:lnTo>
                  <a:pt x="178254" y="4119"/>
                </a:lnTo>
                <a:lnTo>
                  <a:pt x="176829" y="3785"/>
                </a:lnTo>
                <a:lnTo>
                  <a:pt x="175404" y="3473"/>
                </a:lnTo>
                <a:lnTo>
                  <a:pt x="173979" y="3162"/>
                </a:lnTo>
                <a:lnTo>
                  <a:pt x="172532" y="2872"/>
                </a:lnTo>
                <a:lnTo>
                  <a:pt x="171085" y="2605"/>
                </a:lnTo>
                <a:lnTo>
                  <a:pt x="169638" y="2338"/>
                </a:lnTo>
                <a:lnTo>
                  <a:pt x="168190" y="2093"/>
                </a:lnTo>
                <a:lnTo>
                  <a:pt x="166743" y="1848"/>
                </a:lnTo>
                <a:lnTo>
                  <a:pt x="165274" y="1625"/>
                </a:lnTo>
                <a:lnTo>
                  <a:pt x="163804" y="1425"/>
                </a:lnTo>
                <a:lnTo>
                  <a:pt x="162335" y="1225"/>
                </a:lnTo>
                <a:lnTo>
                  <a:pt x="160865" y="1046"/>
                </a:lnTo>
                <a:lnTo>
                  <a:pt x="159396" y="891"/>
                </a:lnTo>
                <a:lnTo>
                  <a:pt x="157904" y="735"/>
                </a:lnTo>
                <a:lnTo>
                  <a:pt x="156434" y="601"/>
                </a:lnTo>
                <a:lnTo>
                  <a:pt x="154943" y="468"/>
                </a:lnTo>
                <a:lnTo>
                  <a:pt x="153429" y="356"/>
                </a:lnTo>
                <a:lnTo>
                  <a:pt x="151937" y="267"/>
                </a:lnTo>
                <a:lnTo>
                  <a:pt x="150445" y="200"/>
                </a:lnTo>
                <a:lnTo>
                  <a:pt x="148931" y="134"/>
                </a:lnTo>
                <a:lnTo>
                  <a:pt x="147417" y="67"/>
                </a:lnTo>
                <a:lnTo>
                  <a:pt x="145903" y="45"/>
                </a:lnTo>
                <a:lnTo>
                  <a:pt x="144389" y="22"/>
                </a:lnTo>
                <a:lnTo>
                  <a:pt x="142875" y="0"/>
                </a:lnTo>
                <a:close/>
              </a:path>
            </a:pathLst>
          </a:custGeom>
          <a:solidFill>
            <a:srgbClr val="FD3E8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76"/>
          <p:cNvSpPr txBox="1"/>
          <p:nvPr/>
        </p:nvSpPr>
        <p:spPr>
          <a:xfrm>
            <a:off x="2695241" y="2494131"/>
            <a:ext cx="118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Viewability</a:t>
            </a:r>
            <a:endParaRPr b="1" sz="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% de impressões</a:t>
            </a:r>
            <a:endParaRPr sz="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realmente vistas</a:t>
            </a:r>
            <a:endParaRPr sz="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2" name="Google Shape;662;p76"/>
          <p:cNvSpPr/>
          <p:nvPr/>
        </p:nvSpPr>
        <p:spPr>
          <a:xfrm>
            <a:off x="584977" y="1766206"/>
            <a:ext cx="756000" cy="749700"/>
          </a:xfrm>
          <a:prstGeom prst="ellipse">
            <a:avLst/>
          </a:prstGeom>
          <a:solidFill>
            <a:srgbClr val="E6E6E2"/>
          </a:solidFill>
          <a:ln cap="flat" cmpd="sng" w="9525">
            <a:solidFill>
              <a:srgbClr val="FD3E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76"/>
          <p:cNvSpPr txBox="1"/>
          <p:nvPr/>
        </p:nvSpPr>
        <p:spPr>
          <a:xfrm>
            <a:off x="371827" y="2494131"/>
            <a:ext cx="118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Verificação</a:t>
            </a:r>
            <a:endParaRPr b="1" sz="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Contexto em que o anúncio foi exibido</a:t>
            </a:r>
            <a:endParaRPr sz="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4" name="Google Shape;664;p76"/>
          <p:cNvSpPr/>
          <p:nvPr/>
        </p:nvSpPr>
        <p:spPr>
          <a:xfrm>
            <a:off x="760766" y="1933019"/>
            <a:ext cx="404432" cy="416481"/>
          </a:xfrm>
          <a:custGeom>
            <a:rect b="b" l="l" r="r" t="t"/>
            <a:pathLst>
              <a:path extrusionOk="0" h="209550" w="209550">
                <a:moveTo>
                  <a:pt x="152973" y="58672"/>
                </a:moveTo>
                <a:lnTo>
                  <a:pt x="83828" y="127817"/>
                </a:lnTo>
                <a:lnTo>
                  <a:pt x="56577" y="100586"/>
                </a:lnTo>
                <a:lnTo>
                  <a:pt x="41914" y="115249"/>
                </a:lnTo>
                <a:lnTo>
                  <a:pt x="83828" y="157163"/>
                </a:lnTo>
                <a:lnTo>
                  <a:pt x="167636" y="73335"/>
                </a:lnTo>
                <a:lnTo>
                  <a:pt x="152973" y="58672"/>
                </a:lnTo>
                <a:close/>
                <a:moveTo>
                  <a:pt x="105852" y="20947"/>
                </a:moveTo>
                <a:lnTo>
                  <a:pt x="106928" y="20967"/>
                </a:lnTo>
                <a:lnTo>
                  <a:pt x="108005" y="21006"/>
                </a:lnTo>
                <a:lnTo>
                  <a:pt x="109082" y="21065"/>
                </a:lnTo>
                <a:lnTo>
                  <a:pt x="110159" y="21123"/>
                </a:lnTo>
                <a:lnTo>
                  <a:pt x="111216" y="21182"/>
                </a:lnTo>
                <a:lnTo>
                  <a:pt x="112273" y="21280"/>
                </a:lnTo>
                <a:lnTo>
                  <a:pt x="113330" y="21378"/>
                </a:lnTo>
                <a:lnTo>
                  <a:pt x="114387" y="21495"/>
                </a:lnTo>
                <a:lnTo>
                  <a:pt x="115444" y="21613"/>
                </a:lnTo>
                <a:lnTo>
                  <a:pt x="116482" y="21769"/>
                </a:lnTo>
                <a:lnTo>
                  <a:pt x="117520" y="21906"/>
                </a:lnTo>
                <a:lnTo>
                  <a:pt x="118557" y="22083"/>
                </a:lnTo>
                <a:lnTo>
                  <a:pt x="119595" y="22259"/>
                </a:lnTo>
                <a:lnTo>
                  <a:pt x="120613" y="22455"/>
                </a:lnTo>
                <a:lnTo>
                  <a:pt x="121650" y="22650"/>
                </a:lnTo>
                <a:lnTo>
                  <a:pt x="122668" y="22866"/>
                </a:lnTo>
                <a:lnTo>
                  <a:pt x="123686" y="23101"/>
                </a:lnTo>
                <a:lnTo>
                  <a:pt x="124685" y="23336"/>
                </a:lnTo>
                <a:lnTo>
                  <a:pt x="125703" y="23590"/>
                </a:lnTo>
                <a:lnTo>
                  <a:pt x="126701" y="23864"/>
                </a:lnTo>
                <a:lnTo>
                  <a:pt x="127699" y="24138"/>
                </a:lnTo>
                <a:lnTo>
                  <a:pt x="128678" y="24412"/>
                </a:lnTo>
                <a:lnTo>
                  <a:pt x="129677" y="24725"/>
                </a:lnTo>
                <a:lnTo>
                  <a:pt x="130656" y="25039"/>
                </a:lnTo>
                <a:lnTo>
                  <a:pt x="131634" y="25352"/>
                </a:lnTo>
                <a:lnTo>
                  <a:pt x="132594" y="25685"/>
                </a:lnTo>
                <a:lnTo>
                  <a:pt x="133572" y="26037"/>
                </a:lnTo>
                <a:lnTo>
                  <a:pt x="134532" y="26409"/>
                </a:lnTo>
                <a:lnTo>
                  <a:pt x="135471" y="26761"/>
                </a:lnTo>
                <a:lnTo>
                  <a:pt x="136431" y="27153"/>
                </a:lnTo>
                <a:lnTo>
                  <a:pt x="137370" y="27545"/>
                </a:lnTo>
                <a:lnTo>
                  <a:pt x="138310" y="27956"/>
                </a:lnTo>
                <a:lnTo>
                  <a:pt x="139230" y="28367"/>
                </a:lnTo>
                <a:lnTo>
                  <a:pt x="140170" y="28797"/>
                </a:lnTo>
                <a:lnTo>
                  <a:pt x="141070" y="29228"/>
                </a:lnTo>
                <a:lnTo>
                  <a:pt x="141990" y="29678"/>
                </a:lnTo>
                <a:lnTo>
                  <a:pt x="142891" y="30129"/>
                </a:lnTo>
                <a:lnTo>
                  <a:pt x="143792" y="30599"/>
                </a:lnTo>
                <a:lnTo>
                  <a:pt x="144692" y="31088"/>
                </a:lnTo>
                <a:lnTo>
                  <a:pt x="145573" y="31577"/>
                </a:lnTo>
                <a:lnTo>
                  <a:pt x="146454" y="32067"/>
                </a:lnTo>
                <a:lnTo>
                  <a:pt x="147335" y="32576"/>
                </a:lnTo>
                <a:lnTo>
                  <a:pt x="148196" y="33104"/>
                </a:lnTo>
                <a:lnTo>
                  <a:pt x="149058" y="33633"/>
                </a:lnTo>
                <a:lnTo>
                  <a:pt x="149919" y="34181"/>
                </a:lnTo>
                <a:lnTo>
                  <a:pt x="150761" y="34729"/>
                </a:lnTo>
                <a:lnTo>
                  <a:pt x="151603" y="35277"/>
                </a:lnTo>
                <a:lnTo>
                  <a:pt x="152445" y="35845"/>
                </a:lnTo>
                <a:lnTo>
                  <a:pt x="153267" y="36432"/>
                </a:lnTo>
                <a:lnTo>
                  <a:pt x="154089" y="37020"/>
                </a:lnTo>
                <a:lnTo>
                  <a:pt x="154892" y="37627"/>
                </a:lnTo>
                <a:lnTo>
                  <a:pt x="155694" y="38233"/>
                </a:lnTo>
                <a:lnTo>
                  <a:pt x="156497" y="38860"/>
                </a:lnTo>
                <a:lnTo>
                  <a:pt x="157280" y="39486"/>
                </a:lnTo>
                <a:lnTo>
                  <a:pt x="158063" y="40113"/>
                </a:lnTo>
                <a:lnTo>
                  <a:pt x="158827" y="40759"/>
                </a:lnTo>
                <a:lnTo>
                  <a:pt x="159590" y="41424"/>
                </a:lnTo>
                <a:lnTo>
                  <a:pt x="160354" y="42071"/>
                </a:lnTo>
                <a:lnTo>
                  <a:pt x="161097" y="42756"/>
                </a:lnTo>
                <a:lnTo>
                  <a:pt x="161841" y="43441"/>
                </a:lnTo>
                <a:lnTo>
                  <a:pt x="162585" y="44126"/>
                </a:lnTo>
                <a:lnTo>
                  <a:pt x="163290" y="44831"/>
                </a:lnTo>
                <a:lnTo>
                  <a:pt x="164014" y="45536"/>
                </a:lnTo>
                <a:lnTo>
                  <a:pt x="164719" y="46240"/>
                </a:lnTo>
                <a:lnTo>
                  <a:pt x="165424" y="46965"/>
                </a:lnTo>
                <a:lnTo>
                  <a:pt x="166109" y="47709"/>
                </a:lnTo>
                <a:lnTo>
                  <a:pt x="166794" y="48433"/>
                </a:lnTo>
                <a:lnTo>
                  <a:pt x="167460" y="49196"/>
                </a:lnTo>
                <a:lnTo>
                  <a:pt x="168126" y="49940"/>
                </a:lnTo>
                <a:lnTo>
                  <a:pt x="168791" y="50704"/>
                </a:lnTo>
                <a:lnTo>
                  <a:pt x="169437" y="51487"/>
                </a:lnTo>
                <a:lnTo>
                  <a:pt x="170064" y="52270"/>
                </a:lnTo>
                <a:lnTo>
                  <a:pt x="170690" y="53053"/>
                </a:lnTo>
                <a:lnTo>
                  <a:pt x="171317" y="53856"/>
                </a:lnTo>
                <a:lnTo>
                  <a:pt x="171923" y="54658"/>
                </a:lnTo>
                <a:lnTo>
                  <a:pt x="172511" y="55461"/>
                </a:lnTo>
                <a:lnTo>
                  <a:pt x="173118" y="56283"/>
                </a:lnTo>
                <a:lnTo>
                  <a:pt x="173685" y="57106"/>
                </a:lnTo>
                <a:lnTo>
                  <a:pt x="174253" y="57947"/>
                </a:lnTo>
                <a:lnTo>
                  <a:pt x="174821" y="58789"/>
                </a:lnTo>
                <a:lnTo>
                  <a:pt x="175369" y="59631"/>
                </a:lnTo>
                <a:lnTo>
                  <a:pt x="175917" y="60473"/>
                </a:lnTo>
                <a:lnTo>
                  <a:pt x="176446" y="61334"/>
                </a:lnTo>
                <a:lnTo>
                  <a:pt x="176955" y="62215"/>
                </a:lnTo>
                <a:lnTo>
                  <a:pt x="177483" y="63076"/>
                </a:lnTo>
                <a:lnTo>
                  <a:pt x="177973" y="63957"/>
                </a:lnTo>
                <a:lnTo>
                  <a:pt x="178462" y="64858"/>
                </a:lnTo>
                <a:lnTo>
                  <a:pt x="178951" y="65739"/>
                </a:lnTo>
                <a:lnTo>
                  <a:pt x="179421" y="66639"/>
                </a:lnTo>
                <a:lnTo>
                  <a:pt x="179872" y="67560"/>
                </a:lnTo>
                <a:lnTo>
                  <a:pt x="180322" y="68460"/>
                </a:lnTo>
                <a:lnTo>
                  <a:pt x="180753" y="69380"/>
                </a:lnTo>
                <a:lnTo>
                  <a:pt x="181183" y="70300"/>
                </a:lnTo>
                <a:lnTo>
                  <a:pt x="181594" y="71240"/>
                </a:lnTo>
                <a:lnTo>
                  <a:pt x="182005" y="72180"/>
                </a:lnTo>
                <a:lnTo>
                  <a:pt x="182397" y="73119"/>
                </a:lnTo>
                <a:lnTo>
                  <a:pt x="182769" y="74059"/>
                </a:lnTo>
                <a:lnTo>
                  <a:pt x="183141" y="75018"/>
                </a:lnTo>
                <a:lnTo>
                  <a:pt x="183493" y="75978"/>
                </a:lnTo>
                <a:lnTo>
                  <a:pt x="183846" y="76937"/>
                </a:lnTo>
                <a:lnTo>
                  <a:pt x="184178" y="77916"/>
                </a:lnTo>
                <a:lnTo>
                  <a:pt x="184511" y="78894"/>
                </a:lnTo>
                <a:lnTo>
                  <a:pt x="184825" y="79873"/>
                </a:lnTo>
                <a:lnTo>
                  <a:pt x="185118" y="80852"/>
                </a:lnTo>
                <a:lnTo>
                  <a:pt x="185412" y="81851"/>
                </a:lnTo>
                <a:lnTo>
                  <a:pt x="185686" y="82849"/>
                </a:lnTo>
                <a:lnTo>
                  <a:pt x="185960" y="83847"/>
                </a:lnTo>
                <a:lnTo>
                  <a:pt x="186214" y="84846"/>
                </a:lnTo>
                <a:lnTo>
                  <a:pt x="186449" y="85864"/>
                </a:lnTo>
                <a:lnTo>
                  <a:pt x="186684" y="86882"/>
                </a:lnTo>
                <a:lnTo>
                  <a:pt x="186900" y="87900"/>
                </a:lnTo>
                <a:lnTo>
                  <a:pt x="187095" y="88918"/>
                </a:lnTo>
                <a:lnTo>
                  <a:pt x="187291" y="89955"/>
                </a:lnTo>
                <a:lnTo>
                  <a:pt x="187467" y="90993"/>
                </a:lnTo>
                <a:lnTo>
                  <a:pt x="187624" y="92031"/>
                </a:lnTo>
                <a:lnTo>
                  <a:pt x="187781" y="93068"/>
                </a:lnTo>
                <a:lnTo>
                  <a:pt x="187918" y="94106"/>
                </a:lnTo>
                <a:lnTo>
                  <a:pt x="188055" y="95163"/>
                </a:lnTo>
                <a:lnTo>
                  <a:pt x="188172" y="96220"/>
                </a:lnTo>
                <a:lnTo>
                  <a:pt x="188270" y="97277"/>
                </a:lnTo>
                <a:lnTo>
                  <a:pt x="188348" y="98334"/>
                </a:lnTo>
                <a:lnTo>
                  <a:pt x="188427" y="99391"/>
                </a:lnTo>
                <a:lnTo>
                  <a:pt x="188485" y="100468"/>
                </a:lnTo>
                <a:lnTo>
                  <a:pt x="188544" y="101525"/>
                </a:lnTo>
                <a:lnTo>
                  <a:pt x="188564" y="102602"/>
                </a:lnTo>
                <a:lnTo>
                  <a:pt x="188583" y="103679"/>
                </a:lnTo>
                <a:lnTo>
                  <a:pt x="188603" y="104775"/>
                </a:lnTo>
                <a:lnTo>
                  <a:pt x="188583" y="105852"/>
                </a:lnTo>
                <a:lnTo>
                  <a:pt x="188564" y="106928"/>
                </a:lnTo>
                <a:lnTo>
                  <a:pt x="188544" y="108005"/>
                </a:lnTo>
                <a:lnTo>
                  <a:pt x="188485" y="109082"/>
                </a:lnTo>
                <a:lnTo>
                  <a:pt x="188427" y="110139"/>
                </a:lnTo>
                <a:lnTo>
                  <a:pt x="188348" y="111196"/>
                </a:lnTo>
                <a:lnTo>
                  <a:pt x="188270" y="112273"/>
                </a:lnTo>
                <a:lnTo>
                  <a:pt x="188172" y="113330"/>
                </a:lnTo>
                <a:lnTo>
                  <a:pt x="188055" y="114368"/>
                </a:lnTo>
                <a:lnTo>
                  <a:pt x="187918" y="115425"/>
                </a:lnTo>
                <a:lnTo>
                  <a:pt x="187781" y="116462"/>
                </a:lnTo>
                <a:lnTo>
                  <a:pt x="187624" y="117519"/>
                </a:lnTo>
                <a:lnTo>
                  <a:pt x="187467" y="118557"/>
                </a:lnTo>
                <a:lnTo>
                  <a:pt x="187291" y="119575"/>
                </a:lnTo>
                <a:lnTo>
                  <a:pt x="187095" y="120613"/>
                </a:lnTo>
                <a:lnTo>
                  <a:pt x="186900" y="121631"/>
                </a:lnTo>
                <a:lnTo>
                  <a:pt x="186684" y="122649"/>
                </a:lnTo>
                <a:lnTo>
                  <a:pt x="186449" y="123667"/>
                </a:lnTo>
                <a:lnTo>
                  <a:pt x="186214" y="124685"/>
                </a:lnTo>
                <a:lnTo>
                  <a:pt x="185960" y="125683"/>
                </a:lnTo>
                <a:lnTo>
                  <a:pt x="185686" y="126681"/>
                </a:lnTo>
                <a:lnTo>
                  <a:pt x="185412" y="127680"/>
                </a:lnTo>
                <a:lnTo>
                  <a:pt x="185118" y="128678"/>
                </a:lnTo>
                <a:lnTo>
                  <a:pt x="184825" y="129657"/>
                </a:lnTo>
                <a:lnTo>
                  <a:pt x="184511" y="130636"/>
                </a:lnTo>
                <a:lnTo>
                  <a:pt x="184178" y="131615"/>
                </a:lnTo>
                <a:lnTo>
                  <a:pt x="183846" y="132594"/>
                </a:lnTo>
                <a:lnTo>
                  <a:pt x="183493" y="133553"/>
                </a:lnTo>
                <a:lnTo>
                  <a:pt x="183141" y="134512"/>
                </a:lnTo>
                <a:lnTo>
                  <a:pt x="182769" y="135471"/>
                </a:lnTo>
                <a:lnTo>
                  <a:pt x="182397" y="136411"/>
                </a:lnTo>
                <a:lnTo>
                  <a:pt x="182005" y="137351"/>
                </a:lnTo>
                <a:lnTo>
                  <a:pt x="181594" y="138290"/>
                </a:lnTo>
                <a:lnTo>
                  <a:pt x="181183" y="139230"/>
                </a:lnTo>
                <a:lnTo>
                  <a:pt x="180753" y="140150"/>
                </a:lnTo>
                <a:lnTo>
                  <a:pt x="180322" y="141070"/>
                </a:lnTo>
                <a:lnTo>
                  <a:pt x="179872" y="141990"/>
                </a:lnTo>
                <a:lnTo>
                  <a:pt x="179421" y="142891"/>
                </a:lnTo>
                <a:lnTo>
                  <a:pt x="178951" y="143792"/>
                </a:lnTo>
                <a:lnTo>
                  <a:pt x="178462" y="144692"/>
                </a:lnTo>
                <a:lnTo>
                  <a:pt x="177973" y="145573"/>
                </a:lnTo>
                <a:lnTo>
                  <a:pt x="177483" y="146454"/>
                </a:lnTo>
                <a:lnTo>
                  <a:pt x="176955" y="147335"/>
                </a:lnTo>
                <a:lnTo>
                  <a:pt x="176446" y="148196"/>
                </a:lnTo>
                <a:lnTo>
                  <a:pt x="175917" y="149058"/>
                </a:lnTo>
                <a:lnTo>
                  <a:pt x="175369" y="149900"/>
                </a:lnTo>
                <a:lnTo>
                  <a:pt x="174821" y="150761"/>
                </a:lnTo>
                <a:lnTo>
                  <a:pt x="174253" y="151603"/>
                </a:lnTo>
                <a:lnTo>
                  <a:pt x="173685" y="152425"/>
                </a:lnTo>
                <a:lnTo>
                  <a:pt x="173118" y="153247"/>
                </a:lnTo>
                <a:lnTo>
                  <a:pt x="172511" y="154069"/>
                </a:lnTo>
                <a:lnTo>
                  <a:pt x="171923" y="154872"/>
                </a:lnTo>
                <a:lnTo>
                  <a:pt x="171317" y="155694"/>
                </a:lnTo>
                <a:lnTo>
                  <a:pt x="170690" y="156477"/>
                </a:lnTo>
                <a:lnTo>
                  <a:pt x="170064" y="157260"/>
                </a:lnTo>
                <a:lnTo>
                  <a:pt x="169437" y="158043"/>
                </a:lnTo>
                <a:lnTo>
                  <a:pt x="168791" y="158827"/>
                </a:lnTo>
                <a:lnTo>
                  <a:pt x="168126" y="159590"/>
                </a:lnTo>
                <a:lnTo>
                  <a:pt x="167460" y="160334"/>
                </a:lnTo>
                <a:lnTo>
                  <a:pt x="166794" y="161097"/>
                </a:lnTo>
                <a:lnTo>
                  <a:pt x="166109" y="161841"/>
                </a:lnTo>
                <a:lnTo>
                  <a:pt x="165424" y="162566"/>
                </a:lnTo>
                <a:lnTo>
                  <a:pt x="164719" y="163290"/>
                </a:lnTo>
                <a:lnTo>
                  <a:pt x="164014" y="164014"/>
                </a:lnTo>
                <a:lnTo>
                  <a:pt x="163290" y="164719"/>
                </a:lnTo>
                <a:lnTo>
                  <a:pt x="162585" y="165404"/>
                </a:lnTo>
                <a:lnTo>
                  <a:pt x="161841" y="166109"/>
                </a:lnTo>
                <a:lnTo>
                  <a:pt x="161097" y="166775"/>
                </a:lnTo>
                <a:lnTo>
                  <a:pt x="160354" y="167460"/>
                </a:lnTo>
                <a:lnTo>
                  <a:pt x="159590" y="168126"/>
                </a:lnTo>
                <a:lnTo>
                  <a:pt x="158827" y="168772"/>
                </a:lnTo>
                <a:lnTo>
                  <a:pt x="158063" y="169418"/>
                </a:lnTo>
                <a:lnTo>
                  <a:pt x="157280" y="170064"/>
                </a:lnTo>
                <a:lnTo>
                  <a:pt x="156497" y="170690"/>
                </a:lnTo>
                <a:lnTo>
                  <a:pt x="155694" y="171297"/>
                </a:lnTo>
                <a:lnTo>
                  <a:pt x="154892" y="171904"/>
                </a:lnTo>
                <a:lnTo>
                  <a:pt x="154089" y="172511"/>
                </a:lnTo>
                <a:lnTo>
                  <a:pt x="153267" y="173098"/>
                </a:lnTo>
                <a:lnTo>
                  <a:pt x="152445" y="173685"/>
                </a:lnTo>
                <a:lnTo>
                  <a:pt x="151603" y="174253"/>
                </a:lnTo>
                <a:lnTo>
                  <a:pt x="150761" y="174821"/>
                </a:lnTo>
                <a:lnTo>
                  <a:pt x="149919" y="175369"/>
                </a:lnTo>
                <a:lnTo>
                  <a:pt x="149058" y="175897"/>
                </a:lnTo>
                <a:lnTo>
                  <a:pt x="148196" y="176426"/>
                </a:lnTo>
                <a:lnTo>
                  <a:pt x="147335" y="176955"/>
                </a:lnTo>
                <a:lnTo>
                  <a:pt x="146454" y="177464"/>
                </a:lnTo>
                <a:lnTo>
                  <a:pt x="145573" y="177973"/>
                </a:lnTo>
                <a:lnTo>
                  <a:pt x="144692" y="178462"/>
                </a:lnTo>
                <a:lnTo>
                  <a:pt x="143792" y="178932"/>
                </a:lnTo>
                <a:lnTo>
                  <a:pt x="142891" y="179402"/>
                </a:lnTo>
                <a:lnTo>
                  <a:pt x="141990" y="179852"/>
                </a:lnTo>
                <a:lnTo>
                  <a:pt x="141070" y="180302"/>
                </a:lnTo>
                <a:lnTo>
                  <a:pt x="140170" y="180753"/>
                </a:lnTo>
                <a:lnTo>
                  <a:pt x="139230" y="181164"/>
                </a:lnTo>
                <a:lnTo>
                  <a:pt x="138310" y="181594"/>
                </a:lnTo>
                <a:lnTo>
                  <a:pt x="137370" y="181986"/>
                </a:lnTo>
                <a:lnTo>
                  <a:pt x="136431" y="182377"/>
                </a:lnTo>
                <a:lnTo>
                  <a:pt x="135471" y="182769"/>
                </a:lnTo>
                <a:lnTo>
                  <a:pt x="134532" y="183141"/>
                </a:lnTo>
                <a:lnTo>
                  <a:pt x="133572" y="183493"/>
                </a:lnTo>
                <a:lnTo>
                  <a:pt x="132594" y="183846"/>
                </a:lnTo>
                <a:lnTo>
                  <a:pt x="131634" y="184178"/>
                </a:lnTo>
                <a:lnTo>
                  <a:pt x="130656" y="184492"/>
                </a:lnTo>
                <a:lnTo>
                  <a:pt x="129677" y="184805"/>
                </a:lnTo>
                <a:lnTo>
                  <a:pt x="128678" y="185118"/>
                </a:lnTo>
                <a:lnTo>
                  <a:pt x="127699" y="185412"/>
                </a:lnTo>
                <a:lnTo>
                  <a:pt x="126701" y="185686"/>
                </a:lnTo>
                <a:lnTo>
                  <a:pt x="125703" y="185940"/>
                </a:lnTo>
                <a:lnTo>
                  <a:pt x="124685" y="186195"/>
                </a:lnTo>
                <a:lnTo>
                  <a:pt x="123686" y="186430"/>
                </a:lnTo>
                <a:lnTo>
                  <a:pt x="122668" y="186665"/>
                </a:lnTo>
                <a:lnTo>
                  <a:pt x="121650" y="186880"/>
                </a:lnTo>
                <a:lnTo>
                  <a:pt x="120613" y="187095"/>
                </a:lnTo>
                <a:lnTo>
                  <a:pt x="119595" y="187272"/>
                </a:lnTo>
                <a:lnTo>
                  <a:pt x="118557" y="187448"/>
                </a:lnTo>
                <a:lnTo>
                  <a:pt x="117520" y="187624"/>
                </a:lnTo>
                <a:lnTo>
                  <a:pt x="116482" y="187781"/>
                </a:lnTo>
                <a:lnTo>
                  <a:pt x="115444" y="187918"/>
                </a:lnTo>
                <a:lnTo>
                  <a:pt x="114387" y="188035"/>
                </a:lnTo>
                <a:lnTo>
                  <a:pt x="113330" y="188153"/>
                </a:lnTo>
                <a:lnTo>
                  <a:pt x="112273" y="188250"/>
                </a:lnTo>
                <a:lnTo>
                  <a:pt x="111216" y="188348"/>
                </a:lnTo>
                <a:lnTo>
                  <a:pt x="110159" y="188427"/>
                </a:lnTo>
                <a:lnTo>
                  <a:pt x="109082" y="188485"/>
                </a:lnTo>
                <a:lnTo>
                  <a:pt x="108005" y="188525"/>
                </a:lnTo>
                <a:lnTo>
                  <a:pt x="106928" y="188564"/>
                </a:lnTo>
                <a:lnTo>
                  <a:pt x="105852" y="188583"/>
                </a:lnTo>
                <a:lnTo>
                  <a:pt x="103698" y="188583"/>
                </a:lnTo>
                <a:lnTo>
                  <a:pt x="102622" y="188564"/>
                </a:lnTo>
                <a:lnTo>
                  <a:pt x="101545" y="188525"/>
                </a:lnTo>
                <a:lnTo>
                  <a:pt x="100468" y="188485"/>
                </a:lnTo>
                <a:lnTo>
                  <a:pt x="99411" y="188427"/>
                </a:lnTo>
                <a:lnTo>
                  <a:pt x="98334" y="188348"/>
                </a:lnTo>
                <a:lnTo>
                  <a:pt x="97277" y="188250"/>
                </a:lnTo>
                <a:lnTo>
                  <a:pt x="96220" y="188153"/>
                </a:lnTo>
                <a:lnTo>
                  <a:pt x="95163" y="188035"/>
                </a:lnTo>
                <a:lnTo>
                  <a:pt x="94125" y="187918"/>
                </a:lnTo>
                <a:lnTo>
                  <a:pt x="93068" y="187781"/>
                </a:lnTo>
                <a:lnTo>
                  <a:pt x="92031" y="187624"/>
                </a:lnTo>
                <a:lnTo>
                  <a:pt x="90993" y="187448"/>
                </a:lnTo>
                <a:lnTo>
                  <a:pt x="89955" y="187272"/>
                </a:lnTo>
                <a:lnTo>
                  <a:pt x="88937" y="187095"/>
                </a:lnTo>
                <a:lnTo>
                  <a:pt x="87900" y="186880"/>
                </a:lnTo>
                <a:lnTo>
                  <a:pt x="86882" y="186665"/>
                </a:lnTo>
                <a:lnTo>
                  <a:pt x="85883" y="186430"/>
                </a:lnTo>
                <a:lnTo>
                  <a:pt x="84865" y="186195"/>
                </a:lnTo>
                <a:lnTo>
                  <a:pt x="83867" y="185940"/>
                </a:lnTo>
                <a:lnTo>
                  <a:pt x="82849" y="185686"/>
                </a:lnTo>
                <a:lnTo>
                  <a:pt x="81870" y="185412"/>
                </a:lnTo>
                <a:lnTo>
                  <a:pt x="80872" y="185118"/>
                </a:lnTo>
                <a:lnTo>
                  <a:pt x="79893" y="184805"/>
                </a:lnTo>
                <a:lnTo>
                  <a:pt x="78894" y="184492"/>
                </a:lnTo>
                <a:lnTo>
                  <a:pt x="77935" y="184178"/>
                </a:lnTo>
                <a:lnTo>
                  <a:pt x="76956" y="183846"/>
                </a:lnTo>
                <a:lnTo>
                  <a:pt x="75997" y="183493"/>
                </a:lnTo>
                <a:lnTo>
                  <a:pt x="75038" y="183141"/>
                </a:lnTo>
                <a:lnTo>
                  <a:pt x="74079" y="182769"/>
                </a:lnTo>
                <a:lnTo>
                  <a:pt x="73139" y="182377"/>
                </a:lnTo>
                <a:lnTo>
                  <a:pt x="72180" y="181986"/>
                </a:lnTo>
                <a:lnTo>
                  <a:pt x="71260" y="181594"/>
                </a:lnTo>
                <a:lnTo>
                  <a:pt x="70320" y="181164"/>
                </a:lnTo>
                <a:lnTo>
                  <a:pt x="69400" y="180753"/>
                </a:lnTo>
                <a:lnTo>
                  <a:pt x="68480" y="180302"/>
                </a:lnTo>
                <a:lnTo>
                  <a:pt x="67560" y="179852"/>
                </a:lnTo>
                <a:lnTo>
                  <a:pt x="66659" y="179402"/>
                </a:lnTo>
                <a:lnTo>
                  <a:pt x="65758" y="178932"/>
                </a:lnTo>
                <a:lnTo>
                  <a:pt x="64858" y="178462"/>
                </a:lnTo>
                <a:lnTo>
                  <a:pt x="63977" y="177973"/>
                </a:lnTo>
                <a:lnTo>
                  <a:pt x="63096" y="177464"/>
                </a:lnTo>
                <a:lnTo>
                  <a:pt x="62215" y="176955"/>
                </a:lnTo>
                <a:lnTo>
                  <a:pt x="61354" y="176426"/>
                </a:lnTo>
                <a:lnTo>
                  <a:pt x="60492" y="175897"/>
                </a:lnTo>
                <a:lnTo>
                  <a:pt x="59631" y="175369"/>
                </a:lnTo>
                <a:lnTo>
                  <a:pt x="58789" y="174821"/>
                </a:lnTo>
                <a:lnTo>
                  <a:pt x="57947" y="174253"/>
                </a:lnTo>
                <a:lnTo>
                  <a:pt x="57125" y="173685"/>
                </a:lnTo>
                <a:lnTo>
                  <a:pt x="56283" y="173098"/>
                </a:lnTo>
                <a:lnTo>
                  <a:pt x="55481" y="172511"/>
                </a:lnTo>
                <a:lnTo>
                  <a:pt x="54658" y="171904"/>
                </a:lnTo>
                <a:lnTo>
                  <a:pt x="53856" y="171297"/>
                </a:lnTo>
                <a:lnTo>
                  <a:pt x="53073" y="170690"/>
                </a:lnTo>
                <a:lnTo>
                  <a:pt x="52270" y="170064"/>
                </a:lnTo>
                <a:lnTo>
                  <a:pt x="51487" y="169418"/>
                </a:lnTo>
                <a:lnTo>
                  <a:pt x="50723" y="168772"/>
                </a:lnTo>
                <a:lnTo>
                  <a:pt x="49960" y="168126"/>
                </a:lnTo>
                <a:lnTo>
                  <a:pt x="49196" y="167460"/>
                </a:lnTo>
                <a:lnTo>
                  <a:pt x="48453" y="166775"/>
                </a:lnTo>
                <a:lnTo>
                  <a:pt x="47709" y="166109"/>
                </a:lnTo>
                <a:lnTo>
                  <a:pt x="46984" y="165404"/>
                </a:lnTo>
                <a:lnTo>
                  <a:pt x="46260" y="164719"/>
                </a:lnTo>
                <a:lnTo>
                  <a:pt x="45536" y="164014"/>
                </a:lnTo>
                <a:lnTo>
                  <a:pt x="44831" y="163290"/>
                </a:lnTo>
                <a:lnTo>
                  <a:pt x="44126" y="162566"/>
                </a:lnTo>
                <a:lnTo>
                  <a:pt x="43441" y="161841"/>
                </a:lnTo>
                <a:lnTo>
                  <a:pt x="42756" y="161097"/>
                </a:lnTo>
                <a:lnTo>
                  <a:pt x="42090" y="160334"/>
                </a:lnTo>
                <a:lnTo>
                  <a:pt x="41424" y="159590"/>
                </a:lnTo>
                <a:lnTo>
                  <a:pt x="40778" y="158827"/>
                </a:lnTo>
                <a:lnTo>
                  <a:pt x="40132" y="158043"/>
                </a:lnTo>
                <a:lnTo>
                  <a:pt x="39486" y="157260"/>
                </a:lnTo>
                <a:lnTo>
                  <a:pt x="38860" y="156477"/>
                </a:lnTo>
                <a:lnTo>
                  <a:pt x="38233" y="155694"/>
                </a:lnTo>
                <a:lnTo>
                  <a:pt x="37627" y="154872"/>
                </a:lnTo>
                <a:lnTo>
                  <a:pt x="37039" y="154069"/>
                </a:lnTo>
                <a:lnTo>
                  <a:pt x="36452" y="153247"/>
                </a:lnTo>
                <a:lnTo>
                  <a:pt x="35865" y="152425"/>
                </a:lnTo>
                <a:lnTo>
                  <a:pt x="35297" y="151603"/>
                </a:lnTo>
                <a:lnTo>
                  <a:pt x="34729" y="150761"/>
                </a:lnTo>
                <a:lnTo>
                  <a:pt x="34181" y="149900"/>
                </a:lnTo>
                <a:lnTo>
                  <a:pt x="33633" y="149058"/>
                </a:lnTo>
                <a:lnTo>
                  <a:pt x="33104" y="148196"/>
                </a:lnTo>
                <a:lnTo>
                  <a:pt x="32595" y="147335"/>
                </a:lnTo>
                <a:lnTo>
                  <a:pt x="32086" y="146454"/>
                </a:lnTo>
                <a:lnTo>
                  <a:pt x="31577" y="145573"/>
                </a:lnTo>
                <a:lnTo>
                  <a:pt x="31088" y="144692"/>
                </a:lnTo>
                <a:lnTo>
                  <a:pt x="30618" y="143792"/>
                </a:lnTo>
                <a:lnTo>
                  <a:pt x="30148" y="142891"/>
                </a:lnTo>
                <a:lnTo>
                  <a:pt x="29678" y="141990"/>
                </a:lnTo>
                <a:lnTo>
                  <a:pt x="29228" y="141070"/>
                </a:lnTo>
                <a:lnTo>
                  <a:pt x="28797" y="140150"/>
                </a:lnTo>
                <a:lnTo>
                  <a:pt x="28367" y="139230"/>
                </a:lnTo>
                <a:lnTo>
                  <a:pt x="27956" y="138290"/>
                </a:lnTo>
                <a:lnTo>
                  <a:pt x="27564" y="137351"/>
                </a:lnTo>
                <a:lnTo>
                  <a:pt x="27153" y="136411"/>
                </a:lnTo>
                <a:lnTo>
                  <a:pt x="26781" y="135471"/>
                </a:lnTo>
                <a:lnTo>
                  <a:pt x="26409" y="134512"/>
                </a:lnTo>
                <a:lnTo>
                  <a:pt x="26057" y="133553"/>
                </a:lnTo>
                <a:lnTo>
                  <a:pt x="25704" y="132594"/>
                </a:lnTo>
                <a:lnTo>
                  <a:pt x="25372" y="131615"/>
                </a:lnTo>
                <a:lnTo>
                  <a:pt x="25039" y="130636"/>
                </a:lnTo>
                <a:lnTo>
                  <a:pt x="24725" y="129657"/>
                </a:lnTo>
                <a:lnTo>
                  <a:pt x="24432" y="128678"/>
                </a:lnTo>
                <a:lnTo>
                  <a:pt x="24138" y="127680"/>
                </a:lnTo>
                <a:lnTo>
                  <a:pt x="23864" y="126681"/>
                </a:lnTo>
                <a:lnTo>
                  <a:pt x="23610" y="125683"/>
                </a:lnTo>
                <a:lnTo>
                  <a:pt x="23355" y="124685"/>
                </a:lnTo>
                <a:lnTo>
                  <a:pt x="23101" y="123667"/>
                </a:lnTo>
                <a:lnTo>
                  <a:pt x="22885" y="122649"/>
                </a:lnTo>
                <a:lnTo>
                  <a:pt x="22670" y="121631"/>
                </a:lnTo>
                <a:lnTo>
                  <a:pt x="22455" y="120613"/>
                </a:lnTo>
                <a:lnTo>
                  <a:pt x="22259" y="119575"/>
                </a:lnTo>
                <a:lnTo>
                  <a:pt x="22083" y="118557"/>
                </a:lnTo>
                <a:lnTo>
                  <a:pt x="21926" y="117519"/>
                </a:lnTo>
                <a:lnTo>
                  <a:pt x="21769" y="116462"/>
                </a:lnTo>
                <a:lnTo>
                  <a:pt x="21632" y="115425"/>
                </a:lnTo>
                <a:lnTo>
                  <a:pt x="21495" y="114368"/>
                </a:lnTo>
                <a:lnTo>
                  <a:pt x="21397" y="113330"/>
                </a:lnTo>
                <a:lnTo>
                  <a:pt x="21280" y="112273"/>
                </a:lnTo>
                <a:lnTo>
                  <a:pt x="21202" y="111196"/>
                </a:lnTo>
                <a:lnTo>
                  <a:pt x="21123" y="110139"/>
                </a:lnTo>
                <a:lnTo>
                  <a:pt x="21065" y="109082"/>
                </a:lnTo>
                <a:lnTo>
                  <a:pt x="21025" y="108005"/>
                </a:lnTo>
                <a:lnTo>
                  <a:pt x="20986" y="106928"/>
                </a:lnTo>
                <a:lnTo>
                  <a:pt x="20967" y="105852"/>
                </a:lnTo>
                <a:lnTo>
                  <a:pt x="20947" y="104775"/>
                </a:lnTo>
                <a:lnTo>
                  <a:pt x="20967" y="103679"/>
                </a:lnTo>
                <a:lnTo>
                  <a:pt x="20986" y="102602"/>
                </a:lnTo>
                <a:lnTo>
                  <a:pt x="21025" y="101525"/>
                </a:lnTo>
                <a:lnTo>
                  <a:pt x="21065" y="100468"/>
                </a:lnTo>
                <a:lnTo>
                  <a:pt x="21123" y="99391"/>
                </a:lnTo>
                <a:lnTo>
                  <a:pt x="21202" y="98334"/>
                </a:lnTo>
                <a:lnTo>
                  <a:pt x="21280" y="97277"/>
                </a:lnTo>
                <a:lnTo>
                  <a:pt x="21397" y="96220"/>
                </a:lnTo>
                <a:lnTo>
                  <a:pt x="21495" y="95163"/>
                </a:lnTo>
                <a:lnTo>
                  <a:pt x="21632" y="94106"/>
                </a:lnTo>
                <a:lnTo>
                  <a:pt x="21769" y="93068"/>
                </a:lnTo>
                <a:lnTo>
                  <a:pt x="21926" y="92031"/>
                </a:lnTo>
                <a:lnTo>
                  <a:pt x="22083" y="90993"/>
                </a:lnTo>
                <a:lnTo>
                  <a:pt x="22259" y="89955"/>
                </a:lnTo>
                <a:lnTo>
                  <a:pt x="22455" y="88918"/>
                </a:lnTo>
                <a:lnTo>
                  <a:pt x="22670" y="87900"/>
                </a:lnTo>
                <a:lnTo>
                  <a:pt x="22885" y="86882"/>
                </a:lnTo>
                <a:lnTo>
                  <a:pt x="23101" y="85864"/>
                </a:lnTo>
                <a:lnTo>
                  <a:pt x="23355" y="84846"/>
                </a:lnTo>
                <a:lnTo>
                  <a:pt x="23610" y="83847"/>
                </a:lnTo>
                <a:lnTo>
                  <a:pt x="23864" y="82849"/>
                </a:lnTo>
                <a:lnTo>
                  <a:pt x="24138" y="81851"/>
                </a:lnTo>
                <a:lnTo>
                  <a:pt x="24432" y="80852"/>
                </a:lnTo>
                <a:lnTo>
                  <a:pt x="24725" y="79873"/>
                </a:lnTo>
                <a:lnTo>
                  <a:pt x="25039" y="78894"/>
                </a:lnTo>
                <a:lnTo>
                  <a:pt x="25372" y="77916"/>
                </a:lnTo>
                <a:lnTo>
                  <a:pt x="25704" y="76937"/>
                </a:lnTo>
                <a:lnTo>
                  <a:pt x="26057" y="75978"/>
                </a:lnTo>
                <a:lnTo>
                  <a:pt x="26409" y="75018"/>
                </a:lnTo>
                <a:lnTo>
                  <a:pt x="26781" y="74059"/>
                </a:lnTo>
                <a:lnTo>
                  <a:pt x="27153" y="73119"/>
                </a:lnTo>
                <a:lnTo>
                  <a:pt x="27564" y="72180"/>
                </a:lnTo>
                <a:lnTo>
                  <a:pt x="27956" y="71240"/>
                </a:lnTo>
                <a:lnTo>
                  <a:pt x="28367" y="70300"/>
                </a:lnTo>
                <a:lnTo>
                  <a:pt x="28797" y="69380"/>
                </a:lnTo>
                <a:lnTo>
                  <a:pt x="29228" y="68460"/>
                </a:lnTo>
                <a:lnTo>
                  <a:pt x="29678" y="67560"/>
                </a:lnTo>
                <a:lnTo>
                  <a:pt x="30148" y="66639"/>
                </a:lnTo>
                <a:lnTo>
                  <a:pt x="30618" y="65739"/>
                </a:lnTo>
                <a:lnTo>
                  <a:pt x="31088" y="64858"/>
                </a:lnTo>
                <a:lnTo>
                  <a:pt x="31577" y="63957"/>
                </a:lnTo>
                <a:lnTo>
                  <a:pt x="32086" y="63076"/>
                </a:lnTo>
                <a:lnTo>
                  <a:pt x="32595" y="62215"/>
                </a:lnTo>
                <a:lnTo>
                  <a:pt x="33104" y="61334"/>
                </a:lnTo>
                <a:lnTo>
                  <a:pt x="33633" y="60473"/>
                </a:lnTo>
                <a:lnTo>
                  <a:pt x="34181" y="59631"/>
                </a:lnTo>
                <a:lnTo>
                  <a:pt x="34729" y="58789"/>
                </a:lnTo>
                <a:lnTo>
                  <a:pt x="35297" y="57947"/>
                </a:lnTo>
                <a:lnTo>
                  <a:pt x="35865" y="57106"/>
                </a:lnTo>
                <a:lnTo>
                  <a:pt x="36452" y="56283"/>
                </a:lnTo>
                <a:lnTo>
                  <a:pt x="37039" y="55461"/>
                </a:lnTo>
                <a:lnTo>
                  <a:pt x="37627" y="54658"/>
                </a:lnTo>
                <a:lnTo>
                  <a:pt x="38233" y="53856"/>
                </a:lnTo>
                <a:lnTo>
                  <a:pt x="38860" y="53053"/>
                </a:lnTo>
                <a:lnTo>
                  <a:pt x="39486" y="52270"/>
                </a:lnTo>
                <a:lnTo>
                  <a:pt x="40132" y="51487"/>
                </a:lnTo>
                <a:lnTo>
                  <a:pt x="40778" y="50704"/>
                </a:lnTo>
                <a:lnTo>
                  <a:pt x="41424" y="49940"/>
                </a:lnTo>
                <a:lnTo>
                  <a:pt x="42090" y="49196"/>
                </a:lnTo>
                <a:lnTo>
                  <a:pt x="42756" y="48433"/>
                </a:lnTo>
                <a:lnTo>
                  <a:pt x="43441" y="47709"/>
                </a:lnTo>
                <a:lnTo>
                  <a:pt x="44126" y="46965"/>
                </a:lnTo>
                <a:lnTo>
                  <a:pt x="44831" y="46240"/>
                </a:lnTo>
                <a:lnTo>
                  <a:pt x="45536" y="45536"/>
                </a:lnTo>
                <a:lnTo>
                  <a:pt x="46260" y="44831"/>
                </a:lnTo>
                <a:lnTo>
                  <a:pt x="46984" y="44126"/>
                </a:lnTo>
                <a:lnTo>
                  <a:pt x="47709" y="43441"/>
                </a:lnTo>
                <a:lnTo>
                  <a:pt x="48453" y="42756"/>
                </a:lnTo>
                <a:lnTo>
                  <a:pt x="49196" y="42071"/>
                </a:lnTo>
                <a:lnTo>
                  <a:pt x="49960" y="41424"/>
                </a:lnTo>
                <a:lnTo>
                  <a:pt x="50723" y="40759"/>
                </a:lnTo>
                <a:lnTo>
                  <a:pt x="51487" y="40113"/>
                </a:lnTo>
                <a:lnTo>
                  <a:pt x="52270" y="39486"/>
                </a:lnTo>
                <a:lnTo>
                  <a:pt x="53073" y="38860"/>
                </a:lnTo>
                <a:lnTo>
                  <a:pt x="53856" y="38233"/>
                </a:lnTo>
                <a:lnTo>
                  <a:pt x="54658" y="37627"/>
                </a:lnTo>
                <a:lnTo>
                  <a:pt x="55481" y="37020"/>
                </a:lnTo>
                <a:lnTo>
                  <a:pt x="56283" y="36432"/>
                </a:lnTo>
                <a:lnTo>
                  <a:pt x="57125" y="35845"/>
                </a:lnTo>
                <a:lnTo>
                  <a:pt x="57947" y="35277"/>
                </a:lnTo>
                <a:lnTo>
                  <a:pt x="58789" y="34729"/>
                </a:lnTo>
                <a:lnTo>
                  <a:pt x="59631" y="34181"/>
                </a:lnTo>
                <a:lnTo>
                  <a:pt x="60492" y="33633"/>
                </a:lnTo>
                <a:lnTo>
                  <a:pt x="61354" y="33104"/>
                </a:lnTo>
                <a:lnTo>
                  <a:pt x="62215" y="32576"/>
                </a:lnTo>
                <a:lnTo>
                  <a:pt x="63096" y="32067"/>
                </a:lnTo>
                <a:lnTo>
                  <a:pt x="63977" y="31577"/>
                </a:lnTo>
                <a:lnTo>
                  <a:pt x="64858" y="31088"/>
                </a:lnTo>
                <a:lnTo>
                  <a:pt x="65758" y="30599"/>
                </a:lnTo>
                <a:lnTo>
                  <a:pt x="66659" y="30129"/>
                </a:lnTo>
                <a:lnTo>
                  <a:pt x="67560" y="29678"/>
                </a:lnTo>
                <a:lnTo>
                  <a:pt x="68480" y="29228"/>
                </a:lnTo>
                <a:lnTo>
                  <a:pt x="69400" y="28797"/>
                </a:lnTo>
                <a:lnTo>
                  <a:pt x="70320" y="28367"/>
                </a:lnTo>
                <a:lnTo>
                  <a:pt x="71260" y="27956"/>
                </a:lnTo>
                <a:lnTo>
                  <a:pt x="72180" y="27545"/>
                </a:lnTo>
                <a:lnTo>
                  <a:pt x="73139" y="27153"/>
                </a:lnTo>
                <a:lnTo>
                  <a:pt x="74079" y="26761"/>
                </a:lnTo>
                <a:lnTo>
                  <a:pt x="75038" y="26409"/>
                </a:lnTo>
                <a:lnTo>
                  <a:pt x="75997" y="26037"/>
                </a:lnTo>
                <a:lnTo>
                  <a:pt x="76956" y="25685"/>
                </a:lnTo>
                <a:lnTo>
                  <a:pt x="77935" y="25352"/>
                </a:lnTo>
                <a:lnTo>
                  <a:pt x="78894" y="25039"/>
                </a:lnTo>
                <a:lnTo>
                  <a:pt x="79893" y="24725"/>
                </a:lnTo>
                <a:lnTo>
                  <a:pt x="80872" y="24412"/>
                </a:lnTo>
                <a:lnTo>
                  <a:pt x="81870" y="24138"/>
                </a:lnTo>
                <a:lnTo>
                  <a:pt x="82849" y="23864"/>
                </a:lnTo>
                <a:lnTo>
                  <a:pt x="83867" y="23590"/>
                </a:lnTo>
                <a:lnTo>
                  <a:pt x="84865" y="23336"/>
                </a:lnTo>
                <a:lnTo>
                  <a:pt x="85883" y="23101"/>
                </a:lnTo>
                <a:lnTo>
                  <a:pt x="86882" y="22866"/>
                </a:lnTo>
                <a:lnTo>
                  <a:pt x="87900" y="22650"/>
                </a:lnTo>
                <a:lnTo>
                  <a:pt x="88937" y="22455"/>
                </a:lnTo>
                <a:lnTo>
                  <a:pt x="89955" y="22259"/>
                </a:lnTo>
                <a:lnTo>
                  <a:pt x="90993" y="22083"/>
                </a:lnTo>
                <a:lnTo>
                  <a:pt x="92031" y="21906"/>
                </a:lnTo>
                <a:lnTo>
                  <a:pt x="93068" y="21769"/>
                </a:lnTo>
                <a:lnTo>
                  <a:pt x="94125" y="21613"/>
                </a:lnTo>
                <a:lnTo>
                  <a:pt x="95163" y="21495"/>
                </a:lnTo>
                <a:lnTo>
                  <a:pt x="96220" y="21378"/>
                </a:lnTo>
                <a:lnTo>
                  <a:pt x="97277" y="21280"/>
                </a:lnTo>
                <a:lnTo>
                  <a:pt x="98334" y="21182"/>
                </a:lnTo>
                <a:lnTo>
                  <a:pt x="99411" y="21123"/>
                </a:lnTo>
                <a:lnTo>
                  <a:pt x="100468" y="21065"/>
                </a:lnTo>
                <a:lnTo>
                  <a:pt x="101545" y="21006"/>
                </a:lnTo>
                <a:lnTo>
                  <a:pt x="102622" y="20967"/>
                </a:lnTo>
                <a:lnTo>
                  <a:pt x="103698" y="20947"/>
                </a:lnTo>
                <a:close/>
                <a:moveTo>
                  <a:pt x="103424" y="0"/>
                </a:moveTo>
                <a:lnTo>
                  <a:pt x="102073" y="20"/>
                </a:lnTo>
                <a:lnTo>
                  <a:pt x="100723" y="59"/>
                </a:lnTo>
                <a:lnTo>
                  <a:pt x="99391" y="117"/>
                </a:lnTo>
                <a:lnTo>
                  <a:pt x="98060" y="196"/>
                </a:lnTo>
                <a:lnTo>
                  <a:pt x="96729" y="294"/>
                </a:lnTo>
                <a:lnTo>
                  <a:pt x="95398" y="411"/>
                </a:lnTo>
                <a:lnTo>
                  <a:pt x="94067" y="529"/>
                </a:lnTo>
                <a:lnTo>
                  <a:pt x="92755" y="666"/>
                </a:lnTo>
                <a:lnTo>
                  <a:pt x="91443" y="842"/>
                </a:lnTo>
                <a:lnTo>
                  <a:pt x="90132" y="998"/>
                </a:lnTo>
                <a:lnTo>
                  <a:pt x="88820" y="1194"/>
                </a:lnTo>
                <a:lnTo>
                  <a:pt x="87528" y="1410"/>
                </a:lnTo>
                <a:lnTo>
                  <a:pt x="86236" y="1625"/>
                </a:lnTo>
                <a:lnTo>
                  <a:pt x="84944" y="1860"/>
                </a:lnTo>
                <a:lnTo>
                  <a:pt x="83671" y="2114"/>
                </a:lnTo>
                <a:lnTo>
                  <a:pt x="82399" y="2388"/>
                </a:lnTo>
                <a:lnTo>
                  <a:pt x="81126" y="2682"/>
                </a:lnTo>
                <a:lnTo>
                  <a:pt x="79854" y="2976"/>
                </a:lnTo>
                <a:lnTo>
                  <a:pt x="78601" y="3289"/>
                </a:lnTo>
                <a:lnTo>
                  <a:pt x="77348" y="3622"/>
                </a:lnTo>
                <a:lnTo>
                  <a:pt x="76095" y="3974"/>
                </a:lnTo>
                <a:lnTo>
                  <a:pt x="74862" y="4326"/>
                </a:lnTo>
                <a:lnTo>
                  <a:pt x="73628" y="4698"/>
                </a:lnTo>
                <a:lnTo>
                  <a:pt x="72395" y="5090"/>
                </a:lnTo>
                <a:lnTo>
                  <a:pt x="71181" y="5501"/>
                </a:lnTo>
                <a:lnTo>
                  <a:pt x="69967" y="5912"/>
                </a:lnTo>
                <a:lnTo>
                  <a:pt x="68754" y="6343"/>
                </a:lnTo>
                <a:lnTo>
                  <a:pt x="67560" y="6793"/>
                </a:lnTo>
                <a:lnTo>
                  <a:pt x="66365" y="7263"/>
                </a:lnTo>
                <a:lnTo>
                  <a:pt x="65191" y="7733"/>
                </a:lnTo>
                <a:lnTo>
                  <a:pt x="63997" y="8222"/>
                </a:lnTo>
                <a:lnTo>
                  <a:pt x="62842" y="8731"/>
                </a:lnTo>
                <a:lnTo>
                  <a:pt x="61667" y="9260"/>
                </a:lnTo>
                <a:lnTo>
                  <a:pt x="60512" y="9788"/>
                </a:lnTo>
                <a:lnTo>
                  <a:pt x="59357" y="10337"/>
                </a:lnTo>
                <a:lnTo>
                  <a:pt x="58221" y="10885"/>
                </a:lnTo>
                <a:lnTo>
                  <a:pt x="57086" y="11452"/>
                </a:lnTo>
                <a:lnTo>
                  <a:pt x="55970" y="12040"/>
                </a:lnTo>
                <a:lnTo>
                  <a:pt x="54854" y="12647"/>
                </a:lnTo>
                <a:lnTo>
                  <a:pt x="53738" y="13253"/>
                </a:lnTo>
                <a:lnTo>
                  <a:pt x="52642" y="13880"/>
                </a:lnTo>
                <a:lnTo>
                  <a:pt x="51546" y="14506"/>
                </a:lnTo>
                <a:lnTo>
                  <a:pt x="50469" y="15172"/>
                </a:lnTo>
                <a:lnTo>
                  <a:pt x="49392" y="15838"/>
                </a:lnTo>
                <a:lnTo>
                  <a:pt x="48316" y="16503"/>
                </a:lnTo>
                <a:lnTo>
                  <a:pt x="47258" y="17188"/>
                </a:lnTo>
                <a:lnTo>
                  <a:pt x="46201" y="17893"/>
                </a:lnTo>
                <a:lnTo>
                  <a:pt x="45164" y="18598"/>
                </a:lnTo>
                <a:lnTo>
                  <a:pt x="44146" y="19322"/>
                </a:lnTo>
                <a:lnTo>
                  <a:pt x="43108" y="20066"/>
                </a:lnTo>
                <a:lnTo>
                  <a:pt x="42110" y="20810"/>
                </a:lnTo>
                <a:lnTo>
                  <a:pt x="41092" y="21574"/>
                </a:lnTo>
                <a:lnTo>
                  <a:pt x="40093" y="22357"/>
                </a:lnTo>
                <a:lnTo>
                  <a:pt x="39114" y="23140"/>
                </a:lnTo>
                <a:lnTo>
                  <a:pt x="38136" y="23923"/>
                </a:lnTo>
                <a:lnTo>
                  <a:pt x="37176" y="24725"/>
                </a:lnTo>
                <a:lnTo>
                  <a:pt x="36217" y="25548"/>
                </a:lnTo>
                <a:lnTo>
                  <a:pt x="35277" y="26370"/>
                </a:lnTo>
                <a:lnTo>
                  <a:pt x="34338" y="27212"/>
                </a:lnTo>
                <a:lnTo>
                  <a:pt x="33418" y="28073"/>
                </a:lnTo>
                <a:lnTo>
                  <a:pt x="32497" y="28935"/>
                </a:lnTo>
                <a:lnTo>
                  <a:pt x="31597" y="29815"/>
                </a:lnTo>
                <a:lnTo>
                  <a:pt x="30696" y="30696"/>
                </a:lnTo>
                <a:lnTo>
                  <a:pt x="29815" y="31577"/>
                </a:lnTo>
                <a:lnTo>
                  <a:pt x="28935" y="32497"/>
                </a:lnTo>
                <a:lnTo>
                  <a:pt x="28073" y="33398"/>
                </a:lnTo>
                <a:lnTo>
                  <a:pt x="27231" y="34338"/>
                </a:lnTo>
                <a:lnTo>
                  <a:pt x="26390" y="35258"/>
                </a:lnTo>
                <a:lnTo>
                  <a:pt x="25567" y="36217"/>
                </a:lnTo>
                <a:lnTo>
                  <a:pt x="24745" y="37157"/>
                </a:lnTo>
                <a:lnTo>
                  <a:pt x="23942" y="38136"/>
                </a:lnTo>
                <a:lnTo>
                  <a:pt x="23140" y="39114"/>
                </a:lnTo>
                <a:lnTo>
                  <a:pt x="22357" y="40093"/>
                </a:lnTo>
                <a:lnTo>
                  <a:pt x="21593" y="41092"/>
                </a:lnTo>
                <a:lnTo>
                  <a:pt x="20830" y="42090"/>
                </a:lnTo>
                <a:lnTo>
                  <a:pt x="20086" y="43108"/>
                </a:lnTo>
                <a:lnTo>
                  <a:pt x="19342" y="44126"/>
                </a:lnTo>
                <a:lnTo>
                  <a:pt x="18618" y="45164"/>
                </a:lnTo>
                <a:lnTo>
                  <a:pt x="17893" y="46201"/>
                </a:lnTo>
                <a:lnTo>
                  <a:pt x="17208" y="47239"/>
                </a:lnTo>
                <a:lnTo>
                  <a:pt x="16523" y="48316"/>
                </a:lnTo>
                <a:lnTo>
                  <a:pt x="15838" y="49373"/>
                </a:lnTo>
                <a:lnTo>
                  <a:pt x="15172" y="50449"/>
                </a:lnTo>
                <a:lnTo>
                  <a:pt x="14526" y="51526"/>
                </a:lnTo>
                <a:lnTo>
                  <a:pt x="13880" y="52622"/>
                </a:lnTo>
                <a:lnTo>
                  <a:pt x="13273" y="53719"/>
                </a:lnTo>
                <a:lnTo>
                  <a:pt x="12647" y="54835"/>
                </a:lnTo>
                <a:lnTo>
                  <a:pt x="12059" y="55950"/>
                </a:lnTo>
                <a:lnTo>
                  <a:pt x="11472" y="57086"/>
                </a:lnTo>
                <a:lnTo>
                  <a:pt x="10904" y="58221"/>
                </a:lnTo>
                <a:lnTo>
                  <a:pt x="10337" y="59357"/>
                </a:lnTo>
                <a:lnTo>
                  <a:pt x="9788" y="60512"/>
                </a:lnTo>
                <a:lnTo>
                  <a:pt x="9260" y="61667"/>
                </a:lnTo>
                <a:lnTo>
                  <a:pt x="8751" y="62822"/>
                </a:lnTo>
                <a:lnTo>
                  <a:pt x="8242" y="63997"/>
                </a:lnTo>
                <a:lnTo>
                  <a:pt x="7752" y="65171"/>
                </a:lnTo>
                <a:lnTo>
                  <a:pt x="7263" y="66365"/>
                </a:lnTo>
                <a:lnTo>
                  <a:pt x="6813" y="67560"/>
                </a:lnTo>
                <a:lnTo>
                  <a:pt x="6362" y="68754"/>
                </a:lnTo>
                <a:lnTo>
                  <a:pt x="5932" y="69967"/>
                </a:lnTo>
                <a:lnTo>
                  <a:pt x="5501" y="71181"/>
                </a:lnTo>
                <a:lnTo>
                  <a:pt x="5110" y="72395"/>
                </a:lnTo>
                <a:lnTo>
                  <a:pt x="4718" y="73628"/>
                </a:lnTo>
                <a:lnTo>
                  <a:pt x="4346" y="74862"/>
                </a:lnTo>
                <a:lnTo>
                  <a:pt x="3974" y="76095"/>
                </a:lnTo>
                <a:lnTo>
                  <a:pt x="3641" y="77348"/>
                </a:lnTo>
                <a:lnTo>
                  <a:pt x="3308" y="78601"/>
                </a:lnTo>
                <a:lnTo>
                  <a:pt x="2976" y="79854"/>
                </a:lnTo>
                <a:lnTo>
                  <a:pt x="2682" y="81107"/>
                </a:lnTo>
                <a:lnTo>
                  <a:pt x="2408" y="82379"/>
                </a:lnTo>
                <a:lnTo>
                  <a:pt x="2134" y="83652"/>
                </a:lnTo>
                <a:lnTo>
                  <a:pt x="1879" y="84944"/>
                </a:lnTo>
                <a:lnTo>
                  <a:pt x="1644" y="86236"/>
                </a:lnTo>
                <a:lnTo>
                  <a:pt x="1410" y="87528"/>
                </a:lnTo>
                <a:lnTo>
                  <a:pt x="1214" y="88820"/>
                </a:lnTo>
                <a:lnTo>
                  <a:pt x="1018" y="90112"/>
                </a:lnTo>
                <a:lnTo>
                  <a:pt x="842" y="91424"/>
                </a:lnTo>
                <a:lnTo>
                  <a:pt x="685" y="92735"/>
                </a:lnTo>
                <a:lnTo>
                  <a:pt x="548" y="94066"/>
                </a:lnTo>
                <a:lnTo>
                  <a:pt x="411" y="95378"/>
                </a:lnTo>
                <a:lnTo>
                  <a:pt x="313" y="96709"/>
                </a:lnTo>
                <a:lnTo>
                  <a:pt x="215" y="98041"/>
                </a:lnTo>
                <a:lnTo>
                  <a:pt x="137" y="99372"/>
                </a:lnTo>
                <a:lnTo>
                  <a:pt x="78" y="100723"/>
                </a:lnTo>
                <a:lnTo>
                  <a:pt x="39" y="102073"/>
                </a:lnTo>
                <a:lnTo>
                  <a:pt x="0" y="103405"/>
                </a:lnTo>
                <a:lnTo>
                  <a:pt x="0" y="104775"/>
                </a:lnTo>
                <a:lnTo>
                  <a:pt x="0" y="106126"/>
                </a:lnTo>
                <a:lnTo>
                  <a:pt x="39" y="107477"/>
                </a:lnTo>
                <a:lnTo>
                  <a:pt x="78" y="108808"/>
                </a:lnTo>
                <a:lnTo>
                  <a:pt x="137" y="110159"/>
                </a:lnTo>
                <a:lnTo>
                  <a:pt x="215" y="111490"/>
                </a:lnTo>
                <a:lnTo>
                  <a:pt x="313" y="112821"/>
                </a:lnTo>
                <a:lnTo>
                  <a:pt x="411" y="114152"/>
                </a:lnTo>
                <a:lnTo>
                  <a:pt x="548" y="115484"/>
                </a:lnTo>
                <a:lnTo>
                  <a:pt x="685" y="116795"/>
                </a:lnTo>
                <a:lnTo>
                  <a:pt x="842" y="118107"/>
                </a:lnTo>
                <a:lnTo>
                  <a:pt x="1018" y="119418"/>
                </a:lnTo>
                <a:lnTo>
                  <a:pt x="1214" y="120711"/>
                </a:lnTo>
                <a:lnTo>
                  <a:pt x="1410" y="122022"/>
                </a:lnTo>
                <a:lnTo>
                  <a:pt x="1644" y="123314"/>
                </a:lnTo>
                <a:lnTo>
                  <a:pt x="1879" y="124587"/>
                </a:lnTo>
                <a:lnTo>
                  <a:pt x="2134" y="125879"/>
                </a:lnTo>
                <a:lnTo>
                  <a:pt x="2408" y="127151"/>
                </a:lnTo>
                <a:lnTo>
                  <a:pt x="2682" y="128424"/>
                </a:lnTo>
                <a:lnTo>
                  <a:pt x="2976" y="129677"/>
                </a:lnTo>
                <a:lnTo>
                  <a:pt x="3308" y="130949"/>
                </a:lnTo>
                <a:lnTo>
                  <a:pt x="3641" y="132202"/>
                </a:lnTo>
                <a:lnTo>
                  <a:pt x="3974" y="133435"/>
                </a:lnTo>
                <a:lnTo>
                  <a:pt x="4346" y="134688"/>
                </a:lnTo>
                <a:lnTo>
                  <a:pt x="4718" y="135922"/>
                </a:lnTo>
                <a:lnTo>
                  <a:pt x="5110" y="137135"/>
                </a:lnTo>
                <a:lnTo>
                  <a:pt x="5501" y="138369"/>
                </a:lnTo>
                <a:lnTo>
                  <a:pt x="5932" y="139583"/>
                </a:lnTo>
                <a:lnTo>
                  <a:pt x="6362" y="140777"/>
                </a:lnTo>
                <a:lnTo>
                  <a:pt x="6813" y="141990"/>
                </a:lnTo>
                <a:lnTo>
                  <a:pt x="7263" y="143165"/>
                </a:lnTo>
                <a:lnTo>
                  <a:pt x="7752" y="144359"/>
                </a:lnTo>
                <a:lnTo>
                  <a:pt x="8242" y="145534"/>
                </a:lnTo>
                <a:lnTo>
                  <a:pt x="8751" y="146708"/>
                </a:lnTo>
                <a:lnTo>
                  <a:pt x="9260" y="147883"/>
                </a:lnTo>
                <a:lnTo>
                  <a:pt x="9788" y="149038"/>
                </a:lnTo>
                <a:lnTo>
                  <a:pt x="10337" y="150174"/>
                </a:lnTo>
                <a:lnTo>
                  <a:pt x="10904" y="151329"/>
                </a:lnTo>
                <a:lnTo>
                  <a:pt x="11472" y="152445"/>
                </a:lnTo>
                <a:lnTo>
                  <a:pt x="12059" y="153580"/>
                </a:lnTo>
                <a:lnTo>
                  <a:pt x="12647" y="154696"/>
                </a:lnTo>
                <a:lnTo>
                  <a:pt x="13273" y="155812"/>
                </a:lnTo>
                <a:lnTo>
                  <a:pt x="13880" y="156908"/>
                </a:lnTo>
                <a:lnTo>
                  <a:pt x="14526" y="158004"/>
                </a:lnTo>
                <a:lnTo>
                  <a:pt x="15172" y="159081"/>
                </a:lnTo>
                <a:lnTo>
                  <a:pt x="15838" y="160158"/>
                </a:lnTo>
                <a:lnTo>
                  <a:pt x="16523" y="161234"/>
                </a:lnTo>
                <a:lnTo>
                  <a:pt x="17208" y="162292"/>
                </a:lnTo>
                <a:lnTo>
                  <a:pt x="17893" y="163329"/>
                </a:lnTo>
                <a:lnTo>
                  <a:pt x="18618" y="164367"/>
                </a:lnTo>
                <a:lnTo>
                  <a:pt x="19342" y="165404"/>
                </a:lnTo>
                <a:lnTo>
                  <a:pt x="20086" y="166422"/>
                </a:lnTo>
                <a:lnTo>
                  <a:pt x="20830" y="167440"/>
                </a:lnTo>
                <a:lnTo>
                  <a:pt x="21593" y="168439"/>
                </a:lnTo>
                <a:lnTo>
                  <a:pt x="22357" y="169437"/>
                </a:lnTo>
                <a:lnTo>
                  <a:pt x="23140" y="170436"/>
                </a:lnTo>
                <a:lnTo>
                  <a:pt x="23942" y="171395"/>
                </a:lnTo>
                <a:lnTo>
                  <a:pt x="24745" y="172374"/>
                </a:lnTo>
                <a:lnTo>
                  <a:pt x="25567" y="173333"/>
                </a:lnTo>
                <a:lnTo>
                  <a:pt x="26390" y="174273"/>
                </a:lnTo>
                <a:lnTo>
                  <a:pt x="27231" y="175212"/>
                </a:lnTo>
                <a:lnTo>
                  <a:pt x="28073" y="176132"/>
                </a:lnTo>
                <a:lnTo>
                  <a:pt x="28935" y="177053"/>
                </a:lnTo>
                <a:lnTo>
                  <a:pt x="29815" y="177953"/>
                </a:lnTo>
                <a:lnTo>
                  <a:pt x="30696" y="178854"/>
                </a:lnTo>
                <a:lnTo>
                  <a:pt x="31597" y="179735"/>
                </a:lnTo>
                <a:lnTo>
                  <a:pt x="32497" y="180596"/>
                </a:lnTo>
                <a:lnTo>
                  <a:pt x="33418" y="181457"/>
                </a:lnTo>
                <a:lnTo>
                  <a:pt x="34338" y="182319"/>
                </a:lnTo>
                <a:lnTo>
                  <a:pt x="35277" y="183160"/>
                </a:lnTo>
                <a:lnTo>
                  <a:pt x="36217" y="183983"/>
                </a:lnTo>
                <a:lnTo>
                  <a:pt x="37176" y="184805"/>
                </a:lnTo>
                <a:lnTo>
                  <a:pt x="38136" y="185608"/>
                </a:lnTo>
                <a:lnTo>
                  <a:pt x="39114" y="186410"/>
                </a:lnTo>
                <a:lnTo>
                  <a:pt x="40093" y="187193"/>
                </a:lnTo>
                <a:lnTo>
                  <a:pt x="41092" y="187957"/>
                </a:lnTo>
                <a:lnTo>
                  <a:pt x="42110" y="188720"/>
                </a:lnTo>
                <a:lnTo>
                  <a:pt x="43108" y="189464"/>
                </a:lnTo>
                <a:lnTo>
                  <a:pt x="44146" y="190208"/>
                </a:lnTo>
                <a:lnTo>
                  <a:pt x="45164" y="190932"/>
                </a:lnTo>
                <a:lnTo>
                  <a:pt x="46201" y="191637"/>
                </a:lnTo>
                <a:lnTo>
                  <a:pt x="47258" y="192342"/>
                </a:lnTo>
                <a:lnTo>
                  <a:pt x="48316" y="193027"/>
                </a:lnTo>
                <a:lnTo>
                  <a:pt x="49392" y="193712"/>
                </a:lnTo>
                <a:lnTo>
                  <a:pt x="50469" y="194378"/>
                </a:lnTo>
                <a:lnTo>
                  <a:pt x="51546" y="195024"/>
                </a:lnTo>
                <a:lnTo>
                  <a:pt x="52642" y="195650"/>
                </a:lnTo>
                <a:lnTo>
                  <a:pt x="53738" y="196277"/>
                </a:lnTo>
                <a:lnTo>
                  <a:pt x="54854" y="196884"/>
                </a:lnTo>
                <a:lnTo>
                  <a:pt x="55970" y="197491"/>
                </a:lnTo>
                <a:lnTo>
                  <a:pt x="57086" y="198078"/>
                </a:lnTo>
                <a:lnTo>
                  <a:pt x="58221" y="198646"/>
                </a:lnTo>
                <a:lnTo>
                  <a:pt x="59357" y="199213"/>
                </a:lnTo>
                <a:lnTo>
                  <a:pt x="60512" y="199762"/>
                </a:lnTo>
                <a:lnTo>
                  <a:pt x="61667" y="200290"/>
                </a:lnTo>
                <a:lnTo>
                  <a:pt x="62842" y="200799"/>
                </a:lnTo>
                <a:lnTo>
                  <a:pt x="63997" y="201308"/>
                </a:lnTo>
                <a:lnTo>
                  <a:pt x="65191" y="201798"/>
                </a:lnTo>
                <a:lnTo>
                  <a:pt x="66365" y="202267"/>
                </a:lnTo>
                <a:lnTo>
                  <a:pt x="67560" y="202737"/>
                </a:lnTo>
                <a:lnTo>
                  <a:pt x="68754" y="203188"/>
                </a:lnTo>
                <a:lnTo>
                  <a:pt x="69967" y="203618"/>
                </a:lnTo>
                <a:lnTo>
                  <a:pt x="71181" y="204029"/>
                </a:lnTo>
                <a:lnTo>
                  <a:pt x="72395" y="204440"/>
                </a:lnTo>
                <a:lnTo>
                  <a:pt x="73628" y="204832"/>
                </a:lnTo>
                <a:lnTo>
                  <a:pt x="74862" y="205204"/>
                </a:lnTo>
                <a:lnTo>
                  <a:pt x="76095" y="205576"/>
                </a:lnTo>
                <a:lnTo>
                  <a:pt x="77348" y="205909"/>
                </a:lnTo>
                <a:lnTo>
                  <a:pt x="78601" y="206242"/>
                </a:lnTo>
                <a:lnTo>
                  <a:pt x="79854" y="206555"/>
                </a:lnTo>
                <a:lnTo>
                  <a:pt x="81126" y="206868"/>
                </a:lnTo>
                <a:lnTo>
                  <a:pt x="82399" y="207142"/>
                </a:lnTo>
                <a:lnTo>
                  <a:pt x="83671" y="207416"/>
                </a:lnTo>
                <a:lnTo>
                  <a:pt x="84944" y="207671"/>
                </a:lnTo>
                <a:lnTo>
                  <a:pt x="86236" y="207906"/>
                </a:lnTo>
                <a:lnTo>
                  <a:pt x="87528" y="208121"/>
                </a:lnTo>
                <a:lnTo>
                  <a:pt x="88820" y="208336"/>
                </a:lnTo>
                <a:lnTo>
                  <a:pt x="90132" y="208532"/>
                </a:lnTo>
                <a:lnTo>
                  <a:pt x="91443" y="208708"/>
                </a:lnTo>
                <a:lnTo>
                  <a:pt x="92755" y="208865"/>
                </a:lnTo>
                <a:lnTo>
                  <a:pt x="94067" y="209002"/>
                </a:lnTo>
                <a:lnTo>
                  <a:pt x="95398" y="209119"/>
                </a:lnTo>
                <a:lnTo>
                  <a:pt x="96729" y="209237"/>
                </a:lnTo>
                <a:lnTo>
                  <a:pt x="98060" y="209335"/>
                </a:lnTo>
                <a:lnTo>
                  <a:pt x="99391" y="209413"/>
                </a:lnTo>
                <a:lnTo>
                  <a:pt x="100723" y="209472"/>
                </a:lnTo>
                <a:lnTo>
                  <a:pt x="102073" y="209511"/>
                </a:lnTo>
                <a:lnTo>
                  <a:pt x="103424" y="209530"/>
                </a:lnTo>
                <a:lnTo>
                  <a:pt x="104775" y="209550"/>
                </a:lnTo>
                <a:lnTo>
                  <a:pt x="106126" y="209530"/>
                </a:lnTo>
                <a:lnTo>
                  <a:pt x="107477" y="209511"/>
                </a:lnTo>
                <a:lnTo>
                  <a:pt x="108827" y="209472"/>
                </a:lnTo>
                <a:lnTo>
                  <a:pt x="110159" y="209413"/>
                </a:lnTo>
                <a:lnTo>
                  <a:pt x="111509" y="209335"/>
                </a:lnTo>
                <a:lnTo>
                  <a:pt x="112841" y="209237"/>
                </a:lnTo>
                <a:lnTo>
                  <a:pt x="114172" y="209119"/>
                </a:lnTo>
                <a:lnTo>
                  <a:pt x="115484" y="209002"/>
                </a:lnTo>
                <a:lnTo>
                  <a:pt x="116795" y="208865"/>
                </a:lnTo>
                <a:lnTo>
                  <a:pt x="118107" y="208708"/>
                </a:lnTo>
                <a:lnTo>
                  <a:pt x="119418" y="208532"/>
                </a:lnTo>
                <a:lnTo>
                  <a:pt x="120730" y="208336"/>
                </a:lnTo>
                <a:lnTo>
                  <a:pt x="122022" y="208121"/>
                </a:lnTo>
                <a:lnTo>
                  <a:pt x="123314" y="207906"/>
                </a:lnTo>
                <a:lnTo>
                  <a:pt x="124606" y="207671"/>
                </a:lnTo>
                <a:lnTo>
                  <a:pt x="125879" y="207416"/>
                </a:lnTo>
                <a:lnTo>
                  <a:pt x="127151" y="207142"/>
                </a:lnTo>
                <a:lnTo>
                  <a:pt x="128424" y="206868"/>
                </a:lnTo>
                <a:lnTo>
                  <a:pt x="129696" y="206555"/>
                </a:lnTo>
                <a:lnTo>
                  <a:pt x="130949" y="206242"/>
                </a:lnTo>
                <a:lnTo>
                  <a:pt x="132202" y="205909"/>
                </a:lnTo>
                <a:lnTo>
                  <a:pt x="133455" y="205576"/>
                </a:lnTo>
                <a:lnTo>
                  <a:pt x="134688" y="205204"/>
                </a:lnTo>
                <a:lnTo>
                  <a:pt x="135922" y="204832"/>
                </a:lnTo>
                <a:lnTo>
                  <a:pt x="137155" y="204440"/>
                </a:lnTo>
                <a:lnTo>
                  <a:pt x="138369" y="204029"/>
                </a:lnTo>
                <a:lnTo>
                  <a:pt x="139583" y="203618"/>
                </a:lnTo>
                <a:lnTo>
                  <a:pt x="140796" y="203188"/>
                </a:lnTo>
                <a:lnTo>
                  <a:pt x="141990" y="202737"/>
                </a:lnTo>
                <a:lnTo>
                  <a:pt x="143185" y="202267"/>
                </a:lnTo>
                <a:lnTo>
                  <a:pt x="144379" y="201798"/>
                </a:lnTo>
                <a:lnTo>
                  <a:pt x="145553" y="201308"/>
                </a:lnTo>
                <a:lnTo>
                  <a:pt x="146728" y="200799"/>
                </a:lnTo>
                <a:lnTo>
                  <a:pt x="147883" y="200290"/>
                </a:lnTo>
                <a:lnTo>
                  <a:pt x="149038" y="199762"/>
                </a:lnTo>
                <a:lnTo>
                  <a:pt x="150193" y="199213"/>
                </a:lnTo>
                <a:lnTo>
                  <a:pt x="151329" y="198646"/>
                </a:lnTo>
                <a:lnTo>
                  <a:pt x="152464" y="198078"/>
                </a:lnTo>
                <a:lnTo>
                  <a:pt x="153580" y="197491"/>
                </a:lnTo>
                <a:lnTo>
                  <a:pt x="154715" y="196884"/>
                </a:lnTo>
                <a:lnTo>
                  <a:pt x="155812" y="196277"/>
                </a:lnTo>
                <a:lnTo>
                  <a:pt x="156908" y="195650"/>
                </a:lnTo>
                <a:lnTo>
                  <a:pt x="158004" y="195024"/>
                </a:lnTo>
                <a:lnTo>
                  <a:pt x="159101" y="194378"/>
                </a:lnTo>
                <a:lnTo>
                  <a:pt x="160177" y="193712"/>
                </a:lnTo>
                <a:lnTo>
                  <a:pt x="161234" y="193027"/>
                </a:lnTo>
                <a:lnTo>
                  <a:pt x="162292" y="192342"/>
                </a:lnTo>
                <a:lnTo>
                  <a:pt x="163349" y="191637"/>
                </a:lnTo>
                <a:lnTo>
                  <a:pt x="164386" y="190932"/>
                </a:lnTo>
                <a:lnTo>
                  <a:pt x="165424" y="190208"/>
                </a:lnTo>
                <a:lnTo>
                  <a:pt x="166442" y="189464"/>
                </a:lnTo>
                <a:lnTo>
                  <a:pt x="167460" y="188720"/>
                </a:lnTo>
                <a:lnTo>
                  <a:pt x="168458" y="187957"/>
                </a:lnTo>
                <a:lnTo>
                  <a:pt x="169457" y="187193"/>
                </a:lnTo>
                <a:lnTo>
                  <a:pt x="170436" y="186410"/>
                </a:lnTo>
                <a:lnTo>
                  <a:pt x="171414" y="185608"/>
                </a:lnTo>
                <a:lnTo>
                  <a:pt x="172374" y="184805"/>
                </a:lnTo>
                <a:lnTo>
                  <a:pt x="173333" y="183983"/>
                </a:lnTo>
                <a:lnTo>
                  <a:pt x="174273" y="183160"/>
                </a:lnTo>
                <a:lnTo>
                  <a:pt x="175212" y="182319"/>
                </a:lnTo>
                <a:lnTo>
                  <a:pt x="176132" y="181457"/>
                </a:lnTo>
                <a:lnTo>
                  <a:pt x="177053" y="180596"/>
                </a:lnTo>
                <a:lnTo>
                  <a:pt x="177953" y="179735"/>
                </a:lnTo>
                <a:lnTo>
                  <a:pt x="178854" y="178854"/>
                </a:lnTo>
                <a:lnTo>
                  <a:pt x="179735" y="177953"/>
                </a:lnTo>
                <a:lnTo>
                  <a:pt x="180616" y="177053"/>
                </a:lnTo>
                <a:lnTo>
                  <a:pt x="181477" y="176132"/>
                </a:lnTo>
                <a:lnTo>
                  <a:pt x="182319" y="175212"/>
                </a:lnTo>
                <a:lnTo>
                  <a:pt x="183160" y="174273"/>
                </a:lnTo>
                <a:lnTo>
                  <a:pt x="184002" y="173333"/>
                </a:lnTo>
                <a:lnTo>
                  <a:pt x="184805" y="172374"/>
                </a:lnTo>
                <a:lnTo>
                  <a:pt x="185627" y="171395"/>
                </a:lnTo>
                <a:lnTo>
                  <a:pt x="186410" y="170436"/>
                </a:lnTo>
                <a:lnTo>
                  <a:pt x="187193" y="169437"/>
                </a:lnTo>
                <a:lnTo>
                  <a:pt x="187976" y="168439"/>
                </a:lnTo>
                <a:lnTo>
                  <a:pt x="188720" y="167440"/>
                </a:lnTo>
                <a:lnTo>
                  <a:pt x="189484" y="166422"/>
                </a:lnTo>
                <a:lnTo>
                  <a:pt x="190208" y="165404"/>
                </a:lnTo>
                <a:lnTo>
                  <a:pt x="190932" y="164367"/>
                </a:lnTo>
                <a:lnTo>
                  <a:pt x="191657" y="163329"/>
                </a:lnTo>
                <a:lnTo>
                  <a:pt x="192362" y="162292"/>
                </a:lnTo>
                <a:lnTo>
                  <a:pt x="193047" y="161234"/>
                </a:lnTo>
                <a:lnTo>
                  <a:pt x="193712" y="160158"/>
                </a:lnTo>
                <a:lnTo>
                  <a:pt x="194378" y="159081"/>
                </a:lnTo>
                <a:lnTo>
                  <a:pt x="195024" y="158004"/>
                </a:lnTo>
                <a:lnTo>
                  <a:pt x="195670" y="156908"/>
                </a:lnTo>
                <a:lnTo>
                  <a:pt x="196297" y="155812"/>
                </a:lnTo>
                <a:lnTo>
                  <a:pt x="196903" y="154696"/>
                </a:lnTo>
                <a:lnTo>
                  <a:pt x="197510" y="153580"/>
                </a:lnTo>
                <a:lnTo>
                  <a:pt x="198078" y="152445"/>
                </a:lnTo>
                <a:lnTo>
                  <a:pt x="198665" y="151329"/>
                </a:lnTo>
                <a:lnTo>
                  <a:pt x="199213" y="150174"/>
                </a:lnTo>
                <a:lnTo>
                  <a:pt x="199762" y="149038"/>
                </a:lnTo>
                <a:lnTo>
                  <a:pt x="200290" y="147883"/>
                </a:lnTo>
                <a:lnTo>
                  <a:pt x="200819" y="146708"/>
                </a:lnTo>
                <a:lnTo>
                  <a:pt x="201308" y="145534"/>
                </a:lnTo>
                <a:lnTo>
                  <a:pt x="201798" y="144359"/>
                </a:lnTo>
                <a:lnTo>
                  <a:pt x="202287" y="143165"/>
                </a:lnTo>
                <a:lnTo>
                  <a:pt x="202737" y="141990"/>
                </a:lnTo>
                <a:lnTo>
                  <a:pt x="203188" y="140777"/>
                </a:lnTo>
                <a:lnTo>
                  <a:pt x="203618" y="139583"/>
                </a:lnTo>
                <a:lnTo>
                  <a:pt x="204049" y="138369"/>
                </a:lnTo>
                <a:lnTo>
                  <a:pt x="204460" y="137135"/>
                </a:lnTo>
                <a:lnTo>
                  <a:pt x="204832" y="135922"/>
                </a:lnTo>
                <a:lnTo>
                  <a:pt x="205224" y="134688"/>
                </a:lnTo>
                <a:lnTo>
                  <a:pt x="205576" y="133435"/>
                </a:lnTo>
                <a:lnTo>
                  <a:pt x="205928" y="132202"/>
                </a:lnTo>
                <a:lnTo>
                  <a:pt x="206261" y="130949"/>
                </a:lnTo>
                <a:lnTo>
                  <a:pt x="206574" y="129677"/>
                </a:lnTo>
                <a:lnTo>
                  <a:pt x="206868" y="128424"/>
                </a:lnTo>
                <a:lnTo>
                  <a:pt x="207162" y="127151"/>
                </a:lnTo>
                <a:lnTo>
                  <a:pt x="207416" y="125879"/>
                </a:lnTo>
                <a:lnTo>
                  <a:pt x="207671" y="124587"/>
                </a:lnTo>
                <a:lnTo>
                  <a:pt x="207925" y="123314"/>
                </a:lnTo>
                <a:lnTo>
                  <a:pt x="208140" y="122022"/>
                </a:lnTo>
                <a:lnTo>
                  <a:pt x="208356" y="120711"/>
                </a:lnTo>
                <a:lnTo>
                  <a:pt x="208532" y="119418"/>
                </a:lnTo>
                <a:lnTo>
                  <a:pt x="208708" y="118107"/>
                </a:lnTo>
                <a:lnTo>
                  <a:pt x="208865" y="116795"/>
                </a:lnTo>
                <a:lnTo>
                  <a:pt x="209021" y="115484"/>
                </a:lnTo>
                <a:lnTo>
                  <a:pt x="209139" y="114152"/>
                </a:lnTo>
                <a:lnTo>
                  <a:pt x="209256" y="112821"/>
                </a:lnTo>
                <a:lnTo>
                  <a:pt x="209335" y="111490"/>
                </a:lnTo>
                <a:lnTo>
                  <a:pt x="209413" y="110159"/>
                </a:lnTo>
                <a:lnTo>
                  <a:pt x="209472" y="108808"/>
                </a:lnTo>
                <a:lnTo>
                  <a:pt x="209511" y="107477"/>
                </a:lnTo>
                <a:lnTo>
                  <a:pt x="209550" y="106126"/>
                </a:lnTo>
                <a:lnTo>
                  <a:pt x="209550" y="104775"/>
                </a:lnTo>
                <a:lnTo>
                  <a:pt x="209550" y="103405"/>
                </a:lnTo>
                <a:lnTo>
                  <a:pt x="209511" y="102073"/>
                </a:lnTo>
                <a:lnTo>
                  <a:pt x="209472" y="100723"/>
                </a:lnTo>
                <a:lnTo>
                  <a:pt x="209413" y="99372"/>
                </a:lnTo>
                <a:lnTo>
                  <a:pt x="209335" y="98041"/>
                </a:lnTo>
                <a:lnTo>
                  <a:pt x="209256" y="96709"/>
                </a:lnTo>
                <a:lnTo>
                  <a:pt x="209139" y="95378"/>
                </a:lnTo>
                <a:lnTo>
                  <a:pt x="209021" y="94066"/>
                </a:lnTo>
                <a:lnTo>
                  <a:pt x="208865" y="92735"/>
                </a:lnTo>
                <a:lnTo>
                  <a:pt x="208708" y="91424"/>
                </a:lnTo>
                <a:lnTo>
                  <a:pt x="208532" y="90112"/>
                </a:lnTo>
                <a:lnTo>
                  <a:pt x="208356" y="88820"/>
                </a:lnTo>
                <a:lnTo>
                  <a:pt x="208140" y="87528"/>
                </a:lnTo>
                <a:lnTo>
                  <a:pt x="207925" y="86236"/>
                </a:lnTo>
                <a:lnTo>
                  <a:pt x="207671" y="84944"/>
                </a:lnTo>
                <a:lnTo>
                  <a:pt x="207416" y="83652"/>
                </a:lnTo>
                <a:lnTo>
                  <a:pt x="207162" y="82379"/>
                </a:lnTo>
                <a:lnTo>
                  <a:pt x="206868" y="81107"/>
                </a:lnTo>
                <a:lnTo>
                  <a:pt x="206574" y="79854"/>
                </a:lnTo>
                <a:lnTo>
                  <a:pt x="206261" y="78601"/>
                </a:lnTo>
                <a:lnTo>
                  <a:pt x="205928" y="77348"/>
                </a:lnTo>
                <a:lnTo>
                  <a:pt x="205576" y="76095"/>
                </a:lnTo>
                <a:lnTo>
                  <a:pt x="205224" y="74862"/>
                </a:lnTo>
                <a:lnTo>
                  <a:pt x="204832" y="73628"/>
                </a:lnTo>
                <a:lnTo>
                  <a:pt x="204460" y="72395"/>
                </a:lnTo>
                <a:lnTo>
                  <a:pt x="204049" y="71181"/>
                </a:lnTo>
                <a:lnTo>
                  <a:pt x="203618" y="69967"/>
                </a:lnTo>
                <a:lnTo>
                  <a:pt x="203188" y="68754"/>
                </a:lnTo>
                <a:lnTo>
                  <a:pt x="202737" y="67560"/>
                </a:lnTo>
                <a:lnTo>
                  <a:pt x="202287" y="66365"/>
                </a:lnTo>
                <a:lnTo>
                  <a:pt x="201798" y="65171"/>
                </a:lnTo>
                <a:lnTo>
                  <a:pt x="201308" y="63997"/>
                </a:lnTo>
                <a:lnTo>
                  <a:pt x="200819" y="62822"/>
                </a:lnTo>
                <a:lnTo>
                  <a:pt x="200290" y="61667"/>
                </a:lnTo>
                <a:lnTo>
                  <a:pt x="199762" y="60512"/>
                </a:lnTo>
                <a:lnTo>
                  <a:pt x="199213" y="59357"/>
                </a:lnTo>
                <a:lnTo>
                  <a:pt x="198665" y="58221"/>
                </a:lnTo>
                <a:lnTo>
                  <a:pt x="198078" y="57086"/>
                </a:lnTo>
                <a:lnTo>
                  <a:pt x="197510" y="55950"/>
                </a:lnTo>
                <a:lnTo>
                  <a:pt x="196903" y="54835"/>
                </a:lnTo>
                <a:lnTo>
                  <a:pt x="196297" y="53719"/>
                </a:lnTo>
                <a:lnTo>
                  <a:pt x="195670" y="52622"/>
                </a:lnTo>
                <a:lnTo>
                  <a:pt x="195024" y="51526"/>
                </a:lnTo>
                <a:lnTo>
                  <a:pt x="194378" y="50449"/>
                </a:lnTo>
                <a:lnTo>
                  <a:pt x="193712" y="49373"/>
                </a:lnTo>
                <a:lnTo>
                  <a:pt x="193047" y="48316"/>
                </a:lnTo>
                <a:lnTo>
                  <a:pt x="192362" y="47239"/>
                </a:lnTo>
                <a:lnTo>
                  <a:pt x="191657" y="46201"/>
                </a:lnTo>
                <a:lnTo>
                  <a:pt x="190932" y="45164"/>
                </a:lnTo>
                <a:lnTo>
                  <a:pt x="190208" y="44126"/>
                </a:lnTo>
                <a:lnTo>
                  <a:pt x="189484" y="43108"/>
                </a:lnTo>
                <a:lnTo>
                  <a:pt x="188720" y="42090"/>
                </a:lnTo>
                <a:lnTo>
                  <a:pt x="187976" y="41092"/>
                </a:lnTo>
                <a:lnTo>
                  <a:pt x="187193" y="40093"/>
                </a:lnTo>
                <a:lnTo>
                  <a:pt x="186410" y="39114"/>
                </a:lnTo>
                <a:lnTo>
                  <a:pt x="185627" y="38136"/>
                </a:lnTo>
                <a:lnTo>
                  <a:pt x="184805" y="37157"/>
                </a:lnTo>
                <a:lnTo>
                  <a:pt x="184002" y="36217"/>
                </a:lnTo>
                <a:lnTo>
                  <a:pt x="183160" y="35258"/>
                </a:lnTo>
                <a:lnTo>
                  <a:pt x="182319" y="34338"/>
                </a:lnTo>
                <a:lnTo>
                  <a:pt x="181477" y="33398"/>
                </a:lnTo>
                <a:lnTo>
                  <a:pt x="180616" y="32497"/>
                </a:lnTo>
                <a:lnTo>
                  <a:pt x="179735" y="31577"/>
                </a:lnTo>
                <a:lnTo>
                  <a:pt x="178854" y="30696"/>
                </a:lnTo>
                <a:lnTo>
                  <a:pt x="177953" y="29815"/>
                </a:lnTo>
                <a:lnTo>
                  <a:pt x="177053" y="28935"/>
                </a:lnTo>
                <a:lnTo>
                  <a:pt x="176132" y="28073"/>
                </a:lnTo>
                <a:lnTo>
                  <a:pt x="175212" y="27212"/>
                </a:lnTo>
                <a:lnTo>
                  <a:pt x="174273" y="26370"/>
                </a:lnTo>
                <a:lnTo>
                  <a:pt x="173333" y="25548"/>
                </a:lnTo>
                <a:lnTo>
                  <a:pt x="172374" y="24725"/>
                </a:lnTo>
                <a:lnTo>
                  <a:pt x="171414" y="23923"/>
                </a:lnTo>
                <a:lnTo>
                  <a:pt x="170436" y="23140"/>
                </a:lnTo>
                <a:lnTo>
                  <a:pt x="169457" y="22357"/>
                </a:lnTo>
                <a:lnTo>
                  <a:pt x="168458" y="21574"/>
                </a:lnTo>
                <a:lnTo>
                  <a:pt x="167460" y="20810"/>
                </a:lnTo>
                <a:lnTo>
                  <a:pt x="166442" y="20066"/>
                </a:lnTo>
                <a:lnTo>
                  <a:pt x="165424" y="19322"/>
                </a:lnTo>
                <a:lnTo>
                  <a:pt x="164386" y="18598"/>
                </a:lnTo>
                <a:lnTo>
                  <a:pt x="163349" y="17893"/>
                </a:lnTo>
                <a:lnTo>
                  <a:pt x="162292" y="17188"/>
                </a:lnTo>
                <a:lnTo>
                  <a:pt x="161234" y="16503"/>
                </a:lnTo>
                <a:lnTo>
                  <a:pt x="160177" y="15838"/>
                </a:lnTo>
                <a:lnTo>
                  <a:pt x="159101" y="15172"/>
                </a:lnTo>
                <a:lnTo>
                  <a:pt x="158004" y="14506"/>
                </a:lnTo>
                <a:lnTo>
                  <a:pt x="156908" y="13880"/>
                </a:lnTo>
                <a:lnTo>
                  <a:pt x="155812" y="13253"/>
                </a:lnTo>
                <a:lnTo>
                  <a:pt x="154715" y="12647"/>
                </a:lnTo>
                <a:lnTo>
                  <a:pt x="153580" y="12040"/>
                </a:lnTo>
                <a:lnTo>
                  <a:pt x="152464" y="11452"/>
                </a:lnTo>
                <a:lnTo>
                  <a:pt x="151329" y="10885"/>
                </a:lnTo>
                <a:lnTo>
                  <a:pt x="150193" y="10337"/>
                </a:lnTo>
                <a:lnTo>
                  <a:pt x="149038" y="9788"/>
                </a:lnTo>
                <a:lnTo>
                  <a:pt x="147883" y="9260"/>
                </a:lnTo>
                <a:lnTo>
                  <a:pt x="146728" y="8731"/>
                </a:lnTo>
                <a:lnTo>
                  <a:pt x="145553" y="8222"/>
                </a:lnTo>
                <a:lnTo>
                  <a:pt x="144379" y="7733"/>
                </a:lnTo>
                <a:lnTo>
                  <a:pt x="143185" y="7263"/>
                </a:lnTo>
                <a:lnTo>
                  <a:pt x="141990" y="6793"/>
                </a:lnTo>
                <a:lnTo>
                  <a:pt x="140796" y="6343"/>
                </a:lnTo>
                <a:lnTo>
                  <a:pt x="139583" y="5912"/>
                </a:lnTo>
                <a:lnTo>
                  <a:pt x="138369" y="5501"/>
                </a:lnTo>
                <a:lnTo>
                  <a:pt x="137155" y="5090"/>
                </a:lnTo>
                <a:lnTo>
                  <a:pt x="135922" y="4698"/>
                </a:lnTo>
                <a:lnTo>
                  <a:pt x="134688" y="4326"/>
                </a:lnTo>
                <a:lnTo>
                  <a:pt x="133455" y="3974"/>
                </a:lnTo>
                <a:lnTo>
                  <a:pt x="132202" y="3622"/>
                </a:lnTo>
                <a:lnTo>
                  <a:pt x="130949" y="3289"/>
                </a:lnTo>
                <a:lnTo>
                  <a:pt x="129696" y="2976"/>
                </a:lnTo>
                <a:lnTo>
                  <a:pt x="128424" y="2682"/>
                </a:lnTo>
                <a:lnTo>
                  <a:pt x="127151" y="2388"/>
                </a:lnTo>
                <a:lnTo>
                  <a:pt x="125879" y="2114"/>
                </a:lnTo>
                <a:lnTo>
                  <a:pt x="124606" y="1860"/>
                </a:lnTo>
                <a:lnTo>
                  <a:pt x="123314" y="1625"/>
                </a:lnTo>
                <a:lnTo>
                  <a:pt x="122022" y="1410"/>
                </a:lnTo>
                <a:lnTo>
                  <a:pt x="120730" y="1194"/>
                </a:lnTo>
                <a:lnTo>
                  <a:pt x="119418" y="998"/>
                </a:lnTo>
                <a:lnTo>
                  <a:pt x="118107" y="842"/>
                </a:lnTo>
                <a:lnTo>
                  <a:pt x="116795" y="666"/>
                </a:lnTo>
                <a:lnTo>
                  <a:pt x="115484" y="529"/>
                </a:lnTo>
                <a:lnTo>
                  <a:pt x="114172" y="411"/>
                </a:lnTo>
                <a:lnTo>
                  <a:pt x="112841" y="294"/>
                </a:lnTo>
                <a:lnTo>
                  <a:pt x="111509" y="196"/>
                </a:lnTo>
                <a:lnTo>
                  <a:pt x="110159" y="117"/>
                </a:lnTo>
                <a:lnTo>
                  <a:pt x="108827" y="59"/>
                </a:lnTo>
                <a:lnTo>
                  <a:pt x="107477" y="20"/>
                </a:lnTo>
                <a:lnTo>
                  <a:pt x="106126" y="0"/>
                </a:lnTo>
                <a:close/>
              </a:path>
            </a:pathLst>
          </a:custGeom>
          <a:solidFill>
            <a:srgbClr val="FD3E8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76"/>
          <p:cNvSpPr/>
          <p:nvPr/>
        </p:nvSpPr>
        <p:spPr>
          <a:xfrm>
            <a:off x="1726932" y="1766206"/>
            <a:ext cx="756000" cy="749700"/>
          </a:xfrm>
          <a:prstGeom prst="ellipse">
            <a:avLst/>
          </a:prstGeom>
          <a:solidFill>
            <a:srgbClr val="E6E6E2"/>
          </a:solidFill>
          <a:ln cap="flat" cmpd="sng" w="9525">
            <a:solidFill>
              <a:srgbClr val="FD3E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76"/>
          <p:cNvSpPr txBox="1"/>
          <p:nvPr/>
        </p:nvSpPr>
        <p:spPr>
          <a:xfrm>
            <a:off x="1513782" y="2494131"/>
            <a:ext cx="1182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Monitorar Fraude</a:t>
            </a:r>
            <a:endParaRPr b="1" sz="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 anúncio foi visto por um humano e não pelo tráfego de um robô?</a:t>
            </a:r>
            <a:endParaRPr sz="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7" name="Google Shape;667;p76"/>
          <p:cNvSpPr/>
          <p:nvPr/>
        </p:nvSpPr>
        <p:spPr>
          <a:xfrm>
            <a:off x="1938480" y="1944532"/>
            <a:ext cx="332891" cy="393430"/>
          </a:xfrm>
          <a:custGeom>
            <a:rect b="b" l="l" r="r" t="t"/>
            <a:pathLst>
              <a:path extrusionOk="0" h="209550" w="159660">
                <a:moveTo>
                  <a:pt x="80617" y="19948"/>
                </a:moveTo>
                <a:lnTo>
                  <a:pt x="81384" y="19987"/>
                </a:lnTo>
                <a:lnTo>
                  <a:pt x="82151" y="20026"/>
                </a:lnTo>
                <a:lnTo>
                  <a:pt x="82899" y="20105"/>
                </a:lnTo>
                <a:lnTo>
                  <a:pt x="83666" y="20184"/>
                </a:lnTo>
                <a:lnTo>
                  <a:pt x="84414" y="20282"/>
                </a:lnTo>
                <a:lnTo>
                  <a:pt x="85142" y="20420"/>
                </a:lnTo>
                <a:lnTo>
                  <a:pt x="85889" y="20558"/>
                </a:lnTo>
                <a:lnTo>
                  <a:pt x="86617" y="20715"/>
                </a:lnTo>
                <a:lnTo>
                  <a:pt x="87325" y="20892"/>
                </a:lnTo>
                <a:lnTo>
                  <a:pt x="88053" y="21089"/>
                </a:lnTo>
                <a:lnTo>
                  <a:pt x="88761" y="21285"/>
                </a:lnTo>
                <a:lnTo>
                  <a:pt x="89450" y="21522"/>
                </a:lnTo>
                <a:lnTo>
                  <a:pt x="90138" y="21758"/>
                </a:lnTo>
                <a:lnTo>
                  <a:pt x="90827" y="22013"/>
                </a:lnTo>
                <a:lnTo>
                  <a:pt x="91496" y="22289"/>
                </a:lnTo>
                <a:lnTo>
                  <a:pt x="92165" y="22584"/>
                </a:lnTo>
                <a:lnTo>
                  <a:pt x="92833" y="22899"/>
                </a:lnTo>
                <a:lnTo>
                  <a:pt x="93483" y="23213"/>
                </a:lnTo>
                <a:lnTo>
                  <a:pt x="94112" y="23548"/>
                </a:lnTo>
                <a:lnTo>
                  <a:pt x="94761" y="23902"/>
                </a:lnTo>
                <a:lnTo>
                  <a:pt x="95371" y="24276"/>
                </a:lnTo>
                <a:lnTo>
                  <a:pt x="95981" y="24649"/>
                </a:lnTo>
                <a:lnTo>
                  <a:pt x="96591" y="25043"/>
                </a:lnTo>
                <a:lnTo>
                  <a:pt x="97181" y="25456"/>
                </a:lnTo>
                <a:lnTo>
                  <a:pt x="97771" y="25889"/>
                </a:lnTo>
                <a:lnTo>
                  <a:pt x="98342" y="26322"/>
                </a:lnTo>
                <a:lnTo>
                  <a:pt x="98892" y="26774"/>
                </a:lnTo>
                <a:lnTo>
                  <a:pt x="99443" y="27246"/>
                </a:lnTo>
                <a:lnTo>
                  <a:pt x="99974" y="27718"/>
                </a:lnTo>
                <a:lnTo>
                  <a:pt x="100506" y="28210"/>
                </a:lnTo>
                <a:lnTo>
                  <a:pt x="101017" y="28702"/>
                </a:lnTo>
                <a:lnTo>
                  <a:pt x="101529" y="29213"/>
                </a:lnTo>
                <a:lnTo>
                  <a:pt x="102001" y="29745"/>
                </a:lnTo>
                <a:lnTo>
                  <a:pt x="102492" y="30276"/>
                </a:lnTo>
                <a:lnTo>
                  <a:pt x="102945" y="30827"/>
                </a:lnTo>
                <a:lnTo>
                  <a:pt x="103397" y="31397"/>
                </a:lnTo>
                <a:lnTo>
                  <a:pt x="103830" y="31968"/>
                </a:lnTo>
                <a:lnTo>
                  <a:pt x="104263" y="32538"/>
                </a:lnTo>
                <a:lnTo>
                  <a:pt x="104676" y="33128"/>
                </a:lnTo>
                <a:lnTo>
                  <a:pt x="105070" y="33738"/>
                </a:lnTo>
                <a:lnTo>
                  <a:pt x="105443" y="34348"/>
                </a:lnTo>
                <a:lnTo>
                  <a:pt x="105817" y="34977"/>
                </a:lnTo>
                <a:lnTo>
                  <a:pt x="106171" y="35607"/>
                </a:lnTo>
                <a:lnTo>
                  <a:pt x="106506" y="36236"/>
                </a:lnTo>
                <a:lnTo>
                  <a:pt x="106820" y="36886"/>
                </a:lnTo>
                <a:lnTo>
                  <a:pt x="107135" y="37555"/>
                </a:lnTo>
                <a:lnTo>
                  <a:pt x="107430" y="38223"/>
                </a:lnTo>
                <a:lnTo>
                  <a:pt x="107706" y="38892"/>
                </a:lnTo>
                <a:lnTo>
                  <a:pt x="107961" y="39581"/>
                </a:lnTo>
                <a:lnTo>
                  <a:pt x="108197" y="40269"/>
                </a:lnTo>
                <a:lnTo>
                  <a:pt x="108433" y="40978"/>
                </a:lnTo>
                <a:lnTo>
                  <a:pt x="108650" y="41686"/>
                </a:lnTo>
                <a:lnTo>
                  <a:pt x="108827" y="42394"/>
                </a:lnTo>
                <a:lnTo>
                  <a:pt x="109004" y="43122"/>
                </a:lnTo>
                <a:lnTo>
                  <a:pt x="109161" y="43850"/>
                </a:lnTo>
                <a:lnTo>
                  <a:pt x="109299" y="44578"/>
                </a:lnTo>
                <a:lnTo>
                  <a:pt x="109437" y="45325"/>
                </a:lnTo>
                <a:lnTo>
                  <a:pt x="109535" y="46073"/>
                </a:lnTo>
                <a:lnTo>
                  <a:pt x="109614" y="46820"/>
                </a:lnTo>
                <a:lnTo>
                  <a:pt x="109692" y="47568"/>
                </a:lnTo>
                <a:lnTo>
                  <a:pt x="109732" y="48335"/>
                </a:lnTo>
                <a:lnTo>
                  <a:pt x="109771" y="49102"/>
                </a:lnTo>
                <a:lnTo>
                  <a:pt x="109771" y="49889"/>
                </a:lnTo>
                <a:lnTo>
                  <a:pt x="109771" y="69837"/>
                </a:lnTo>
                <a:lnTo>
                  <a:pt x="49909" y="69837"/>
                </a:lnTo>
                <a:lnTo>
                  <a:pt x="49909" y="49889"/>
                </a:lnTo>
                <a:lnTo>
                  <a:pt x="49909" y="49102"/>
                </a:lnTo>
                <a:lnTo>
                  <a:pt x="49948" y="48335"/>
                </a:lnTo>
                <a:lnTo>
                  <a:pt x="49987" y="47568"/>
                </a:lnTo>
                <a:lnTo>
                  <a:pt x="50066" y="46820"/>
                </a:lnTo>
                <a:lnTo>
                  <a:pt x="50145" y="46073"/>
                </a:lnTo>
                <a:lnTo>
                  <a:pt x="50243" y="45325"/>
                </a:lnTo>
                <a:lnTo>
                  <a:pt x="50361" y="44578"/>
                </a:lnTo>
                <a:lnTo>
                  <a:pt x="50518" y="43850"/>
                </a:lnTo>
                <a:lnTo>
                  <a:pt x="50676" y="43122"/>
                </a:lnTo>
                <a:lnTo>
                  <a:pt x="50853" y="42394"/>
                </a:lnTo>
                <a:lnTo>
                  <a:pt x="51030" y="41686"/>
                </a:lnTo>
                <a:lnTo>
                  <a:pt x="51246" y="40978"/>
                </a:lnTo>
                <a:lnTo>
                  <a:pt x="51463" y="40269"/>
                </a:lnTo>
                <a:lnTo>
                  <a:pt x="51718" y="39581"/>
                </a:lnTo>
                <a:lnTo>
                  <a:pt x="51974" y="38892"/>
                </a:lnTo>
                <a:lnTo>
                  <a:pt x="52250" y="38223"/>
                </a:lnTo>
                <a:lnTo>
                  <a:pt x="52545" y="37555"/>
                </a:lnTo>
                <a:lnTo>
                  <a:pt x="52840" y="36886"/>
                </a:lnTo>
                <a:lnTo>
                  <a:pt x="53174" y="36236"/>
                </a:lnTo>
                <a:lnTo>
                  <a:pt x="53509" y="35607"/>
                </a:lnTo>
                <a:lnTo>
                  <a:pt x="53863" y="34977"/>
                </a:lnTo>
                <a:lnTo>
                  <a:pt x="54236" y="34348"/>
                </a:lnTo>
                <a:lnTo>
                  <a:pt x="54610" y="33738"/>
                </a:lnTo>
                <a:lnTo>
                  <a:pt x="55004" y="33128"/>
                </a:lnTo>
                <a:lnTo>
                  <a:pt x="55417" y="32538"/>
                </a:lnTo>
                <a:lnTo>
                  <a:pt x="55850" y="31968"/>
                </a:lnTo>
                <a:lnTo>
                  <a:pt x="56282" y="31397"/>
                </a:lnTo>
                <a:lnTo>
                  <a:pt x="56735" y="30827"/>
                </a:lnTo>
                <a:lnTo>
                  <a:pt x="57187" y="30276"/>
                </a:lnTo>
                <a:lnTo>
                  <a:pt x="57659" y="29745"/>
                </a:lnTo>
                <a:lnTo>
                  <a:pt x="58151" y="29213"/>
                </a:lnTo>
                <a:lnTo>
                  <a:pt x="58663" y="28702"/>
                </a:lnTo>
                <a:lnTo>
                  <a:pt x="59174" y="28210"/>
                </a:lnTo>
                <a:lnTo>
                  <a:pt x="59705" y="27718"/>
                </a:lnTo>
                <a:lnTo>
                  <a:pt x="60236" y="27246"/>
                </a:lnTo>
                <a:lnTo>
                  <a:pt x="60787" y="26774"/>
                </a:lnTo>
                <a:lnTo>
                  <a:pt x="61338" y="26322"/>
                </a:lnTo>
                <a:lnTo>
                  <a:pt x="61909" y="25889"/>
                </a:lnTo>
                <a:lnTo>
                  <a:pt x="62499" y="25456"/>
                </a:lnTo>
                <a:lnTo>
                  <a:pt x="63089" y="25043"/>
                </a:lnTo>
                <a:lnTo>
                  <a:pt x="63699" y="24649"/>
                </a:lnTo>
                <a:lnTo>
                  <a:pt x="64309" y="24276"/>
                </a:lnTo>
                <a:lnTo>
                  <a:pt x="64918" y="23902"/>
                </a:lnTo>
                <a:lnTo>
                  <a:pt x="65548" y="23548"/>
                </a:lnTo>
                <a:lnTo>
                  <a:pt x="66197" y="23213"/>
                </a:lnTo>
                <a:lnTo>
                  <a:pt x="66846" y="22899"/>
                </a:lnTo>
                <a:lnTo>
                  <a:pt x="67496" y="22584"/>
                </a:lnTo>
                <a:lnTo>
                  <a:pt x="68164" y="22289"/>
                </a:lnTo>
                <a:lnTo>
                  <a:pt x="68853" y="22013"/>
                </a:lnTo>
                <a:lnTo>
                  <a:pt x="69541" y="21758"/>
                </a:lnTo>
                <a:lnTo>
                  <a:pt x="70230" y="21522"/>
                </a:lnTo>
                <a:lnTo>
                  <a:pt x="70918" y="21285"/>
                </a:lnTo>
                <a:lnTo>
                  <a:pt x="71627" y="21089"/>
                </a:lnTo>
                <a:lnTo>
                  <a:pt x="72355" y="20892"/>
                </a:lnTo>
                <a:lnTo>
                  <a:pt x="73063" y="20715"/>
                </a:lnTo>
                <a:lnTo>
                  <a:pt x="73791" y="20558"/>
                </a:lnTo>
                <a:lnTo>
                  <a:pt x="74538" y="20420"/>
                </a:lnTo>
                <a:lnTo>
                  <a:pt x="75266" y="20282"/>
                </a:lnTo>
                <a:lnTo>
                  <a:pt x="76014" y="20184"/>
                </a:lnTo>
                <a:lnTo>
                  <a:pt x="76781" y="20105"/>
                </a:lnTo>
                <a:lnTo>
                  <a:pt x="77528" y="20026"/>
                </a:lnTo>
                <a:lnTo>
                  <a:pt x="78296" y="19987"/>
                </a:lnTo>
                <a:lnTo>
                  <a:pt x="79063" y="19948"/>
                </a:lnTo>
                <a:close/>
                <a:moveTo>
                  <a:pt x="79830" y="119726"/>
                </a:moveTo>
                <a:lnTo>
                  <a:pt x="79319" y="119746"/>
                </a:lnTo>
                <a:lnTo>
                  <a:pt x="78807" y="119765"/>
                </a:lnTo>
                <a:lnTo>
                  <a:pt x="78315" y="119785"/>
                </a:lnTo>
                <a:lnTo>
                  <a:pt x="77804" y="119844"/>
                </a:lnTo>
                <a:lnTo>
                  <a:pt x="77312" y="119903"/>
                </a:lnTo>
                <a:lnTo>
                  <a:pt x="76800" y="119962"/>
                </a:lnTo>
                <a:lnTo>
                  <a:pt x="76309" y="120041"/>
                </a:lnTo>
                <a:lnTo>
                  <a:pt x="75837" y="120139"/>
                </a:lnTo>
                <a:lnTo>
                  <a:pt x="75345" y="120257"/>
                </a:lnTo>
                <a:lnTo>
                  <a:pt x="74873" y="120375"/>
                </a:lnTo>
                <a:lnTo>
                  <a:pt x="74400" y="120493"/>
                </a:lnTo>
                <a:lnTo>
                  <a:pt x="73928" y="120631"/>
                </a:lnTo>
                <a:lnTo>
                  <a:pt x="73456" y="120788"/>
                </a:lnTo>
                <a:lnTo>
                  <a:pt x="73004" y="120946"/>
                </a:lnTo>
                <a:lnTo>
                  <a:pt x="72532" y="121123"/>
                </a:lnTo>
                <a:lnTo>
                  <a:pt x="72099" y="121319"/>
                </a:lnTo>
                <a:lnTo>
                  <a:pt x="71646" y="121497"/>
                </a:lnTo>
                <a:lnTo>
                  <a:pt x="71214" y="121713"/>
                </a:lnTo>
                <a:lnTo>
                  <a:pt x="70348" y="122146"/>
                </a:lnTo>
                <a:lnTo>
                  <a:pt x="69502" y="122638"/>
                </a:lnTo>
                <a:lnTo>
                  <a:pt x="68696" y="123149"/>
                </a:lnTo>
                <a:lnTo>
                  <a:pt x="67909" y="123719"/>
                </a:lnTo>
                <a:lnTo>
                  <a:pt x="67161" y="124310"/>
                </a:lnTo>
                <a:lnTo>
                  <a:pt x="66433" y="124939"/>
                </a:lnTo>
                <a:lnTo>
                  <a:pt x="65745" y="125588"/>
                </a:lnTo>
                <a:lnTo>
                  <a:pt x="65076" y="126297"/>
                </a:lnTo>
                <a:lnTo>
                  <a:pt x="64446" y="127024"/>
                </a:lnTo>
                <a:lnTo>
                  <a:pt x="63856" y="127772"/>
                </a:lnTo>
                <a:lnTo>
                  <a:pt x="63305" y="128559"/>
                </a:lnTo>
                <a:lnTo>
                  <a:pt x="62774" y="129365"/>
                </a:lnTo>
                <a:lnTo>
                  <a:pt x="62302" y="130192"/>
                </a:lnTo>
                <a:lnTo>
                  <a:pt x="61850" y="131057"/>
                </a:lnTo>
                <a:lnTo>
                  <a:pt x="61653" y="131490"/>
                </a:lnTo>
                <a:lnTo>
                  <a:pt x="61456" y="131943"/>
                </a:lnTo>
                <a:lnTo>
                  <a:pt x="61279" y="132395"/>
                </a:lnTo>
                <a:lnTo>
                  <a:pt x="61102" y="132847"/>
                </a:lnTo>
                <a:lnTo>
                  <a:pt x="60925" y="133300"/>
                </a:lnTo>
                <a:lnTo>
                  <a:pt x="60787" y="133772"/>
                </a:lnTo>
                <a:lnTo>
                  <a:pt x="60650" y="134244"/>
                </a:lnTo>
                <a:lnTo>
                  <a:pt x="60512" y="134716"/>
                </a:lnTo>
                <a:lnTo>
                  <a:pt x="60394" y="135208"/>
                </a:lnTo>
                <a:lnTo>
                  <a:pt x="60295" y="135680"/>
                </a:lnTo>
                <a:lnTo>
                  <a:pt x="60197" y="136172"/>
                </a:lnTo>
                <a:lnTo>
                  <a:pt x="60118" y="136664"/>
                </a:lnTo>
                <a:lnTo>
                  <a:pt x="60040" y="137156"/>
                </a:lnTo>
                <a:lnTo>
                  <a:pt x="59981" y="137667"/>
                </a:lnTo>
                <a:lnTo>
                  <a:pt x="59941" y="138159"/>
                </a:lnTo>
                <a:lnTo>
                  <a:pt x="59902" y="138670"/>
                </a:lnTo>
                <a:lnTo>
                  <a:pt x="59882" y="139182"/>
                </a:lnTo>
                <a:lnTo>
                  <a:pt x="59882" y="139693"/>
                </a:lnTo>
                <a:lnTo>
                  <a:pt x="59882" y="140205"/>
                </a:lnTo>
                <a:lnTo>
                  <a:pt x="59902" y="140716"/>
                </a:lnTo>
                <a:lnTo>
                  <a:pt x="59941" y="141228"/>
                </a:lnTo>
                <a:lnTo>
                  <a:pt x="59981" y="141720"/>
                </a:lnTo>
                <a:lnTo>
                  <a:pt x="60040" y="142231"/>
                </a:lnTo>
                <a:lnTo>
                  <a:pt x="60118" y="142723"/>
                </a:lnTo>
                <a:lnTo>
                  <a:pt x="60197" y="143215"/>
                </a:lnTo>
                <a:lnTo>
                  <a:pt x="60295" y="143707"/>
                </a:lnTo>
                <a:lnTo>
                  <a:pt x="60394" y="144179"/>
                </a:lnTo>
                <a:lnTo>
                  <a:pt x="60512" y="144671"/>
                </a:lnTo>
                <a:lnTo>
                  <a:pt x="60650" y="145143"/>
                </a:lnTo>
                <a:lnTo>
                  <a:pt x="60787" y="145615"/>
                </a:lnTo>
                <a:lnTo>
                  <a:pt x="60925" y="146067"/>
                </a:lnTo>
                <a:lnTo>
                  <a:pt x="61102" y="146539"/>
                </a:lnTo>
                <a:lnTo>
                  <a:pt x="61279" y="146992"/>
                </a:lnTo>
                <a:lnTo>
                  <a:pt x="61456" y="147444"/>
                </a:lnTo>
                <a:lnTo>
                  <a:pt x="61653" y="147877"/>
                </a:lnTo>
                <a:lnTo>
                  <a:pt x="61850" y="148330"/>
                </a:lnTo>
                <a:lnTo>
                  <a:pt x="62302" y="149195"/>
                </a:lnTo>
                <a:lnTo>
                  <a:pt x="62774" y="150021"/>
                </a:lnTo>
                <a:lnTo>
                  <a:pt x="63305" y="150828"/>
                </a:lnTo>
                <a:lnTo>
                  <a:pt x="63856" y="151615"/>
                </a:lnTo>
                <a:lnTo>
                  <a:pt x="64446" y="152362"/>
                </a:lnTo>
                <a:lnTo>
                  <a:pt x="65076" y="153090"/>
                </a:lnTo>
                <a:lnTo>
                  <a:pt x="65745" y="153779"/>
                </a:lnTo>
                <a:lnTo>
                  <a:pt x="66433" y="154448"/>
                </a:lnTo>
                <a:lnTo>
                  <a:pt x="67161" y="155077"/>
                </a:lnTo>
                <a:lnTo>
                  <a:pt x="67909" y="155667"/>
                </a:lnTo>
                <a:lnTo>
                  <a:pt x="68696" y="156238"/>
                </a:lnTo>
                <a:lnTo>
                  <a:pt x="69502" y="156749"/>
                </a:lnTo>
                <a:lnTo>
                  <a:pt x="70348" y="157241"/>
                </a:lnTo>
                <a:lnTo>
                  <a:pt x="71214" y="157674"/>
                </a:lnTo>
                <a:lnTo>
                  <a:pt x="71646" y="157871"/>
                </a:lnTo>
                <a:lnTo>
                  <a:pt x="72099" y="158067"/>
                </a:lnTo>
                <a:lnTo>
                  <a:pt x="72532" y="158264"/>
                </a:lnTo>
                <a:lnTo>
                  <a:pt x="73004" y="158441"/>
                </a:lnTo>
                <a:lnTo>
                  <a:pt x="73456" y="158599"/>
                </a:lnTo>
                <a:lnTo>
                  <a:pt x="73928" y="158756"/>
                </a:lnTo>
                <a:lnTo>
                  <a:pt x="74400" y="158894"/>
                </a:lnTo>
                <a:lnTo>
                  <a:pt x="74873" y="159012"/>
                </a:lnTo>
                <a:lnTo>
                  <a:pt x="75345" y="159130"/>
                </a:lnTo>
                <a:lnTo>
                  <a:pt x="75837" y="159248"/>
                </a:lnTo>
                <a:lnTo>
                  <a:pt x="76309" y="159346"/>
                </a:lnTo>
                <a:lnTo>
                  <a:pt x="76800" y="159425"/>
                </a:lnTo>
                <a:lnTo>
                  <a:pt x="77312" y="159484"/>
                </a:lnTo>
                <a:lnTo>
                  <a:pt x="77804" y="159543"/>
                </a:lnTo>
                <a:lnTo>
                  <a:pt x="78315" y="159582"/>
                </a:lnTo>
                <a:lnTo>
                  <a:pt x="78807" y="159622"/>
                </a:lnTo>
                <a:lnTo>
                  <a:pt x="79319" y="159641"/>
                </a:lnTo>
                <a:lnTo>
                  <a:pt x="80361" y="159641"/>
                </a:lnTo>
                <a:lnTo>
                  <a:pt x="80853" y="159622"/>
                </a:lnTo>
                <a:lnTo>
                  <a:pt x="81364" y="159582"/>
                </a:lnTo>
                <a:lnTo>
                  <a:pt x="81876" y="159543"/>
                </a:lnTo>
                <a:lnTo>
                  <a:pt x="82368" y="159484"/>
                </a:lnTo>
                <a:lnTo>
                  <a:pt x="82860" y="159425"/>
                </a:lnTo>
                <a:lnTo>
                  <a:pt x="83351" y="159346"/>
                </a:lnTo>
                <a:lnTo>
                  <a:pt x="83843" y="159248"/>
                </a:lnTo>
                <a:lnTo>
                  <a:pt x="84335" y="159130"/>
                </a:lnTo>
                <a:lnTo>
                  <a:pt x="84807" y="159012"/>
                </a:lnTo>
                <a:lnTo>
                  <a:pt x="85279" y="158894"/>
                </a:lnTo>
                <a:lnTo>
                  <a:pt x="85751" y="158756"/>
                </a:lnTo>
                <a:lnTo>
                  <a:pt x="86223" y="158599"/>
                </a:lnTo>
                <a:lnTo>
                  <a:pt x="86676" y="158441"/>
                </a:lnTo>
                <a:lnTo>
                  <a:pt x="87128" y="158264"/>
                </a:lnTo>
                <a:lnTo>
                  <a:pt x="87581" y="158067"/>
                </a:lnTo>
                <a:lnTo>
                  <a:pt x="88033" y="157871"/>
                </a:lnTo>
                <a:lnTo>
                  <a:pt x="88466" y="157674"/>
                </a:lnTo>
                <a:lnTo>
                  <a:pt x="89332" y="157241"/>
                </a:lnTo>
                <a:lnTo>
                  <a:pt x="90158" y="156749"/>
                </a:lnTo>
                <a:lnTo>
                  <a:pt x="90984" y="156238"/>
                </a:lnTo>
                <a:lnTo>
                  <a:pt x="91751" y="155667"/>
                </a:lnTo>
                <a:lnTo>
                  <a:pt x="92519" y="155077"/>
                </a:lnTo>
                <a:lnTo>
                  <a:pt x="93246" y="154448"/>
                </a:lnTo>
                <a:lnTo>
                  <a:pt x="93935" y="153779"/>
                </a:lnTo>
                <a:lnTo>
                  <a:pt x="94604" y="153090"/>
                </a:lnTo>
                <a:lnTo>
                  <a:pt x="95233" y="152362"/>
                </a:lnTo>
                <a:lnTo>
                  <a:pt x="95824" y="151615"/>
                </a:lnTo>
                <a:lnTo>
                  <a:pt x="96374" y="150828"/>
                </a:lnTo>
                <a:lnTo>
                  <a:pt x="96906" y="150021"/>
                </a:lnTo>
                <a:lnTo>
                  <a:pt x="97378" y="149195"/>
                </a:lnTo>
                <a:lnTo>
                  <a:pt x="97810" y="148330"/>
                </a:lnTo>
                <a:lnTo>
                  <a:pt x="98027" y="147877"/>
                </a:lnTo>
                <a:lnTo>
                  <a:pt x="98224" y="147444"/>
                </a:lnTo>
                <a:lnTo>
                  <a:pt x="98401" y="146992"/>
                </a:lnTo>
                <a:lnTo>
                  <a:pt x="98578" y="146539"/>
                </a:lnTo>
                <a:lnTo>
                  <a:pt x="98735" y="146067"/>
                </a:lnTo>
                <a:lnTo>
                  <a:pt x="98892" y="145615"/>
                </a:lnTo>
                <a:lnTo>
                  <a:pt x="99030" y="145143"/>
                </a:lnTo>
                <a:lnTo>
                  <a:pt x="99168" y="144671"/>
                </a:lnTo>
                <a:lnTo>
                  <a:pt x="99286" y="144179"/>
                </a:lnTo>
                <a:lnTo>
                  <a:pt x="99384" y="143707"/>
                </a:lnTo>
                <a:lnTo>
                  <a:pt x="99483" y="143215"/>
                </a:lnTo>
                <a:lnTo>
                  <a:pt x="99561" y="142723"/>
                </a:lnTo>
                <a:lnTo>
                  <a:pt x="99640" y="142231"/>
                </a:lnTo>
                <a:lnTo>
                  <a:pt x="99699" y="141720"/>
                </a:lnTo>
                <a:lnTo>
                  <a:pt x="99738" y="141228"/>
                </a:lnTo>
                <a:lnTo>
                  <a:pt x="99778" y="140716"/>
                </a:lnTo>
                <a:lnTo>
                  <a:pt x="99797" y="140205"/>
                </a:lnTo>
                <a:lnTo>
                  <a:pt x="99797" y="139693"/>
                </a:lnTo>
                <a:lnTo>
                  <a:pt x="99797" y="139182"/>
                </a:lnTo>
                <a:lnTo>
                  <a:pt x="99778" y="138670"/>
                </a:lnTo>
                <a:lnTo>
                  <a:pt x="99738" y="138159"/>
                </a:lnTo>
                <a:lnTo>
                  <a:pt x="99699" y="137667"/>
                </a:lnTo>
                <a:lnTo>
                  <a:pt x="99640" y="137156"/>
                </a:lnTo>
                <a:lnTo>
                  <a:pt x="99561" y="136664"/>
                </a:lnTo>
                <a:lnTo>
                  <a:pt x="99483" y="136172"/>
                </a:lnTo>
                <a:lnTo>
                  <a:pt x="99384" y="135680"/>
                </a:lnTo>
                <a:lnTo>
                  <a:pt x="99286" y="135208"/>
                </a:lnTo>
                <a:lnTo>
                  <a:pt x="99168" y="134716"/>
                </a:lnTo>
                <a:lnTo>
                  <a:pt x="99030" y="134244"/>
                </a:lnTo>
                <a:lnTo>
                  <a:pt x="98892" y="133772"/>
                </a:lnTo>
                <a:lnTo>
                  <a:pt x="98735" y="133300"/>
                </a:lnTo>
                <a:lnTo>
                  <a:pt x="98578" y="132847"/>
                </a:lnTo>
                <a:lnTo>
                  <a:pt x="98401" y="132395"/>
                </a:lnTo>
                <a:lnTo>
                  <a:pt x="98224" y="131943"/>
                </a:lnTo>
                <a:lnTo>
                  <a:pt x="98027" y="131490"/>
                </a:lnTo>
                <a:lnTo>
                  <a:pt x="97810" y="131057"/>
                </a:lnTo>
                <a:lnTo>
                  <a:pt x="97378" y="130192"/>
                </a:lnTo>
                <a:lnTo>
                  <a:pt x="96906" y="129365"/>
                </a:lnTo>
                <a:lnTo>
                  <a:pt x="96374" y="128559"/>
                </a:lnTo>
                <a:lnTo>
                  <a:pt x="95824" y="127772"/>
                </a:lnTo>
                <a:lnTo>
                  <a:pt x="95233" y="127024"/>
                </a:lnTo>
                <a:lnTo>
                  <a:pt x="94604" y="126297"/>
                </a:lnTo>
                <a:lnTo>
                  <a:pt x="93935" y="125588"/>
                </a:lnTo>
                <a:lnTo>
                  <a:pt x="93246" y="124939"/>
                </a:lnTo>
                <a:lnTo>
                  <a:pt x="92519" y="124310"/>
                </a:lnTo>
                <a:lnTo>
                  <a:pt x="91751" y="123719"/>
                </a:lnTo>
                <a:lnTo>
                  <a:pt x="90984" y="123149"/>
                </a:lnTo>
                <a:lnTo>
                  <a:pt x="90158" y="122638"/>
                </a:lnTo>
                <a:lnTo>
                  <a:pt x="89332" y="122146"/>
                </a:lnTo>
                <a:lnTo>
                  <a:pt x="88466" y="121713"/>
                </a:lnTo>
                <a:lnTo>
                  <a:pt x="88033" y="121497"/>
                </a:lnTo>
                <a:lnTo>
                  <a:pt x="87581" y="121319"/>
                </a:lnTo>
                <a:lnTo>
                  <a:pt x="87128" y="121123"/>
                </a:lnTo>
                <a:lnTo>
                  <a:pt x="86676" y="120946"/>
                </a:lnTo>
                <a:lnTo>
                  <a:pt x="86223" y="120788"/>
                </a:lnTo>
                <a:lnTo>
                  <a:pt x="85751" y="120631"/>
                </a:lnTo>
                <a:lnTo>
                  <a:pt x="85279" y="120493"/>
                </a:lnTo>
                <a:lnTo>
                  <a:pt x="84807" y="120375"/>
                </a:lnTo>
                <a:lnTo>
                  <a:pt x="84335" y="120257"/>
                </a:lnTo>
                <a:lnTo>
                  <a:pt x="83843" y="120139"/>
                </a:lnTo>
                <a:lnTo>
                  <a:pt x="83351" y="120041"/>
                </a:lnTo>
                <a:lnTo>
                  <a:pt x="82860" y="119962"/>
                </a:lnTo>
                <a:lnTo>
                  <a:pt x="82368" y="119903"/>
                </a:lnTo>
                <a:lnTo>
                  <a:pt x="81876" y="119844"/>
                </a:lnTo>
                <a:lnTo>
                  <a:pt x="81364" y="119785"/>
                </a:lnTo>
                <a:lnTo>
                  <a:pt x="80853" y="119765"/>
                </a:lnTo>
                <a:lnTo>
                  <a:pt x="80361" y="119746"/>
                </a:lnTo>
                <a:lnTo>
                  <a:pt x="79830" y="119726"/>
                </a:lnTo>
                <a:close/>
                <a:moveTo>
                  <a:pt x="139712" y="89804"/>
                </a:moveTo>
                <a:lnTo>
                  <a:pt x="139712" y="189583"/>
                </a:lnTo>
                <a:lnTo>
                  <a:pt x="19967" y="189583"/>
                </a:lnTo>
                <a:lnTo>
                  <a:pt x="19967" y="89804"/>
                </a:lnTo>
                <a:close/>
                <a:moveTo>
                  <a:pt x="78551" y="0"/>
                </a:moveTo>
                <a:lnTo>
                  <a:pt x="77273" y="59"/>
                </a:lnTo>
                <a:lnTo>
                  <a:pt x="75994" y="138"/>
                </a:lnTo>
                <a:lnTo>
                  <a:pt x="74735" y="256"/>
                </a:lnTo>
                <a:lnTo>
                  <a:pt x="73496" y="393"/>
                </a:lnTo>
                <a:lnTo>
                  <a:pt x="72237" y="570"/>
                </a:lnTo>
                <a:lnTo>
                  <a:pt x="71017" y="767"/>
                </a:lnTo>
                <a:lnTo>
                  <a:pt x="69797" y="1003"/>
                </a:lnTo>
                <a:lnTo>
                  <a:pt x="68577" y="1259"/>
                </a:lnTo>
                <a:lnTo>
                  <a:pt x="67377" y="1554"/>
                </a:lnTo>
                <a:lnTo>
                  <a:pt x="66177" y="1889"/>
                </a:lnTo>
                <a:lnTo>
                  <a:pt x="65017" y="2243"/>
                </a:lnTo>
                <a:lnTo>
                  <a:pt x="63836" y="2616"/>
                </a:lnTo>
                <a:lnTo>
                  <a:pt x="62695" y="3010"/>
                </a:lnTo>
                <a:lnTo>
                  <a:pt x="61554" y="3462"/>
                </a:lnTo>
                <a:lnTo>
                  <a:pt x="60433" y="3915"/>
                </a:lnTo>
                <a:lnTo>
                  <a:pt x="59312" y="4407"/>
                </a:lnTo>
                <a:lnTo>
                  <a:pt x="58210" y="4918"/>
                </a:lnTo>
                <a:lnTo>
                  <a:pt x="57128" y="5449"/>
                </a:lnTo>
                <a:lnTo>
                  <a:pt x="56066" y="6020"/>
                </a:lnTo>
                <a:lnTo>
                  <a:pt x="55004" y="6610"/>
                </a:lnTo>
                <a:lnTo>
                  <a:pt x="53981" y="7220"/>
                </a:lnTo>
                <a:lnTo>
                  <a:pt x="52958" y="7849"/>
                </a:lnTo>
                <a:lnTo>
                  <a:pt x="51954" y="8518"/>
                </a:lnTo>
                <a:lnTo>
                  <a:pt x="50971" y="9207"/>
                </a:lnTo>
                <a:lnTo>
                  <a:pt x="49987" y="9915"/>
                </a:lnTo>
                <a:lnTo>
                  <a:pt x="49043" y="10643"/>
                </a:lnTo>
                <a:lnTo>
                  <a:pt x="48099" y="11390"/>
                </a:lnTo>
                <a:lnTo>
                  <a:pt x="47194" y="12158"/>
                </a:lnTo>
                <a:lnTo>
                  <a:pt x="46289" y="12964"/>
                </a:lnTo>
                <a:lnTo>
                  <a:pt x="45423" y="13771"/>
                </a:lnTo>
                <a:lnTo>
                  <a:pt x="44558" y="14617"/>
                </a:lnTo>
                <a:lnTo>
                  <a:pt x="43731" y="15462"/>
                </a:lnTo>
                <a:lnTo>
                  <a:pt x="42905" y="16348"/>
                </a:lnTo>
                <a:lnTo>
                  <a:pt x="42118" y="17233"/>
                </a:lnTo>
                <a:lnTo>
                  <a:pt x="41351" y="18158"/>
                </a:lnTo>
                <a:lnTo>
                  <a:pt x="40584" y="19082"/>
                </a:lnTo>
                <a:lnTo>
                  <a:pt x="39856" y="20046"/>
                </a:lnTo>
                <a:lnTo>
                  <a:pt x="39148" y="21010"/>
                </a:lnTo>
                <a:lnTo>
                  <a:pt x="38479" y="21994"/>
                </a:lnTo>
                <a:lnTo>
                  <a:pt x="37810" y="22997"/>
                </a:lnTo>
                <a:lnTo>
                  <a:pt x="37181" y="24020"/>
                </a:lnTo>
                <a:lnTo>
                  <a:pt x="36551" y="25063"/>
                </a:lnTo>
                <a:lnTo>
                  <a:pt x="35961" y="26105"/>
                </a:lnTo>
                <a:lnTo>
                  <a:pt x="35410" y="27168"/>
                </a:lnTo>
                <a:lnTo>
                  <a:pt x="34859" y="28250"/>
                </a:lnTo>
                <a:lnTo>
                  <a:pt x="34348" y="29351"/>
                </a:lnTo>
                <a:lnTo>
                  <a:pt x="33876" y="30472"/>
                </a:lnTo>
                <a:lnTo>
                  <a:pt x="33403" y="31594"/>
                </a:lnTo>
                <a:lnTo>
                  <a:pt x="32971" y="32735"/>
                </a:lnTo>
                <a:lnTo>
                  <a:pt x="32577" y="33895"/>
                </a:lnTo>
                <a:lnTo>
                  <a:pt x="32184" y="35056"/>
                </a:lnTo>
                <a:lnTo>
                  <a:pt x="31830" y="36236"/>
                </a:lnTo>
                <a:lnTo>
                  <a:pt x="31515" y="37417"/>
                </a:lnTo>
                <a:lnTo>
                  <a:pt x="31220" y="38617"/>
                </a:lnTo>
                <a:lnTo>
                  <a:pt x="30964" y="39837"/>
                </a:lnTo>
                <a:lnTo>
                  <a:pt x="30728" y="41056"/>
                </a:lnTo>
                <a:lnTo>
                  <a:pt x="30512" y="42296"/>
                </a:lnTo>
                <a:lnTo>
                  <a:pt x="30354" y="43535"/>
                </a:lnTo>
                <a:lnTo>
                  <a:pt x="30197" y="44794"/>
                </a:lnTo>
                <a:lnTo>
                  <a:pt x="30099" y="46053"/>
                </a:lnTo>
                <a:lnTo>
                  <a:pt x="30020" y="47312"/>
                </a:lnTo>
                <a:lnTo>
                  <a:pt x="29961" y="48591"/>
                </a:lnTo>
                <a:lnTo>
                  <a:pt x="29941" y="49889"/>
                </a:lnTo>
                <a:lnTo>
                  <a:pt x="29941" y="69837"/>
                </a:lnTo>
                <a:lnTo>
                  <a:pt x="19967" y="69837"/>
                </a:lnTo>
                <a:lnTo>
                  <a:pt x="19456" y="69857"/>
                </a:lnTo>
                <a:lnTo>
                  <a:pt x="18944" y="69876"/>
                </a:lnTo>
                <a:lnTo>
                  <a:pt x="18433" y="69896"/>
                </a:lnTo>
                <a:lnTo>
                  <a:pt x="17941" y="69935"/>
                </a:lnTo>
                <a:lnTo>
                  <a:pt x="17430" y="69994"/>
                </a:lnTo>
                <a:lnTo>
                  <a:pt x="16938" y="70073"/>
                </a:lnTo>
                <a:lnTo>
                  <a:pt x="16446" y="70152"/>
                </a:lnTo>
                <a:lnTo>
                  <a:pt x="15954" y="70250"/>
                </a:lnTo>
                <a:lnTo>
                  <a:pt x="15482" y="70348"/>
                </a:lnTo>
                <a:lnTo>
                  <a:pt x="14990" y="70466"/>
                </a:lnTo>
                <a:lnTo>
                  <a:pt x="14518" y="70604"/>
                </a:lnTo>
                <a:lnTo>
                  <a:pt x="14046" y="70742"/>
                </a:lnTo>
                <a:lnTo>
                  <a:pt x="13574" y="70899"/>
                </a:lnTo>
                <a:lnTo>
                  <a:pt x="13121" y="71057"/>
                </a:lnTo>
                <a:lnTo>
                  <a:pt x="12669" y="71234"/>
                </a:lnTo>
                <a:lnTo>
                  <a:pt x="12216" y="71411"/>
                </a:lnTo>
                <a:lnTo>
                  <a:pt x="11764" y="71607"/>
                </a:lnTo>
                <a:lnTo>
                  <a:pt x="11331" y="71824"/>
                </a:lnTo>
                <a:lnTo>
                  <a:pt x="10466" y="72257"/>
                </a:lnTo>
                <a:lnTo>
                  <a:pt x="9639" y="72748"/>
                </a:lnTo>
                <a:lnTo>
                  <a:pt x="8833" y="73260"/>
                </a:lnTo>
                <a:lnTo>
                  <a:pt x="8046" y="73811"/>
                </a:lnTo>
                <a:lnTo>
                  <a:pt x="7298" y="74421"/>
                </a:lnTo>
                <a:lnTo>
                  <a:pt x="6571" y="75050"/>
                </a:lnTo>
                <a:lnTo>
                  <a:pt x="5862" y="75699"/>
                </a:lnTo>
                <a:lnTo>
                  <a:pt x="5213" y="76407"/>
                </a:lnTo>
                <a:lnTo>
                  <a:pt x="4584" y="77116"/>
                </a:lnTo>
                <a:lnTo>
                  <a:pt x="3993" y="77883"/>
                </a:lnTo>
                <a:lnTo>
                  <a:pt x="3423" y="78670"/>
                </a:lnTo>
                <a:lnTo>
                  <a:pt x="2911" y="79476"/>
                </a:lnTo>
                <a:lnTo>
                  <a:pt x="2420" y="80303"/>
                </a:lnTo>
                <a:lnTo>
                  <a:pt x="1987" y="81168"/>
                </a:lnTo>
                <a:lnTo>
                  <a:pt x="1771" y="81601"/>
                </a:lnTo>
                <a:lnTo>
                  <a:pt x="1593" y="82053"/>
                </a:lnTo>
                <a:lnTo>
                  <a:pt x="1397" y="82506"/>
                </a:lnTo>
                <a:lnTo>
                  <a:pt x="1220" y="82958"/>
                </a:lnTo>
                <a:lnTo>
                  <a:pt x="1062" y="83411"/>
                </a:lnTo>
                <a:lnTo>
                  <a:pt x="905" y="83883"/>
                </a:lnTo>
                <a:lnTo>
                  <a:pt x="767" y="84355"/>
                </a:lnTo>
                <a:lnTo>
                  <a:pt x="649" y="84827"/>
                </a:lnTo>
                <a:lnTo>
                  <a:pt x="531" y="85299"/>
                </a:lnTo>
                <a:lnTo>
                  <a:pt x="413" y="85791"/>
                </a:lnTo>
                <a:lnTo>
                  <a:pt x="315" y="86283"/>
                </a:lnTo>
                <a:lnTo>
                  <a:pt x="236" y="86775"/>
                </a:lnTo>
                <a:lnTo>
                  <a:pt x="177" y="87267"/>
                </a:lnTo>
                <a:lnTo>
                  <a:pt x="118" y="87758"/>
                </a:lnTo>
                <a:lnTo>
                  <a:pt x="59" y="88270"/>
                </a:lnTo>
                <a:lnTo>
                  <a:pt x="39" y="88781"/>
                </a:lnTo>
                <a:lnTo>
                  <a:pt x="20" y="89293"/>
                </a:lnTo>
                <a:lnTo>
                  <a:pt x="0" y="89804"/>
                </a:lnTo>
                <a:lnTo>
                  <a:pt x="0" y="189583"/>
                </a:lnTo>
                <a:lnTo>
                  <a:pt x="20" y="190094"/>
                </a:lnTo>
                <a:lnTo>
                  <a:pt x="39" y="190606"/>
                </a:lnTo>
                <a:lnTo>
                  <a:pt x="59" y="191117"/>
                </a:lnTo>
                <a:lnTo>
                  <a:pt x="118" y="191628"/>
                </a:lnTo>
                <a:lnTo>
                  <a:pt x="177" y="192120"/>
                </a:lnTo>
                <a:lnTo>
                  <a:pt x="236" y="192612"/>
                </a:lnTo>
                <a:lnTo>
                  <a:pt x="315" y="193104"/>
                </a:lnTo>
                <a:lnTo>
                  <a:pt x="413" y="193596"/>
                </a:lnTo>
                <a:lnTo>
                  <a:pt x="531" y="194088"/>
                </a:lnTo>
                <a:lnTo>
                  <a:pt x="649" y="194560"/>
                </a:lnTo>
                <a:lnTo>
                  <a:pt x="767" y="195032"/>
                </a:lnTo>
                <a:lnTo>
                  <a:pt x="905" y="195504"/>
                </a:lnTo>
                <a:lnTo>
                  <a:pt x="1062" y="195976"/>
                </a:lnTo>
                <a:lnTo>
                  <a:pt x="1220" y="196429"/>
                </a:lnTo>
                <a:lnTo>
                  <a:pt x="1397" y="196881"/>
                </a:lnTo>
                <a:lnTo>
                  <a:pt x="1593" y="197333"/>
                </a:lnTo>
                <a:lnTo>
                  <a:pt x="1771" y="197786"/>
                </a:lnTo>
                <a:lnTo>
                  <a:pt x="1987" y="198219"/>
                </a:lnTo>
                <a:lnTo>
                  <a:pt x="2420" y="199084"/>
                </a:lnTo>
                <a:lnTo>
                  <a:pt x="2911" y="199911"/>
                </a:lnTo>
                <a:lnTo>
                  <a:pt x="3423" y="200717"/>
                </a:lnTo>
                <a:lnTo>
                  <a:pt x="3993" y="201504"/>
                </a:lnTo>
                <a:lnTo>
                  <a:pt x="4584" y="202271"/>
                </a:lnTo>
                <a:lnTo>
                  <a:pt x="5213" y="202979"/>
                </a:lnTo>
                <a:lnTo>
                  <a:pt x="5862" y="203688"/>
                </a:lnTo>
                <a:lnTo>
                  <a:pt x="6571" y="204337"/>
                </a:lnTo>
                <a:lnTo>
                  <a:pt x="7298" y="204966"/>
                </a:lnTo>
                <a:lnTo>
                  <a:pt x="8046" y="205557"/>
                </a:lnTo>
                <a:lnTo>
                  <a:pt x="8833" y="206127"/>
                </a:lnTo>
                <a:lnTo>
                  <a:pt x="9639" y="206638"/>
                </a:lnTo>
                <a:lnTo>
                  <a:pt x="10466" y="207130"/>
                </a:lnTo>
                <a:lnTo>
                  <a:pt x="11331" y="207563"/>
                </a:lnTo>
                <a:lnTo>
                  <a:pt x="11764" y="207779"/>
                </a:lnTo>
                <a:lnTo>
                  <a:pt x="12216" y="207976"/>
                </a:lnTo>
                <a:lnTo>
                  <a:pt x="12669" y="208153"/>
                </a:lnTo>
                <a:lnTo>
                  <a:pt x="13121" y="208330"/>
                </a:lnTo>
                <a:lnTo>
                  <a:pt x="13574" y="208488"/>
                </a:lnTo>
                <a:lnTo>
                  <a:pt x="14046" y="208645"/>
                </a:lnTo>
                <a:lnTo>
                  <a:pt x="14518" y="208783"/>
                </a:lnTo>
                <a:lnTo>
                  <a:pt x="14990" y="208920"/>
                </a:lnTo>
                <a:lnTo>
                  <a:pt x="15482" y="209039"/>
                </a:lnTo>
                <a:lnTo>
                  <a:pt x="15954" y="209137"/>
                </a:lnTo>
                <a:lnTo>
                  <a:pt x="16446" y="209235"/>
                </a:lnTo>
                <a:lnTo>
                  <a:pt x="16938" y="209314"/>
                </a:lnTo>
                <a:lnTo>
                  <a:pt x="17430" y="209393"/>
                </a:lnTo>
                <a:lnTo>
                  <a:pt x="17941" y="209432"/>
                </a:lnTo>
                <a:lnTo>
                  <a:pt x="18433" y="209491"/>
                </a:lnTo>
                <a:lnTo>
                  <a:pt x="18944" y="209511"/>
                </a:lnTo>
                <a:lnTo>
                  <a:pt x="19456" y="209530"/>
                </a:lnTo>
                <a:lnTo>
                  <a:pt x="19967" y="209550"/>
                </a:lnTo>
                <a:lnTo>
                  <a:pt x="139712" y="209550"/>
                </a:lnTo>
                <a:lnTo>
                  <a:pt x="140224" y="209530"/>
                </a:lnTo>
                <a:lnTo>
                  <a:pt x="140735" y="209511"/>
                </a:lnTo>
                <a:lnTo>
                  <a:pt x="141247" y="209491"/>
                </a:lnTo>
                <a:lnTo>
                  <a:pt x="141739" y="209432"/>
                </a:lnTo>
                <a:lnTo>
                  <a:pt x="142250" y="209393"/>
                </a:lnTo>
                <a:lnTo>
                  <a:pt x="142742" y="209314"/>
                </a:lnTo>
                <a:lnTo>
                  <a:pt x="143234" y="209235"/>
                </a:lnTo>
                <a:lnTo>
                  <a:pt x="143725" y="209137"/>
                </a:lnTo>
                <a:lnTo>
                  <a:pt x="144198" y="209039"/>
                </a:lnTo>
                <a:lnTo>
                  <a:pt x="144689" y="208920"/>
                </a:lnTo>
                <a:lnTo>
                  <a:pt x="145162" y="208783"/>
                </a:lnTo>
                <a:lnTo>
                  <a:pt x="145634" y="208645"/>
                </a:lnTo>
                <a:lnTo>
                  <a:pt x="146086" y="208488"/>
                </a:lnTo>
                <a:lnTo>
                  <a:pt x="146558" y="208330"/>
                </a:lnTo>
                <a:lnTo>
                  <a:pt x="147011" y="208153"/>
                </a:lnTo>
                <a:lnTo>
                  <a:pt x="147463" y="207976"/>
                </a:lnTo>
                <a:lnTo>
                  <a:pt x="147896" y="207779"/>
                </a:lnTo>
                <a:lnTo>
                  <a:pt x="148348" y="207563"/>
                </a:lnTo>
                <a:lnTo>
                  <a:pt x="149194" y="207130"/>
                </a:lnTo>
                <a:lnTo>
                  <a:pt x="150040" y="206638"/>
                </a:lnTo>
                <a:lnTo>
                  <a:pt x="150847" y="206127"/>
                </a:lnTo>
                <a:lnTo>
                  <a:pt x="151634" y="205557"/>
                </a:lnTo>
                <a:lnTo>
                  <a:pt x="152381" y="204966"/>
                </a:lnTo>
                <a:lnTo>
                  <a:pt x="153109" y="204337"/>
                </a:lnTo>
                <a:lnTo>
                  <a:pt x="153798" y="203688"/>
                </a:lnTo>
                <a:lnTo>
                  <a:pt x="154467" y="202979"/>
                </a:lnTo>
                <a:lnTo>
                  <a:pt x="155096" y="202271"/>
                </a:lnTo>
                <a:lnTo>
                  <a:pt x="155686" y="201504"/>
                </a:lnTo>
                <a:lnTo>
                  <a:pt x="156257" y="200717"/>
                </a:lnTo>
                <a:lnTo>
                  <a:pt x="156768" y="199911"/>
                </a:lnTo>
                <a:lnTo>
                  <a:pt x="157260" y="199084"/>
                </a:lnTo>
                <a:lnTo>
                  <a:pt x="157693" y="198219"/>
                </a:lnTo>
                <a:lnTo>
                  <a:pt x="157890" y="197786"/>
                </a:lnTo>
                <a:lnTo>
                  <a:pt x="158086" y="197333"/>
                </a:lnTo>
                <a:lnTo>
                  <a:pt x="158283" y="196881"/>
                </a:lnTo>
                <a:lnTo>
                  <a:pt x="158460" y="196429"/>
                </a:lnTo>
                <a:lnTo>
                  <a:pt x="158617" y="195976"/>
                </a:lnTo>
                <a:lnTo>
                  <a:pt x="158775" y="195504"/>
                </a:lnTo>
                <a:lnTo>
                  <a:pt x="158912" y="195032"/>
                </a:lnTo>
                <a:lnTo>
                  <a:pt x="159030" y="194560"/>
                </a:lnTo>
                <a:lnTo>
                  <a:pt x="159149" y="194088"/>
                </a:lnTo>
                <a:lnTo>
                  <a:pt x="159267" y="193596"/>
                </a:lnTo>
                <a:lnTo>
                  <a:pt x="159345" y="193104"/>
                </a:lnTo>
                <a:lnTo>
                  <a:pt x="159444" y="192612"/>
                </a:lnTo>
                <a:lnTo>
                  <a:pt x="159503" y="192120"/>
                </a:lnTo>
                <a:lnTo>
                  <a:pt x="159562" y="191628"/>
                </a:lnTo>
                <a:lnTo>
                  <a:pt x="159601" y="191117"/>
                </a:lnTo>
                <a:lnTo>
                  <a:pt x="159640" y="190606"/>
                </a:lnTo>
                <a:lnTo>
                  <a:pt x="159660" y="190094"/>
                </a:lnTo>
                <a:lnTo>
                  <a:pt x="159660" y="189583"/>
                </a:lnTo>
                <a:lnTo>
                  <a:pt x="159660" y="89804"/>
                </a:lnTo>
                <a:lnTo>
                  <a:pt x="159660" y="89293"/>
                </a:lnTo>
                <a:lnTo>
                  <a:pt x="159640" y="88781"/>
                </a:lnTo>
                <a:lnTo>
                  <a:pt x="159601" y="88270"/>
                </a:lnTo>
                <a:lnTo>
                  <a:pt x="159562" y="87758"/>
                </a:lnTo>
                <a:lnTo>
                  <a:pt x="159503" y="87267"/>
                </a:lnTo>
                <a:lnTo>
                  <a:pt x="159444" y="86775"/>
                </a:lnTo>
                <a:lnTo>
                  <a:pt x="159345" y="86283"/>
                </a:lnTo>
                <a:lnTo>
                  <a:pt x="159267" y="85791"/>
                </a:lnTo>
                <a:lnTo>
                  <a:pt x="159149" y="85299"/>
                </a:lnTo>
                <a:lnTo>
                  <a:pt x="159030" y="84827"/>
                </a:lnTo>
                <a:lnTo>
                  <a:pt x="158912" y="84355"/>
                </a:lnTo>
                <a:lnTo>
                  <a:pt x="158775" y="83883"/>
                </a:lnTo>
                <a:lnTo>
                  <a:pt x="158617" y="83411"/>
                </a:lnTo>
                <a:lnTo>
                  <a:pt x="158460" y="82958"/>
                </a:lnTo>
                <a:lnTo>
                  <a:pt x="158283" y="82506"/>
                </a:lnTo>
                <a:lnTo>
                  <a:pt x="158086" y="82053"/>
                </a:lnTo>
                <a:lnTo>
                  <a:pt x="157890" y="81601"/>
                </a:lnTo>
                <a:lnTo>
                  <a:pt x="157693" y="81168"/>
                </a:lnTo>
                <a:lnTo>
                  <a:pt x="157260" y="80303"/>
                </a:lnTo>
                <a:lnTo>
                  <a:pt x="156768" y="79476"/>
                </a:lnTo>
                <a:lnTo>
                  <a:pt x="156257" y="78670"/>
                </a:lnTo>
                <a:lnTo>
                  <a:pt x="155686" y="77883"/>
                </a:lnTo>
                <a:lnTo>
                  <a:pt x="155096" y="77116"/>
                </a:lnTo>
                <a:lnTo>
                  <a:pt x="154467" y="76407"/>
                </a:lnTo>
                <a:lnTo>
                  <a:pt x="153798" y="75699"/>
                </a:lnTo>
                <a:lnTo>
                  <a:pt x="153109" y="75050"/>
                </a:lnTo>
                <a:lnTo>
                  <a:pt x="152381" y="74421"/>
                </a:lnTo>
                <a:lnTo>
                  <a:pt x="151634" y="73811"/>
                </a:lnTo>
                <a:lnTo>
                  <a:pt x="150847" y="73260"/>
                </a:lnTo>
                <a:lnTo>
                  <a:pt x="150040" y="72748"/>
                </a:lnTo>
                <a:lnTo>
                  <a:pt x="149194" y="72257"/>
                </a:lnTo>
                <a:lnTo>
                  <a:pt x="148348" y="71824"/>
                </a:lnTo>
                <a:lnTo>
                  <a:pt x="147896" y="71607"/>
                </a:lnTo>
                <a:lnTo>
                  <a:pt x="147463" y="71411"/>
                </a:lnTo>
                <a:lnTo>
                  <a:pt x="147011" y="71234"/>
                </a:lnTo>
                <a:lnTo>
                  <a:pt x="146558" y="71057"/>
                </a:lnTo>
                <a:lnTo>
                  <a:pt x="146086" y="70899"/>
                </a:lnTo>
                <a:lnTo>
                  <a:pt x="145634" y="70742"/>
                </a:lnTo>
                <a:lnTo>
                  <a:pt x="145162" y="70604"/>
                </a:lnTo>
                <a:lnTo>
                  <a:pt x="144689" y="70466"/>
                </a:lnTo>
                <a:lnTo>
                  <a:pt x="144198" y="70348"/>
                </a:lnTo>
                <a:lnTo>
                  <a:pt x="143725" y="70250"/>
                </a:lnTo>
                <a:lnTo>
                  <a:pt x="143234" y="70152"/>
                </a:lnTo>
                <a:lnTo>
                  <a:pt x="142742" y="70073"/>
                </a:lnTo>
                <a:lnTo>
                  <a:pt x="142250" y="69994"/>
                </a:lnTo>
                <a:lnTo>
                  <a:pt x="141739" y="69935"/>
                </a:lnTo>
                <a:lnTo>
                  <a:pt x="141247" y="69896"/>
                </a:lnTo>
                <a:lnTo>
                  <a:pt x="140735" y="69876"/>
                </a:lnTo>
                <a:lnTo>
                  <a:pt x="140224" y="69857"/>
                </a:lnTo>
                <a:lnTo>
                  <a:pt x="139712" y="69837"/>
                </a:lnTo>
                <a:lnTo>
                  <a:pt x="129739" y="69837"/>
                </a:lnTo>
                <a:lnTo>
                  <a:pt x="129739" y="49889"/>
                </a:lnTo>
                <a:lnTo>
                  <a:pt x="129719" y="48591"/>
                </a:lnTo>
                <a:lnTo>
                  <a:pt x="129660" y="47312"/>
                </a:lnTo>
                <a:lnTo>
                  <a:pt x="129581" y="46053"/>
                </a:lnTo>
                <a:lnTo>
                  <a:pt x="129483" y="44794"/>
                </a:lnTo>
                <a:lnTo>
                  <a:pt x="129325" y="43535"/>
                </a:lnTo>
                <a:lnTo>
                  <a:pt x="129148" y="42296"/>
                </a:lnTo>
                <a:lnTo>
                  <a:pt x="128952" y="41056"/>
                </a:lnTo>
                <a:lnTo>
                  <a:pt x="128716" y="39837"/>
                </a:lnTo>
                <a:lnTo>
                  <a:pt x="128460" y="38617"/>
                </a:lnTo>
                <a:lnTo>
                  <a:pt x="128165" y="37417"/>
                </a:lnTo>
                <a:lnTo>
                  <a:pt x="127830" y="36236"/>
                </a:lnTo>
                <a:lnTo>
                  <a:pt x="127496" y="35056"/>
                </a:lnTo>
                <a:lnTo>
                  <a:pt x="127102" y="33895"/>
                </a:lnTo>
                <a:lnTo>
                  <a:pt x="126709" y="32735"/>
                </a:lnTo>
                <a:lnTo>
                  <a:pt x="126276" y="31594"/>
                </a:lnTo>
                <a:lnTo>
                  <a:pt x="125804" y="30472"/>
                </a:lnTo>
                <a:lnTo>
                  <a:pt x="125332" y="29351"/>
                </a:lnTo>
                <a:lnTo>
                  <a:pt x="124801" y="28250"/>
                </a:lnTo>
                <a:lnTo>
                  <a:pt x="124270" y="27168"/>
                </a:lnTo>
                <a:lnTo>
                  <a:pt x="123699" y="26105"/>
                </a:lnTo>
                <a:lnTo>
                  <a:pt x="123109" y="25063"/>
                </a:lnTo>
                <a:lnTo>
                  <a:pt x="122499" y="24020"/>
                </a:lnTo>
                <a:lnTo>
                  <a:pt x="121870" y="22997"/>
                </a:lnTo>
                <a:lnTo>
                  <a:pt x="121201" y="21994"/>
                </a:lnTo>
                <a:lnTo>
                  <a:pt x="120532" y="21010"/>
                </a:lnTo>
                <a:lnTo>
                  <a:pt x="119824" y="20046"/>
                </a:lnTo>
                <a:lnTo>
                  <a:pt x="119096" y="19082"/>
                </a:lnTo>
                <a:lnTo>
                  <a:pt x="118329" y="18158"/>
                </a:lnTo>
                <a:lnTo>
                  <a:pt x="117561" y="17233"/>
                </a:lnTo>
                <a:lnTo>
                  <a:pt x="116774" y="16348"/>
                </a:lnTo>
                <a:lnTo>
                  <a:pt x="115948" y="15462"/>
                </a:lnTo>
                <a:lnTo>
                  <a:pt x="115122" y="14617"/>
                </a:lnTo>
                <a:lnTo>
                  <a:pt x="114256" y="13771"/>
                </a:lnTo>
                <a:lnTo>
                  <a:pt x="113371" y="12964"/>
                </a:lnTo>
                <a:lnTo>
                  <a:pt x="112486" y="12158"/>
                </a:lnTo>
                <a:lnTo>
                  <a:pt x="111561" y="11390"/>
                </a:lnTo>
                <a:lnTo>
                  <a:pt x="110637" y="10643"/>
                </a:lnTo>
                <a:lnTo>
                  <a:pt x="109692" y="9915"/>
                </a:lnTo>
                <a:lnTo>
                  <a:pt x="108709" y="9207"/>
                </a:lnTo>
                <a:lnTo>
                  <a:pt x="107725" y="8518"/>
                </a:lnTo>
                <a:lnTo>
                  <a:pt x="106722" y="7849"/>
                </a:lnTo>
                <a:lnTo>
                  <a:pt x="105699" y="7220"/>
                </a:lnTo>
                <a:lnTo>
                  <a:pt x="104676" y="6610"/>
                </a:lnTo>
                <a:lnTo>
                  <a:pt x="103614" y="6020"/>
                </a:lnTo>
                <a:lnTo>
                  <a:pt x="102551" y="5449"/>
                </a:lnTo>
                <a:lnTo>
                  <a:pt x="101469" y="4918"/>
                </a:lnTo>
                <a:lnTo>
                  <a:pt x="100368" y="4407"/>
                </a:lnTo>
                <a:lnTo>
                  <a:pt x="99247" y="3915"/>
                </a:lnTo>
                <a:lnTo>
                  <a:pt x="98125" y="3462"/>
                </a:lnTo>
                <a:lnTo>
                  <a:pt x="96984" y="3010"/>
                </a:lnTo>
                <a:lnTo>
                  <a:pt x="95843" y="2616"/>
                </a:lnTo>
                <a:lnTo>
                  <a:pt x="94663" y="2243"/>
                </a:lnTo>
                <a:lnTo>
                  <a:pt x="93502" y="1889"/>
                </a:lnTo>
                <a:lnTo>
                  <a:pt x="92302" y="1554"/>
                </a:lnTo>
                <a:lnTo>
                  <a:pt x="91102" y="1259"/>
                </a:lnTo>
                <a:lnTo>
                  <a:pt x="89883" y="1003"/>
                </a:lnTo>
                <a:lnTo>
                  <a:pt x="88663" y="767"/>
                </a:lnTo>
                <a:lnTo>
                  <a:pt x="87443" y="570"/>
                </a:lnTo>
                <a:lnTo>
                  <a:pt x="86184" y="393"/>
                </a:lnTo>
                <a:lnTo>
                  <a:pt x="84945" y="256"/>
                </a:lnTo>
                <a:lnTo>
                  <a:pt x="83666" y="138"/>
                </a:lnTo>
                <a:lnTo>
                  <a:pt x="82407" y="59"/>
                </a:lnTo>
                <a:lnTo>
                  <a:pt x="81128" y="0"/>
                </a:lnTo>
                <a:close/>
              </a:path>
            </a:pathLst>
          </a:custGeom>
          <a:solidFill>
            <a:srgbClr val="FD3E8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76"/>
          <p:cNvSpPr/>
          <p:nvPr/>
        </p:nvSpPr>
        <p:spPr>
          <a:xfrm>
            <a:off x="5186256" y="1766206"/>
            <a:ext cx="756000" cy="749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FD3E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76"/>
          <p:cNvSpPr txBox="1"/>
          <p:nvPr/>
        </p:nvSpPr>
        <p:spPr>
          <a:xfrm>
            <a:off x="4973106" y="2494131"/>
            <a:ext cx="11823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Alcance unificado</a:t>
            </a:r>
            <a:endParaRPr b="1" sz="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Centralizar toda a atuação na plataforma.</a:t>
            </a:r>
            <a:endParaRPr sz="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0" name="Google Shape;670;p76"/>
          <p:cNvSpPr/>
          <p:nvPr/>
        </p:nvSpPr>
        <p:spPr>
          <a:xfrm>
            <a:off x="5355491" y="1949069"/>
            <a:ext cx="417528" cy="393430"/>
          </a:xfrm>
          <a:custGeom>
            <a:rect b="b" l="l" r="r" t="t"/>
            <a:pathLst>
              <a:path extrusionOk="0" h="209550" w="209550">
                <a:moveTo>
                  <a:pt x="105620" y="13827"/>
                </a:moveTo>
                <a:lnTo>
                  <a:pt x="106388" y="13980"/>
                </a:lnTo>
                <a:lnTo>
                  <a:pt x="107156" y="14211"/>
                </a:lnTo>
                <a:lnTo>
                  <a:pt x="107924" y="14441"/>
                </a:lnTo>
                <a:lnTo>
                  <a:pt x="108616" y="14825"/>
                </a:lnTo>
                <a:lnTo>
                  <a:pt x="109230" y="15209"/>
                </a:lnTo>
                <a:lnTo>
                  <a:pt x="109845" y="15670"/>
                </a:lnTo>
                <a:lnTo>
                  <a:pt x="110459" y="16208"/>
                </a:lnTo>
                <a:lnTo>
                  <a:pt x="110997" y="16746"/>
                </a:lnTo>
                <a:lnTo>
                  <a:pt x="111458" y="17360"/>
                </a:lnTo>
                <a:lnTo>
                  <a:pt x="111842" y="18051"/>
                </a:lnTo>
                <a:lnTo>
                  <a:pt x="112149" y="18743"/>
                </a:lnTo>
                <a:lnTo>
                  <a:pt x="112456" y="19434"/>
                </a:lnTo>
                <a:lnTo>
                  <a:pt x="112610" y="20279"/>
                </a:lnTo>
                <a:lnTo>
                  <a:pt x="112764" y="21047"/>
                </a:lnTo>
                <a:lnTo>
                  <a:pt x="112764" y="21892"/>
                </a:lnTo>
                <a:lnTo>
                  <a:pt x="112764" y="22660"/>
                </a:lnTo>
                <a:lnTo>
                  <a:pt x="112610" y="23505"/>
                </a:lnTo>
                <a:lnTo>
                  <a:pt x="112456" y="24273"/>
                </a:lnTo>
                <a:lnTo>
                  <a:pt x="112149" y="24965"/>
                </a:lnTo>
                <a:lnTo>
                  <a:pt x="111842" y="25656"/>
                </a:lnTo>
                <a:lnTo>
                  <a:pt x="111458" y="26347"/>
                </a:lnTo>
                <a:lnTo>
                  <a:pt x="110997" y="26962"/>
                </a:lnTo>
                <a:lnTo>
                  <a:pt x="110459" y="27576"/>
                </a:lnTo>
                <a:lnTo>
                  <a:pt x="109845" y="28037"/>
                </a:lnTo>
                <a:lnTo>
                  <a:pt x="109230" y="28498"/>
                </a:lnTo>
                <a:lnTo>
                  <a:pt x="108616" y="28959"/>
                </a:lnTo>
                <a:lnTo>
                  <a:pt x="107924" y="29266"/>
                </a:lnTo>
                <a:lnTo>
                  <a:pt x="107156" y="29497"/>
                </a:lnTo>
                <a:lnTo>
                  <a:pt x="106388" y="29727"/>
                </a:lnTo>
                <a:lnTo>
                  <a:pt x="105620" y="29881"/>
                </a:lnTo>
                <a:lnTo>
                  <a:pt x="103930" y="29881"/>
                </a:lnTo>
                <a:lnTo>
                  <a:pt x="103162" y="29727"/>
                </a:lnTo>
                <a:lnTo>
                  <a:pt x="102394" y="29497"/>
                </a:lnTo>
                <a:lnTo>
                  <a:pt x="101626" y="29266"/>
                </a:lnTo>
                <a:lnTo>
                  <a:pt x="100934" y="28959"/>
                </a:lnTo>
                <a:lnTo>
                  <a:pt x="100243" y="28498"/>
                </a:lnTo>
                <a:lnTo>
                  <a:pt x="99628" y="28037"/>
                </a:lnTo>
                <a:lnTo>
                  <a:pt x="99091" y="27576"/>
                </a:lnTo>
                <a:lnTo>
                  <a:pt x="98553" y="26962"/>
                </a:lnTo>
                <a:lnTo>
                  <a:pt x="98092" y="26347"/>
                </a:lnTo>
                <a:lnTo>
                  <a:pt x="97708" y="25656"/>
                </a:lnTo>
                <a:lnTo>
                  <a:pt x="97324" y="24965"/>
                </a:lnTo>
                <a:lnTo>
                  <a:pt x="97094" y="24273"/>
                </a:lnTo>
                <a:lnTo>
                  <a:pt x="96863" y="23505"/>
                </a:lnTo>
                <a:lnTo>
                  <a:pt x="96786" y="22660"/>
                </a:lnTo>
                <a:lnTo>
                  <a:pt x="96709" y="21892"/>
                </a:lnTo>
                <a:lnTo>
                  <a:pt x="96786" y="21047"/>
                </a:lnTo>
                <a:lnTo>
                  <a:pt x="96863" y="20279"/>
                </a:lnTo>
                <a:lnTo>
                  <a:pt x="97094" y="19434"/>
                </a:lnTo>
                <a:lnTo>
                  <a:pt x="97324" y="18743"/>
                </a:lnTo>
                <a:lnTo>
                  <a:pt x="97708" y="18051"/>
                </a:lnTo>
                <a:lnTo>
                  <a:pt x="98092" y="17360"/>
                </a:lnTo>
                <a:lnTo>
                  <a:pt x="98553" y="16746"/>
                </a:lnTo>
                <a:lnTo>
                  <a:pt x="99091" y="16208"/>
                </a:lnTo>
                <a:lnTo>
                  <a:pt x="99628" y="15670"/>
                </a:lnTo>
                <a:lnTo>
                  <a:pt x="100243" y="15209"/>
                </a:lnTo>
                <a:lnTo>
                  <a:pt x="100934" y="14825"/>
                </a:lnTo>
                <a:lnTo>
                  <a:pt x="101626" y="14441"/>
                </a:lnTo>
                <a:lnTo>
                  <a:pt x="102394" y="14211"/>
                </a:lnTo>
                <a:lnTo>
                  <a:pt x="103162" y="13980"/>
                </a:lnTo>
                <a:lnTo>
                  <a:pt x="103930" y="13827"/>
                </a:lnTo>
                <a:close/>
                <a:moveTo>
                  <a:pt x="21815" y="96709"/>
                </a:moveTo>
                <a:lnTo>
                  <a:pt x="22660" y="96786"/>
                </a:lnTo>
                <a:lnTo>
                  <a:pt x="23428" y="96940"/>
                </a:lnTo>
                <a:lnTo>
                  <a:pt x="24197" y="97094"/>
                </a:lnTo>
                <a:lnTo>
                  <a:pt x="24965" y="97401"/>
                </a:lnTo>
                <a:lnTo>
                  <a:pt x="25656" y="97708"/>
                </a:lnTo>
                <a:lnTo>
                  <a:pt x="26347" y="98092"/>
                </a:lnTo>
                <a:lnTo>
                  <a:pt x="26962" y="98553"/>
                </a:lnTo>
                <a:lnTo>
                  <a:pt x="27500" y="99091"/>
                </a:lnTo>
                <a:lnTo>
                  <a:pt x="28037" y="99628"/>
                </a:lnTo>
                <a:lnTo>
                  <a:pt x="28498" y="100320"/>
                </a:lnTo>
                <a:lnTo>
                  <a:pt x="28882" y="100934"/>
                </a:lnTo>
                <a:lnTo>
                  <a:pt x="29266" y="101626"/>
                </a:lnTo>
                <a:lnTo>
                  <a:pt x="29497" y="102394"/>
                </a:lnTo>
                <a:lnTo>
                  <a:pt x="29727" y="103162"/>
                </a:lnTo>
                <a:lnTo>
                  <a:pt x="29804" y="103930"/>
                </a:lnTo>
                <a:lnTo>
                  <a:pt x="29881" y="104775"/>
                </a:lnTo>
                <a:lnTo>
                  <a:pt x="29804" y="105620"/>
                </a:lnTo>
                <a:lnTo>
                  <a:pt x="29727" y="106388"/>
                </a:lnTo>
                <a:lnTo>
                  <a:pt x="29497" y="107156"/>
                </a:lnTo>
                <a:lnTo>
                  <a:pt x="29266" y="107924"/>
                </a:lnTo>
                <a:lnTo>
                  <a:pt x="28882" y="108616"/>
                </a:lnTo>
                <a:lnTo>
                  <a:pt x="28498" y="109230"/>
                </a:lnTo>
                <a:lnTo>
                  <a:pt x="28037" y="109922"/>
                </a:lnTo>
                <a:lnTo>
                  <a:pt x="27500" y="110459"/>
                </a:lnTo>
                <a:lnTo>
                  <a:pt x="26962" y="110997"/>
                </a:lnTo>
                <a:lnTo>
                  <a:pt x="26347" y="111458"/>
                </a:lnTo>
                <a:lnTo>
                  <a:pt x="25656" y="111842"/>
                </a:lnTo>
                <a:lnTo>
                  <a:pt x="24965" y="112149"/>
                </a:lnTo>
                <a:lnTo>
                  <a:pt x="24197" y="112456"/>
                </a:lnTo>
                <a:lnTo>
                  <a:pt x="23428" y="112687"/>
                </a:lnTo>
                <a:lnTo>
                  <a:pt x="22660" y="112764"/>
                </a:lnTo>
                <a:lnTo>
                  <a:pt x="21815" y="112841"/>
                </a:lnTo>
                <a:lnTo>
                  <a:pt x="21047" y="112764"/>
                </a:lnTo>
                <a:lnTo>
                  <a:pt x="20202" y="112687"/>
                </a:lnTo>
                <a:lnTo>
                  <a:pt x="19434" y="112456"/>
                </a:lnTo>
                <a:lnTo>
                  <a:pt x="18743" y="112149"/>
                </a:lnTo>
                <a:lnTo>
                  <a:pt x="18051" y="111842"/>
                </a:lnTo>
                <a:lnTo>
                  <a:pt x="17360" y="111458"/>
                </a:lnTo>
                <a:lnTo>
                  <a:pt x="16746" y="110997"/>
                </a:lnTo>
                <a:lnTo>
                  <a:pt x="16131" y="110459"/>
                </a:lnTo>
                <a:lnTo>
                  <a:pt x="15670" y="109922"/>
                </a:lnTo>
                <a:lnTo>
                  <a:pt x="15209" y="109230"/>
                </a:lnTo>
                <a:lnTo>
                  <a:pt x="14748" y="108616"/>
                </a:lnTo>
                <a:lnTo>
                  <a:pt x="14441" y="107924"/>
                </a:lnTo>
                <a:lnTo>
                  <a:pt x="14134" y="107156"/>
                </a:lnTo>
                <a:lnTo>
                  <a:pt x="13980" y="106388"/>
                </a:lnTo>
                <a:lnTo>
                  <a:pt x="13827" y="105620"/>
                </a:lnTo>
                <a:lnTo>
                  <a:pt x="13827" y="104775"/>
                </a:lnTo>
                <a:lnTo>
                  <a:pt x="13827" y="103930"/>
                </a:lnTo>
                <a:lnTo>
                  <a:pt x="13980" y="103162"/>
                </a:lnTo>
                <a:lnTo>
                  <a:pt x="14134" y="102394"/>
                </a:lnTo>
                <a:lnTo>
                  <a:pt x="14441" y="101626"/>
                </a:lnTo>
                <a:lnTo>
                  <a:pt x="14748" y="100934"/>
                </a:lnTo>
                <a:lnTo>
                  <a:pt x="15209" y="100320"/>
                </a:lnTo>
                <a:lnTo>
                  <a:pt x="15670" y="99628"/>
                </a:lnTo>
                <a:lnTo>
                  <a:pt x="16131" y="99091"/>
                </a:lnTo>
                <a:lnTo>
                  <a:pt x="16746" y="98553"/>
                </a:lnTo>
                <a:lnTo>
                  <a:pt x="17360" y="98092"/>
                </a:lnTo>
                <a:lnTo>
                  <a:pt x="18051" y="97708"/>
                </a:lnTo>
                <a:lnTo>
                  <a:pt x="18743" y="97401"/>
                </a:lnTo>
                <a:lnTo>
                  <a:pt x="19434" y="97094"/>
                </a:lnTo>
                <a:lnTo>
                  <a:pt x="20202" y="96940"/>
                </a:lnTo>
                <a:lnTo>
                  <a:pt x="21047" y="96786"/>
                </a:lnTo>
                <a:lnTo>
                  <a:pt x="21815" y="96709"/>
                </a:lnTo>
                <a:close/>
                <a:moveTo>
                  <a:pt x="104775" y="96709"/>
                </a:moveTo>
                <a:lnTo>
                  <a:pt x="105850" y="96786"/>
                </a:lnTo>
                <a:lnTo>
                  <a:pt x="106926" y="97017"/>
                </a:lnTo>
                <a:lnTo>
                  <a:pt x="107924" y="97401"/>
                </a:lnTo>
                <a:lnTo>
                  <a:pt x="108846" y="97862"/>
                </a:lnTo>
                <a:lnTo>
                  <a:pt x="109691" y="98399"/>
                </a:lnTo>
                <a:lnTo>
                  <a:pt x="110459" y="99091"/>
                </a:lnTo>
                <a:lnTo>
                  <a:pt x="111074" y="99859"/>
                </a:lnTo>
                <a:lnTo>
                  <a:pt x="111688" y="100704"/>
                </a:lnTo>
                <a:lnTo>
                  <a:pt x="112149" y="101626"/>
                </a:lnTo>
                <a:lnTo>
                  <a:pt x="112533" y="102624"/>
                </a:lnTo>
                <a:lnTo>
                  <a:pt x="112687" y="103700"/>
                </a:lnTo>
                <a:lnTo>
                  <a:pt x="112764" y="104775"/>
                </a:lnTo>
                <a:lnTo>
                  <a:pt x="112687" y="105850"/>
                </a:lnTo>
                <a:lnTo>
                  <a:pt x="112533" y="106926"/>
                </a:lnTo>
                <a:lnTo>
                  <a:pt x="112149" y="107924"/>
                </a:lnTo>
                <a:lnTo>
                  <a:pt x="111688" y="108846"/>
                </a:lnTo>
                <a:lnTo>
                  <a:pt x="111074" y="109691"/>
                </a:lnTo>
                <a:lnTo>
                  <a:pt x="110459" y="110459"/>
                </a:lnTo>
                <a:lnTo>
                  <a:pt x="109691" y="111151"/>
                </a:lnTo>
                <a:lnTo>
                  <a:pt x="108846" y="111688"/>
                </a:lnTo>
                <a:lnTo>
                  <a:pt x="107924" y="112149"/>
                </a:lnTo>
                <a:lnTo>
                  <a:pt x="106926" y="112533"/>
                </a:lnTo>
                <a:lnTo>
                  <a:pt x="105850" y="112764"/>
                </a:lnTo>
                <a:lnTo>
                  <a:pt x="104775" y="112841"/>
                </a:lnTo>
                <a:lnTo>
                  <a:pt x="103623" y="112764"/>
                </a:lnTo>
                <a:lnTo>
                  <a:pt x="102624" y="112533"/>
                </a:lnTo>
                <a:lnTo>
                  <a:pt x="101626" y="112149"/>
                </a:lnTo>
                <a:lnTo>
                  <a:pt x="100704" y="111688"/>
                </a:lnTo>
                <a:lnTo>
                  <a:pt x="99859" y="111151"/>
                </a:lnTo>
                <a:lnTo>
                  <a:pt x="99091" y="110459"/>
                </a:lnTo>
                <a:lnTo>
                  <a:pt x="98399" y="109691"/>
                </a:lnTo>
                <a:lnTo>
                  <a:pt x="97862" y="108846"/>
                </a:lnTo>
                <a:lnTo>
                  <a:pt x="97401" y="107924"/>
                </a:lnTo>
                <a:lnTo>
                  <a:pt x="97017" y="106926"/>
                </a:lnTo>
                <a:lnTo>
                  <a:pt x="96786" y="105850"/>
                </a:lnTo>
                <a:lnTo>
                  <a:pt x="96709" y="104775"/>
                </a:lnTo>
                <a:lnTo>
                  <a:pt x="96786" y="103700"/>
                </a:lnTo>
                <a:lnTo>
                  <a:pt x="97017" y="102624"/>
                </a:lnTo>
                <a:lnTo>
                  <a:pt x="97401" y="101626"/>
                </a:lnTo>
                <a:lnTo>
                  <a:pt x="97862" y="100704"/>
                </a:lnTo>
                <a:lnTo>
                  <a:pt x="98399" y="99859"/>
                </a:lnTo>
                <a:lnTo>
                  <a:pt x="99091" y="99091"/>
                </a:lnTo>
                <a:lnTo>
                  <a:pt x="99859" y="98399"/>
                </a:lnTo>
                <a:lnTo>
                  <a:pt x="100704" y="97862"/>
                </a:lnTo>
                <a:lnTo>
                  <a:pt x="101626" y="97401"/>
                </a:lnTo>
                <a:lnTo>
                  <a:pt x="102624" y="97017"/>
                </a:lnTo>
                <a:lnTo>
                  <a:pt x="103623" y="96786"/>
                </a:lnTo>
                <a:lnTo>
                  <a:pt x="104775" y="96709"/>
                </a:lnTo>
                <a:close/>
                <a:moveTo>
                  <a:pt x="187658" y="96709"/>
                </a:moveTo>
                <a:lnTo>
                  <a:pt x="188503" y="96786"/>
                </a:lnTo>
                <a:lnTo>
                  <a:pt x="189271" y="96940"/>
                </a:lnTo>
                <a:lnTo>
                  <a:pt x="190039" y="97094"/>
                </a:lnTo>
                <a:lnTo>
                  <a:pt x="190807" y="97401"/>
                </a:lnTo>
                <a:lnTo>
                  <a:pt x="191499" y="97708"/>
                </a:lnTo>
                <a:lnTo>
                  <a:pt x="192190" y="98092"/>
                </a:lnTo>
                <a:lnTo>
                  <a:pt x="192804" y="98553"/>
                </a:lnTo>
                <a:lnTo>
                  <a:pt x="193342" y="99091"/>
                </a:lnTo>
                <a:lnTo>
                  <a:pt x="193880" y="99628"/>
                </a:lnTo>
                <a:lnTo>
                  <a:pt x="194341" y="100320"/>
                </a:lnTo>
                <a:lnTo>
                  <a:pt x="194725" y="100934"/>
                </a:lnTo>
                <a:lnTo>
                  <a:pt x="195109" y="101626"/>
                </a:lnTo>
                <a:lnTo>
                  <a:pt x="195339" y="102394"/>
                </a:lnTo>
                <a:lnTo>
                  <a:pt x="195570" y="103162"/>
                </a:lnTo>
                <a:lnTo>
                  <a:pt x="195647" y="103930"/>
                </a:lnTo>
                <a:lnTo>
                  <a:pt x="195723" y="104775"/>
                </a:lnTo>
                <a:lnTo>
                  <a:pt x="195647" y="105620"/>
                </a:lnTo>
                <a:lnTo>
                  <a:pt x="195570" y="106388"/>
                </a:lnTo>
                <a:lnTo>
                  <a:pt x="195339" y="107156"/>
                </a:lnTo>
                <a:lnTo>
                  <a:pt x="195109" y="107924"/>
                </a:lnTo>
                <a:lnTo>
                  <a:pt x="194725" y="108616"/>
                </a:lnTo>
                <a:lnTo>
                  <a:pt x="194341" y="109230"/>
                </a:lnTo>
                <a:lnTo>
                  <a:pt x="193880" y="109922"/>
                </a:lnTo>
                <a:lnTo>
                  <a:pt x="193342" y="110459"/>
                </a:lnTo>
                <a:lnTo>
                  <a:pt x="192804" y="110997"/>
                </a:lnTo>
                <a:lnTo>
                  <a:pt x="192190" y="111458"/>
                </a:lnTo>
                <a:lnTo>
                  <a:pt x="191499" y="111842"/>
                </a:lnTo>
                <a:lnTo>
                  <a:pt x="190807" y="112149"/>
                </a:lnTo>
                <a:lnTo>
                  <a:pt x="190039" y="112456"/>
                </a:lnTo>
                <a:lnTo>
                  <a:pt x="189271" y="112687"/>
                </a:lnTo>
                <a:lnTo>
                  <a:pt x="188503" y="112764"/>
                </a:lnTo>
                <a:lnTo>
                  <a:pt x="187658" y="112841"/>
                </a:lnTo>
                <a:lnTo>
                  <a:pt x="186890" y="112764"/>
                </a:lnTo>
                <a:lnTo>
                  <a:pt x="186045" y="112687"/>
                </a:lnTo>
                <a:lnTo>
                  <a:pt x="185277" y="112456"/>
                </a:lnTo>
                <a:lnTo>
                  <a:pt x="184585" y="112149"/>
                </a:lnTo>
                <a:lnTo>
                  <a:pt x="183817" y="111842"/>
                </a:lnTo>
                <a:lnTo>
                  <a:pt x="183203" y="111458"/>
                </a:lnTo>
                <a:lnTo>
                  <a:pt x="182588" y="110997"/>
                </a:lnTo>
                <a:lnTo>
                  <a:pt x="181974" y="110459"/>
                </a:lnTo>
                <a:lnTo>
                  <a:pt x="181513" y="109922"/>
                </a:lnTo>
                <a:lnTo>
                  <a:pt x="181052" y="109230"/>
                </a:lnTo>
                <a:lnTo>
                  <a:pt x="180591" y="108616"/>
                </a:lnTo>
                <a:lnTo>
                  <a:pt x="180284" y="107924"/>
                </a:lnTo>
                <a:lnTo>
                  <a:pt x="179976" y="107156"/>
                </a:lnTo>
                <a:lnTo>
                  <a:pt x="179823" y="106388"/>
                </a:lnTo>
                <a:lnTo>
                  <a:pt x="179669" y="105620"/>
                </a:lnTo>
                <a:lnTo>
                  <a:pt x="179669" y="104775"/>
                </a:lnTo>
                <a:lnTo>
                  <a:pt x="179669" y="103930"/>
                </a:lnTo>
                <a:lnTo>
                  <a:pt x="179823" y="103162"/>
                </a:lnTo>
                <a:lnTo>
                  <a:pt x="179976" y="102394"/>
                </a:lnTo>
                <a:lnTo>
                  <a:pt x="180284" y="101626"/>
                </a:lnTo>
                <a:lnTo>
                  <a:pt x="180591" y="100934"/>
                </a:lnTo>
                <a:lnTo>
                  <a:pt x="181052" y="100320"/>
                </a:lnTo>
                <a:lnTo>
                  <a:pt x="181513" y="99628"/>
                </a:lnTo>
                <a:lnTo>
                  <a:pt x="181974" y="99091"/>
                </a:lnTo>
                <a:lnTo>
                  <a:pt x="182588" y="98553"/>
                </a:lnTo>
                <a:lnTo>
                  <a:pt x="183203" y="98092"/>
                </a:lnTo>
                <a:lnTo>
                  <a:pt x="183817" y="97708"/>
                </a:lnTo>
                <a:lnTo>
                  <a:pt x="184585" y="97401"/>
                </a:lnTo>
                <a:lnTo>
                  <a:pt x="185277" y="97094"/>
                </a:lnTo>
                <a:lnTo>
                  <a:pt x="186045" y="96940"/>
                </a:lnTo>
                <a:lnTo>
                  <a:pt x="186890" y="96786"/>
                </a:lnTo>
                <a:lnTo>
                  <a:pt x="187658" y="96709"/>
                </a:lnTo>
                <a:close/>
                <a:moveTo>
                  <a:pt x="105620" y="179669"/>
                </a:moveTo>
                <a:lnTo>
                  <a:pt x="106388" y="179823"/>
                </a:lnTo>
                <a:lnTo>
                  <a:pt x="107156" y="180053"/>
                </a:lnTo>
                <a:lnTo>
                  <a:pt x="107924" y="180284"/>
                </a:lnTo>
                <a:lnTo>
                  <a:pt x="108616" y="180591"/>
                </a:lnTo>
                <a:lnTo>
                  <a:pt x="109230" y="181052"/>
                </a:lnTo>
                <a:lnTo>
                  <a:pt x="109845" y="181513"/>
                </a:lnTo>
                <a:lnTo>
                  <a:pt x="110459" y="182050"/>
                </a:lnTo>
                <a:lnTo>
                  <a:pt x="110997" y="182588"/>
                </a:lnTo>
                <a:lnTo>
                  <a:pt x="111458" y="183203"/>
                </a:lnTo>
                <a:lnTo>
                  <a:pt x="111842" y="183894"/>
                </a:lnTo>
                <a:lnTo>
                  <a:pt x="112149" y="184585"/>
                </a:lnTo>
                <a:lnTo>
                  <a:pt x="112456" y="185277"/>
                </a:lnTo>
                <a:lnTo>
                  <a:pt x="112610" y="186045"/>
                </a:lnTo>
                <a:lnTo>
                  <a:pt x="112764" y="186890"/>
                </a:lnTo>
                <a:lnTo>
                  <a:pt x="112764" y="187658"/>
                </a:lnTo>
                <a:lnTo>
                  <a:pt x="112764" y="188503"/>
                </a:lnTo>
                <a:lnTo>
                  <a:pt x="112610" y="189348"/>
                </a:lnTo>
                <a:lnTo>
                  <a:pt x="112456" y="190116"/>
                </a:lnTo>
                <a:lnTo>
                  <a:pt x="112149" y="190807"/>
                </a:lnTo>
                <a:lnTo>
                  <a:pt x="111842" y="191499"/>
                </a:lnTo>
                <a:lnTo>
                  <a:pt x="111458" y="192190"/>
                </a:lnTo>
                <a:lnTo>
                  <a:pt x="110997" y="192804"/>
                </a:lnTo>
                <a:lnTo>
                  <a:pt x="110459" y="193342"/>
                </a:lnTo>
                <a:lnTo>
                  <a:pt x="109845" y="193880"/>
                </a:lnTo>
                <a:lnTo>
                  <a:pt x="109230" y="194341"/>
                </a:lnTo>
                <a:lnTo>
                  <a:pt x="108616" y="194725"/>
                </a:lnTo>
                <a:lnTo>
                  <a:pt x="107924" y="195109"/>
                </a:lnTo>
                <a:lnTo>
                  <a:pt x="107156" y="195339"/>
                </a:lnTo>
                <a:lnTo>
                  <a:pt x="106388" y="195570"/>
                </a:lnTo>
                <a:lnTo>
                  <a:pt x="105620" y="195723"/>
                </a:lnTo>
                <a:lnTo>
                  <a:pt x="103930" y="195723"/>
                </a:lnTo>
                <a:lnTo>
                  <a:pt x="103162" y="195570"/>
                </a:lnTo>
                <a:lnTo>
                  <a:pt x="102394" y="195339"/>
                </a:lnTo>
                <a:lnTo>
                  <a:pt x="101626" y="195109"/>
                </a:lnTo>
                <a:lnTo>
                  <a:pt x="100934" y="194725"/>
                </a:lnTo>
                <a:lnTo>
                  <a:pt x="100243" y="194341"/>
                </a:lnTo>
                <a:lnTo>
                  <a:pt x="99628" y="193880"/>
                </a:lnTo>
                <a:lnTo>
                  <a:pt x="99091" y="193342"/>
                </a:lnTo>
                <a:lnTo>
                  <a:pt x="98553" y="192804"/>
                </a:lnTo>
                <a:lnTo>
                  <a:pt x="98092" y="192190"/>
                </a:lnTo>
                <a:lnTo>
                  <a:pt x="97708" y="191499"/>
                </a:lnTo>
                <a:lnTo>
                  <a:pt x="97324" y="190807"/>
                </a:lnTo>
                <a:lnTo>
                  <a:pt x="97094" y="190116"/>
                </a:lnTo>
                <a:lnTo>
                  <a:pt x="96863" y="189348"/>
                </a:lnTo>
                <a:lnTo>
                  <a:pt x="96786" y="188503"/>
                </a:lnTo>
                <a:lnTo>
                  <a:pt x="96709" y="187658"/>
                </a:lnTo>
                <a:lnTo>
                  <a:pt x="96786" y="186890"/>
                </a:lnTo>
                <a:lnTo>
                  <a:pt x="96863" y="186045"/>
                </a:lnTo>
                <a:lnTo>
                  <a:pt x="97094" y="185277"/>
                </a:lnTo>
                <a:lnTo>
                  <a:pt x="97324" y="184585"/>
                </a:lnTo>
                <a:lnTo>
                  <a:pt x="97708" y="183894"/>
                </a:lnTo>
                <a:lnTo>
                  <a:pt x="98092" y="183203"/>
                </a:lnTo>
                <a:lnTo>
                  <a:pt x="98553" y="182588"/>
                </a:lnTo>
                <a:lnTo>
                  <a:pt x="99091" y="182050"/>
                </a:lnTo>
                <a:lnTo>
                  <a:pt x="99628" y="181513"/>
                </a:lnTo>
                <a:lnTo>
                  <a:pt x="100243" y="181052"/>
                </a:lnTo>
                <a:lnTo>
                  <a:pt x="100934" y="180591"/>
                </a:lnTo>
                <a:lnTo>
                  <a:pt x="101626" y="180284"/>
                </a:lnTo>
                <a:lnTo>
                  <a:pt x="102394" y="180053"/>
                </a:lnTo>
                <a:lnTo>
                  <a:pt x="103162" y="179823"/>
                </a:lnTo>
                <a:lnTo>
                  <a:pt x="103930" y="179669"/>
                </a:lnTo>
                <a:close/>
                <a:moveTo>
                  <a:pt x="103623" y="0"/>
                </a:moveTo>
                <a:lnTo>
                  <a:pt x="102547" y="77"/>
                </a:lnTo>
                <a:lnTo>
                  <a:pt x="101472" y="230"/>
                </a:lnTo>
                <a:lnTo>
                  <a:pt x="100397" y="461"/>
                </a:lnTo>
                <a:lnTo>
                  <a:pt x="99321" y="691"/>
                </a:lnTo>
                <a:lnTo>
                  <a:pt x="98246" y="999"/>
                </a:lnTo>
                <a:lnTo>
                  <a:pt x="97247" y="1306"/>
                </a:lnTo>
                <a:lnTo>
                  <a:pt x="96249" y="1690"/>
                </a:lnTo>
                <a:lnTo>
                  <a:pt x="95327" y="2151"/>
                </a:lnTo>
                <a:lnTo>
                  <a:pt x="94328" y="2612"/>
                </a:lnTo>
                <a:lnTo>
                  <a:pt x="93406" y="3149"/>
                </a:lnTo>
                <a:lnTo>
                  <a:pt x="92561" y="3764"/>
                </a:lnTo>
                <a:lnTo>
                  <a:pt x="91717" y="4378"/>
                </a:lnTo>
                <a:lnTo>
                  <a:pt x="90872" y="4993"/>
                </a:lnTo>
                <a:lnTo>
                  <a:pt x="90103" y="5684"/>
                </a:lnTo>
                <a:lnTo>
                  <a:pt x="89335" y="6376"/>
                </a:lnTo>
                <a:lnTo>
                  <a:pt x="88567" y="7144"/>
                </a:lnTo>
                <a:lnTo>
                  <a:pt x="87876" y="7989"/>
                </a:lnTo>
                <a:lnTo>
                  <a:pt x="87261" y="8757"/>
                </a:lnTo>
                <a:lnTo>
                  <a:pt x="86647" y="9679"/>
                </a:lnTo>
                <a:lnTo>
                  <a:pt x="86032" y="10524"/>
                </a:lnTo>
                <a:lnTo>
                  <a:pt x="85571" y="11445"/>
                </a:lnTo>
                <a:lnTo>
                  <a:pt x="85034" y="12367"/>
                </a:lnTo>
                <a:lnTo>
                  <a:pt x="84650" y="13366"/>
                </a:lnTo>
                <a:lnTo>
                  <a:pt x="84189" y="14364"/>
                </a:lnTo>
                <a:lnTo>
                  <a:pt x="83881" y="15363"/>
                </a:lnTo>
                <a:lnTo>
                  <a:pt x="83574" y="16438"/>
                </a:lnTo>
                <a:lnTo>
                  <a:pt x="83344" y="17437"/>
                </a:lnTo>
                <a:lnTo>
                  <a:pt x="83113" y="18512"/>
                </a:lnTo>
                <a:lnTo>
                  <a:pt x="83036" y="19665"/>
                </a:lnTo>
                <a:lnTo>
                  <a:pt x="82960" y="20740"/>
                </a:lnTo>
                <a:lnTo>
                  <a:pt x="82883" y="21892"/>
                </a:lnTo>
                <a:lnTo>
                  <a:pt x="82960" y="23659"/>
                </a:lnTo>
                <a:lnTo>
                  <a:pt x="83190" y="25426"/>
                </a:lnTo>
                <a:lnTo>
                  <a:pt x="83497" y="27116"/>
                </a:lnTo>
                <a:lnTo>
                  <a:pt x="84035" y="28729"/>
                </a:lnTo>
                <a:lnTo>
                  <a:pt x="84650" y="30342"/>
                </a:lnTo>
                <a:lnTo>
                  <a:pt x="85341" y="31878"/>
                </a:lnTo>
                <a:lnTo>
                  <a:pt x="86186" y="33338"/>
                </a:lnTo>
                <a:lnTo>
                  <a:pt x="87108" y="34720"/>
                </a:lnTo>
                <a:lnTo>
                  <a:pt x="88183" y="36103"/>
                </a:lnTo>
                <a:lnTo>
                  <a:pt x="89335" y="37332"/>
                </a:lnTo>
                <a:lnTo>
                  <a:pt x="90564" y="38407"/>
                </a:lnTo>
                <a:lnTo>
                  <a:pt x="91870" y="39483"/>
                </a:lnTo>
                <a:lnTo>
                  <a:pt x="93253" y="40404"/>
                </a:lnTo>
                <a:lnTo>
                  <a:pt x="94712" y="41249"/>
                </a:lnTo>
                <a:lnTo>
                  <a:pt x="96249" y="42018"/>
                </a:lnTo>
                <a:lnTo>
                  <a:pt x="97862" y="42632"/>
                </a:lnTo>
                <a:lnTo>
                  <a:pt x="97862" y="84035"/>
                </a:lnTo>
                <a:lnTo>
                  <a:pt x="96633" y="84496"/>
                </a:lnTo>
                <a:lnTo>
                  <a:pt x="95480" y="84957"/>
                </a:lnTo>
                <a:lnTo>
                  <a:pt x="94328" y="85571"/>
                </a:lnTo>
                <a:lnTo>
                  <a:pt x="93253" y="86186"/>
                </a:lnTo>
                <a:lnTo>
                  <a:pt x="92177" y="86877"/>
                </a:lnTo>
                <a:lnTo>
                  <a:pt x="91179" y="87645"/>
                </a:lnTo>
                <a:lnTo>
                  <a:pt x="90257" y="88490"/>
                </a:lnTo>
                <a:lnTo>
                  <a:pt x="89335" y="89335"/>
                </a:lnTo>
                <a:lnTo>
                  <a:pt x="88414" y="90257"/>
                </a:lnTo>
                <a:lnTo>
                  <a:pt x="87645" y="91179"/>
                </a:lnTo>
                <a:lnTo>
                  <a:pt x="86877" y="92177"/>
                </a:lnTo>
                <a:lnTo>
                  <a:pt x="86186" y="93253"/>
                </a:lnTo>
                <a:lnTo>
                  <a:pt x="85571" y="94328"/>
                </a:lnTo>
                <a:lnTo>
                  <a:pt x="84957" y="95480"/>
                </a:lnTo>
                <a:lnTo>
                  <a:pt x="84496" y="96633"/>
                </a:lnTo>
                <a:lnTo>
                  <a:pt x="84035" y="97862"/>
                </a:lnTo>
                <a:lnTo>
                  <a:pt x="42555" y="97862"/>
                </a:lnTo>
                <a:lnTo>
                  <a:pt x="41941" y="96249"/>
                </a:lnTo>
                <a:lnTo>
                  <a:pt x="41249" y="94712"/>
                </a:lnTo>
                <a:lnTo>
                  <a:pt x="40404" y="93253"/>
                </a:lnTo>
                <a:lnTo>
                  <a:pt x="39483" y="91870"/>
                </a:lnTo>
                <a:lnTo>
                  <a:pt x="38407" y="90564"/>
                </a:lnTo>
                <a:lnTo>
                  <a:pt x="37255" y="89335"/>
                </a:lnTo>
                <a:lnTo>
                  <a:pt x="36026" y="88183"/>
                </a:lnTo>
                <a:lnTo>
                  <a:pt x="34720" y="87108"/>
                </a:lnTo>
                <a:lnTo>
                  <a:pt x="33338" y="86186"/>
                </a:lnTo>
                <a:lnTo>
                  <a:pt x="31878" y="85341"/>
                </a:lnTo>
                <a:lnTo>
                  <a:pt x="30342" y="84650"/>
                </a:lnTo>
                <a:lnTo>
                  <a:pt x="28729" y="84035"/>
                </a:lnTo>
                <a:lnTo>
                  <a:pt x="27116" y="83574"/>
                </a:lnTo>
                <a:lnTo>
                  <a:pt x="25349" y="83190"/>
                </a:lnTo>
                <a:lnTo>
                  <a:pt x="23659" y="82960"/>
                </a:lnTo>
                <a:lnTo>
                  <a:pt x="21815" y="82883"/>
                </a:lnTo>
                <a:lnTo>
                  <a:pt x="20740" y="82960"/>
                </a:lnTo>
                <a:lnTo>
                  <a:pt x="19588" y="83036"/>
                </a:lnTo>
                <a:lnTo>
                  <a:pt x="18512" y="83190"/>
                </a:lnTo>
                <a:lnTo>
                  <a:pt x="17437" y="83344"/>
                </a:lnTo>
                <a:lnTo>
                  <a:pt x="16361" y="83574"/>
                </a:lnTo>
                <a:lnTo>
                  <a:pt x="15363" y="83881"/>
                </a:lnTo>
                <a:lnTo>
                  <a:pt x="14364" y="84266"/>
                </a:lnTo>
                <a:lnTo>
                  <a:pt x="13366" y="84650"/>
                </a:lnTo>
                <a:lnTo>
                  <a:pt x="12367" y="85034"/>
                </a:lnTo>
                <a:lnTo>
                  <a:pt x="11445" y="85571"/>
                </a:lnTo>
                <a:lnTo>
                  <a:pt x="10524" y="86109"/>
                </a:lnTo>
                <a:lnTo>
                  <a:pt x="9602" y="86647"/>
                </a:lnTo>
                <a:lnTo>
                  <a:pt x="8757" y="87261"/>
                </a:lnTo>
                <a:lnTo>
                  <a:pt x="7912" y="87876"/>
                </a:lnTo>
                <a:lnTo>
                  <a:pt x="7144" y="88567"/>
                </a:lnTo>
                <a:lnTo>
                  <a:pt x="6376" y="89335"/>
                </a:lnTo>
                <a:lnTo>
                  <a:pt x="5684" y="90103"/>
                </a:lnTo>
                <a:lnTo>
                  <a:pt x="4993" y="90872"/>
                </a:lnTo>
                <a:lnTo>
                  <a:pt x="4302" y="91717"/>
                </a:lnTo>
                <a:lnTo>
                  <a:pt x="3687" y="92561"/>
                </a:lnTo>
                <a:lnTo>
                  <a:pt x="3149" y="93483"/>
                </a:lnTo>
                <a:lnTo>
                  <a:pt x="2612" y="94328"/>
                </a:lnTo>
                <a:lnTo>
                  <a:pt x="2151" y="95327"/>
                </a:lnTo>
                <a:lnTo>
                  <a:pt x="1690" y="96249"/>
                </a:lnTo>
                <a:lnTo>
                  <a:pt x="1306" y="97247"/>
                </a:lnTo>
                <a:lnTo>
                  <a:pt x="999" y="98246"/>
                </a:lnTo>
                <a:lnTo>
                  <a:pt x="691" y="99321"/>
                </a:lnTo>
                <a:lnTo>
                  <a:pt x="461" y="100397"/>
                </a:lnTo>
                <a:lnTo>
                  <a:pt x="230" y="101472"/>
                </a:lnTo>
                <a:lnTo>
                  <a:pt x="77" y="102547"/>
                </a:lnTo>
                <a:lnTo>
                  <a:pt x="0" y="103623"/>
                </a:lnTo>
                <a:lnTo>
                  <a:pt x="0" y="104775"/>
                </a:lnTo>
                <a:lnTo>
                  <a:pt x="0" y="105927"/>
                </a:lnTo>
                <a:lnTo>
                  <a:pt x="77" y="107003"/>
                </a:lnTo>
                <a:lnTo>
                  <a:pt x="230" y="108078"/>
                </a:lnTo>
                <a:lnTo>
                  <a:pt x="461" y="109153"/>
                </a:lnTo>
                <a:lnTo>
                  <a:pt x="691" y="110229"/>
                </a:lnTo>
                <a:lnTo>
                  <a:pt x="999" y="111304"/>
                </a:lnTo>
                <a:lnTo>
                  <a:pt x="1306" y="112303"/>
                </a:lnTo>
                <a:lnTo>
                  <a:pt x="1690" y="113301"/>
                </a:lnTo>
                <a:lnTo>
                  <a:pt x="2151" y="114223"/>
                </a:lnTo>
                <a:lnTo>
                  <a:pt x="2612" y="115222"/>
                </a:lnTo>
                <a:lnTo>
                  <a:pt x="3149" y="116067"/>
                </a:lnTo>
                <a:lnTo>
                  <a:pt x="3687" y="116989"/>
                </a:lnTo>
                <a:lnTo>
                  <a:pt x="4302" y="117833"/>
                </a:lnTo>
                <a:lnTo>
                  <a:pt x="4993" y="118678"/>
                </a:lnTo>
                <a:lnTo>
                  <a:pt x="5684" y="119447"/>
                </a:lnTo>
                <a:lnTo>
                  <a:pt x="6376" y="120215"/>
                </a:lnTo>
                <a:lnTo>
                  <a:pt x="7144" y="120983"/>
                </a:lnTo>
                <a:lnTo>
                  <a:pt x="7912" y="121674"/>
                </a:lnTo>
                <a:lnTo>
                  <a:pt x="8757" y="122289"/>
                </a:lnTo>
                <a:lnTo>
                  <a:pt x="9602" y="122903"/>
                </a:lnTo>
                <a:lnTo>
                  <a:pt x="10524" y="123441"/>
                </a:lnTo>
                <a:lnTo>
                  <a:pt x="11445" y="123979"/>
                </a:lnTo>
                <a:lnTo>
                  <a:pt x="12367" y="124516"/>
                </a:lnTo>
                <a:lnTo>
                  <a:pt x="13366" y="124900"/>
                </a:lnTo>
                <a:lnTo>
                  <a:pt x="14364" y="125284"/>
                </a:lnTo>
                <a:lnTo>
                  <a:pt x="15363" y="125669"/>
                </a:lnTo>
                <a:lnTo>
                  <a:pt x="16361" y="125976"/>
                </a:lnTo>
                <a:lnTo>
                  <a:pt x="17437" y="126206"/>
                </a:lnTo>
                <a:lnTo>
                  <a:pt x="18512" y="126360"/>
                </a:lnTo>
                <a:lnTo>
                  <a:pt x="19588" y="126514"/>
                </a:lnTo>
                <a:lnTo>
                  <a:pt x="20740" y="126590"/>
                </a:lnTo>
                <a:lnTo>
                  <a:pt x="21815" y="126667"/>
                </a:lnTo>
                <a:lnTo>
                  <a:pt x="23659" y="126590"/>
                </a:lnTo>
                <a:lnTo>
                  <a:pt x="25349" y="126360"/>
                </a:lnTo>
                <a:lnTo>
                  <a:pt x="27116" y="125976"/>
                </a:lnTo>
                <a:lnTo>
                  <a:pt x="28729" y="125515"/>
                </a:lnTo>
                <a:lnTo>
                  <a:pt x="30342" y="124900"/>
                </a:lnTo>
                <a:lnTo>
                  <a:pt x="31878" y="124209"/>
                </a:lnTo>
                <a:lnTo>
                  <a:pt x="33338" y="123364"/>
                </a:lnTo>
                <a:lnTo>
                  <a:pt x="34720" y="122442"/>
                </a:lnTo>
                <a:lnTo>
                  <a:pt x="36026" y="121367"/>
                </a:lnTo>
                <a:lnTo>
                  <a:pt x="37255" y="120215"/>
                </a:lnTo>
                <a:lnTo>
                  <a:pt x="38407" y="118986"/>
                </a:lnTo>
                <a:lnTo>
                  <a:pt x="39483" y="117680"/>
                </a:lnTo>
                <a:lnTo>
                  <a:pt x="40404" y="116297"/>
                </a:lnTo>
                <a:lnTo>
                  <a:pt x="41249" y="114838"/>
                </a:lnTo>
                <a:lnTo>
                  <a:pt x="41941" y="113301"/>
                </a:lnTo>
                <a:lnTo>
                  <a:pt x="42555" y="111688"/>
                </a:lnTo>
                <a:lnTo>
                  <a:pt x="84035" y="111688"/>
                </a:lnTo>
                <a:lnTo>
                  <a:pt x="84496" y="112917"/>
                </a:lnTo>
                <a:lnTo>
                  <a:pt x="84957" y="114070"/>
                </a:lnTo>
                <a:lnTo>
                  <a:pt x="85571" y="115222"/>
                </a:lnTo>
                <a:lnTo>
                  <a:pt x="86186" y="116297"/>
                </a:lnTo>
                <a:lnTo>
                  <a:pt x="86877" y="117373"/>
                </a:lnTo>
                <a:lnTo>
                  <a:pt x="87645" y="118371"/>
                </a:lnTo>
                <a:lnTo>
                  <a:pt x="88414" y="119293"/>
                </a:lnTo>
                <a:lnTo>
                  <a:pt x="89335" y="120215"/>
                </a:lnTo>
                <a:lnTo>
                  <a:pt x="90257" y="121060"/>
                </a:lnTo>
                <a:lnTo>
                  <a:pt x="91179" y="121905"/>
                </a:lnTo>
                <a:lnTo>
                  <a:pt x="92177" y="122673"/>
                </a:lnTo>
                <a:lnTo>
                  <a:pt x="93253" y="123364"/>
                </a:lnTo>
                <a:lnTo>
                  <a:pt x="94328" y="123979"/>
                </a:lnTo>
                <a:lnTo>
                  <a:pt x="95480" y="124593"/>
                </a:lnTo>
                <a:lnTo>
                  <a:pt x="96633" y="125054"/>
                </a:lnTo>
                <a:lnTo>
                  <a:pt x="97862" y="125515"/>
                </a:lnTo>
                <a:lnTo>
                  <a:pt x="97862" y="166995"/>
                </a:lnTo>
                <a:lnTo>
                  <a:pt x="96249" y="167532"/>
                </a:lnTo>
                <a:lnTo>
                  <a:pt x="94712" y="168301"/>
                </a:lnTo>
                <a:lnTo>
                  <a:pt x="93253" y="169146"/>
                </a:lnTo>
                <a:lnTo>
                  <a:pt x="91870" y="170067"/>
                </a:lnTo>
                <a:lnTo>
                  <a:pt x="90564" y="171143"/>
                </a:lnTo>
                <a:lnTo>
                  <a:pt x="89335" y="172218"/>
                </a:lnTo>
                <a:lnTo>
                  <a:pt x="88183" y="173447"/>
                </a:lnTo>
                <a:lnTo>
                  <a:pt x="87108" y="174830"/>
                </a:lnTo>
                <a:lnTo>
                  <a:pt x="86186" y="176213"/>
                </a:lnTo>
                <a:lnTo>
                  <a:pt x="85341" y="177672"/>
                </a:lnTo>
                <a:lnTo>
                  <a:pt x="84650" y="179208"/>
                </a:lnTo>
                <a:lnTo>
                  <a:pt x="84035" y="180821"/>
                </a:lnTo>
                <a:lnTo>
                  <a:pt x="83497" y="182434"/>
                </a:lnTo>
                <a:lnTo>
                  <a:pt x="83190" y="184124"/>
                </a:lnTo>
                <a:lnTo>
                  <a:pt x="82960" y="185891"/>
                </a:lnTo>
                <a:lnTo>
                  <a:pt x="82883" y="187658"/>
                </a:lnTo>
                <a:lnTo>
                  <a:pt x="82960" y="188810"/>
                </a:lnTo>
                <a:lnTo>
                  <a:pt x="83036" y="189962"/>
                </a:lnTo>
                <a:lnTo>
                  <a:pt x="83113" y="191038"/>
                </a:lnTo>
                <a:lnTo>
                  <a:pt x="83344" y="192113"/>
                </a:lnTo>
                <a:lnTo>
                  <a:pt x="83574" y="193189"/>
                </a:lnTo>
                <a:lnTo>
                  <a:pt x="83881" y="194187"/>
                </a:lnTo>
                <a:lnTo>
                  <a:pt x="84189" y="195186"/>
                </a:lnTo>
                <a:lnTo>
                  <a:pt x="84650" y="196184"/>
                </a:lnTo>
                <a:lnTo>
                  <a:pt x="85034" y="197183"/>
                </a:lnTo>
                <a:lnTo>
                  <a:pt x="85571" y="198105"/>
                </a:lnTo>
                <a:lnTo>
                  <a:pt x="86032" y="199026"/>
                </a:lnTo>
                <a:lnTo>
                  <a:pt x="86647" y="199948"/>
                </a:lnTo>
                <a:lnTo>
                  <a:pt x="87261" y="200793"/>
                </a:lnTo>
                <a:lnTo>
                  <a:pt x="87876" y="201561"/>
                </a:lnTo>
                <a:lnTo>
                  <a:pt x="88567" y="202406"/>
                </a:lnTo>
                <a:lnTo>
                  <a:pt x="89335" y="203174"/>
                </a:lnTo>
                <a:lnTo>
                  <a:pt x="90103" y="203866"/>
                </a:lnTo>
                <a:lnTo>
                  <a:pt x="90872" y="204557"/>
                </a:lnTo>
                <a:lnTo>
                  <a:pt x="91717" y="205172"/>
                </a:lnTo>
                <a:lnTo>
                  <a:pt x="92561" y="205786"/>
                </a:lnTo>
                <a:lnTo>
                  <a:pt x="93406" y="206401"/>
                </a:lnTo>
                <a:lnTo>
                  <a:pt x="94328" y="206938"/>
                </a:lnTo>
                <a:lnTo>
                  <a:pt x="95327" y="207399"/>
                </a:lnTo>
                <a:lnTo>
                  <a:pt x="96249" y="207860"/>
                </a:lnTo>
                <a:lnTo>
                  <a:pt x="97247" y="208244"/>
                </a:lnTo>
                <a:lnTo>
                  <a:pt x="98246" y="208551"/>
                </a:lnTo>
                <a:lnTo>
                  <a:pt x="99321" y="208859"/>
                </a:lnTo>
                <a:lnTo>
                  <a:pt x="100397" y="209089"/>
                </a:lnTo>
                <a:lnTo>
                  <a:pt x="101472" y="209320"/>
                </a:lnTo>
                <a:lnTo>
                  <a:pt x="102547" y="209473"/>
                </a:lnTo>
                <a:lnTo>
                  <a:pt x="103623" y="209550"/>
                </a:lnTo>
                <a:lnTo>
                  <a:pt x="105850" y="209550"/>
                </a:lnTo>
                <a:lnTo>
                  <a:pt x="107003" y="209473"/>
                </a:lnTo>
                <a:lnTo>
                  <a:pt x="108078" y="209320"/>
                </a:lnTo>
                <a:lnTo>
                  <a:pt x="109153" y="209089"/>
                </a:lnTo>
                <a:lnTo>
                  <a:pt x="110229" y="208859"/>
                </a:lnTo>
                <a:lnTo>
                  <a:pt x="111227" y="208551"/>
                </a:lnTo>
                <a:lnTo>
                  <a:pt x="112303" y="208244"/>
                </a:lnTo>
                <a:lnTo>
                  <a:pt x="113301" y="207860"/>
                </a:lnTo>
                <a:lnTo>
                  <a:pt x="114223" y="207399"/>
                </a:lnTo>
                <a:lnTo>
                  <a:pt x="115145" y="206938"/>
                </a:lnTo>
                <a:lnTo>
                  <a:pt x="116067" y="206401"/>
                </a:lnTo>
                <a:lnTo>
                  <a:pt x="116989" y="205786"/>
                </a:lnTo>
                <a:lnTo>
                  <a:pt x="117833" y="205172"/>
                </a:lnTo>
                <a:lnTo>
                  <a:pt x="118678" y="204557"/>
                </a:lnTo>
                <a:lnTo>
                  <a:pt x="119447" y="203866"/>
                </a:lnTo>
                <a:lnTo>
                  <a:pt x="120215" y="203174"/>
                </a:lnTo>
                <a:lnTo>
                  <a:pt x="120906" y="202406"/>
                </a:lnTo>
                <a:lnTo>
                  <a:pt x="121597" y="201561"/>
                </a:lnTo>
                <a:lnTo>
                  <a:pt x="122289" y="200793"/>
                </a:lnTo>
                <a:lnTo>
                  <a:pt x="122903" y="199948"/>
                </a:lnTo>
                <a:lnTo>
                  <a:pt x="123441" y="199026"/>
                </a:lnTo>
                <a:lnTo>
                  <a:pt x="123979" y="198105"/>
                </a:lnTo>
                <a:lnTo>
                  <a:pt x="124440" y="197183"/>
                </a:lnTo>
                <a:lnTo>
                  <a:pt x="124900" y="196184"/>
                </a:lnTo>
                <a:lnTo>
                  <a:pt x="125284" y="195186"/>
                </a:lnTo>
                <a:lnTo>
                  <a:pt x="125669" y="194187"/>
                </a:lnTo>
                <a:lnTo>
                  <a:pt x="125899" y="193189"/>
                </a:lnTo>
                <a:lnTo>
                  <a:pt x="126206" y="192113"/>
                </a:lnTo>
                <a:lnTo>
                  <a:pt x="126360" y="191038"/>
                </a:lnTo>
                <a:lnTo>
                  <a:pt x="126514" y="189962"/>
                </a:lnTo>
                <a:lnTo>
                  <a:pt x="126590" y="188810"/>
                </a:lnTo>
                <a:lnTo>
                  <a:pt x="126590" y="187658"/>
                </a:lnTo>
                <a:lnTo>
                  <a:pt x="126590" y="185891"/>
                </a:lnTo>
                <a:lnTo>
                  <a:pt x="126360" y="184124"/>
                </a:lnTo>
                <a:lnTo>
                  <a:pt x="125976" y="182434"/>
                </a:lnTo>
                <a:lnTo>
                  <a:pt x="125515" y="180821"/>
                </a:lnTo>
                <a:lnTo>
                  <a:pt x="124900" y="179208"/>
                </a:lnTo>
                <a:lnTo>
                  <a:pt x="124209" y="177672"/>
                </a:lnTo>
                <a:lnTo>
                  <a:pt x="123364" y="176213"/>
                </a:lnTo>
                <a:lnTo>
                  <a:pt x="122442" y="174830"/>
                </a:lnTo>
                <a:lnTo>
                  <a:pt x="121367" y="173447"/>
                </a:lnTo>
                <a:lnTo>
                  <a:pt x="120215" y="172218"/>
                </a:lnTo>
                <a:lnTo>
                  <a:pt x="118986" y="171143"/>
                </a:lnTo>
                <a:lnTo>
                  <a:pt x="117680" y="170067"/>
                </a:lnTo>
                <a:lnTo>
                  <a:pt x="116297" y="169146"/>
                </a:lnTo>
                <a:lnTo>
                  <a:pt x="114838" y="168301"/>
                </a:lnTo>
                <a:lnTo>
                  <a:pt x="113301" y="167532"/>
                </a:lnTo>
                <a:lnTo>
                  <a:pt x="111688" y="166995"/>
                </a:lnTo>
                <a:lnTo>
                  <a:pt x="111688" y="125515"/>
                </a:lnTo>
                <a:lnTo>
                  <a:pt x="112841" y="125054"/>
                </a:lnTo>
                <a:lnTo>
                  <a:pt x="114070" y="124593"/>
                </a:lnTo>
                <a:lnTo>
                  <a:pt x="115145" y="123979"/>
                </a:lnTo>
                <a:lnTo>
                  <a:pt x="116297" y="123364"/>
                </a:lnTo>
                <a:lnTo>
                  <a:pt x="117296" y="122673"/>
                </a:lnTo>
                <a:lnTo>
                  <a:pt x="118371" y="121905"/>
                </a:lnTo>
                <a:lnTo>
                  <a:pt x="119293" y="121060"/>
                </a:lnTo>
                <a:lnTo>
                  <a:pt x="120215" y="120215"/>
                </a:lnTo>
                <a:lnTo>
                  <a:pt x="121060" y="119293"/>
                </a:lnTo>
                <a:lnTo>
                  <a:pt x="121905" y="118371"/>
                </a:lnTo>
                <a:lnTo>
                  <a:pt x="122673" y="117373"/>
                </a:lnTo>
                <a:lnTo>
                  <a:pt x="123364" y="116297"/>
                </a:lnTo>
                <a:lnTo>
                  <a:pt x="123979" y="115222"/>
                </a:lnTo>
                <a:lnTo>
                  <a:pt x="124516" y="114070"/>
                </a:lnTo>
                <a:lnTo>
                  <a:pt x="125054" y="112917"/>
                </a:lnTo>
                <a:lnTo>
                  <a:pt x="125515" y="111688"/>
                </a:lnTo>
                <a:lnTo>
                  <a:pt x="166918" y="111688"/>
                </a:lnTo>
                <a:lnTo>
                  <a:pt x="167532" y="113301"/>
                </a:lnTo>
                <a:lnTo>
                  <a:pt x="168301" y="114838"/>
                </a:lnTo>
                <a:lnTo>
                  <a:pt x="169069" y="116297"/>
                </a:lnTo>
                <a:lnTo>
                  <a:pt x="170067" y="117680"/>
                </a:lnTo>
                <a:lnTo>
                  <a:pt x="171066" y="118986"/>
                </a:lnTo>
                <a:lnTo>
                  <a:pt x="172218" y="120215"/>
                </a:lnTo>
                <a:lnTo>
                  <a:pt x="173447" y="121367"/>
                </a:lnTo>
                <a:lnTo>
                  <a:pt x="174753" y="122442"/>
                </a:lnTo>
                <a:lnTo>
                  <a:pt x="176213" y="123364"/>
                </a:lnTo>
                <a:lnTo>
                  <a:pt x="177672" y="124209"/>
                </a:lnTo>
                <a:lnTo>
                  <a:pt x="179208" y="124900"/>
                </a:lnTo>
                <a:lnTo>
                  <a:pt x="180745" y="125515"/>
                </a:lnTo>
                <a:lnTo>
                  <a:pt x="182434" y="125976"/>
                </a:lnTo>
                <a:lnTo>
                  <a:pt x="184124" y="126360"/>
                </a:lnTo>
                <a:lnTo>
                  <a:pt x="185891" y="126590"/>
                </a:lnTo>
                <a:lnTo>
                  <a:pt x="187658" y="126667"/>
                </a:lnTo>
                <a:lnTo>
                  <a:pt x="188810" y="126590"/>
                </a:lnTo>
                <a:lnTo>
                  <a:pt x="189885" y="126514"/>
                </a:lnTo>
                <a:lnTo>
                  <a:pt x="191038" y="126360"/>
                </a:lnTo>
                <a:lnTo>
                  <a:pt x="192113" y="126206"/>
                </a:lnTo>
                <a:lnTo>
                  <a:pt x="193112" y="125976"/>
                </a:lnTo>
                <a:lnTo>
                  <a:pt x="194187" y="125669"/>
                </a:lnTo>
                <a:lnTo>
                  <a:pt x="195186" y="125284"/>
                </a:lnTo>
                <a:lnTo>
                  <a:pt x="196184" y="124900"/>
                </a:lnTo>
                <a:lnTo>
                  <a:pt x="197183" y="124516"/>
                </a:lnTo>
                <a:lnTo>
                  <a:pt x="198105" y="123979"/>
                </a:lnTo>
                <a:lnTo>
                  <a:pt x="199026" y="123441"/>
                </a:lnTo>
                <a:lnTo>
                  <a:pt x="199871" y="122903"/>
                </a:lnTo>
                <a:lnTo>
                  <a:pt x="200716" y="122289"/>
                </a:lnTo>
                <a:lnTo>
                  <a:pt x="201561" y="121674"/>
                </a:lnTo>
                <a:lnTo>
                  <a:pt x="202406" y="120983"/>
                </a:lnTo>
                <a:lnTo>
                  <a:pt x="203098" y="120215"/>
                </a:lnTo>
                <a:lnTo>
                  <a:pt x="203866" y="119447"/>
                </a:lnTo>
                <a:lnTo>
                  <a:pt x="204557" y="118678"/>
                </a:lnTo>
                <a:lnTo>
                  <a:pt x="205172" y="117833"/>
                </a:lnTo>
                <a:lnTo>
                  <a:pt x="205786" y="116989"/>
                </a:lnTo>
                <a:lnTo>
                  <a:pt x="206401" y="116067"/>
                </a:lnTo>
                <a:lnTo>
                  <a:pt x="206938" y="115222"/>
                </a:lnTo>
                <a:lnTo>
                  <a:pt x="207399" y="114223"/>
                </a:lnTo>
                <a:lnTo>
                  <a:pt x="207860" y="113301"/>
                </a:lnTo>
                <a:lnTo>
                  <a:pt x="208244" y="112303"/>
                </a:lnTo>
                <a:lnTo>
                  <a:pt x="208551" y="111304"/>
                </a:lnTo>
                <a:lnTo>
                  <a:pt x="208859" y="110229"/>
                </a:lnTo>
                <a:lnTo>
                  <a:pt x="209089" y="109153"/>
                </a:lnTo>
                <a:lnTo>
                  <a:pt x="209320" y="108078"/>
                </a:lnTo>
                <a:lnTo>
                  <a:pt x="209396" y="107003"/>
                </a:lnTo>
                <a:lnTo>
                  <a:pt x="209550" y="105927"/>
                </a:lnTo>
                <a:lnTo>
                  <a:pt x="209550" y="104775"/>
                </a:lnTo>
                <a:lnTo>
                  <a:pt x="209550" y="103623"/>
                </a:lnTo>
                <a:lnTo>
                  <a:pt x="209396" y="102547"/>
                </a:lnTo>
                <a:lnTo>
                  <a:pt x="209320" y="101472"/>
                </a:lnTo>
                <a:lnTo>
                  <a:pt x="209089" y="100397"/>
                </a:lnTo>
                <a:lnTo>
                  <a:pt x="208859" y="99321"/>
                </a:lnTo>
                <a:lnTo>
                  <a:pt x="208551" y="98246"/>
                </a:lnTo>
                <a:lnTo>
                  <a:pt x="208244" y="97247"/>
                </a:lnTo>
                <a:lnTo>
                  <a:pt x="207860" y="96249"/>
                </a:lnTo>
                <a:lnTo>
                  <a:pt x="207399" y="95327"/>
                </a:lnTo>
                <a:lnTo>
                  <a:pt x="206938" y="94328"/>
                </a:lnTo>
                <a:lnTo>
                  <a:pt x="206401" y="93483"/>
                </a:lnTo>
                <a:lnTo>
                  <a:pt x="205786" y="92561"/>
                </a:lnTo>
                <a:lnTo>
                  <a:pt x="205172" y="91717"/>
                </a:lnTo>
                <a:lnTo>
                  <a:pt x="204557" y="90872"/>
                </a:lnTo>
                <a:lnTo>
                  <a:pt x="203866" y="90103"/>
                </a:lnTo>
                <a:lnTo>
                  <a:pt x="203098" y="89335"/>
                </a:lnTo>
                <a:lnTo>
                  <a:pt x="202406" y="88567"/>
                </a:lnTo>
                <a:lnTo>
                  <a:pt x="201561" y="87876"/>
                </a:lnTo>
                <a:lnTo>
                  <a:pt x="200716" y="87261"/>
                </a:lnTo>
                <a:lnTo>
                  <a:pt x="199871" y="86647"/>
                </a:lnTo>
                <a:lnTo>
                  <a:pt x="199026" y="86109"/>
                </a:lnTo>
                <a:lnTo>
                  <a:pt x="198105" y="85571"/>
                </a:lnTo>
                <a:lnTo>
                  <a:pt x="197183" y="85034"/>
                </a:lnTo>
                <a:lnTo>
                  <a:pt x="196184" y="84650"/>
                </a:lnTo>
                <a:lnTo>
                  <a:pt x="195186" y="84266"/>
                </a:lnTo>
                <a:lnTo>
                  <a:pt x="194187" y="83881"/>
                </a:lnTo>
                <a:lnTo>
                  <a:pt x="193112" y="83574"/>
                </a:lnTo>
                <a:lnTo>
                  <a:pt x="192113" y="83344"/>
                </a:lnTo>
                <a:lnTo>
                  <a:pt x="191038" y="83190"/>
                </a:lnTo>
                <a:lnTo>
                  <a:pt x="189885" y="83036"/>
                </a:lnTo>
                <a:lnTo>
                  <a:pt x="188810" y="82960"/>
                </a:lnTo>
                <a:lnTo>
                  <a:pt x="187658" y="82883"/>
                </a:lnTo>
                <a:lnTo>
                  <a:pt x="185891" y="82960"/>
                </a:lnTo>
                <a:lnTo>
                  <a:pt x="184124" y="83190"/>
                </a:lnTo>
                <a:lnTo>
                  <a:pt x="182434" y="83574"/>
                </a:lnTo>
                <a:lnTo>
                  <a:pt x="180745" y="84035"/>
                </a:lnTo>
                <a:lnTo>
                  <a:pt x="179208" y="84650"/>
                </a:lnTo>
                <a:lnTo>
                  <a:pt x="177672" y="85341"/>
                </a:lnTo>
                <a:lnTo>
                  <a:pt x="176213" y="86186"/>
                </a:lnTo>
                <a:lnTo>
                  <a:pt x="174753" y="87108"/>
                </a:lnTo>
                <a:lnTo>
                  <a:pt x="173447" y="88183"/>
                </a:lnTo>
                <a:lnTo>
                  <a:pt x="172218" y="89335"/>
                </a:lnTo>
                <a:lnTo>
                  <a:pt x="171066" y="90564"/>
                </a:lnTo>
                <a:lnTo>
                  <a:pt x="170067" y="91870"/>
                </a:lnTo>
                <a:lnTo>
                  <a:pt x="169069" y="93253"/>
                </a:lnTo>
                <a:lnTo>
                  <a:pt x="168301" y="94712"/>
                </a:lnTo>
                <a:lnTo>
                  <a:pt x="167532" y="96249"/>
                </a:lnTo>
                <a:lnTo>
                  <a:pt x="166918" y="97862"/>
                </a:lnTo>
                <a:lnTo>
                  <a:pt x="125515" y="97862"/>
                </a:lnTo>
                <a:lnTo>
                  <a:pt x="125054" y="96633"/>
                </a:lnTo>
                <a:lnTo>
                  <a:pt x="124516" y="95480"/>
                </a:lnTo>
                <a:lnTo>
                  <a:pt x="123979" y="94328"/>
                </a:lnTo>
                <a:lnTo>
                  <a:pt x="123364" y="93253"/>
                </a:lnTo>
                <a:lnTo>
                  <a:pt x="122673" y="92177"/>
                </a:lnTo>
                <a:lnTo>
                  <a:pt x="121905" y="91179"/>
                </a:lnTo>
                <a:lnTo>
                  <a:pt x="121060" y="90257"/>
                </a:lnTo>
                <a:lnTo>
                  <a:pt x="120215" y="89335"/>
                </a:lnTo>
                <a:lnTo>
                  <a:pt x="119293" y="88490"/>
                </a:lnTo>
                <a:lnTo>
                  <a:pt x="118371" y="87645"/>
                </a:lnTo>
                <a:lnTo>
                  <a:pt x="117296" y="86877"/>
                </a:lnTo>
                <a:lnTo>
                  <a:pt x="116297" y="86186"/>
                </a:lnTo>
                <a:lnTo>
                  <a:pt x="115145" y="85571"/>
                </a:lnTo>
                <a:lnTo>
                  <a:pt x="114070" y="84957"/>
                </a:lnTo>
                <a:lnTo>
                  <a:pt x="112841" y="84496"/>
                </a:lnTo>
                <a:lnTo>
                  <a:pt x="111688" y="84035"/>
                </a:lnTo>
                <a:lnTo>
                  <a:pt x="111688" y="42632"/>
                </a:lnTo>
                <a:lnTo>
                  <a:pt x="113301" y="42018"/>
                </a:lnTo>
                <a:lnTo>
                  <a:pt x="114838" y="41249"/>
                </a:lnTo>
                <a:lnTo>
                  <a:pt x="116297" y="40404"/>
                </a:lnTo>
                <a:lnTo>
                  <a:pt x="117680" y="39483"/>
                </a:lnTo>
                <a:lnTo>
                  <a:pt x="118986" y="38407"/>
                </a:lnTo>
                <a:lnTo>
                  <a:pt x="120215" y="37332"/>
                </a:lnTo>
                <a:lnTo>
                  <a:pt x="121367" y="36103"/>
                </a:lnTo>
                <a:lnTo>
                  <a:pt x="122442" y="34720"/>
                </a:lnTo>
                <a:lnTo>
                  <a:pt x="123364" y="33338"/>
                </a:lnTo>
                <a:lnTo>
                  <a:pt x="124209" y="31878"/>
                </a:lnTo>
                <a:lnTo>
                  <a:pt x="124900" y="30342"/>
                </a:lnTo>
                <a:lnTo>
                  <a:pt x="125515" y="28729"/>
                </a:lnTo>
                <a:lnTo>
                  <a:pt x="125976" y="27116"/>
                </a:lnTo>
                <a:lnTo>
                  <a:pt x="126360" y="25426"/>
                </a:lnTo>
                <a:lnTo>
                  <a:pt x="126590" y="23659"/>
                </a:lnTo>
                <a:lnTo>
                  <a:pt x="126590" y="21892"/>
                </a:lnTo>
                <a:lnTo>
                  <a:pt x="126590" y="20740"/>
                </a:lnTo>
                <a:lnTo>
                  <a:pt x="126514" y="19665"/>
                </a:lnTo>
                <a:lnTo>
                  <a:pt x="126360" y="18512"/>
                </a:lnTo>
                <a:lnTo>
                  <a:pt x="126206" y="17437"/>
                </a:lnTo>
                <a:lnTo>
                  <a:pt x="125899" y="16438"/>
                </a:lnTo>
                <a:lnTo>
                  <a:pt x="125669" y="15363"/>
                </a:lnTo>
                <a:lnTo>
                  <a:pt x="125284" y="14364"/>
                </a:lnTo>
                <a:lnTo>
                  <a:pt x="124900" y="13366"/>
                </a:lnTo>
                <a:lnTo>
                  <a:pt x="124440" y="12367"/>
                </a:lnTo>
                <a:lnTo>
                  <a:pt x="123979" y="11445"/>
                </a:lnTo>
                <a:lnTo>
                  <a:pt x="123441" y="10524"/>
                </a:lnTo>
                <a:lnTo>
                  <a:pt x="122903" y="9679"/>
                </a:lnTo>
                <a:lnTo>
                  <a:pt x="122289" y="8757"/>
                </a:lnTo>
                <a:lnTo>
                  <a:pt x="121597" y="7989"/>
                </a:lnTo>
                <a:lnTo>
                  <a:pt x="120906" y="7144"/>
                </a:lnTo>
                <a:lnTo>
                  <a:pt x="120215" y="6376"/>
                </a:lnTo>
                <a:lnTo>
                  <a:pt x="119447" y="5684"/>
                </a:lnTo>
                <a:lnTo>
                  <a:pt x="118678" y="4993"/>
                </a:lnTo>
                <a:lnTo>
                  <a:pt x="117833" y="4378"/>
                </a:lnTo>
                <a:lnTo>
                  <a:pt x="116989" y="3764"/>
                </a:lnTo>
                <a:lnTo>
                  <a:pt x="116067" y="3149"/>
                </a:lnTo>
                <a:lnTo>
                  <a:pt x="115145" y="2612"/>
                </a:lnTo>
                <a:lnTo>
                  <a:pt x="114223" y="2151"/>
                </a:lnTo>
                <a:lnTo>
                  <a:pt x="113301" y="1690"/>
                </a:lnTo>
                <a:lnTo>
                  <a:pt x="112303" y="1306"/>
                </a:lnTo>
                <a:lnTo>
                  <a:pt x="111227" y="999"/>
                </a:lnTo>
                <a:lnTo>
                  <a:pt x="110229" y="691"/>
                </a:lnTo>
                <a:lnTo>
                  <a:pt x="109153" y="461"/>
                </a:lnTo>
                <a:lnTo>
                  <a:pt x="108078" y="230"/>
                </a:lnTo>
                <a:lnTo>
                  <a:pt x="107003" y="77"/>
                </a:lnTo>
                <a:lnTo>
                  <a:pt x="105850" y="0"/>
                </a:lnTo>
                <a:close/>
              </a:path>
            </a:pathLst>
          </a:custGeom>
          <a:solidFill>
            <a:srgbClr val="FD3E8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76"/>
          <p:cNvSpPr/>
          <p:nvPr/>
        </p:nvSpPr>
        <p:spPr>
          <a:xfrm>
            <a:off x="6344013" y="1766206"/>
            <a:ext cx="756000" cy="749700"/>
          </a:xfrm>
          <a:prstGeom prst="ellipse">
            <a:avLst/>
          </a:prstGeom>
          <a:solidFill>
            <a:srgbClr val="E6E6E2"/>
          </a:solidFill>
          <a:ln cap="flat" cmpd="sng" w="9525">
            <a:solidFill>
              <a:srgbClr val="FD3E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76"/>
          <p:cNvSpPr/>
          <p:nvPr/>
        </p:nvSpPr>
        <p:spPr>
          <a:xfrm>
            <a:off x="6546260" y="1990718"/>
            <a:ext cx="351520" cy="310134"/>
          </a:xfrm>
          <a:custGeom>
            <a:rect b="b" l="l" r="r" t="t"/>
            <a:pathLst>
              <a:path extrusionOk="0" h="209550" w="209550">
                <a:moveTo>
                  <a:pt x="46569" y="81491"/>
                </a:moveTo>
                <a:lnTo>
                  <a:pt x="46569" y="162981"/>
                </a:lnTo>
                <a:lnTo>
                  <a:pt x="69843" y="162981"/>
                </a:lnTo>
                <a:lnTo>
                  <a:pt x="69843" y="81491"/>
                </a:lnTo>
                <a:close/>
                <a:moveTo>
                  <a:pt x="93138" y="46569"/>
                </a:moveTo>
                <a:lnTo>
                  <a:pt x="93138" y="162981"/>
                </a:lnTo>
                <a:lnTo>
                  <a:pt x="116412" y="162981"/>
                </a:lnTo>
                <a:lnTo>
                  <a:pt x="116412" y="46569"/>
                </a:lnTo>
                <a:close/>
                <a:moveTo>
                  <a:pt x="139686" y="116412"/>
                </a:moveTo>
                <a:lnTo>
                  <a:pt x="139686" y="162981"/>
                </a:lnTo>
                <a:lnTo>
                  <a:pt x="162981" y="162981"/>
                </a:lnTo>
                <a:lnTo>
                  <a:pt x="162981" y="116412"/>
                </a:lnTo>
                <a:close/>
                <a:moveTo>
                  <a:pt x="186255" y="23295"/>
                </a:moveTo>
                <a:lnTo>
                  <a:pt x="186255" y="186255"/>
                </a:lnTo>
                <a:lnTo>
                  <a:pt x="23295" y="186255"/>
                </a:lnTo>
                <a:lnTo>
                  <a:pt x="23295" y="23295"/>
                </a:lnTo>
                <a:close/>
                <a:moveTo>
                  <a:pt x="23295" y="0"/>
                </a:moveTo>
                <a:lnTo>
                  <a:pt x="22683" y="20"/>
                </a:lnTo>
                <a:lnTo>
                  <a:pt x="22091" y="41"/>
                </a:lnTo>
                <a:lnTo>
                  <a:pt x="21500" y="82"/>
                </a:lnTo>
                <a:lnTo>
                  <a:pt x="20908" y="122"/>
                </a:lnTo>
                <a:lnTo>
                  <a:pt x="20337" y="204"/>
                </a:lnTo>
                <a:lnTo>
                  <a:pt x="19745" y="286"/>
                </a:lnTo>
                <a:lnTo>
                  <a:pt x="19174" y="367"/>
                </a:lnTo>
                <a:lnTo>
                  <a:pt x="18603" y="490"/>
                </a:lnTo>
                <a:lnTo>
                  <a:pt x="18052" y="612"/>
                </a:lnTo>
                <a:lnTo>
                  <a:pt x="17481" y="755"/>
                </a:lnTo>
                <a:lnTo>
                  <a:pt x="16930" y="898"/>
                </a:lnTo>
                <a:lnTo>
                  <a:pt x="16380" y="1061"/>
                </a:lnTo>
                <a:lnTo>
                  <a:pt x="15849" y="1244"/>
                </a:lnTo>
                <a:lnTo>
                  <a:pt x="15299" y="1428"/>
                </a:lnTo>
                <a:lnTo>
                  <a:pt x="14768" y="1632"/>
                </a:lnTo>
                <a:lnTo>
                  <a:pt x="14258" y="1856"/>
                </a:lnTo>
                <a:lnTo>
                  <a:pt x="13728" y="2081"/>
                </a:lnTo>
                <a:lnTo>
                  <a:pt x="13218" y="2305"/>
                </a:lnTo>
                <a:lnTo>
                  <a:pt x="12708" y="2570"/>
                </a:lnTo>
                <a:lnTo>
                  <a:pt x="12218" y="2835"/>
                </a:lnTo>
                <a:lnTo>
                  <a:pt x="11729" y="3101"/>
                </a:lnTo>
                <a:lnTo>
                  <a:pt x="11239" y="3386"/>
                </a:lnTo>
                <a:lnTo>
                  <a:pt x="10770" y="3692"/>
                </a:lnTo>
                <a:lnTo>
                  <a:pt x="10301" y="3998"/>
                </a:lnTo>
                <a:lnTo>
                  <a:pt x="9832" y="4324"/>
                </a:lnTo>
                <a:lnTo>
                  <a:pt x="9383" y="4651"/>
                </a:lnTo>
                <a:lnTo>
                  <a:pt x="8934" y="4998"/>
                </a:lnTo>
                <a:lnTo>
                  <a:pt x="8506" y="5344"/>
                </a:lnTo>
                <a:lnTo>
                  <a:pt x="8078" y="5711"/>
                </a:lnTo>
                <a:lnTo>
                  <a:pt x="7649" y="6079"/>
                </a:lnTo>
                <a:lnTo>
                  <a:pt x="7241" y="6466"/>
                </a:lnTo>
                <a:lnTo>
                  <a:pt x="6854" y="6854"/>
                </a:lnTo>
                <a:lnTo>
                  <a:pt x="6446" y="7241"/>
                </a:lnTo>
                <a:lnTo>
                  <a:pt x="6079" y="7649"/>
                </a:lnTo>
                <a:lnTo>
                  <a:pt x="5711" y="8078"/>
                </a:lnTo>
                <a:lnTo>
                  <a:pt x="5344" y="8506"/>
                </a:lnTo>
                <a:lnTo>
                  <a:pt x="4998" y="8934"/>
                </a:lnTo>
                <a:lnTo>
                  <a:pt x="4651" y="9383"/>
                </a:lnTo>
                <a:lnTo>
                  <a:pt x="4324" y="9832"/>
                </a:lnTo>
                <a:lnTo>
                  <a:pt x="3998" y="10301"/>
                </a:lnTo>
                <a:lnTo>
                  <a:pt x="3692" y="10770"/>
                </a:lnTo>
                <a:lnTo>
                  <a:pt x="3386" y="11239"/>
                </a:lnTo>
                <a:lnTo>
                  <a:pt x="3101" y="11729"/>
                </a:lnTo>
                <a:lnTo>
                  <a:pt x="2835" y="12218"/>
                </a:lnTo>
                <a:lnTo>
                  <a:pt x="2570" y="12708"/>
                </a:lnTo>
                <a:lnTo>
                  <a:pt x="2305" y="13218"/>
                </a:lnTo>
                <a:lnTo>
                  <a:pt x="2081" y="13728"/>
                </a:lnTo>
                <a:lnTo>
                  <a:pt x="1836" y="14258"/>
                </a:lnTo>
                <a:lnTo>
                  <a:pt x="1632" y="14768"/>
                </a:lnTo>
                <a:lnTo>
                  <a:pt x="1428" y="15299"/>
                </a:lnTo>
                <a:lnTo>
                  <a:pt x="1244" y="15849"/>
                </a:lnTo>
                <a:lnTo>
                  <a:pt x="1061" y="16380"/>
                </a:lnTo>
                <a:lnTo>
                  <a:pt x="898" y="16930"/>
                </a:lnTo>
                <a:lnTo>
                  <a:pt x="734" y="17481"/>
                </a:lnTo>
                <a:lnTo>
                  <a:pt x="612" y="18052"/>
                </a:lnTo>
                <a:lnTo>
                  <a:pt x="490" y="18623"/>
                </a:lnTo>
                <a:lnTo>
                  <a:pt x="367" y="19174"/>
                </a:lnTo>
                <a:lnTo>
                  <a:pt x="286" y="19766"/>
                </a:lnTo>
                <a:lnTo>
                  <a:pt x="204" y="20337"/>
                </a:lnTo>
                <a:lnTo>
                  <a:pt x="122" y="20928"/>
                </a:lnTo>
                <a:lnTo>
                  <a:pt x="82" y="21500"/>
                </a:lnTo>
                <a:lnTo>
                  <a:pt x="41" y="22091"/>
                </a:lnTo>
                <a:lnTo>
                  <a:pt x="20" y="22683"/>
                </a:lnTo>
                <a:lnTo>
                  <a:pt x="0" y="23295"/>
                </a:lnTo>
                <a:lnTo>
                  <a:pt x="0" y="186255"/>
                </a:lnTo>
                <a:lnTo>
                  <a:pt x="20" y="186867"/>
                </a:lnTo>
                <a:lnTo>
                  <a:pt x="41" y="187459"/>
                </a:lnTo>
                <a:lnTo>
                  <a:pt x="82" y="188050"/>
                </a:lnTo>
                <a:lnTo>
                  <a:pt x="122" y="188642"/>
                </a:lnTo>
                <a:lnTo>
                  <a:pt x="204" y="189213"/>
                </a:lnTo>
                <a:lnTo>
                  <a:pt x="286" y="189805"/>
                </a:lnTo>
                <a:lnTo>
                  <a:pt x="367" y="190376"/>
                </a:lnTo>
                <a:lnTo>
                  <a:pt x="490" y="190947"/>
                </a:lnTo>
                <a:lnTo>
                  <a:pt x="612" y="191498"/>
                </a:lnTo>
                <a:lnTo>
                  <a:pt x="734" y="192069"/>
                </a:lnTo>
                <a:lnTo>
                  <a:pt x="898" y="192620"/>
                </a:lnTo>
                <a:lnTo>
                  <a:pt x="1061" y="193170"/>
                </a:lnTo>
                <a:lnTo>
                  <a:pt x="1244" y="193701"/>
                </a:lnTo>
                <a:lnTo>
                  <a:pt x="1428" y="194251"/>
                </a:lnTo>
                <a:lnTo>
                  <a:pt x="1632" y="194782"/>
                </a:lnTo>
                <a:lnTo>
                  <a:pt x="1836" y="195312"/>
                </a:lnTo>
                <a:lnTo>
                  <a:pt x="2081" y="195822"/>
                </a:lnTo>
                <a:lnTo>
                  <a:pt x="2305" y="196332"/>
                </a:lnTo>
                <a:lnTo>
                  <a:pt x="2570" y="196842"/>
                </a:lnTo>
                <a:lnTo>
                  <a:pt x="2835" y="197332"/>
                </a:lnTo>
                <a:lnTo>
                  <a:pt x="3101" y="197821"/>
                </a:lnTo>
                <a:lnTo>
                  <a:pt x="3386" y="198311"/>
                </a:lnTo>
                <a:lnTo>
                  <a:pt x="3692" y="198780"/>
                </a:lnTo>
                <a:lnTo>
                  <a:pt x="3998" y="199249"/>
                </a:lnTo>
                <a:lnTo>
                  <a:pt x="4324" y="199718"/>
                </a:lnTo>
                <a:lnTo>
                  <a:pt x="4651" y="200167"/>
                </a:lnTo>
                <a:lnTo>
                  <a:pt x="4998" y="200616"/>
                </a:lnTo>
                <a:lnTo>
                  <a:pt x="5344" y="201044"/>
                </a:lnTo>
                <a:lnTo>
                  <a:pt x="5711" y="201472"/>
                </a:lnTo>
                <a:lnTo>
                  <a:pt x="6079" y="201901"/>
                </a:lnTo>
                <a:lnTo>
                  <a:pt x="6446" y="202309"/>
                </a:lnTo>
                <a:lnTo>
                  <a:pt x="6854" y="202696"/>
                </a:lnTo>
                <a:lnTo>
                  <a:pt x="7241" y="203104"/>
                </a:lnTo>
                <a:lnTo>
                  <a:pt x="7649" y="203471"/>
                </a:lnTo>
                <a:lnTo>
                  <a:pt x="8078" y="203859"/>
                </a:lnTo>
                <a:lnTo>
                  <a:pt x="8506" y="204206"/>
                </a:lnTo>
                <a:lnTo>
                  <a:pt x="8934" y="204552"/>
                </a:lnTo>
                <a:lnTo>
                  <a:pt x="9383" y="204899"/>
                </a:lnTo>
                <a:lnTo>
                  <a:pt x="9832" y="205226"/>
                </a:lnTo>
                <a:lnTo>
                  <a:pt x="10301" y="205552"/>
                </a:lnTo>
                <a:lnTo>
                  <a:pt x="10770" y="205858"/>
                </a:lnTo>
                <a:lnTo>
                  <a:pt x="11239" y="206164"/>
                </a:lnTo>
                <a:lnTo>
                  <a:pt x="11729" y="206449"/>
                </a:lnTo>
                <a:lnTo>
                  <a:pt x="12218" y="206715"/>
                </a:lnTo>
                <a:lnTo>
                  <a:pt x="12708" y="206980"/>
                </a:lnTo>
                <a:lnTo>
                  <a:pt x="13218" y="207245"/>
                </a:lnTo>
                <a:lnTo>
                  <a:pt x="13728" y="207490"/>
                </a:lnTo>
                <a:lnTo>
                  <a:pt x="14258" y="207714"/>
                </a:lnTo>
                <a:lnTo>
                  <a:pt x="14768" y="207918"/>
                </a:lnTo>
                <a:lnTo>
                  <a:pt x="15299" y="208122"/>
                </a:lnTo>
                <a:lnTo>
                  <a:pt x="15849" y="208326"/>
                </a:lnTo>
                <a:lnTo>
                  <a:pt x="16380" y="208489"/>
                </a:lnTo>
                <a:lnTo>
                  <a:pt x="16930" y="208652"/>
                </a:lnTo>
                <a:lnTo>
                  <a:pt x="17481" y="208816"/>
                </a:lnTo>
                <a:lnTo>
                  <a:pt x="18052" y="208938"/>
                </a:lnTo>
                <a:lnTo>
                  <a:pt x="18603" y="209060"/>
                </a:lnTo>
                <a:lnTo>
                  <a:pt x="19174" y="209183"/>
                </a:lnTo>
                <a:lnTo>
                  <a:pt x="19745" y="209285"/>
                </a:lnTo>
                <a:lnTo>
                  <a:pt x="20337" y="209366"/>
                </a:lnTo>
                <a:lnTo>
                  <a:pt x="20908" y="209428"/>
                </a:lnTo>
                <a:lnTo>
                  <a:pt x="21500" y="209468"/>
                </a:lnTo>
                <a:lnTo>
                  <a:pt x="22091" y="209509"/>
                </a:lnTo>
                <a:lnTo>
                  <a:pt x="22683" y="209530"/>
                </a:lnTo>
                <a:lnTo>
                  <a:pt x="23295" y="209550"/>
                </a:lnTo>
                <a:lnTo>
                  <a:pt x="186255" y="209550"/>
                </a:lnTo>
                <a:lnTo>
                  <a:pt x="186867" y="209530"/>
                </a:lnTo>
                <a:lnTo>
                  <a:pt x="187459" y="209509"/>
                </a:lnTo>
                <a:lnTo>
                  <a:pt x="188050" y="209468"/>
                </a:lnTo>
                <a:lnTo>
                  <a:pt x="188622" y="209428"/>
                </a:lnTo>
                <a:lnTo>
                  <a:pt x="189213" y="209366"/>
                </a:lnTo>
                <a:lnTo>
                  <a:pt x="189784" y="209285"/>
                </a:lnTo>
                <a:lnTo>
                  <a:pt x="190376" y="209183"/>
                </a:lnTo>
                <a:lnTo>
                  <a:pt x="190947" y="209060"/>
                </a:lnTo>
                <a:lnTo>
                  <a:pt x="191498" y="208938"/>
                </a:lnTo>
                <a:lnTo>
                  <a:pt x="192069" y="208816"/>
                </a:lnTo>
                <a:lnTo>
                  <a:pt x="192620" y="208652"/>
                </a:lnTo>
                <a:lnTo>
                  <a:pt x="193170" y="208489"/>
                </a:lnTo>
                <a:lnTo>
                  <a:pt x="193701" y="208326"/>
                </a:lnTo>
                <a:lnTo>
                  <a:pt x="194251" y="208122"/>
                </a:lnTo>
                <a:lnTo>
                  <a:pt x="194782" y="207918"/>
                </a:lnTo>
                <a:lnTo>
                  <a:pt x="195292" y="207714"/>
                </a:lnTo>
                <a:lnTo>
                  <a:pt x="195822" y="207490"/>
                </a:lnTo>
                <a:lnTo>
                  <a:pt x="196332" y="207245"/>
                </a:lnTo>
                <a:lnTo>
                  <a:pt x="196842" y="206980"/>
                </a:lnTo>
                <a:lnTo>
                  <a:pt x="197332" y="206715"/>
                </a:lnTo>
                <a:lnTo>
                  <a:pt x="197821" y="206449"/>
                </a:lnTo>
                <a:lnTo>
                  <a:pt x="198311" y="206164"/>
                </a:lnTo>
                <a:lnTo>
                  <a:pt x="198780" y="205858"/>
                </a:lnTo>
                <a:lnTo>
                  <a:pt x="199249" y="205552"/>
                </a:lnTo>
                <a:lnTo>
                  <a:pt x="199718" y="205226"/>
                </a:lnTo>
                <a:lnTo>
                  <a:pt x="200167" y="204899"/>
                </a:lnTo>
                <a:lnTo>
                  <a:pt x="200616" y="204552"/>
                </a:lnTo>
                <a:lnTo>
                  <a:pt x="201044" y="204206"/>
                </a:lnTo>
                <a:lnTo>
                  <a:pt x="201472" y="203859"/>
                </a:lnTo>
                <a:lnTo>
                  <a:pt x="201901" y="203471"/>
                </a:lnTo>
                <a:lnTo>
                  <a:pt x="202309" y="203104"/>
                </a:lnTo>
                <a:lnTo>
                  <a:pt x="202696" y="202696"/>
                </a:lnTo>
                <a:lnTo>
                  <a:pt x="203084" y="202309"/>
                </a:lnTo>
                <a:lnTo>
                  <a:pt x="203471" y="201901"/>
                </a:lnTo>
                <a:lnTo>
                  <a:pt x="203839" y="201472"/>
                </a:lnTo>
                <a:lnTo>
                  <a:pt x="204206" y="201044"/>
                </a:lnTo>
                <a:lnTo>
                  <a:pt x="204552" y="200616"/>
                </a:lnTo>
                <a:lnTo>
                  <a:pt x="204899" y="200167"/>
                </a:lnTo>
                <a:lnTo>
                  <a:pt x="205226" y="199718"/>
                </a:lnTo>
                <a:lnTo>
                  <a:pt x="205552" y="199249"/>
                </a:lnTo>
                <a:lnTo>
                  <a:pt x="205858" y="198780"/>
                </a:lnTo>
                <a:lnTo>
                  <a:pt x="206164" y="198311"/>
                </a:lnTo>
                <a:lnTo>
                  <a:pt x="206449" y="197821"/>
                </a:lnTo>
                <a:lnTo>
                  <a:pt x="206715" y="197332"/>
                </a:lnTo>
                <a:lnTo>
                  <a:pt x="206980" y="196842"/>
                </a:lnTo>
                <a:lnTo>
                  <a:pt x="207245" y="196332"/>
                </a:lnTo>
                <a:lnTo>
                  <a:pt x="207469" y="195822"/>
                </a:lnTo>
                <a:lnTo>
                  <a:pt x="207714" y="195312"/>
                </a:lnTo>
                <a:lnTo>
                  <a:pt x="207918" y="194782"/>
                </a:lnTo>
                <a:lnTo>
                  <a:pt x="208122" y="194251"/>
                </a:lnTo>
                <a:lnTo>
                  <a:pt x="208306" y="193701"/>
                </a:lnTo>
                <a:lnTo>
                  <a:pt x="208489" y="193170"/>
                </a:lnTo>
                <a:lnTo>
                  <a:pt x="208652" y="192620"/>
                </a:lnTo>
                <a:lnTo>
                  <a:pt x="208795" y="192069"/>
                </a:lnTo>
                <a:lnTo>
                  <a:pt x="208938" y="191498"/>
                </a:lnTo>
                <a:lnTo>
                  <a:pt x="209060" y="190947"/>
                </a:lnTo>
                <a:lnTo>
                  <a:pt x="209183" y="190376"/>
                </a:lnTo>
                <a:lnTo>
                  <a:pt x="209264" y="189805"/>
                </a:lnTo>
                <a:lnTo>
                  <a:pt x="209346" y="189213"/>
                </a:lnTo>
                <a:lnTo>
                  <a:pt x="209428" y="188642"/>
                </a:lnTo>
                <a:lnTo>
                  <a:pt x="209468" y="188050"/>
                </a:lnTo>
                <a:lnTo>
                  <a:pt x="209509" y="187459"/>
                </a:lnTo>
                <a:lnTo>
                  <a:pt x="209530" y="186867"/>
                </a:lnTo>
                <a:lnTo>
                  <a:pt x="209550" y="186255"/>
                </a:lnTo>
                <a:lnTo>
                  <a:pt x="209550" y="23295"/>
                </a:lnTo>
                <a:lnTo>
                  <a:pt x="209530" y="22683"/>
                </a:lnTo>
                <a:lnTo>
                  <a:pt x="209509" y="22091"/>
                </a:lnTo>
                <a:lnTo>
                  <a:pt x="209468" y="21500"/>
                </a:lnTo>
                <a:lnTo>
                  <a:pt x="209428" y="20928"/>
                </a:lnTo>
                <a:lnTo>
                  <a:pt x="209346" y="20337"/>
                </a:lnTo>
                <a:lnTo>
                  <a:pt x="209264" y="19766"/>
                </a:lnTo>
                <a:lnTo>
                  <a:pt x="209183" y="19174"/>
                </a:lnTo>
                <a:lnTo>
                  <a:pt x="209060" y="18623"/>
                </a:lnTo>
                <a:lnTo>
                  <a:pt x="208938" y="18052"/>
                </a:lnTo>
                <a:lnTo>
                  <a:pt x="208795" y="17481"/>
                </a:lnTo>
                <a:lnTo>
                  <a:pt x="208652" y="16930"/>
                </a:lnTo>
                <a:lnTo>
                  <a:pt x="208489" y="16380"/>
                </a:lnTo>
                <a:lnTo>
                  <a:pt x="208306" y="15849"/>
                </a:lnTo>
                <a:lnTo>
                  <a:pt x="208122" y="15299"/>
                </a:lnTo>
                <a:lnTo>
                  <a:pt x="207918" y="14768"/>
                </a:lnTo>
                <a:lnTo>
                  <a:pt x="207714" y="14258"/>
                </a:lnTo>
                <a:lnTo>
                  <a:pt x="207469" y="13728"/>
                </a:lnTo>
                <a:lnTo>
                  <a:pt x="207245" y="13218"/>
                </a:lnTo>
                <a:lnTo>
                  <a:pt x="206980" y="12708"/>
                </a:lnTo>
                <a:lnTo>
                  <a:pt x="206715" y="12218"/>
                </a:lnTo>
                <a:lnTo>
                  <a:pt x="206449" y="11729"/>
                </a:lnTo>
                <a:lnTo>
                  <a:pt x="206164" y="11239"/>
                </a:lnTo>
                <a:lnTo>
                  <a:pt x="205858" y="10770"/>
                </a:lnTo>
                <a:lnTo>
                  <a:pt x="205552" y="10301"/>
                </a:lnTo>
                <a:lnTo>
                  <a:pt x="205226" y="9832"/>
                </a:lnTo>
                <a:lnTo>
                  <a:pt x="204899" y="9383"/>
                </a:lnTo>
                <a:lnTo>
                  <a:pt x="204552" y="8934"/>
                </a:lnTo>
                <a:lnTo>
                  <a:pt x="204206" y="8506"/>
                </a:lnTo>
                <a:lnTo>
                  <a:pt x="203839" y="8078"/>
                </a:lnTo>
                <a:lnTo>
                  <a:pt x="203471" y="7649"/>
                </a:lnTo>
                <a:lnTo>
                  <a:pt x="203084" y="7241"/>
                </a:lnTo>
                <a:lnTo>
                  <a:pt x="202696" y="6854"/>
                </a:lnTo>
                <a:lnTo>
                  <a:pt x="202309" y="6466"/>
                </a:lnTo>
                <a:lnTo>
                  <a:pt x="201901" y="6079"/>
                </a:lnTo>
                <a:lnTo>
                  <a:pt x="201472" y="5711"/>
                </a:lnTo>
                <a:lnTo>
                  <a:pt x="201044" y="5344"/>
                </a:lnTo>
                <a:lnTo>
                  <a:pt x="200616" y="4998"/>
                </a:lnTo>
                <a:lnTo>
                  <a:pt x="200167" y="4651"/>
                </a:lnTo>
                <a:lnTo>
                  <a:pt x="199718" y="4324"/>
                </a:lnTo>
                <a:lnTo>
                  <a:pt x="199249" y="3998"/>
                </a:lnTo>
                <a:lnTo>
                  <a:pt x="198780" y="3692"/>
                </a:lnTo>
                <a:lnTo>
                  <a:pt x="198311" y="3386"/>
                </a:lnTo>
                <a:lnTo>
                  <a:pt x="197821" y="3101"/>
                </a:lnTo>
                <a:lnTo>
                  <a:pt x="197332" y="2835"/>
                </a:lnTo>
                <a:lnTo>
                  <a:pt x="196842" y="2570"/>
                </a:lnTo>
                <a:lnTo>
                  <a:pt x="196332" y="2305"/>
                </a:lnTo>
                <a:lnTo>
                  <a:pt x="195822" y="2081"/>
                </a:lnTo>
                <a:lnTo>
                  <a:pt x="195292" y="1856"/>
                </a:lnTo>
                <a:lnTo>
                  <a:pt x="194782" y="1632"/>
                </a:lnTo>
                <a:lnTo>
                  <a:pt x="194251" y="1428"/>
                </a:lnTo>
                <a:lnTo>
                  <a:pt x="193701" y="1244"/>
                </a:lnTo>
                <a:lnTo>
                  <a:pt x="193170" y="1061"/>
                </a:lnTo>
                <a:lnTo>
                  <a:pt x="192620" y="898"/>
                </a:lnTo>
                <a:lnTo>
                  <a:pt x="192069" y="755"/>
                </a:lnTo>
                <a:lnTo>
                  <a:pt x="191498" y="612"/>
                </a:lnTo>
                <a:lnTo>
                  <a:pt x="190947" y="490"/>
                </a:lnTo>
                <a:lnTo>
                  <a:pt x="190376" y="367"/>
                </a:lnTo>
                <a:lnTo>
                  <a:pt x="189784" y="286"/>
                </a:lnTo>
                <a:lnTo>
                  <a:pt x="189213" y="204"/>
                </a:lnTo>
                <a:lnTo>
                  <a:pt x="188622" y="122"/>
                </a:lnTo>
                <a:lnTo>
                  <a:pt x="188050" y="82"/>
                </a:lnTo>
                <a:lnTo>
                  <a:pt x="187459" y="41"/>
                </a:lnTo>
                <a:lnTo>
                  <a:pt x="186867" y="20"/>
                </a:lnTo>
                <a:lnTo>
                  <a:pt x="186255" y="0"/>
                </a:lnTo>
                <a:close/>
              </a:path>
            </a:pathLst>
          </a:custGeom>
          <a:solidFill>
            <a:srgbClr val="FD3E8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76"/>
          <p:cNvSpPr txBox="1"/>
          <p:nvPr/>
        </p:nvSpPr>
        <p:spPr>
          <a:xfrm>
            <a:off x="6130863" y="2494131"/>
            <a:ext cx="11823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Mensuração</a:t>
            </a:r>
            <a:endParaRPr b="1" sz="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Pré clique, alcance unificado da campanha, conversões por visualização, cliques e impressões nos relatórios de atribuição.</a:t>
            </a:r>
            <a:endParaRPr sz="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4" name="Google Shape;674;p76"/>
          <p:cNvSpPr/>
          <p:nvPr/>
        </p:nvSpPr>
        <p:spPr>
          <a:xfrm>
            <a:off x="7564977" y="1766206"/>
            <a:ext cx="756000" cy="749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FD3E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D3E81"/>
              </a:highlight>
            </a:endParaRPr>
          </a:p>
        </p:txBody>
      </p:sp>
      <p:sp>
        <p:nvSpPr>
          <p:cNvPr id="675" name="Google Shape;675;p76"/>
          <p:cNvSpPr txBox="1"/>
          <p:nvPr/>
        </p:nvSpPr>
        <p:spPr>
          <a:xfrm>
            <a:off x="7351827" y="2494131"/>
            <a:ext cx="11823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Audiência</a:t>
            </a:r>
            <a:endParaRPr b="1" sz="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maior poder de combinação de listas junto ao DV.</a:t>
            </a:r>
            <a:endParaRPr sz="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6" name="Google Shape;676;p76"/>
          <p:cNvSpPr/>
          <p:nvPr/>
        </p:nvSpPr>
        <p:spPr>
          <a:xfrm>
            <a:off x="7758119" y="1990667"/>
            <a:ext cx="118972" cy="155088"/>
          </a:xfrm>
          <a:custGeom>
            <a:rect b="b" l="l" r="r" t="t"/>
            <a:pathLst>
              <a:path extrusionOk="0" h="69546" w="69574">
                <a:moveTo>
                  <a:pt x="34800" y="17373"/>
                </a:moveTo>
                <a:lnTo>
                  <a:pt x="35665" y="17400"/>
                </a:lnTo>
                <a:lnTo>
                  <a:pt x="36556" y="17481"/>
                </a:lnTo>
                <a:lnTo>
                  <a:pt x="37421" y="17589"/>
                </a:lnTo>
                <a:lnTo>
                  <a:pt x="38286" y="17724"/>
                </a:lnTo>
                <a:lnTo>
                  <a:pt x="39123" y="17940"/>
                </a:lnTo>
                <a:lnTo>
                  <a:pt x="39934" y="18157"/>
                </a:lnTo>
                <a:lnTo>
                  <a:pt x="40744" y="18427"/>
                </a:lnTo>
                <a:lnTo>
                  <a:pt x="41528" y="18751"/>
                </a:lnTo>
                <a:lnTo>
                  <a:pt x="42311" y="19102"/>
                </a:lnTo>
                <a:lnTo>
                  <a:pt x="43068" y="19480"/>
                </a:lnTo>
                <a:lnTo>
                  <a:pt x="43797" y="19913"/>
                </a:lnTo>
                <a:lnTo>
                  <a:pt x="44500" y="20372"/>
                </a:lnTo>
                <a:lnTo>
                  <a:pt x="45175" y="20858"/>
                </a:lnTo>
                <a:lnTo>
                  <a:pt x="45824" y="21372"/>
                </a:lnTo>
                <a:lnTo>
                  <a:pt x="46472" y="21912"/>
                </a:lnTo>
                <a:lnTo>
                  <a:pt x="47067" y="22480"/>
                </a:lnTo>
                <a:lnTo>
                  <a:pt x="47634" y="23101"/>
                </a:lnTo>
                <a:lnTo>
                  <a:pt x="48201" y="23722"/>
                </a:lnTo>
                <a:lnTo>
                  <a:pt x="48715" y="24371"/>
                </a:lnTo>
                <a:lnTo>
                  <a:pt x="49201" y="25073"/>
                </a:lnTo>
                <a:lnTo>
                  <a:pt x="49661" y="25776"/>
                </a:lnTo>
                <a:lnTo>
                  <a:pt x="50066" y="26505"/>
                </a:lnTo>
                <a:lnTo>
                  <a:pt x="50444" y="27235"/>
                </a:lnTo>
                <a:lnTo>
                  <a:pt x="50795" y="28018"/>
                </a:lnTo>
                <a:lnTo>
                  <a:pt x="51120" y="28802"/>
                </a:lnTo>
                <a:lnTo>
                  <a:pt x="51390" y="29612"/>
                </a:lnTo>
                <a:lnTo>
                  <a:pt x="51633" y="30450"/>
                </a:lnTo>
                <a:lnTo>
                  <a:pt x="51822" y="31288"/>
                </a:lnTo>
                <a:lnTo>
                  <a:pt x="51984" y="32125"/>
                </a:lnTo>
                <a:lnTo>
                  <a:pt x="52092" y="32990"/>
                </a:lnTo>
                <a:lnTo>
                  <a:pt x="52146" y="33881"/>
                </a:lnTo>
                <a:lnTo>
                  <a:pt x="52173" y="34773"/>
                </a:lnTo>
                <a:lnTo>
                  <a:pt x="52146" y="35665"/>
                </a:lnTo>
                <a:lnTo>
                  <a:pt x="52092" y="36529"/>
                </a:lnTo>
                <a:lnTo>
                  <a:pt x="51984" y="37421"/>
                </a:lnTo>
                <a:lnTo>
                  <a:pt x="51822" y="38258"/>
                </a:lnTo>
                <a:lnTo>
                  <a:pt x="51633" y="39096"/>
                </a:lnTo>
                <a:lnTo>
                  <a:pt x="51390" y="39934"/>
                </a:lnTo>
                <a:lnTo>
                  <a:pt x="51120" y="40744"/>
                </a:lnTo>
                <a:lnTo>
                  <a:pt x="50795" y="41528"/>
                </a:lnTo>
                <a:lnTo>
                  <a:pt x="50444" y="42284"/>
                </a:lnTo>
                <a:lnTo>
                  <a:pt x="50066" y="43041"/>
                </a:lnTo>
                <a:lnTo>
                  <a:pt x="49661" y="43770"/>
                </a:lnTo>
                <a:lnTo>
                  <a:pt x="49201" y="44473"/>
                </a:lnTo>
                <a:lnTo>
                  <a:pt x="48715" y="45148"/>
                </a:lnTo>
                <a:lnTo>
                  <a:pt x="48201" y="45824"/>
                </a:lnTo>
                <a:lnTo>
                  <a:pt x="47634" y="46445"/>
                </a:lnTo>
                <a:lnTo>
                  <a:pt x="47067" y="47039"/>
                </a:lnTo>
                <a:lnTo>
                  <a:pt x="46472" y="47634"/>
                </a:lnTo>
                <a:lnTo>
                  <a:pt x="45824" y="48174"/>
                </a:lnTo>
                <a:lnTo>
                  <a:pt x="45175" y="48688"/>
                </a:lnTo>
                <a:lnTo>
                  <a:pt x="44500" y="49174"/>
                </a:lnTo>
                <a:lnTo>
                  <a:pt x="43797" y="49633"/>
                </a:lnTo>
                <a:lnTo>
                  <a:pt x="43068" y="50066"/>
                </a:lnTo>
                <a:lnTo>
                  <a:pt x="42311" y="50444"/>
                </a:lnTo>
                <a:lnTo>
                  <a:pt x="41528" y="50795"/>
                </a:lnTo>
                <a:lnTo>
                  <a:pt x="40744" y="51092"/>
                </a:lnTo>
                <a:lnTo>
                  <a:pt x="39934" y="51362"/>
                </a:lnTo>
                <a:lnTo>
                  <a:pt x="39123" y="51606"/>
                </a:lnTo>
                <a:lnTo>
                  <a:pt x="38286" y="51795"/>
                </a:lnTo>
                <a:lnTo>
                  <a:pt x="37421" y="51957"/>
                </a:lnTo>
                <a:lnTo>
                  <a:pt x="36556" y="52065"/>
                </a:lnTo>
                <a:lnTo>
                  <a:pt x="35665" y="52146"/>
                </a:lnTo>
                <a:lnTo>
                  <a:pt x="34800" y="52173"/>
                </a:lnTo>
                <a:lnTo>
                  <a:pt x="33909" y="52146"/>
                </a:lnTo>
                <a:lnTo>
                  <a:pt x="33017" y="52065"/>
                </a:lnTo>
                <a:lnTo>
                  <a:pt x="32152" y="51957"/>
                </a:lnTo>
                <a:lnTo>
                  <a:pt x="31288" y="51795"/>
                </a:lnTo>
                <a:lnTo>
                  <a:pt x="30450" y="51606"/>
                </a:lnTo>
                <a:lnTo>
                  <a:pt x="29640" y="51362"/>
                </a:lnTo>
                <a:lnTo>
                  <a:pt x="28829" y="51092"/>
                </a:lnTo>
                <a:lnTo>
                  <a:pt x="28046" y="50795"/>
                </a:lnTo>
                <a:lnTo>
                  <a:pt x="27262" y="50444"/>
                </a:lnTo>
                <a:lnTo>
                  <a:pt x="26505" y="50066"/>
                </a:lnTo>
                <a:lnTo>
                  <a:pt x="25776" y="49633"/>
                </a:lnTo>
                <a:lnTo>
                  <a:pt x="25073" y="49174"/>
                </a:lnTo>
                <a:lnTo>
                  <a:pt x="24398" y="48688"/>
                </a:lnTo>
                <a:lnTo>
                  <a:pt x="23750" y="48174"/>
                </a:lnTo>
                <a:lnTo>
                  <a:pt x="23101" y="47634"/>
                </a:lnTo>
                <a:lnTo>
                  <a:pt x="22507" y="47039"/>
                </a:lnTo>
                <a:lnTo>
                  <a:pt x="21939" y="46445"/>
                </a:lnTo>
                <a:lnTo>
                  <a:pt x="21372" y="45824"/>
                </a:lnTo>
                <a:lnTo>
                  <a:pt x="20859" y="45148"/>
                </a:lnTo>
                <a:lnTo>
                  <a:pt x="20372" y="44473"/>
                </a:lnTo>
                <a:lnTo>
                  <a:pt x="19913" y="43770"/>
                </a:lnTo>
                <a:lnTo>
                  <a:pt x="19508" y="43041"/>
                </a:lnTo>
                <a:lnTo>
                  <a:pt x="19129" y="42284"/>
                </a:lnTo>
                <a:lnTo>
                  <a:pt x="18778" y="41528"/>
                </a:lnTo>
                <a:lnTo>
                  <a:pt x="18454" y="40744"/>
                </a:lnTo>
                <a:lnTo>
                  <a:pt x="18184" y="39934"/>
                </a:lnTo>
                <a:lnTo>
                  <a:pt x="17941" y="39096"/>
                </a:lnTo>
                <a:lnTo>
                  <a:pt x="17751" y="38258"/>
                </a:lnTo>
                <a:lnTo>
                  <a:pt x="17589" y="37421"/>
                </a:lnTo>
                <a:lnTo>
                  <a:pt x="17481" y="36529"/>
                </a:lnTo>
                <a:lnTo>
                  <a:pt x="17427" y="35665"/>
                </a:lnTo>
                <a:lnTo>
                  <a:pt x="17400" y="34773"/>
                </a:lnTo>
                <a:lnTo>
                  <a:pt x="17427" y="33881"/>
                </a:lnTo>
                <a:lnTo>
                  <a:pt x="17481" y="32990"/>
                </a:lnTo>
                <a:lnTo>
                  <a:pt x="17589" y="32125"/>
                </a:lnTo>
                <a:lnTo>
                  <a:pt x="17751" y="31288"/>
                </a:lnTo>
                <a:lnTo>
                  <a:pt x="17941" y="30450"/>
                </a:lnTo>
                <a:lnTo>
                  <a:pt x="18184" y="29612"/>
                </a:lnTo>
                <a:lnTo>
                  <a:pt x="18454" y="28802"/>
                </a:lnTo>
                <a:lnTo>
                  <a:pt x="18778" y="28018"/>
                </a:lnTo>
                <a:lnTo>
                  <a:pt x="19129" y="27235"/>
                </a:lnTo>
                <a:lnTo>
                  <a:pt x="19508" y="26505"/>
                </a:lnTo>
                <a:lnTo>
                  <a:pt x="19913" y="25776"/>
                </a:lnTo>
                <a:lnTo>
                  <a:pt x="20372" y="25073"/>
                </a:lnTo>
                <a:lnTo>
                  <a:pt x="20859" y="24371"/>
                </a:lnTo>
                <a:lnTo>
                  <a:pt x="21372" y="23722"/>
                </a:lnTo>
                <a:lnTo>
                  <a:pt x="21939" y="23101"/>
                </a:lnTo>
                <a:lnTo>
                  <a:pt x="22507" y="22480"/>
                </a:lnTo>
                <a:lnTo>
                  <a:pt x="23101" y="21912"/>
                </a:lnTo>
                <a:lnTo>
                  <a:pt x="23750" y="21372"/>
                </a:lnTo>
                <a:lnTo>
                  <a:pt x="24398" y="20858"/>
                </a:lnTo>
                <a:lnTo>
                  <a:pt x="25073" y="20372"/>
                </a:lnTo>
                <a:lnTo>
                  <a:pt x="25776" y="19913"/>
                </a:lnTo>
                <a:lnTo>
                  <a:pt x="26505" y="19480"/>
                </a:lnTo>
                <a:lnTo>
                  <a:pt x="27262" y="19102"/>
                </a:lnTo>
                <a:lnTo>
                  <a:pt x="28046" y="18751"/>
                </a:lnTo>
                <a:lnTo>
                  <a:pt x="28829" y="18427"/>
                </a:lnTo>
                <a:lnTo>
                  <a:pt x="29640" y="18157"/>
                </a:lnTo>
                <a:lnTo>
                  <a:pt x="30450" y="17940"/>
                </a:lnTo>
                <a:lnTo>
                  <a:pt x="31288" y="17724"/>
                </a:lnTo>
                <a:lnTo>
                  <a:pt x="32152" y="17589"/>
                </a:lnTo>
                <a:lnTo>
                  <a:pt x="33017" y="17481"/>
                </a:lnTo>
                <a:lnTo>
                  <a:pt x="33909" y="17400"/>
                </a:lnTo>
                <a:lnTo>
                  <a:pt x="34800" y="17373"/>
                </a:lnTo>
                <a:close/>
                <a:moveTo>
                  <a:pt x="33882" y="0"/>
                </a:moveTo>
                <a:lnTo>
                  <a:pt x="32990" y="27"/>
                </a:lnTo>
                <a:lnTo>
                  <a:pt x="32098" y="81"/>
                </a:lnTo>
                <a:lnTo>
                  <a:pt x="31234" y="162"/>
                </a:lnTo>
                <a:lnTo>
                  <a:pt x="30342" y="270"/>
                </a:lnTo>
                <a:lnTo>
                  <a:pt x="29478" y="378"/>
                </a:lnTo>
                <a:lnTo>
                  <a:pt x="28640" y="540"/>
                </a:lnTo>
                <a:lnTo>
                  <a:pt x="27775" y="702"/>
                </a:lnTo>
                <a:lnTo>
                  <a:pt x="26938" y="892"/>
                </a:lnTo>
                <a:lnTo>
                  <a:pt x="26100" y="1081"/>
                </a:lnTo>
                <a:lnTo>
                  <a:pt x="25263" y="1297"/>
                </a:lnTo>
                <a:lnTo>
                  <a:pt x="24452" y="1540"/>
                </a:lnTo>
                <a:lnTo>
                  <a:pt x="23641" y="1810"/>
                </a:lnTo>
                <a:lnTo>
                  <a:pt x="22831" y="2107"/>
                </a:lnTo>
                <a:lnTo>
                  <a:pt x="22020" y="2405"/>
                </a:lnTo>
                <a:lnTo>
                  <a:pt x="21237" y="2729"/>
                </a:lnTo>
                <a:lnTo>
                  <a:pt x="20480" y="3053"/>
                </a:lnTo>
                <a:lnTo>
                  <a:pt x="19697" y="3431"/>
                </a:lnTo>
                <a:lnTo>
                  <a:pt x="18940" y="3783"/>
                </a:lnTo>
                <a:lnTo>
                  <a:pt x="18211" y="4188"/>
                </a:lnTo>
                <a:lnTo>
                  <a:pt x="17481" y="4593"/>
                </a:lnTo>
                <a:lnTo>
                  <a:pt x="16752" y="5025"/>
                </a:lnTo>
                <a:lnTo>
                  <a:pt x="16049" y="5458"/>
                </a:lnTo>
                <a:lnTo>
                  <a:pt x="15347" y="5917"/>
                </a:lnTo>
                <a:lnTo>
                  <a:pt x="14644" y="6403"/>
                </a:lnTo>
                <a:lnTo>
                  <a:pt x="13969" y="6890"/>
                </a:lnTo>
                <a:lnTo>
                  <a:pt x="13320" y="7403"/>
                </a:lnTo>
                <a:lnTo>
                  <a:pt x="12672" y="7916"/>
                </a:lnTo>
                <a:lnTo>
                  <a:pt x="12023" y="8457"/>
                </a:lnTo>
                <a:lnTo>
                  <a:pt x="11402" y="9024"/>
                </a:lnTo>
                <a:lnTo>
                  <a:pt x="10781" y="9592"/>
                </a:lnTo>
                <a:lnTo>
                  <a:pt x="10186" y="10186"/>
                </a:lnTo>
                <a:lnTo>
                  <a:pt x="9619" y="10780"/>
                </a:lnTo>
                <a:lnTo>
                  <a:pt x="9051" y="11375"/>
                </a:lnTo>
                <a:lnTo>
                  <a:pt x="8484" y="11996"/>
                </a:lnTo>
                <a:lnTo>
                  <a:pt x="7944" y="12645"/>
                </a:lnTo>
                <a:lnTo>
                  <a:pt x="7430" y="13293"/>
                </a:lnTo>
                <a:lnTo>
                  <a:pt x="6917" y="13969"/>
                </a:lnTo>
                <a:lnTo>
                  <a:pt x="6431" y="14644"/>
                </a:lnTo>
                <a:lnTo>
                  <a:pt x="5944" y="15320"/>
                </a:lnTo>
                <a:lnTo>
                  <a:pt x="5485" y="16022"/>
                </a:lnTo>
                <a:lnTo>
                  <a:pt x="5053" y="16725"/>
                </a:lnTo>
                <a:lnTo>
                  <a:pt x="4620" y="17454"/>
                </a:lnTo>
                <a:lnTo>
                  <a:pt x="4215" y="18184"/>
                </a:lnTo>
                <a:lnTo>
                  <a:pt x="3810" y="18940"/>
                </a:lnTo>
                <a:lnTo>
                  <a:pt x="3431" y="19697"/>
                </a:lnTo>
                <a:lnTo>
                  <a:pt x="3080" y="20453"/>
                </a:lnTo>
                <a:lnTo>
                  <a:pt x="2729" y="21237"/>
                </a:lnTo>
                <a:lnTo>
                  <a:pt x="2432" y="22020"/>
                </a:lnTo>
                <a:lnTo>
                  <a:pt x="2108" y="22804"/>
                </a:lnTo>
                <a:lnTo>
                  <a:pt x="1837" y="23614"/>
                </a:lnTo>
                <a:lnTo>
                  <a:pt x="1567" y="24425"/>
                </a:lnTo>
                <a:lnTo>
                  <a:pt x="1324" y="25235"/>
                </a:lnTo>
                <a:lnTo>
                  <a:pt x="1108" y="26073"/>
                </a:lnTo>
                <a:lnTo>
                  <a:pt x="892" y="26911"/>
                </a:lnTo>
                <a:lnTo>
                  <a:pt x="703" y="27748"/>
                </a:lnTo>
                <a:lnTo>
                  <a:pt x="540" y="28613"/>
                </a:lnTo>
                <a:lnTo>
                  <a:pt x="405" y="29477"/>
                </a:lnTo>
                <a:lnTo>
                  <a:pt x="297" y="30342"/>
                </a:lnTo>
                <a:lnTo>
                  <a:pt x="189" y="31207"/>
                </a:lnTo>
                <a:lnTo>
                  <a:pt x="108" y="32098"/>
                </a:lnTo>
                <a:lnTo>
                  <a:pt x="54" y="32990"/>
                </a:lnTo>
                <a:lnTo>
                  <a:pt x="27" y="33881"/>
                </a:lnTo>
                <a:lnTo>
                  <a:pt x="0" y="34773"/>
                </a:lnTo>
                <a:lnTo>
                  <a:pt x="27" y="35665"/>
                </a:lnTo>
                <a:lnTo>
                  <a:pt x="54" y="36556"/>
                </a:lnTo>
                <a:lnTo>
                  <a:pt x="108" y="37448"/>
                </a:lnTo>
                <a:lnTo>
                  <a:pt x="189" y="38339"/>
                </a:lnTo>
                <a:lnTo>
                  <a:pt x="297" y="39204"/>
                </a:lnTo>
                <a:lnTo>
                  <a:pt x="405" y="40069"/>
                </a:lnTo>
                <a:lnTo>
                  <a:pt x="540" y="40933"/>
                </a:lnTo>
                <a:lnTo>
                  <a:pt x="703" y="41771"/>
                </a:lnTo>
                <a:lnTo>
                  <a:pt x="892" y="42635"/>
                </a:lnTo>
                <a:lnTo>
                  <a:pt x="1108" y="43473"/>
                </a:lnTo>
                <a:lnTo>
                  <a:pt x="1324" y="44284"/>
                </a:lnTo>
                <a:lnTo>
                  <a:pt x="1567" y="45121"/>
                </a:lnTo>
                <a:lnTo>
                  <a:pt x="1837" y="45932"/>
                </a:lnTo>
                <a:lnTo>
                  <a:pt x="2108" y="46742"/>
                </a:lnTo>
                <a:lnTo>
                  <a:pt x="2432" y="47526"/>
                </a:lnTo>
                <a:lnTo>
                  <a:pt x="2729" y="48309"/>
                </a:lnTo>
                <a:lnTo>
                  <a:pt x="3080" y="49093"/>
                </a:lnTo>
                <a:lnTo>
                  <a:pt x="3431" y="49849"/>
                </a:lnTo>
                <a:lnTo>
                  <a:pt x="3810" y="50606"/>
                </a:lnTo>
                <a:lnTo>
                  <a:pt x="4215" y="51362"/>
                </a:lnTo>
                <a:lnTo>
                  <a:pt x="4620" y="52092"/>
                </a:lnTo>
                <a:lnTo>
                  <a:pt x="5053" y="52794"/>
                </a:lnTo>
                <a:lnTo>
                  <a:pt x="5485" y="53524"/>
                </a:lnTo>
                <a:lnTo>
                  <a:pt x="5944" y="54226"/>
                </a:lnTo>
                <a:lnTo>
                  <a:pt x="6431" y="54902"/>
                </a:lnTo>
                <a:lnTo>
                  <a:pt x="6917" y="55577"/>
                </a:lnTo>
                <a:lnTo>
                  <a:pt x="7430" y="56253"/>
                </a:lnTo>
                <a:lnTo>
                  <a:pt x="7944" y="56901"/>
                </a:lnTo>
                <a:lnTo>
                  <a:pt x="8484" y="57523"/>
                </a:lnTo>
                <a:lnTo>
                  <a:pt x="9051" y="58171"/>
                </a:lnTo>
                <a:lnTo>
                  <a:pt x="9619" y="58766"/>
                </a:lnTo>
                <a:lnTo>
                  <a:pt x="10186" y="59360"/>
                </a:lnTo>
                <a:lnTo>
                  <a:pt x="10781" y="59954"/>
                </a:lnTo>
                <a:lnTo>
                  <a:pt x="11402" y="60522"/>
                </a:lnTo>
                <a:lnTo>
                  <a:pt x="12023" y="61062"/>
                </a:lnTo>
                <a:lnTo>
                  <a:pt x="12672" y="61603"/>
                </a:lnTo>
                <a:lnTo>
                  <a:pt x="13320" y="62143"/>
                </a:lnTo>
                <a:lnTo>
                  <a:pt x="13969" y="62629"/>
                </a:lnTo>
                <a:lnTo>
                  <a:pt x="14644" y="63143"/>
                </a:lnTo>
                <a:lnTo>
                  <a:pt x="15347" y="63602"/>
                </a:lnTo>
                <a:lnTo>
                  <a:pt x="16049" y="64061"/>
                </a:lnTo>
                <a:lnTo>
                  <a:pt x="16752" y="64521"/>
                </a:lnTo>
                <a:lnTo>
                  <a:pt x="17481" y="64953"/>
                </a:lnTo>
                <a:lnTo>
                  <a:pt x="18211" y="65358"/>
                </a:lnTo>
                <a:lnTo>
                  <a:pt x="18940" y="65736"/>
                </a:lnTo>
                <a:lnTo>
                  <a:pt x="19697" y="66115"/>
                </a:lnTo>
                <a:lnTo>
                  <a:pt x="20480" y="66466"/>
                </a:lnTo>
                <a:lnTo>
                  <a:pt x="21237" y="66817"/>
                </a:lnTo>
                <a:lnTo>
                  <a:pt x="22020" y="67141"/>
                </a:lnTo>
                <a:lnTo>
                  <a:pt x="22831" y="67439"/>
                </a:lnTo>
                <a:lnTo>
                  <a:pt x="23641" y="67736"/>
                </a:lnTo>
                <a:lnTo>
                  <a:pt x="24452" y="67979"/>
                </a:lnTo>
                <a:lnTo>
                  <a:pt x="25263" y="68222"/>
                </a:lnTo>
                <a:lnTo>
                  <a:pt x="26100" y="68465"/>
                </a:lnTo>
                <a:lnTo>
                  <a:pt x="26938" y="68654"/>
                </a:lnTo>
                <a:lnTo>
                  <a:pt x="27775" y="68844"/>
                </a:lnTo>
                <a:lnTo>
                  <a:pt x="28640" y="69006"/>
                </a:lnTo>
                <a:lnTo>
                  <a:pt x="29478" y="69141"/>
                </a:lnTo>
                <a:lnTo>
                  <a:pt x="30342" y="69276"/>
                </a:lnTo>
                <a:lnTo>
                  <a:pt x="31234" y="69357"/>
                </a:lnTo>
                <a:lnTo>
                  <a:pt x="32098" y="69438"/>
                </a:lnTo>
                <a:lnTo>
                  <a:pt x="32990" y="69492"/>
                </a:lnTo>
                <a:lnTo>
                  <a:pt x="33882" y="69546"/>
                </a:lnTo>
                <a:lnTo>
                  <a:pt x="35692" y="69546"/>
                </a:lnTo>
                <a:lnTo>
                  <a:pt x="36583" y="69492"/>
                </a:lnTo>
                <a:lnTo>
                  <a:pt x="37475" y="69438"/>
                </a:lnTo>
                <a:lnTo>
                  <a:pt x="38340" y="69357"/>
                </a:lnTo>
                <a:lnTo>
                  <a:pt x="39231" y="69276"/>
                </a:lnTo>
                <a:lnTo>
                  <a:pt x="40096" y="69141"/>
                </a:lnTo>
                <a:lnTo>
                  <a:pt x="40933" y="69006"/>
                </a:lnTo>
                <a:lnTo>
                  <a:pt x="41798" y="68844"/>
                </a:lnTo>
                <a:lnTo>
                  <a:pt x="42636" y="68654"/>
                </a:lnTo>
                <a:lnTo>
                  <a:pt x="43473" y="68465"/>
                </a:lnTo>
                <a:lnTo>
                  <a:pt x="44311" y="68222"/>
                </a:lnTo>
                <a:lnTo>
                  <a:pt x="45121" y="67979"/>
                </a:lnTo>
                <a:lnTo>
                  <a:pt x="45932" y="67736"/>
                </a:lnTo>
                <a:lnTo>
                  <a:pt x="46742" y="67439"/>
                </a:lnTo>
                <a:lnTo>
                  <a:pt x="47553" y="67141"/>
                </a:lnTo>
                <a:lnTo>
                  <a:pt x="48337" y="66817"/>
                </a:lnTo>
                <a:lnTo>
                  <a:pt x="49093" y="66466"/>
                </a:lnTo>
                <a:lnTo>
                  <a:pt x="49877" y="66115"/>
                </a:lnTo>
                <a:lnTo>
                  <a:pt x="50633" y="65736"/>
                </a:lnTo>
                <a:lnTo>
                  <a:pt x="51363" y="65358"/>
                </a:lnTo>
                <a:lnTo>
                  <a:pt x="52092" y="64953"/>
                </a:lnTo>
                <a:lnTo>
                  <a:pt x="52822" y="64521"/>
                </a:lnTo>
                <a:lnTo>
                  <a:pt x="53524" y="64061"/>
                </a:lnTo>
                <a:lnTo>
                  <a:pt x="54227" y="63602"/>
                </a:lnTo>
                <a:lnTo>
                  <a:pt x="54929" y="63143"/>
                </a:lnTo>
                <a:lnTo>
                  <a:pt x="55605" y="62629"/>
                </a:lnTo>
                <a:lnTo>
                  <a:pt x="56253" y="62143"/>
                </a:lnTo>
                <a:lnTo>
                  <a:pt x="56902" y="61603"/>
                </a:lnTo>
                <a:lnTo>
                  <a:pt x="57550" y="61062"/>
                </a:lnTo>
                <a:lnTo>
                  <a:pt x="58171" y="60522"/>
                </a:lnTo>
                <a:lnTo>
                  <a:pt x="58793" y="59954"/>
                </a:lnTo>
                <a:lnTo>
                  <a:pt x="59387" y="59360"/>
                </a:lnTo>
                <a:lnTo>
                  <a:pt x="59955" y="58766"/>
                </a:lnTo>
                <a:lnTo>
                  <a:pt x="60522" y="58171"/>
                </a:lnTo>
                <a:lnTo>
                  <a:pt x="61089" y="57523"/>
                </a:lnTo>
                <a:lnTo>
                  <a:pt x="61630" y="56901"/>
                </a:lnTo>
                <a:lnTo>
                  <a:pt x="62143" y="56253"/>
                </a:lnTo>
                <a:lnTo>
                  <a:pt x="62657" y="55577"/>
                </a:lnTo>
                <a:lnTo>
                  <a:pt x="63143" y="54902"/>
                </a:lnTo>
                <a:lnTo>
                  <a:pt x="63629" y="54226"/>
                </a:lnTo>
                <a:lnTo>
                  <a:pt x="64089" y="53524"/>
                </a:lnTo>
                <a:lnTo>
                  <a:pt x="64521" y="52794"/>
                </a:lnTo>
                <a:lnTo>
                  <a:pt x="64953" y="52092"/>
                </a:lnTo>
                <a:lnTo>
                  <a:pt x="65358" y="51362"/>
                </a:lnTo>
                <a:lnTo>
                  <a:pt x="65764" y="50606"/>
                </a:lnTo>
                <a:lnTo>
                  <a:pt x="66142" y="49849"/>
                </a:lnTo>
                <a:lnTo>
                  <a:pt x="66493" y="49093"/>
                </a:lnTo>
                <a:lnTo>
                  <a:pt x="66844" y="48309"/>
                </a:lnTo>
                <a:lnTo>
                  <a:pt x="67169" y="47526"/>
                </a:lnTo>
                <a:lnTo>
                  <a:pt x="67466" y="46742"/>
                </a:lnTo>
                <a:lnTo>
                  <a:pt x="67736" y="45932"/>
                </a:lnTo>
                <a:lnTo>
                  <a:pt x="68006" y="45121"/>
                </a:lnTo>
                <a:lnTo>
                  <a:pt x="68249" y="44284"/>
                </a:lnTo>
                <a:lnTo>
                  <a:pt x="68466" y="43473"/>
                </a:lnTo>
                <a:lnTo>
                  <a:pt x="68682" y="42635"/>
                </a:lnTo>
                <a:lnTo>
                  <a:pt x="68871" y="41771"/>
                </a:lnTo>
                <a:lnTo>
                  <a:pt x="69033" y="40933"/>
                </a:lnTo>
                <a:lnTo>
                  <a:pt x="69168" y="40069"/>
                </a:lnTo>
                <a:lnTo>
                  <a:pt x="69276" y="39204"/>
                </a:lnTo>
                <a:lnTo>
                  <a:pt x="69384" y="38339"/>
                </a:lnTo>
                <a:lnTo>
                  <a:pt x="69465" y="37448"/>
                </a:lnTo>
                <a:lnTo>
                  <a:pt x="69519" y="36556"/>
                </a:lnTo>
                <a:lnTo>
                  <a:pt x="69546" y="35665"/>
                </a:lnTo>
                <a:lnTo>
                  <a:pt x="69573" y="34773"/>
                </a:lnTo>
                <a:lnTo>
                  <a:pt x="69546" y="33881"/>
                </a:lnTo>
                <a:lnTo>
                  <a:pt x="69519" y="32990"/>
                </a:lnTo>
                <a:lnTo>
                  <a:pt x="69465" y="32098"/>
                </a:lnTo>
                <a:lnTo>
                  <a:pt x="69384" y="31207"/>
                </a:lnTo>
                <a:lnTo>
                  <a:pt x="69276" y="30342"/>
                </a:lnTo>
                <a:lnTo>
                  <a:pt x="69168" y="29477"/>
                </a:lnTo>
                <a:lnTo>
                  <a:pt x="69033" y="28613"/>
                </a:lnTo>
                <a:lnTo>
                  <a:pt x="68871" y="27748"/>
                </a:lnTo>
                <a:lnTo>
                  <a:pt x="68682" y="26911"/>
                </a:lnTo>
                <a:lnTo>
                  <a:pt x="68466" y="26073"/>
                </a:lnTo>
                <a:lnTo>
                  <a:pt x="68249" y="25235"/>
                </a:lnTo>
                <a:lnTo>
                  <a:pt x="68006" y="24425"/>
                </a:lnTo>
                <a:lnTo>
                  <a:pt x="67736" y="23614"/>
                </a:lnTo>
                <a:lnTo>
                  <a:pt x="67466" y="22804"/>
                </a:lnTo>
                <a:lnTo>
                  <a:pt x="67169" y="22020"/>
                </a:lnTo>
                <a:lnTo>
                  <a:pt x="66844" y="21237"/>
                </a:lnTo>
                <a:lnTo>
                  <a:pt x="66493" y="20453"/>
                </a:lnTo>
                <a:lnTo>
                  <a:pt x="66142" y="19697"/>
                </a:lnTo>
                <a:lnTo>
                  <a:pt x="65764" y="18940"/>
                </a:lnTo>
                <a:lnTo>
                  <a:pt x="65358" y="18184"/>
                </a:lnTo>
                <a:lnTo>
                  <a:pt x="64953" y="17454"/>
                </a:lnTo>
                <a:lnTo>
                  <a:pt x="64521" y="16725"/>
                </a:lnTo>
                <a:lnTo>
                  <a:pt x="64089" y="16022"/>
                </a:lnTo>
                <a:lnTo>
                  <a:pt x="63629" y="15320"/>
                </a:lnTo>
                <a:lnTo>
                  <a:pt x="63143" y="14644"/>
                </a:lnTo>
                <a:lnTo>
                  <a:pt x="62657" y="13969"/>
                </a:lnTo>
                <a:lnTo>
                  <a:pt x="62143" y="13293"/>
                </a:lnTo>
                <a:lnTo>
                  <a:pt x="61630" y="12645"/>
                </a:lnTo>
                <a:lnTo>
                  <a:pt x="61089" y="11996"/>
                </a:lnTo>
                <a:lnTo>
                  <a:pt x="60522" y="11375"/>
                </a:lnTo>
                <a:lnTo>
                  <a:pt x="59955" y="10780"/>
                </a:lnTo>
                <a:lnTo>
                  <a:pt x="59387" y="10186"/>
                </a:lnTo>
                <a:lnTo>
                  <a:pt x="58793" y="9592"/>
                </a:lnTo>
                <a:lnTo>
                  <a:pt x="58171" y="9024"/>
                </a:lnTo>
                <a:lnTo>
                  <a:pt x="57550" y="8457"/>
                </a:lnTo>
                <a:lnTo>
                  <a:pt x="56902" y="7916"/>
                </a:lnTo>
                <a:lnTo>
                  <a:pt x="56253" y="7403"/>
                </a:lnTo>
                <a:lnTo>
                  <a:pt x="55605" y="6890"/>
                </a:lnTo>
                <a:lnTo>
                  <a:pt x="54929" y="6403"/>
                </a:lnTo>
                <a:lnTo>
                  <a:pt x="54227" y="5917"/>
                </a:lnTo>
                <a:lnTo>
                  <a:pt x="53524" y="5458"/>
                </a:lnTo>
                <a:lnTo>
                  <a:pt x="52822" y="5025"/>
                </a:lnTo>
                <a:lnTo>
                  <a:pt x="52092" y="4593"/>
                </a:lnTo>
                <a:lnTo>
                  <a:pt x="51363" y="4188"/>
                </a:lnTo>
                <a:lnTo>
                  <a:pt x="50633" y="3783"/>
                </a:lnTo>
                <a:lnTo>
                  <a:pt x="49877" y="3431"/>
                </a:lnTo>
                <a:lnTo>
                  <a:pt x="49093" y="3053"/>
                </a:lnTo>
                <a:lnTo>
                  <a:pt x="48337" y="2729"/>
                </a:lnTo>
                <a:lnTo>
                  <a:pt x="47553" y="2405"/>
                </a:lnTo>
                <a:lnTo>
                  <a:pt x="46742" y="2107"/>
                </a:lnTo>
                <a:lnTo>
                  <a:pt x="45932" y="1810"/>
                </a:lnTo>
                <a:lnTo>
                  <a:pt x="45121" y="1540"/>
                </a:lnTo>
                <a:lnTo>
                  <a:pt x="44311" y="1297"/>
                </a:lnTo>
                <a:lnTo>
                  <a:pt x="43473" y="1081"/>
                </a:lnTo>
                <a:lnTo>
                  <a:pt x="42636" y="892"/>
                </a:lnTo>
                <a:lnTo>
                  <a:pt x="41798" y="702"/>
                </a:lnTo>
                <a:lnTo>
                  <a:pt x="40933" y="540"/>
                </a:lnTo>
                <a:lnTo>
                  <a:pt x="40096" y="378"/>
                </a:lnTo>
                <a:lnTo>
                  <a:pt x="39231" y="270"/>
                </a:lnTo>
                <a:lnTo>
                  <a:pt x="38340" y="162"/>
                </a:lnTo>
                <a:lnTo>
                  <a:pt x="37475" y="81"/>
                </a:lnTo>
                <a:lnTo>
                  <a:pt x="36583" y="27"/>
                </a:lnTo>
                <a:lnTo>
                  <a:pt x="35692" y="0"/>
                </a:lnTo>
                <a:close/>
              </a:path>
            </a:pathLst>
          </a:custGeom>
          <a:solidFill>
            <a:srgbClr val="FD3E8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76"/>
          <p:cNvSpPr/>
          <p:nvPr/>
        </p:nvSpPr>
        <p:spPr>
          <a:xfrm>
            <a:off x="8008856" y="1990667"/>
            <a:ext cx="118972" cy="155088"/>
          </a:xfrm>
          <a:custGeom>
            <a:rect b="b" l="l" r="r" t="t"/>
            <a:pathLst>
              <a:path extrusionOk="0" h="69546" w="69574">
                <a:moveTo>
                  <a:pt x="34774" y="17373"/>
                </a:moveTo>
                <a:lnTo>
                  <a:pt x="35665" y="17400"/>
                </a:lnTo>
                <a:lnTo>
                  <a:pt x="36557" y="17481"/>
                </a:lnTo>
                <a:lnTo>
                  <a:pt x="37422" y="17589"/>
                </a:lnTo>
                <a:lnTo>
                  <a:pt x="38286" y="17724"/>
                </a:lnTo>
                <a:lnTo>
                  <a:pt x="39124" y="17940"/>
                </a:lnTo>
                <a:lnTo>
                  <a:pt x="39934" y="18157"/>
                </a:lnTo>
                <a:lnTo>
                  <a:pt x="40745" y="18427"/>
                </a:lnTo>
                <a:lnTo>
                  <a:pt x="41528" y="18751"/>
                </a:lnTo>
                <a:lnTo>
                  <a:pt x="42312" y="19102"/>
                </a:lnTo>
                <a:lnTo>
                  <a:pt x="43069" y="19480"/>
                </a:lnTo>
                <a:lnTo>
                  <a:pt x="43798" y="19913"/>
                </a:lnTo>
                <a:lnTo>
                  <a:pt x="44501" y="20372"/>
                </a:lnTo>
                <a:lnTo>
                  <a:pt x="45176" y="20858"/>
                </a:lnTo>
                <a:lnTo>
                  <a:pt x="45824" y="21372"/>
                </a:lnTo>
                <a:lnTo>
                  <a:pt x="46473" y="21912"/>
                </a:lnTo>
                <a:lnTo>
                  <a:pt x="47067" y="22480"/>
                </a:lnTo>
                <a:lnTo>
                  <a:pt x="47635" y="23101"/>
                </a:lnTo>
                <a:lnTo>
                  <a:pt x="48202" y="23722"/>
                </a:lnTo>
                <a:lnTo>
                  <a:pt x="48715" y="24371"/>
                </a:lnTo>
                <a:lnTo>
                  <a:pt x="49202" y="25073"/>
                </a:lnTo>
                <a:lnTo>
                  <a:pt x="49661" y="25776"/>
                </a:lnTo>
                <a:lnTo>
                  <a:pt x="50066" y="26505"/>
                </a:lnTo>
                <a:lnTo>
                  <a:pt x="50445" y="27235"/>
                </a:lnTo>
                <a:lnTo>
                  <a:pt x="50796" y="28018"/>
                </a:lnTo>
                <a:lnTo>
                  <a:pt x="51120" y="28802"/>
                </a:lnTo>
                <a:lnTo>
                  <a:pt x="51390" y="29612"/>
                </a:lnTo>
                <a:lnTo>
                  <a:pt x="51633" y="30450"/>
                </a:lnTo>
                <a:lnTo>
                  <a:pt x="51823" y="31288"/>
                </a:lnTo>
                <a:lnTo>
                  <a:pt x="51985" y="32125"/>
                </a:lnTo>
                <a:lnTo>
                  <a:pt x="52093" y="32990"/>
                </a:lnTo>
                <a:lnTo>
                  <a:pt x="52147" y="33881"/>
                </a:lnTo>
                <a:lnTo>
                  <a:pt x="52174" y="34773"/>
                </a:lnTo>
                <a:lnTo>
                  <a:pt x="52147" y="35665"/>
                </a:lnTo>
                <a:lnTo>
                  <a:pt x="52093" y="36529"/>
                </a:lnTo>
                <a:lnTo>
                  <a:pt x="51985" y="37421"/>
                </a:lnTo>
                <a:lnTo>
                  <a:pt x="51823" y="38258"/>
                </a:lnTo>
                <a:lnTo>
                  <a:pt x="51633" y="39096"/>
                </a:lnTo>
                <a:lnTo>
                  <a:pt x="51390" y="39934"/>
                </a:lnTo>
                <a:lnTo>
                  <a:pt x="51120" y="40744"/>
                </a:lnTo>
                <a:lnTo>
                  <a:pt x="50796" y="41528"/>
                </a:lnTo>
                <a:lnTo>
                  <a:pt x="50445" y="42284"/>
                </a:lnTo>
                <a:lnTo>
                  <a:pt x="50066" y="43041"/>
                </a:lnTo>
                <a:lnTo>
                  <a:pt x="49661" y="43770"/>
                </a:lnTo>
                <a:lnTo>
                  <a:pt x="49202" y="44473"/>
                </a:lnTo>
                <a:lnTo>
                  <a:pt x="48715" y="45148"/>
                </a:lnTo>
                <a:lnTo>
                  <a:pt x="48202" y="45824"/>
                </a:lnTo>
                <a:lnTo>
                  <a:pt x="47635" y="46445"/>
                </a:lnTo>
                <a:lnTo>
                  <a:pt x="47067" y="47039"/>
                </a:lnTo>
                <a:lnTo>
                  <a:pt x="46473" y="47634"/>
                </a:lnTo>
                <a:lnTo>
                  <a:pt x="45824" y="48174"/>
                </a:lnTo>
                <a:lnTo>
                  <a:pt x="45176" y="48688"/>
                </a:lnTo>
                <a:lnTo>
                  <a:pt x="44501" y="49174"/>
                </a:lnTo>
                <a:lnTo>
                  <a:pt x="43798" y="49633"/>
                </a:lnTo>
                <a:lnTo>
                  <a:pt x="43069" y="50066"/>
                </a:lnTo>
                <a:lnTo>
                  <a:pt x="42312" y="50444"/>
                </a:lnTo>
                <a:lnTo>
                  <a:pt x="41528" y="50795"/>
                </a:lnTo>
                <a:lnTo>
                  <a:pt x="40745" y="51092"/>
                </a:lnTo>
                <a:lnTo>
                  <a:pt x="39934" y="51362"/>
                </a:lnTo>
                <a:lnTo>
                  <a:pt x="39124" y="51606"/>
                </a:lnTo>
                <a:lnTo>
                  <a:pt x="38286" y="51795"/>
                </a:lnTo>
                <a:lnTo>
                  <a:pt x="37422" y="51957"/>
                </a:lnTo>
                <a:lnTo>
                  <a:pt x="36557" y="52065"/>
                </a:lnTo>
                <a:lnTo>
                  <a:pt x="35665" y="52146"/>
                </a:lnTo>
                <a:lnTo>
                  <a:pt x="34774" y="52173"/>
                </a:lnTo>
                <a:lnTo>
                  <a:pt x="33909" y="52146"/>
                </a:lnTo>
                <a:lnTo>
                  <a:pt x="33018" y="52065"/>
                </a:lnTo>
                <a:lnTo>
                  <a:pt x="32153" y="51957"/>
                </a:lnTo>
                <a:lnTo>
                  <a:pt x="31288" y="51795"/>
                </a:lnTo>
                <a:lnTo>
                  <a:pt x="30451" y="51606"/>
                </a:lnTo>
                <a:lnTo>
                  <a:pt x="29640" y="51362"/>
                </a:lnTo>
                <a:lnTo>
                  <a:pt x="28830" y="51092"/>
                </a:lnTo>
                <a:lnTo>
                  <a:pt x="28046" y="50795"/>
                </a:lnTo>
                <a:lnTo>
                  <a:pt x="27263" y="50444"/>
                </a:lnTo>
                <a:lnTo>
                  <a:pt x="26506" y="50066"/>
                </a:lnTo>
                <a:lnTo>
                  <a:pt x="25777" y="49633"/>
                </a:lnTo>
                <a:lnTo>
                  <a:pt x="25074" y="49174"/>
                </a:lnTo>
                <a:lnTo>
                  <a:pt x="24399" y="48688"/>
                </a:lnTo>
                <a:lnTo>
                  <a:pt x="23750" y="48174"/>
                </a:lnTo>
                <a:lnTo>
                  <a:pt x="23102" y="47634"/>
                </a:lnTo>
                <a:lnTo>
                  <a:pt x="22507" y="47039"/>
                </a:lnTo>
                <a:lnTo>
                  <a:pt x="21940" y="46445"/>
                </a:lnTo>
                <a:lnTo>
                  <a:pt x="21373" y="45824"/>
                </a:lnTo>
                <a:lnTo>
                  <a:pt x="20859" y="45148"/>
                </a:lnTo>
                <a:lnTo>
                  <a:pt x="20373" y="44473"/>
                </a:lnTo>
                <a:lnTo>
                  <a:pt x="19914" y="43770"/>
                </a:lnTo>
                <a:lnTo>
                  <a:pt x="19508" y="43041"/>
                </a:lnTo>
                <a:lnTo>
                  <a:pt x="19130" y="42284"/>
                </a:lnTo>
                <a:lnTo>
                  <a:pt x="18779" y="41528"/>
                </a:lnTo>
                <a:lnTo>
                  <a:pt x="18454" y="40744"/>
                </a:lnTo>
                <a:lnTo>
                  <a:pt x="18184" y="39934"/>
                </a:lnTo>
                <a:lnTo>
                  <a:pt x="17941" y="39096"/>
                </a:lnTo>
                <a:lnTo>
                  <a:pt x="17752" y="38258"/>
                </a:lnTo>
                <a:lnTo>
                  <a:pt x="17590" y="37421"/>
                </a:lnTo>
                <a:lnTo>
                  <a:pt x="17482" y="36529"/>
                </a:lnTo>
                <a:lnTo>
                  <a:pt x="17428" y="35665"/>
                </a:lnTo>
                <a:lnTo>
                  <a:pt x="17401" y="34773"/>
                </a:lnTo>
                <a:lnTo>
                  <a:pt x="17428" y="33881"/>
                </a:lnTo>
                <a:lnTo>
                  <a:pt x="17482" y="32990"/>
                </a:lnTo>
                <a:lnTo>
                  <a:pt x="17590" y="32125"/>
                </a:lnTo>
                <a:lnTo>
                  <a:pt x="17752" y="31288"/>
                </a:lnTo>
                <a:lnTo>
                  <a:pt x="17941" y="30450"/>
                </a:lnTo>
                <a:lnTo>
                  <a:pt x="18184" y="29612"/>
                </a:lnTo>
                <a:lnTo>
                  <a:pt x="18454" y="28802"/>
                </a:lnTo>
                <a:lnTo>
                  <a:pt x="18779" y="28018"/>
                </a:lnTo>
                <a:lnTo>
                  <a:pt x="19130" y="27235"/>
                </a:lnTo>
                <a:lnTo>
                  <a:pt x="19508" y="26505"/>
                </a:lnTo>
                <a:lnTo>
                  <a:pt x="19914" y="25776"/>
                </a:lnTo>
                <a:lnTo>
                  <a:pt x="20373" y="25073"/>
                </a:lnTo>
                <a:lnTo>
                  <a:pt x="20859" y="24371"/>
                </a:lnTo>
                <a:lnTo>
                  <a:pt x="21373" y="23722"/>
                </a:lnTo>
                <a:lnTo>
                  <a:pt x="21940" y="23101"/>
                </a:lnTo>
                <a:lnTo>
                  <a:pt x="22507" y="22480"/>
                </a:lnTo>
                <a:lnTo>
                  <a:pt x="23102" y="21912"/>
                </a:lnTo>
                <a:lnTo>
                  <a:pt x="23750" y="21372"/>
                </a:lnTo>
                <a:lnTo>
                  <a:pt x="24399" y="20858"/>
                </a:lnTo>
                <a:lnTo>
                  <a:pt x="25074" y="20372"/>
                </a:lnTo>
                <a:lnTo>
                  <a:pt x="25777" y="19913"/>
                </a:lnTo>
                <a:lnTo>
                  <a:pt x="26506" y="19480"/>
                </a:lnTo>
                <a:lnTo>
                  <a:pt x="27263" y="19102"/>
                </a:lnTo>
                <a:lnTo>
                  <a:pt x="28046" y="18751"/>
                </a:lnTo>
                <a:lnTo>
                  <a:pt x="28830" y="18427"/>
                </a:lnTo>
                <a:lnTo>
                  <a:pt x="29640" y="18157"/>
                </a:lnTo>
                <a:lnTo>
                  <a:pt x="30451" y="17940"/>
                </a:lnTo>
                <a:lnTo>
                  <a:pt x="31288" y="17724"/>
                </a:lnTo>
                <a:lnTo>
                  <a:pt x="32153" y="17589"/>
                </a:lnTo>
                <a:lnTo>
                  <a:pt x="33018" y="17481"/>
                </a:lnTo>
                <a:lnTo>
                  <a:pt x="33909" y="17400"/>
                </a:lnTo>
                <a:lnTo>
                  <a:pt x="34774" y="17373"/>
                </a:lnTo>
                <a:close/>
                <a:moveTo>
                  <a:pt x="33882" y="0"/>
                </a:moveTo>
                <a:lnTo>
                  <a:pt x="32991" y="27"/>
                </a:lnTo>
                <a:lnTo>
                  <a:pt x="32099" y="81"/>
                </a:lnTo>
                <a:lnTo>
                  <a:pt x="31234" y="162"/>
                </a:lnTo>
                <a:lnTo>
                  <a:pt x="30343" y="270"/>
                </a:lnTo>
                <a:lnTo>
                  <a:pt x="29478" y="378"/>
                </a:lnTo>
                <a:lnTo>
                  <a:pt x="28641" y="540"/>
                </a:lnTo>
                <a:lnTo>
                  <a:pt x="27776" y="702"/>
                </a:lnTo>
                <a:lnTo>
                  <a:pt x="26938" y="892"/>
                </a:lnTo>
                <a:lnTo>
                  <a:pt x="26101" y="1081"/>
                </a:lnTo>
                <a:lnTo>
                  <a:pt x="25263" y="1297"/>
                </a:lnTo>
                <a:lnTo>
                  <a:pt x="24453" y="1540"/>
                </a:lnTo>
                <a:lnTo>
                  <a:pt x="23642" y="1810"/>
                </a:lnTo>
                <a:lnTo>
                  <a:pt x="22832" y="2107"/>
                </a:lnTo>
                <a:lnTo>
                  <a:pt x="22021" y="2405"/>
                </a:lnTo>
                <a:lnTo>
                  <a:pt x="21237" y="2729"/>
                </a:lnTo>
                <a:lnTo>
                  <a:pt x="20481" y="3053"/>
                </a:lnTo>
                <a:lnTo>
                  <a:pt x="19697" y="3431"/>
                </a:lnTo>
                <a:lnTo>
                  <a:pt x="18941" y="3783"/>
                </a:lnTo>
                <a:lnTo>
                  <a:pt x="18211" y="4188"/>
                </a:lnTo>
                <a:lnTo>
                  <a:pt x="17482" y="4593"/>
                </a:lnTo>
                <a:lnTo>
                  <a:pt x="16752" y="5025"/>
                </a:lnTo>
                <a:lnTo>
                  <a:pt x="16050" y="5458"/>
                </a:lnTo>
                <a:lnTo>
                  <a:pt x="15347" y="5917"/>
                </a:lnTo>
                <a:lnTo>
                  <a:pt x="14645" y="6403"/>
                </a:lnTo>
                <a:lnTo>
                  <a:pt x="13969" y="6890"/>
                </a:lnTo>
                <a:lnTo>
                  <a:pt x="13321" y="7403"/>
                </a:lnTo>
                <a:lnTo>
                  <a:pt x="12672" y="7916"/>
                </a:lnTo>
                <a:lnTo>
                  <a:pt x="12024" y="8457"/>
                </a:lnTo>
                <a:lnTo>
                  <a:pt x="11403" y="9024"/>
                </a:lnTo>
                <a:lnTo>
                  <a:pt x="10781" y="9592"/>
                </a:lnTo>
                <a:lnTo>
                  <a:pt x="10187" y="10186"/>
                </a:lnTo>
                <a:lnTo>
                  <a:pt x="9619" y="10780"/>
                </a:lnTo>
                <a:lnTo>
                  <a:pt x="9052" y="11375"/>
                </a:lnTo>
                <a:lnTo>
                  <a:pt x="8485" y="11996"/>
                </a:lnTo>
                <a:lnTo>
                  <a:pt x="7944" y="12645"/>
                </a:lnTo>
                <a:lnTo>
                  <a:pt x="7431" y="13293"/>
                </a:lnTo>
                <a:lnTo>
                  <a:pt x="6917" y="13969"/>
                </a:lnTo>
                <a:lnTo>
                  <a:pt x="6431" y="14644"/>
                </a:lnTo>
                <a:lnTo>
                  <a:pt x="5945" y="15320"/>
                </a:lnTo>
                <a:lnTo>
                  <a:pt x="5486" y="16022"/>
                </a:lnTo>
                <a:lnTo>
                  <a:pt x="5053" y="16725"/>
                </a:lnTo>
                <a:lnTo>
                  <a:pt x="4621" y="17454"/>
                </a:lnTo>
                <a:lnTo>
                  <a:pt x="4216" y="18184"/>
                </a:lnTo>
                <a:lnTo>
                  <a:pt x="3810" y="18940"/>
                </a:lnTo>
                <a:lnTo>
                  <a:pt x="3432" y="19697"/>
                </a:lnTo>
                <a:lnTo>
                  <a:pt x="3081" y="20453"/>
                </a:lnTo>
                <a:lnTo>
                  <a:pt x="2730" y="21237"/>
                </a:lnTo>
                <a:lnTo>
                  <a:pt x="2405" y="22020"/>
                </a:lnTo>
                <a:lnTo>
                  <a:pt x="2108" y="22804"/>
                </a:lnTo>
                <a:lnTo>
                  <a:pt x="1838" y="23614"/>
                </a:lnTo>
                <a:lnTo>
                  <a:pt x="1568" y="24425"/>
                </a:lnTo>
                <a:lnTo>
                  <a:pt x="1325" y="25235"/>
                </a:lnTo>
                <a:lnTo>
                  <a:pt x="1108" y="26073"/>
                </a:lnTo>
                <a:lnTo>
                  <a:pt x="892" y="26911"/>
                </a:lnTo>
                <a:lnTo>
                  <a:pt x="703" y="27748"/>
                </a:lnTo>
                <a:lnTo>
                  <a:pt x="541" y="28613"/>
                </a:lnTo>
                <a:lnTo>
                  <a:pt x="406" y="29477"/>
                </a:lnTo>
                <a:lnTo>
                  <a:pt x="298" y="30342"/>
                </a:lnTo>
                <a:lnTo>
                  <a:pt x="190" y="31207"/>
                </a:lnTo>
                <a:lnTo>
                  <a:pt x="109" y="32098"/>
                </a:lnTo>
                <a:lnTo>
                  <a:pt x="55" y="32990"/>
                </a:lnTo>
                <a:lnTo>
                  <a:pt x="28" y="33881"/>
                </a:lnTo>
                <a:lnTo>
                  <a:pt x="1" y="34773"/>
                </a:lnTo>
                <a:lnTo>
                  <a:pt x="28" y="35665"/>
                </a:lnTo>
                <a:lnTo>
                  <a:pt x="55" y="36556"/>
                </a:lnTo>
                <a:lnTo>
                  <a:pt x="109" y="37448"/>
                </a:lnTo>
                <a:lnTo>
                  <a:pt x="190" y="38339"/>
                </a:lnTo>
                <a:lnTo>
                  <a:pt x="298" y="39204"/>
                </a:lnTo>
                <a:lnTo>
                  <a:pt x="406" y="40069"/>
                </a:lnTo>
                <a:lnTo>
                  <a:pt x="541" y="40933"/>
                </a:lnTo>
                <a:lnTo>
                  <a:pt x="703" y="41771"/>
                </a:lnTo>
                <a:lnTo>
                  <a:pt x="892" y="42635"/>
                </a:lnTo>
                <a:lnTo>
                  <a:pt x="1108" y="43473"/>
                </a:lnTo>
                <a:lnTo>
                  <a:pt x="1325" y="44284"/>
                </a:lnTo>
                <a:lnTo>
                  <a:pt x="1568" y="45121"/>
                </a:lnTo>
                <a:lnTo>
                  <a:pt x="1838" y="45932"/>
                </a:lnTo>
                <a:lnTo>
                  <a:pt x="2108" y="46742"/>
                </a:lnTo>
                <a:lnTo>
                  <a:pt x="2405" y="47526"/>
                </a:lnTo>
                <a:lnTo>
                  <a:pt x="2730" y="48309"/>
                </a:lnTo>
                <a:lnTo>
                  <a:pt x="3081" y="49093"/>
                </a:lnTo>
                <a:lnTo>
                  <a:pt x="3432" y="49849"/>
                </a:lnTo>
                <a:lnTo>
                  <a:pt x="3810" y="50606"/>
                </a:lnTo>
                <a:lnTo>
                  <a:pt x="4216" y="51362"/>
                </a:lnTo>
                <a:lnTo>
                  <a:pt x="4621" y="52092"/>
                </a:lnTo>
                <a:lnTo>
                  <a:pt x="5053" y="52794"/>
                </a:lnTo>
                <a:lnTo>
                  <a:pt x="5486" y="53524"/>
                </a:lnTo>
                <a:lnTo>
                  <a:pt x="5945" y="54226"/>
                </a:lnTo>
                <a:lnTo>
                  <a:pt x="6431" y="54902"/>
                </a:lnTo>
                <a:lnTo>
                  <a:pt x="6917" y="55577"/>
                </a:lnTo>
                <a:lnTo>
                  <a:pt x="7431" y="56253"/>
                </a:lnTo>
                <a:lnTo>
                  <a:pt x="7944" y="56901"/>
                </a:lnTo>
                <a:lnTo>
                  <a:pt x="8485" y="57523"/>
                </a:lnTo>
                <a:lnTo>
                  <a:pt x="9052" y="58171"/>
                </a:lnTo>
                <a:lnTo>
                  <a:pt x="9619" y="58766"/>
                </a:lnTo>
                <a:lnTo>
                  <a:pt x="10187" y="59360"/>
                </a:lnTo>
                <a:lnTo>
                  <a:pt x="10781" y="59954"/>
                </a:lnTo>
                <a:lnTo>
                  <a:pt x="11403" y="60522"/>
                </a:lnTo>
                <a:lnTo>
                  <a:pt x="12024" y="61062"/>
                </a:lnTo>
                <a:lnTo>
                  <a:pt x="12672" y="61603"/>
                </a:lnTo>
                <a:lnTo>
                  <a:pt x="13321" y="62143"/>
                </a:lnTo>
                <a:lnTo>
                  <a:pt x="13969" y="62629"/>
                </a:lnTo>
                <a:lnTo>
                  <a:pt x="14645" y="63143"/>
                </a:lnTo>
                <a:lnTo>
                  <a:pt x="15347" y="63602"/>
                </a:lnTo>
                <a:lnTo>
                  <a:pt x="16050" y="64061"/>
                </a:lnTo>
                <a:lnTo>
                  <a:pt x="16752" y="64521"/>
                </a:lnTo>
                <a:lnTo>
                  <a:pt x="17482" y="64953"/>
                </a:lnTo>
                <a:lnTo>
                  <a:pt x="18211" y="65358"/>
                </a:lnTo>
                <a:lnTo>
                  <a:pt x="18941" y="65736"/>
                </a:lnTo>
                <a:lnTo>
                  <a:pt x="19697" y="66115"/>
                </a:lnTo>
                <a:lnTo>
                  <a:pt x="20481" y="66466"/>
                </a:lnTo>
                <a:lnTo>
                  <a:pt x="21237" y="66817"/>
                </a:lnTo>
                <a:lnTo>
                  <a:pt x="22021" y="67141"/>
                </a:lnTo>
                <a:lnTo>
                  <a:pt x="22832" y="67439"/>
                </a:lnTo>
                <a:lnTo>
                  <a:pt x="23642" y="67736"/>
                </a:lnTo>
                <a:lnTo>
                  <a:pt x="24453" y="67979"/>
                </a:lnTo>
                <a:lnTo>
                  <a:pt x="25263" y="68222"/>
                </a:lnTo>
                <a:lnTo>
                  <a:pt x="26101" y="68465"/>
                </a:lnTo>
                <a:lnTo>
                  <a:pt x="26938" y="68654"/>
                </a:lnTo>
                <a:lnTo>
                  <a:pt x="27776" y="68844"/>
                </a:lnTo>
                <a:lnTo>
                  <a:pt x="28641" y="69006"/>
                </a:lnTo>
                <a:lnTo>
                  <a:pt x="29478" y="69141"/>
                </a:lnTo>
                <a:lnTo>
                  <a:pt x="30343" y="69276"/>
                </a:lnTo>
                <a:lnTo>
                  <a:pt x="31234" y="69357"/>
                </a:lnTo>
                <a:lnTo>
                  <a:pt x="32099" y="69438"/>
                </a:lnTo>
                <a:lnTo>
                  <a:pt x="32991" y="69492"/>
                </a:lnTo>
                <a:lnTo>
                  <a:pt x="33882" y="69546"/>
                </a:lnTo>
                <a:lnTo>
                  <a:pt x="35692" y="69546"/>
                </a:lnTo>
                <a:lnTo>
                  <a:pt x="36584" y="69492"/>
                </a:lnTo>
                <a:lnTo>
                  <a:pt x="37476" y="69438"/>
                </a:lnTo>
                <a:lnTo>
                  <a:pt x="38340" y="69357"/>
                </a:lnTo>
                <a:lnTo>
                  <a:pt x="39232" y="69276"/>
                </a:lnTo>
                <a:lnTo>
                  <a:pt x="40096" y="69141"/>
                </a:lnTo>
                <a:lnTo>
                  <a:pt x="40934" y="69006"/>
                </a:lnTo>
                <a:lnTo>
                  <a:pt x="41799" y="68844"/>
                </a:lnTo>
                <a:lnTo>
                  <a:pt x="42636" y="68654"/>
                </a:lnTo>
                <a:lnTo>
                  <a:pt x="43474" y="68465"/>
                </a:lnTo>
                <a:lnTo>
                  <a:pt x="44311" y="68222"/>
                </a:lnTo>
                <a:lnTo>
                  <a:pt x="45122" y="67979"/>
                </a:lnTo>
                <a:lnTo>
                  <a:pt x="45933" y="67736"/>
                </a:lnTo>
                <a:lnTo>
                  <a:pt x="46743" y="67439"/>
                </a:lnTo>
                <a:lnTo>
                  <a:pt x="47554" y="67141"/>
                </a:lnTo>
                <a:lnTo>
                  <a:pt x="48337" y="66817"/>
                </a:lnTo>
                <a:lnTo>
                  <a:pt x="49094" y="66466"/>
                </a:lnTo>
                <a:lnTo>
                  <a:pt x="49877" y="66115"/>
                </a:lnTo>
                <a:lnTo>
                  <a:pt x="50634" y="65736"/>
                </a:lnTo>
                <a:lnTo>
                  <a:pt x="51363" y="65358"/>
                </a:lnTo>
                <a:lnTo>
                  <a:pt x="52093" y="64953"/>
                </a:lnTo>
                <a:lnTo>
                  <a:pt x="52822" y="64521"/>
                </a:lnTo>
                <a:lnTo>
                  <a:pt x="53525" y="64061"/>
                </a:lnTo>
                <a:lnTo>
                  <a:pt x="54227" y="63602"/>
                </a:lnTo>
                <a:lnTo>
                  <a:pt x="54930" y="63143"/>
                </a:lnTo>
                <a:lnTo>
                  <a:pt x="55605" y="62629"/>
                </a:lnTo>
                <a:lnTo>
                  <a:pt x="56254" y="62143"/>
                </a:lnTo>
                <a:lnTo>
                  <a:pt x="56902" y="61603"/>
                </a:lnTo>
                <a:lnTo>
                  <a:pt x="57551" y="61062"/>
                </a:lnTo>
                <a:lnTo>
                  <a:pt x="58172" y="60522"/>
                </a:lnTo>
                <a:lnTo>
                  <a:pt x="58793" y="59954"/>
                </a:lnTo>
                <a:lnTo>
                  <a:pt x="59388" y="59360"/>
                </a:lnTo>
                <a:lnTo>
                  <a:pt x="59955" y="58766"/>
                </a:lnTo>
                <a:lnTo>
                  <a:pt x="60523" y="58171"/>
                </a:lnTo>
                <a:lnTo>
                  <a:pt x="61090" y="57523"/>
                </a:lnTo>
                <a:lnTo>
                  <a:pt x="61630" y="56901"/>
                </a:lnTo>
                <a:lnTo>
                  <a:pt x="62144" y="56253"/>
                </a:lnTo>
                <a:lnTo>
                  <a:pt x="62657" y="55577"/>
                </a:lnTo>
                <a:lnTo>
                  <a:pt x="63143" y="54902"/>
                </a:lnTo>
                <a:lnTo>
                  <a:pt x="63630" y="54226"/>
                </a:lnTo>
                <a:lnTo>
                  <a:pt x="64089" y="53524"/>
                </a:lnTo>
                <a:lnTo>
                  <a:pt x="64521" y="52794"/>
                </a:lnTo>
                <a:lnTo>
                  <a:pt x="64954" y="52092"/>
                </a:lnTo>
                <a:lnTo>
                  <a:pt x="65359" y="51362"/>
                </a:lnTo>
                <a:lnTo>
                  <a:pt x="65764" y="50606"/>
                </a:lnTo>
                <a:lnTo>
                  <a:pt x="66143" y="49849"/>
                </a:lnTo>
                <a:lnTo>
                  <a:pt x="66494" y="49093"/>
                </a:lnTo>
                <a:lnTo>
                  <a:pt x="66845" y="48309"/>
                </a:lnTo>
                <a:lnTo>
                  <a:pt x="67142" y="47526"/>
                </a:lnTo>
                <a:lnTo>
                  <a:pt x="67466" y="46742"/>
                </a:lnTo>
                <a:lnTo>
                  <a:pt x="67737" y="45932"/>
                </a:lnTo>
                <a:lnTo>
                  <a:pt x="68007" y="45121"/>
                </a:lnTo>
                <a:lnTo>
                  <a:pt x="68250" y="44284"/>
                </a:lnTo>
                <a:lnTo>
                  <a:pt x="68466" y="43473"/>
                </a:lnTo>
                <a:lnTo>
                  <a:pt x="68682" y="42635"/>
                </a:lnTo>
                <a:lnTo>
                  <a:pt x="68871" y="41771"/>
                </a:lnTo>
                <a:lnTo>
                  <a:pt x="69034" y="40933"/>
                </a:lnTo>
                <a:lnTo>
                  <a:pt x="69169" y="40069"/>
                </a:lnTo>
                <a:lnTo>
                  <a:pt x="69277" y="39204"/>
                </a:lnTo>
                <a:lnTo>
                  <a:pt x="69385" y="38339"/>
                </a:lnTo>
                <a:lnTo>
                  <a:pt x="69466" y="37448"/>
                </a:lnTo>
                <a:lnTo>
                  <a:pt x="69520" y="36556"/>
                </a:lnTo>
                <a:lnTo>
                  <a:pt x="69547" y="35665"/>
                </a:lnTo>
                <a:lnTo>
                  <a:pt x="69574" y="34773"/>
                </a:lnTo>
                <a:lnTo>
                  <a:pt x="69547" y="33881"/>
                </a:lnTo>
                <a:lnTo>
                  <a:pt x="69520" y="32990"/>
                </a:lnTo>
                <a:lnTo>
                  <a:pt x="69466" y="32098"/>
                </a:lnTo>
                <a:lnTo>
                  <a:pt x="69385" y="31207"/>
                </a:lnTo>
                <a:lnTo>
                  <a:pt x="69277" y="30342"/>
                </a:lnTo>
                <a:lnTo>
                  <a:pt x="69169" y="29477"/>
                </a:lnTo>
                <a:lnTo>
                  <a:pt x="69034" y="28613"/>
                </a:lnTo>
                <a:lnTo>
                  <a:pt x="68871" y="27748"/>
                </a:lnTo>
                <a:lnTo>
                  <a:pt x="68682" y="26911"/>
                </a:lnTo>
                <a:lnTo>
                  <a:pt x="68466" y="26073"/>
                </a:lnTo>
                <a:lnTo>
                  <a:pt x="68250" y="25235"/>
                </a:lnTo>
                <a:lnTo>
                  <a:pt x="68007" y="24425"/>
                </a:lnTo>
                <a:lnTo>
                  <a:pt x="67737" y="23614"/>
                </a:lnTo>
                <a:lnTo>
                  <a:pt x="67466" y="22804"/>
                </a:lnTo>
                <a:lnTo>
                  <a:pt x="67142" y="22020"/>
                </a:lnTo>
                <a:lnTo>
                  <a:pt x="66845" y="21237"/>
                </a:lnTo>
                <a:lnTo>
                  <a:pt x="66494" y="20453"/>
                </a:lnTo>
                <a:lnTo>
                  <a:pt x="66143" y="19697"/>
                </a:lnTo>
                <a:lnTo>
                  <a:pt x="65764" y="18940"/>
                </a:lnTo>
                <a:lnTo>
                  <a:pt x="65359" y="18184"/>
                </a:lnTo>
                <a:lnTo>
                  <a:pt x="64954" y="17454"/>
                </a:lnTo>
                <a:lnTo>
                  <a:pt x="64521" y="16725"/>
                </a:lnTo>
                <a:lnTo>
                  <a:pt x="64089" y="16022"/>
                </a:lnTo>
                <a:lnTo>
                  <a:pt x="63630" y="15320"/>
                </a:lnTo>
                <a:lnTo>
                  <a:pt x="63143" y="14644"/>
                </a:lnTo>
                <a:lnTo>
                  <a:pt x="62657" y="13969"/>
                </a:lnTo>
                <a:lnTo>
                  <a:pt x="62144" y="13293"/>
                </a:lnTo>
                <a:lnTo>
                  <a:pt x="61630" y="12645"/>
                </a:lnTo>
                <a:lnTo>
                  <a:pt x="61090" y="11996"/>
                </a:lnTo>
                <a:lnTo>
                  <a:pt x="60523" y="11375"/>
                </a:lnTo>
                <a:lnTo>
                  <a:pt x="59955" y="10780"/>
                </a:lnTo>
                <a:lnTo>
                  <a:pt x="59388" y="10186"/>
                </a:lnTo>
                <a:lnTo>
                  <a:pt x="58793" y="9592"/>
                </a:lnTo>
                <a:lnTo>
                  <a:pt x="58172" y="9024"/>
                </a:lnTo>
                <a:lnTo>
                  <a:pt x="57551" y="8457"/>
                </a:lnTo>
                <a:lnTo>
                  <a:pt x="56902" y="7916"/>
                </a:lnTo>
                <a:lnTo>
                  <a:pt x="56254" y="7403"/>
                </a:lnTo>
                <a:lnTo>
                  <a:pt x="55605" y="6890"/>
                </a:lnTo>
                <a:lnTo>
                  <a:pt x="54930" y="6403"/>
                </a:lnTo>
                <a:lnTo>
                  <a:pt x="54227" y="5917"/>
                </a:lnTo>
                <a:lnTo>
                  <a:pt x="53525" y="5458"/>
                </a:lnTo>
                <a:lnTo>
                  <a:pt x="52822" y="5025"/>
                </a:lnTo>
                <a:lnTo>
                  <a:pt x="52093" y="4593"/>
                </a:lnTo>
                <a:lnTo>
                  <a:pt x="51363" y="4188"/>
                </a:lnTo>
                <a:lnTo>
                  <a:pt x="50634" y="3783"/>
                </a:lnTo>
                <a:lnTo>
                  <a:pt x="49877" y="3431"/>
                </a:lnTo>
                <a:lnTo>
                  <a:pt x="49094" y="3053"/>
                </a:lnTo>
                <a:lnTo>
                  <a:pt x="48337" y="2729"/>
                </a:lnTo>
                <a:lnTo>
                  <a:pt x="47554" y="2405"/>
                </a:lnTo>
                <a:lnTo>
                  <a:pt x="46743" y="2107"/>
                </a:lnTo>
                <a:lnTo>
                  <a:pt x="45933" y="1810"/>
                </a:lnTo>
                <a:lnTo>
                  <a:pt x="45122" y="1540"/>
                </a:lnTo>
                <a:lnTo>
                  <a:pt x="44311" y="1297"/>
                </a:lnTo>
                <a:lnTo>
                  <a:pt x="43474" y="1081"/>
                </a:lnTo>
                <a:lnTo>
                  <a:pt x="42636" y="892"/>
                </a:lnTo>
                <a:lnTo>
                  <a:pt x="41799" y="702"/>
                </a:lnTo>
                <a:lnTo>
                  <a:pt x="40934" y="540"/>
                </a:lnTo>
                <a:lnTo>
                  <a:pt x="40096" y="378"/>
                </a:lnTo>
                <a:lnTo>
                  <a:pt x="39232" y="270"/>
                </a:lnTo>
                <a:lnTo>
                  <a:pt x="38340" y="162"/>
                </a:lnTo>
                <a:lnTo>
                  <a:pt x="37476" y="81"/>
                </a:lnTo>
                <a:lnTo>
                  <a:pt x="36584" y="27"/>
                </a:lnTo>
                <a:lnTo>
                  <a:pt x="35692" y="0"/>
                </a:lnTo>
                <a:close/>
              </a:path>
            </a:pathLst>
          </a:custGeom>
          <a:solidFill>
            <a:srgbClr val="FD3E8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76"/>
          <p:cNvSpPr/>
          <p:nvPr/>
        </p:nvSpPr>
        <p:spPr>
          <a:xfrm>
            <a:off x="7892474" y="2014044"/>
            <a:ext cx="100999" cy="131710"/>
          </a:xfrm>
          <a:custGeom>
            <a:rect b="b" l="l" r="r" t="t"/>
            <a:pathLst>
              <a:path extrusionOk="0" h="59063" w="59064">
                <a:moveTo>
                  <a:pt x="30289" y="14779"/>
                </a:moveTo>
                <a:lnTo>
                  <a:pt x="31045" y="14833"/>
                </a:lnTo>
                <a:lnTo>
                  <a:pt x="31775" y="14942"/>
                </a:lnTo>
                <a:lnTo>
                  <a:pt x="32504" y="15077"/>
                </a:lnTo>
                <a:lnTo>
                  <a:pt x="33207" y="15239"/>
                </a:lnTo>
                <a:lnTo>
                  <a:pt x="33909" y="15428"/>
                </a:lnTo>
                <a:lnTo>
                  <a:pt x="34585" y="15671"/>
                </a:lnTo>
                <a:lnTo>
                  <a:pt x="35260" y="15941"/>
                </a:lnTo>
                <a:lnTo>
                  <a:pt x="35908" y="16238"/>
                </a:lnTo>
                <a:lnTo>
                  <a:pt x="36557" y="16563"/>
                </a:lnTo>
                <a:lnTo>
                  <a:pt x="37178" y="16914"/>
                </a:lnTo>
                <a:lnTo>
                  <a:pt x="37773" y="17292"/>
                </a:lnTo>
                <a:lnTo>
                  <a:pt x="38340" y="17724"/>
                </a:lnTo>
                <a:lnTo>
                  <a:pt x="38908" y="18157"/>
                </a:lnTo>
                <a:lnTo>
                  <a:pt x="39448" y="18616"/>
                </a:lnTo>
                <a:lnTo>
                  <a:pt x="39961" y="19102"/>
                </a:lnTo>
                <a:lnTo>
                  <a:pt x="40448" y="19616"/>
                </a:lnTo>
                <a:lnTo>
                  <a:pt x="40907" y="20156"/>
                </a:lnTo>
                <a:lnTo>
                  <a:pt x="41366" y="20724"/>
                </a:lnTo>
                <a:lnTo>
                  <a:pt x="41771" y="21291"/>
                </a:lnTo>
                <a:lnTo>
                  <a:pt x="42150" y="21885"/>
                </a:lnTo>
                <a:lnTo>
                  <a:pt x="42501" y="22507"/>
                </a:lnTo>
                <a:lnTo>
                  <a:pt x="42825" y="23155"/>
                </a:lnTo>
                <a:lnTo>
                  <a:pt x="43122" y="23804"/>
                </a:lnTo>
                <a:lnTo>
                  <a:pt x="43393" y="24479"/>
                </a:lnTo>
                <a:lnTo>
                  <a:pt x="43636" y="25155"/>
                </a:lnTo>
                <a:lnTo>
                  <a:pt x="43825" y="25857"/>
                </a:lnTo>
                <a:lnTo>
                  <a:pt x="43987" y="26560"/>
                </a:lnTo>
                <a:lnTo>
                  <a:pt x="44122" y="27289"/>
                </a:lnTo>
                <a:lnTo>
                  <a:pt x="44230" y="28019"/>
                </a:lnTo>
                <a:lnTo>
                  <a:pt x="44284" y="28775"/>
                </a:lnTo>
                <a:lnTo>
                  <a:pt x="44311" y="29532"/>
                </a:lnTo>
                <a:lnTo>
                  <a:pt x="44284" y="30288"/>
                </a:lnTo>
                <a:lnTo>
                  <a:pt x="44230" y="31045"/>
                </a:lnTo>
                <a:lnTo>
                  <a:pt x="44122" y="31774"/>
                </a:lnTo>
                <a:lnTo>
                  <a:pt x="43987" y="32504"/>
                </a:lnTo>
                <a:lnTo>
                  <a:pt x="43825" y="33206"/>
                </a:lnTo>
                <a:lnTo>
                  <a:pt x="43636" y="33909"/>
                </a:lnTo>
                <a:lnTo>
                  <a:pt x="43393" y="34611"/>
                </a:lnTo>
                <a:lnTo>
                  <a:pt x="43122" y="35260"/>
                </a:lnTo>
                <a:lnTo>
                  <a:pt x="42825" y="35935"/>
                </a:lnTo>
                <a:lnTo>
                  <a:pt x="42501" y="36556"/>
                </a:lnTo>
                <a:lnTo>
                  <a:pt x="42150" y="37178"/>
                </a:lnTo>
                <a:lnTo>
                  <a:pt x="41771" y="37772"/>
                </a:lnTo>
                <a:lnTo>
                  <a:pt x="41366" y="38367"/>
                </a:lnTo>
                <a:lnTo>
                  <a:pt x="40907" y="38907"/>
                </a:lnTo>
                <a:lnTo>
                  <a:pt x="40448" y="39447"/>
                </a:lnTo>
                <a:lnTo>
                  <a:pt x="39961" y="39961"/>
                </a:lnTo>
                <a:lnTo>
                  <a:pt x="39448" y="40447"/>
                </a:lnTo>
                <a:lnTo>
                  <a:pt x="38908" y="40906"/>
                </a:lnTo>
                <a:lnTo>
                  <a:pt x="38340" y="41366"/>
                </a:lnTo>
                <a:lnTo>
                  <a:pt x="37773" y="41771"/>
                </a:lnTo>
                <a:lnTo>
                  <a:pt x="37178" y="42149"/>
                </a:lnTo>
                <a:lnTo>
                  <a:pt x="36557" y="42501"/>
                </a:lnTo>
                <a:lnTo>
                  <a:pt x="35908" y="42852"/>
                </a:lnTo>
                <a:lnTo>
                  <a:pt x="35260" y="43122"/>
                </a:lnTo>
                <a:lnTo>
                  <a:pt x="34585" y="43392"/>
                </a:lnTo>
                <a:lnTo>
                  <a:pt x="33909" y="43635"/>
                </a:lnTo>
                <a:lnTo>
                  <a:pt x="33207" y="43824"/>
                </a:lnTo>
                <a:lnTo>
                  <a:pt x="32504" y="43987"/>
                </a:lnTo>
                <a:lnTo>
                  <a:pt x="31775" y="44122"/>
                </a:lnTo>
                <a:lnTo>
                  <a:pt x="31045" y="44230"/>
                </a:lnTo>
                <a:lnTo>
                  <a:pt x="30289" y="44284"/>
                </a:lnTo>
                <a:lnTo>
                  <a:pt x="29532" y="44311"/>
                </a:lnTo>
                <a:lnTo>
                  <a:pt x="28775" y="44284"/>
                </a:lnTo>
                <a:lnTo>
                  <a:pt x="28019" y="44230"/>
                </a:lnTo>
                <a:lnTo>
                  <a:pt x="27289" y="44122"/>
                </a:lnTo>
                <a:lnTo>
                  <a:pt x="26560" y="43987"/>
                </a:lnTo>
                <a:lnTo>
                  <a:pt x="25857" y="43824"/>
                </a:lnTo>
                <a:lnTo>
                  <a:pt x="25155" y="43635"/>
                </a:lnTo>
                <a:lnTo>
                  <a:pt x="24480" y="43392"/>
                </a:lnTo>
                <a:lnTo>
                  <a:pt x="23804" y="43122"/>
                </a:lnTo>
                <a:lnTo>
                  <a:pt x="23156" y="42852"/>
                </a:lnTo>
                <a:lnTo>
                  <a:pt x="22507" y="42501"/>
                </a:lnTo>
                <a:lnTo>
                  <a:pt x="21886" y="42149"/>
                </a:lnTo>
                <a:lnTo>
                  <a:pt x="21291" y="41771"/>
                </a:lnTo>
                <a:lnTo>
                  <a:pt x="20724" y="41366"/>
                </a:lnTo>
                <a:lnTo>
                  <a:pt x="20157" y="40906"/>
                </a:lnTo>
                <a:lnTo>
                  <a:pt x="19616" y="40447"/>
                </a:lnTo>
                <a:lnTo>
                  <a:pt x="19103" y="39961"/>
                </a:lnTo>
                <a:lnTo>
                  <a:pt x="18616" y="39447"/>
                </a:lnTo>
                <a:lnTo>
                  <a:pt x="18157" y="38907"/>
                </a:lnTo>
                <a:lnTo>
                  <a:pt x="17698" y="38367"/>
                </a:lnTo>
                <a:lnTo>
                  <a:pt x="17293" y="37772"/>
                </a:lnTo>
                <a:lnTo>
                  <a:pt x="16914" y="37178"/>
                </a:lnTo>
                <a:lnTo>
                  <a:pt x="16563" y="36556"/>
                </a:lnTo>
                <a:lnTo>
                  <a:pt x="16239" y="35935"/>
                </a:lnTo>
                <a:lnTo>
                  <a:pt x="15942" y="35260"/>
                </a:lnTo>
                <a:lnTo>
                  <a:pt x="15671" y="34611"/>
                </a:lnTo>
                <a:lnTo>
                  <a:pt x="15428" y="33909"/>
                </a:lnTo>
                <a:lnTo>
                  <a:pt x="15239" y="33206"/>
                </a:lnTo>
                <a:lnTo>
                  <a:pt x="15077" y="32504"/>
                </a:lnTo>
                <a:lnTo>
                  <a:pt x="14942" y="31774"/>
                </a:lnTo>
                <a:lnTo>
                  <a:pt x="14834" y="31045"/>
                </a:lnTo>
                <a:lnTo>
                  <a:pt x="14780" y="30288"/>
                </a:lnTo>
                <a:lnTo>
                  <a:pt x="14753" y="29532"/>
                </a:lnTo>
                <a:lnTo>
                  <a:pt x="14780" y="28775"/>
                </a:lnTo>
                <a:lnTo>
                  <a:pt x="14834" y="28019"/>
                </a:lnTo>
                <a:lnTo>
                  <a:pt x="14942" y="27289"/>
                </a:lnTo>
                <a:lnTo>
                  <a:pt x="15077" y="26560"/>
                </a:lnTo>
                <a:lnTo>
                  <a:pt x="15239" y="25857"/>
                </a:lnTo>
                <a:lnTo>
                  <a:pt x="15428" y="25155"/>
                </a:lnTo>
                <a:lnTo>
                  <a:pt x="15671" y="24479"/>
                </a:lnTo>
                <a:lnTo>
                  <a:pt x="15942" y="23804"/>
                </a:lnTo>
                <a:lnTo>
                  <a:pt x="16239" y="23155"/>
                </a:lnTo>
                <a:lnTo>
                  <a:pt x="16563" y="22507"/>
                </a:lnTo>
                <a:lnTo>
                  <a:pt x="16914" y="21885"/>
                </a:lnTo>
                <a:lnTo>
                  <a:pt x="17293" y="21291"/>
                </a:lnTo>
                <a:lnTo>
                  <a:pt x="17698" y="20724"/>
                </a:lnTo>
                <a:lnTo>
                  <a:pt x="18157" y="20156"/>
                </a:lnTo>
                <a:lnTo>
                  <a:pt x="18616" y="19616"/>
                </a:lnTo>
                <a:lnTo>
                  <a:pt x="19103" y="19102"/>
                </a:lnTo>
                <a:lnTo>
                  <a:pt x="19616" y="18616"/>
                </a:lnTo>
                <a:lnTo>
                  <a:pt x="20157" y="18157"/>
                </a:lnTo>
                <a:lnTo>
                  <a:pt x="20724" y="17724"/>
                </a:lnTo>
                <a:lnTo>
                  <a:pt x="21291" y="17292"/>
                </a:lnTo>
                <a:lnTo>
                  <a:pt x="21886" y="16914"/>
                </a:lnTo>
                <a:lnTo>
                  <a:pt x="22507" y="16563"/>
                </a:lnTo>
                <a:lnTo>
                  <a:pt x="23156" y="16238"/>
                </a:lnTo>
                <a:lnTo>
                  <a:pt x="23804" y="15941"/>
                </a:lnTo>
                <a:lnTo>
                  <a:pt x="24480" y="15671"/>
                </a:lnTo>
                <a:lnTo>
                  <a:pt x="25155" y="15428"/>
                </a:lnTo>
                <a:lnTo>
                  <a:pt x="25857" y="15239"/>
                </a:lnTo>
                <a:lnTo>
                  <a:pt x="26560" y="15077"/>
                </a:lnTo>
                <a:lnTo>
                  <a:pt x="27289" y="14942"/>
                </a:lnTo>
                <a:lnTo>
                  <a:pt x="28019" y="14833"/>
                </a:lnTo>
                <a:lnTo>
                  <a:pt x="28775" y="14779"/>
                </a:lnTo>
                <a:close/>
                <a:moveTo>
                  <a:pt x="28775" y="0"/>
                </a:moveTo>
                <a:lnTo>
                  <a:pt x="28019" y="54"/>
                </a:lnTo>
                <a:lnTo>
                  <a:pt x="27262" y="81"/>
                </a:lnTo>
                <a:lnTo>
                  <a:pt x="26506" y="162"/>
                </a:lnTo>
                <a:lnTo>
                  <a:pt x="25776" y="243"/>
                </a:lnTo>
                <a:lnTo>
                  <a:pt x="25020" y="351"/>
                </a:lnTo>
                <a:lnTo>
                  <a:pt x="24290" y="460"/>
                </a:lnTo>
                <a:lnTo>
                  <a:pt x="23588" y="595"/>
                </a:lnTo>
                <a:lnTo>
                  <a:pt x="22858" y="757"/>
                </a:lnTo>
                <a:lnTo>
                  <a:pt x="22156" y="919"/>
                </a:lnTo>
                <a:lnTo>
                  <a:pt x="21453" y="1135"/>
                </a:lnTo>
                <a:lnTo>
                  <a:pt x="20751" y="1324"/>
                </a:lnTo>
                <a:lnTo>
                  <a:pt x="20048" y="1567"/>
                </a:lnTo>
                <a:lnTo>
                  <a:pt x="19373" y="1783"/>
                </a:lnTo>
                <a:lnTo>
                  <a:pt x="18698" y="2054"/>
                </a:lnTo>
                <a:lnTo>
                  <a:pt x="18022" y="2324"/>
                </a:lnTo>
                <a:lnTo>
                  <a:pt x="17374" y="2621"/>
                </a:lnTo>
                <a:lnTo>
                  <a:pt x="16725" y="2918"/>
                </a:lnTo>
                <a:lnTo>
                  <a:pt x="16077" y="3242"/>
                </a:lnTo>
                <a:lnTo>
                  <a:pt x="15455" y="3567"/>
                </a:lnTo>
                <a:lnTo>
                  <a:pt x="14834" y="3918"/>
                </a:lnTo>
                <a:lnTo>
                  <a:pt x="14212" y="4269"/>
                </a:lnTo>
                <a:lnTo>
                  <a:pt x="13618" y="4647"/>
                </a:lnTo>
                <a:lnTo>
                  <a:pt x="13024" y="5053"/>
                </a:lnTo>
                <a:lnTo>
                  <a:pt x="12429" y="5458"/>
                </a:lnTo>
                <a:lnTo>
                  <a:pt x="11862" y="5863"/>
                </a:lnTo>
                <a:lnTo>
                  <a:pt x="11294" y="6296"/>
                </a:lnTo>
                <a:lnTo>
                  <a:pt x="10754" y="6755"/>
                </a:lnTo>
                <a:lnTo>
                  <a:pt x="10214" y="7214"/>
                </a:lnTo>
                <a:lnTo>
                  <a:pt x="9673" y="7674"/>
                </a:lnTo>
                <a:lnTo>
                  <a:pt x="9160" y="8160"/>
                </a:lnTo>
                <a:lnTo>
                  <a:pt x="8647" y="8646"/>
                </a:lnTo>
                <a:lnTo>
                  <a:pt x="8160" y="9160"/>
                </a:lnTo>
                <a:lnTo>
                  <a:pt x="7674" y="9673"/>
                </a:lnTo>
                <a:lnTo>
                  <a:pt x="7188" y="10213"/>
                </a:lnTo>
                <a:lnTo>
                  <a:pt x="6728" y="10754"/>
                </a:lnTo>
                <a:lnTo>
                  <a:pt x="6296" y="11294"/>
                </a:lnTo>
                <a:lnTo>
                  <a:pt x="5864" y="11861"/>
                </a:lnTo>
                <a:lnTo>
                  <a:pt x="5458" y="12429"/>
                </a:lnTo>
                <a:lnTo>
                  <a:pt x="5053" y="13023"/>
                </a:lnTo>
                <a:lnTo>
                  <a:pt x="4648" y="13618"/>
                </a:lnTo>
                <a:lnTo>
                  <a:pt x="4269" y="14212"/>
                </a:lnTo>
                <a:lnTo>
                  <a:pt x="3918" y="14833"/>
                </a:lnTo>
                <a:lnTo>
                  <a:pt x="3567" y="15455"/>
                </a:lnTo>
                <a:lnTo>
                  <a:pt x="3243" y="16076"/>
                </a:lnTo>
                <a:lnTo>
                  <a:pt x="2919" y="16725"/>
                </a:lnTo>
                <a:lnTo>
                  <a:pt x="2594" y="17373"/>
                </a:lnTo>
                <a:lnTo>
                  <a:pt x="2324" y="18049"/>
                </a:lnTo>
                <a:lnTo>
                  <a:pt x="2054" y="18697"/>
                </a:lnTo>
                <a:lnTo>
                  <a:pt x="1784" y="19373"/>
                </a:lnTo>
                <a:lnTo>
                  <a:pt x="1541" y="20048"/>
                </a:lnTo>
                <a:lnTo>
                  <a:pt x="1324" y="20751"/>
                </a:lnTo>
                <a:lnTo>
                  <a:pt x="1108" y="21453"/>
                </a:lnTo>
                <a:lnTo>
                  <a:pt x="919" y="22156"/>
                </a:lnTo>
                <a:lnTo>
                  <a:pt x="757" y="22858"/>
                </a:lnTo>
                <a:lnTo>
                  <a:pt x="595" y="23588"/>
                </a:lnTo>
                <a:lnTo>
                  <a:pt x="460" y="24317"/>
                </a:lnTo>
                <a:lnTo>
                  <a:pt x="352" y="25047"/>
                </a:lnTo>
                <a:lnTo>
                  <a:pt x="244" y="25776"/>
                </a:lnTo>
                <a:lnTo>
                  <a:pt x="163" y="26506"/>
                </a:lnTo>
                <a:lnTo>
                  <a:pt x="82" y="27262"/>
                </a:lnTo>
                <a:lnTo>
                  <a:pt x="28" y="28019"/>
                </a:lnTo>
                <a:lnTo>
                  <a:pt x="1" y="28775"/>
                </a:lnTo>
                <a:lnTo>
                  <a:pt x="1" y="29532"/>
                </a:lnTo>
                <a:lnTo>
                  <a:pt x="1" y="30288"/>
                </a:lnTo>
                <a:lnTo>
                  <a:pt x="28" y="31045"/>
                </a:lnTo>
                <a:lnTo>
                  <a:pt x="82" y="31801"/>
                </a:lnTo>
                <a:lnTo>
                  <a:pt x="163" y="32558"/>
                </a:lnTo>
                <a:lnTo>
                  <a:pt x="244" y="33287"/>
                </a:lnTo>
                <a:lnTo>
                  <a:pt x="352" y="34044"/>
                </a:lnTo>
                <a:lnTo>
                  <a:pt x="460" y="34773"/>
                </a:lnTo>
                <a:lnTo>
                  <a:pt x="595" y="35476"/>
                </a:lnTo>
                <a:lnTo>
                  <a:pt x="757" y="36205"/>
                </a:lnTo>
                <a:lnTo>
                  <a:pt x="919" y="36908"/>
                </a:lnTo>
                <a:lnTo>
                  <a:pt x="1108" y="37610"/>
                </a:lnTo>
                <a:lnTo>
                  <a:pt x="1324" y="38313"/>
                </a:lnTo>
                <a:lnTo>
                  <a:pt x="1541" y="39015"/>
                </a:lnTo>
                <a:lnTo>
                  <a:pt x="1784" y="39691"/>
                </a:lnTo>
                <a:lnTo>
                  <a:pt x="2054" y="40366"/>
                </a:lnTo>
                <a:lnTo>
                  <a:pt x="2324" y="41042"/>
                </a:lnTo>
                <a:lnTo>
                  <a:pt x="2594" y="41690"/>
                </a:lnTo>
                <a:lnTo>
                  <a:pt x="2919" y="42338"/>
                </a:lnTo>
                <a:lnTo>
                  <a:pt x="3243" y="42987"/>
                </a:lnTo>
                <a:lnTo>
                  <a:pt x="3567" y="43608"/>
                </a:lnTo>
                <a:lnTo>
                  <a:pt x="3918" y="44230"/>
                </a:lnTo>
                <a:lnTo>
                  <a:pt x="4269" y="44851"/>
                </a:lnTo>
                <a:lnTo>
                  <a:pt x="4648" y="45446"/>
                </a:lnTo>
                <a:lnTo>
                  <a:pt x="5053" y="46040"/>
                </a:lnTo>
                <a:lnTo>
                  <a:pt x="5458" y="46634"/>
                </a:lnTo>
                <a:lnTo>
                  <a:pt x="5864" y="47202"/>
                </a:lnTo>
                <a:lnTo>
                  <a:pt x="6296" y="47769"/>
                </a:lnTo>
                <a:lnTo>
                  <a:pt x="6728" y="48310"/>
                </a:lnTo>
                <a:lnTo>
                  <a:pt x="7188" y="48877"/>
                </a:lnTo>
                <a:lnTo>
                  <a:pt x="7674" y="49390"/>
                </a:lnTo>
                <a:lnTo>
                  <a:pt x="8160" y="49904"/>
                </a:lnTo>
                <a:lnTo>
                  <a:pt x="8647" y="50417"/>
                </a:lnTo>
                <a:lnTo>
                  <a:pt x="9160" y="50903"/>
                </a:lnTo>
                <a:lnTo>
                  <a:pt x="9673" y="51390"/>
                </a:lnTo>
                <a:lnTo>
                  <a:pt x="10214" y="51876"/>
                </a:lnTo>
                <a:lnTo>
                  <a:pt x="10754" y="52335"/>
                </a:lnTo>
                <a:lnTo>
                  <a:pt x="11294" y="52768"/>
                </a:lnTo>
                <a:lnTo>
                  <a:pt x="11862" y="53200"/>
                </a:lnTo>
                <a:lnTo>
                  <a:pt x="12429" y="53632"/>
                </a:lnTo>
                <a:lnTo>
                  <a:pt x="13024" y="54038"/>
                </a:lnTo>
                <a:lnTo>
                  <a:pt x="13618" y="54416"/>
                </a:lnTo>
                <a:lnTo>
                  <a:pt x="14212" y="54794"/>
                </a:lnTo>
                <a:lnTo>
                  <a:pt x="14834" y="55145"/>
                </a:lnTo>
                <a:lnTo>
                  <a:pt x="15455" y="55497"/>
                </a:lnTo>
                <a:lnTo>
                  <a:pt x="16077" y="55848"/>
                </a:lnTo>
                <a:lnTo>
                  <a:pt x="16725" y="56145"/>
                </a:lnTo>
                <a:lnTo>
                  <a:pt x="17374" y="56469"/>
                </a:lnTo>
                <a:lnTo>
                  <a:pt x="18022" y="56739"/>
                </a:lnTo>
                <a:lnTo>
                  <a:pt x="18698" y="57010"/>
                </a:lnTo>
                <a:lnTo>
                  <a:pt x="19373" y="57280"/>
                </a:lnTo>
                <a:lnTo>
                  <a:pt x="20048" y="57523"/>
                </a:lnTo>
                <a:lnTo>
                  <a:pt x="20751" y="57739"/>
                </a:lnTo>
                <a:lnTo>
                  <a:pt x="21453" y="57955"/>
                </a:lnTo>
                <a:lnTo>
                  <a:pt x="22156" y="58144"/>
                </a:lnTo>
                <a:lnTo>
                  <a:pt x="22858" y="58306"/>
                </a:lnTo>
                <a:lnTo>
                  <a:pt x="23588" y="58469"/>
                </a:lnTo>
                <a:lnTo>
                  <a:pt x="24290" y="58604"/>
                </a:lnTo>
                <a:lnTo>
                  <a:pt x="25020" y="58739"/>
                </a:lnTo>
                <a:lnTo>
                  <a:pt x="25776" y="58820"/>
                </a:lnTo>
                <a:lnTo>
                  <a:pt x="26506" y="58901"/>
                </a:lnTo>
                <a:lnTo>
                  <a:pt x="27262" y="58982"/>
                </a:lnTo>
                <a:lnTo>
                  <a:pt x="28019" y="59036"/>
                </a:lnTo>
                <a:lnTo>
                  <a:pt x="28775" y="59063"/>
                </a:lnTo>
                <a:lnTo>
                  <a:pt x="30289" y="59063"/>
                </a:lnTo>
                <a:lnTo>
                  <a:pt x="31045" y="59036"/>
                </a:lnTo>
                <a:lnTo>
                  <a:pt x="31802" y="58982"/>
                </a:lnTo>
                <a:lnTo>
                  <a:pt x="32558" y="58901"/>
                </a:lnTo>
                <a:lnTo>
                  <a:pt x="33288" y="58820"/>
                </a:lnTo>
                <a:lnTo>
                  <a:pt x="34044" y="58739"/>
                </a:lnTo>
                <a:lnTo>
                  <a:pt x="34774" y="58604"/>
                </a:lnTo>
                <a:lnTo>
                  <a:pt x="35476" y="58469"/>
                </a:lnTo>
                <a:lnTo>
                  <a:pt x="36206" y="58306"/>
                </a:lnTo>
                <a:lnTo>
                  <a:pt x="36908" y="58144"/>
                </a:lnTo>
                <a:lnTo>
                  <a:pt x="37611" y="57955"/>
                </a:lnTo>
                <a:lnTo>
                  <a:pt x="38313" y="57739"/>
                </a:lnTo>
                <a:lnTo>
                  <a:pt x="39016" y="57523"/>
                </a:lnTo>
                <a:lnTo>
                  <a:pt x="39691" y="57280"/>
                </a:lnTo>
                <a:lnTo>
                  <a:pt x="40367" y="57010"/>
                </a:lnTo>
                <a:lnTo>
                  <a:pt x="41042" y="56739"/>
                </a:lnTo>
                <a:lnTo>
                  <a:pt x="41690" y="56469"/>
                </a:lnTo>
                <a:lnTo>
                  <a:pt x="42339" y="56145"/>
                </a:lnTo>
                <a:lnTo>
                  <a:pt x="42987" y="55848"/>
                </a:lnTo>
                <a:lnTo>
                  <a:pt x="43609" y="55497"/>
                </a:lnTo>
                <a:lnTo>
                  <a:pt x="44230" y="55145"/>
                </a:lnTo>
                <a:lnTo>
                  <a:pt x="44852" y="54794"/>
                </a:lnTo>
                <a:lnTo>
                  <a:pt x="45446" y="54416"/>
                </a:lnTo>
                <a:lnTo>
                  <a:pt x="46040" y="54038"/>
                </a:lnTo>
                <a:lnTo>
                  <a:pt x="46635" y="53632"/>
                </a:lnTo>
                <a:lnTo>
                  <a:pt x="47202" y="53200"/>
                </a:lnTo>
                <a:lnTo>
                  <a:pt x="47770" y="52768"/>
                </a:lnTo>
                <a:lnTo>
                  <a:pt x="48310" y="52335"/>
                </a:lnTo>
                <a:lnTo>
                  <a:pt x="48850" y="51876"/>
                </a:lnTo>
                <a:lnTo>
                  <a:pt x="49391" y="51390"/>
                </a:lnTo>
                <a:lnTo>
                  <a:pt x="49904" y="50903"/>
                </a:lnTo>
                <a:lnTo>
                  <a:pt x="50417" y="50417"/>
                </a:lnTo>
                <a:lnTo>
                  <a:pt x="50904" y="49904"/>
                </a:lnTo>
                <a:lnTo>
                  <a:pt x="51390" y="49390"/>
                </a:lnTo>
                <a:lnTo>
                  <a:pt x="51876" y="48877"/>
                </a:lnTo>
                <a:lnTo>
                  <a:pt x="52336" y="48310"/>
                </a:lnTo>
                <a:lnTo>
                  <a:pt x="52768" y="47769"/>
                </a:lnTo>
                <a:lnTo>
                  <a:pt x="53200" y="47202"/>
                </a:lnTo>
                <a:lnTo>
                  <a:pt x="53606" y="46634"/>
                </a:lnTo>
                <a:lnTo>
                  <a:pt x="54011" y="46040"/>
                </a:lnTo>
                <a:lnTo>
                  <a:pt x="54416" y="45446"/>
                </a:lnTo>
                <a:lnTo>
                  <a:pt x="54795" y="44851"/>
                </a:lnTo>
                <a:lnTo>
                  <a:pt x="55146" y="44230"/>
                </a:lnTo>
                <a:lnTo>
                  <a:pt x="55497" y="43608"/>
                </a:lnTo>
                <a:lnTo>
                  <a:pt x="55821" y="42987"/>
                </a:lnTo>
                <a:lnTo>
                  <a:pt x="56145" y="42338"/>
                </a:lnTo>
                <a:lnTo>
                  <a:pt x="56470" y="41690"/>
                </a:lnTo>
                <a:lnTo>
                  <a:pt x="56740" y="41042"/>
                </a:lnTo>
                <a:lnTo>
                  <a:pt x="57010" y="40366"/>
                </a:lnTo>
                <a:lnTo>
                  <a:pt x="57280" y="39691"/>
                </a:lnTo>
                <a:lnTo>
                  <a:pt x="57523" y="39015"/>
                </a:lnTo>
                <a:lnTo>
                  <a:pt x="57740" y="38313"/>
                </a:lnTo>
                <a:lnTo>
                  <a:pt x="57956" y="37610"/>
                </a:lnTo>
                <a:lnTo>
                  <a:pt x="58145" y="36908"/>
                </a:lnTo>
                <a:lnTo>
                  <a:pt x="58307" y="36205"/>
                </a:lnTo>
                <a:lnTo>
                  <a:pt x="58469" y="35476"/>
                </a:lnTo>
                <a:lnTo>
                  <a:pt x="58604" y="34773"/>
                </a:lnTo>
                <a:lnTo>
                  <a:pt x="58712" y="34044"/>
                </a:lnTo>
                <a:lnTo>
                  <a:pt x="58820" y="33287"/>
                </a:lnTo>
                <a:lnTo>
                  <a:pt x="58901" y="32558"/>
                </a:lnTo>
                <a:lnTo>
                  <a:pt x="58982" y="31801"/>
                </a:lnTo>
                <a:lnTo>
                  <a:pt x="59036" y="31045"/>
                </a:lnTo>
                <a:lnTo>
                  <a:pt x="59063" y="30288"/>
                </a:lnTo>
                <a:lnTo>
                  <a:pt x="59063" y="29532"/>
                </a:lnTo>
                <a:lnTo>
                  <a:pt x="59063" y="28775"/>
                </a:lnTo>
                <a:lnTo>
                  <a:pt x="59036" y="28019"/>
                </a:lnTo>
                <a:lnTo>
                  <a:pt x="58982" y="27262"/>
                </a:lnTo>
                <a:lnTo>
                  <a:pt x="58901" y="26506"/>
                </a:lnTo>
                <a:lnTo>
                  <a:pt x="58820" y="25776"/>
                </a:lnTo>
                <a:lnTo>
                  <a:pt x="58712" y="25047"/>
                </a:lnTo>
                <a:lnTo>
                  <a:pt x="58604" y="24317"/>
                </a:lnTo>
                <a:lnTo>
                  <a:pt x="58469" y="23588"/>
                </a:lnTo>
                <a:lnTo>
                  <a:pt x="58307" y="22858"/>
                </a:lnTo>
                <a:lnTo>
                  <a:pt x="58145" y="22156"/>
                </a:lnTo>
                <a:lnTo>
                  <a:pt x="57956" y="21453"/>
                </a:lnTo>
                <a:lnTo>
                  <a:pt x="57740" y="20751"/>
                </a:lnTo>
                <a:lnTo>
                  <a:pt x="57523" y="20048"/>
                </a:lnTo>
                <a:lnTo>
                  <a:pt x="57280" y="19373"/>
                </a:lnTo>
                <a:lnTo>
                  <a:pt x="57010" y="18697"/>
                </a:lnTo>
                <a:lnTo>
                  <a:pt x="56740" y="18049"/>
                </a:lnTo>
                <a:lnTo>
                  <a:pt x="56470" y="17373"/>
                </a:lnTo>
                <a:lnTo>
                  <a:pt x="56145" y="16725"/>
                </a:lnTo>
                <a:lnTo>
                  <a:pt x="55821" y="16076"/>
                </a:lnTo>
                <a:lnTo>
                  <a:pt x="55497" y="15455"/>
                </a:lnTo>
                <a:lnTo>
                  <a:pt x="55146" y="14833"/>
                </a:lnTo>
                <a:lnTo>
                  <a:pt x="54795" y="14212"/>
                </a:lnTo>
                <a:lnTo>
                  <a:pt x="54416" y="13618"/>
                </a:lnTo>
                <a:lnTo>
                  <a:pt x="54011" y="13023"/>
                </a:lnTo>
                <a:lnTo>
                  <a:pt x="53606" y="12429"/>
                </a:lnTo>
                <a:lnTo>
                  <a:pt x="53200" y="11861"/>
                </a:lnTo>
                <a:lnTo>
                  <a:pt x="52768" y="11294"/>
                </a:lnTo>
                <a:lnTo>
                  <a:pt x="52336" y="10754"/>
                </a:lnTo>
                <a:lnTo>
                  <a:pt x="51876" y="10213"/>
                </a:lnTo>
                <a:lnTo>
                  <a:pt x="51390" y="9673"/>
                </a:lnTo>
                <a:lnTo>
                  <a:pt x="50904" y="9160"/>
                </a:lnTo>
                <a:lnTo>
                  <a:pt x="50417" y="8646"/>
                </a:lnTo>
                <a:lnTo>
                  <a:pt x="49904" y="8160"/>
                </a:lnTo>
                <a:lnTo>
                  <a:pt x="49391" y="7674"/>
                </a:lnTo>
                <a:lnTo>
                  <a:pt x="48850" y="7214"/>
                </a:lnTo>
                <a:lnTo>
                  <a:pt x="48310" y="6755"/>
                </a:lnTo>
                <a:lnTo>
                  <a:pt x="47770" y="6296"/>
                </a:lnTo>
                <a:lnTo>
                  <a:pt x="47202" y="5863"/>
                </a:lnTo>
                <a:lnTo>
                  <a:pt x="46635" y="5458"/>
                </a:lnTo>
                <a:lnTo>
                  <a:pt x="46040" y="5053"/>
                </a:lnTo>
                <a:lnTo>
                  <a:pt x="45446" y="4647"/>
                </a:lnTo>
                <a:lnTo>
                  <a:pt x="44852" y="4269"/>
                </a:lnTo>
                <a:lnTo>
                  <a:pt x="44230" y="3918"/>
                </a:lnTo>
                <a:lnTo>
                  <a:pt x="43609" y="3567"/>
                </a:lnTo>
                <a:lnTo>
                  <a:pt x="42987" y="3242"/>
                </a:lnTo>
                <a:lnTo>
                  <a:pt x="42339" y="2918"/>
                </a:lnTo>
                <a:lnTo>
                  <a:pt x="41690" y="2621"/>
                </a:lnTo>
                <a:lnTo>
                  <a:pt x="41042" y="2324"/>
                </a:lnTo>
                <a:lnTo>
                  <a:pt x="40367" y="2054"/>
                </a:lnTo>
                <a:lnTo>
                  <a:pt x="39691" y="1783"/>
                </a:lnTo>
                <a:lnTo>
                  <a:pt x="39016" y="1567"/>
                </a:lnTo>
                <a:lnTo>
                  <a:pt x="38313" y="1324"/>
                </a:lnTo>
                <a:lnTo>
                  <a:pt x="37611" y="1135"/>
                </a:lnTo>
                <a:lnTo>
                  <a:pt x="36908" y="919"/>
                </a:lnTo>
                <a:lnTo>
                  <a:pt x="36206" y="757"/>
                </a:lnTo>
                <a:lnTo>
                  <a:pt x="35476" y="595"/>
                </a:lnTo>
                <a:lnTo>
                  <a:pt x="34774" y="460"/>
                </a:lnTo>
                <a:lnTo>
                  <a:pt x="34044" y="351"/>
                </a:lnTo>
                <a:lnTo>
                  <a:pt x="33288" y="243"/>
                </a:lnTo>
                <a:lnTo>
                  <a:pt x="32558" y="162"/>
                </a:lnTo>
                <a:lnTo>
                  <a:pt x="31802" y="81"/>
                </a:lnTo>
                <a:lnTo>
                  <a:pt x="31045" y="54"/>
                </a:lnTo>
                <a:lnTo>
                  <a:pt x="30289" y="0"/>
                </a:lnTo>
                <a:close/>
              </a:path>
            </a:pathLst>
          </a:custGeom>
          <a:solidFill>
            <a:srgbClr val="FD3E8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76"/>
          <p:cNvSpPr/>
          <p:nvPr/>
        </p:nvSpPr>
        <p:spPr>
          <a:xfrm>
            <a:off x="7889748" y="2162203"/>
            <a:ext cx="106451" cy="34826"/>
          </a:xfrm>
          <a:custGeom>
            <a:rect b="b" l="l" r="r" t="t"/>
            <a:pathLst>
              <a:path extrusionOk="0" h="15617" w="62252">
                <a:moveTo>
                  <a:pt x="31126" y="0"/>
                </a:moveTo>
                <a:lnTo>
                  <a:pt x="29532" y="27"/>
                </a:lnTo>
                <a:lnTo>
                  <a:pt x="27830" y="81"/>
                </a:lnTo>
                <a:lnTo>
                  <a:pt x="26101" y="189"/>
                </a:lnTo>
                <a:lnTo>
                  <a:pt x="24263" y="351"/>
                </a:lnTo>
                <a:lnTo>
                  <a:pt x="22399" y="540"/>
                </a:lnTo>
                <a:lnTo>
                  <a:pt x="20481" y="757"/>
                </a:lnTo>
                <a:lnTo>
                  <a:pt x="18535" y="1027"/>
                </a:lnTo>
                <a:lnTo>
                  <a:pt x="16536" y="1351"/>
                </a:lnTo>
                <a:lnTo>
                  <a:pt x="14482" y="1702"/>
                </a:lnTo>
                <a:lnTo>
                  <a:pt x="12429" y="2081"/>
                </a:lnTo>
                <a:lnTo>
                  <a:pt x="10376" y="2513"/>
                </a:lnTo>
                <a:lnTo>
                  <a:pt x="8295" y="2999"/>
                </a:lnTo>
                <a:lnTo>
                  <a:pt x="6215" y="3513"/>
                </a:lnTo>
                <a:lnTo>
                  <a:pt x="4134" y="4080"/>
                </a:lnTo>
                <a:lnTo>
                  <a:pt x="2054" y="4674"/>
                </a:lnTo>
                <a:lnTo>
                  <a:pt x="0" y="5323"/>
                </a:lnTo>
                <a:lnTo>
                  <a:pt x="1459" y="5809"/>
                </a:lnTo>
                <a:lnTo>
                  <a:pt x="2891" y="6322"/>
                </a:lnTo>
                <a:lnTo>
                  <a:pt x="4323" y="6836"/>
                </a:lnTo>
                <a:lnTo>
                  <a:pt x="5728" y="7376"/>
                </a:lnTo>
                <a:lnTo>
                  <a:pt x="7133" y="7944"/>
                </a:lnTo>
                <a:lnTo>
                  <a:pt x="8484" y="8538"/>
                </a:lnTo>
                <a:lnTo>
                  <a:pt x="9835" y="9159"/>
                </a:lnTo>
                <a:lnTo>
                  <a:pt x="11132" y="9781"/>
                </a:lnTo>
                <a:lnTo>
                  <a:pt x="12402" y="10456"/>
                </a:lnTo>
                <a:lnTo>
                  <a:pt x="13645" y="11132"/>
                </a:lnTo>
                <a:lnTo>
                  <a:pt x="14861" y="11807"/>
                </a:lnTo>
                <a:lnTo>
                  <a:pt x="16050" y="12537"/>
                </a:lnTo>
                <a:lnTo>
                  <a:pt x="17184" y="13266"/>
                </a:lnTo>
                <a:lnTo>
                  <a:pt x="18265" y="14023"/>
                </a:lnTo>
                <a:lnTo>
                  <a:pt x="19319" y="14806"/>
                </a:lnTo>
                <a:lnTo>
                  <a:pt x="20292" y="15617"/>
                </a:lnTo>
                <a:lnTo>
                  <a:pt x="21669" y="15428"/>
                </a:lnTo>
                <a:lnTo>
                  <a:pt x="23020" y="15266"/>
                </a:lnTo>
                <a:lnTo>
                  <a:pt x="24371" y="15104"/>
                </a:lnTo>
                <a:lnTo>
                  <a:pt x="25722" y="14995"/>
                </a:lnTo>
                <a:lnTo>
                  <a:pt x="27100" y="14887"/>
                </a:lnTo>
                <a:lnTo>
                  <a:pt x="28451" y="14833"/>
                </a:lnTo>
                <a:lnTo>
                  <a:pt x="29775" y="14779"/>
                </a:lnTo>
                <a:lnTo>
                  <a:pt x="32477" y="14779"/>
                </a:lnTo>
                <a:lnTo>
                  <a:pt x="33801" y="14833"/>
                </a:lnTo>
                <a:lnTo>
                  <a:pt x="35152" y="14887"/>
                </a:lnTo>
                <a:lnTo>
                  <a:pt x="36530" y="14995"/>
                </a:lnTo>
                <a:lnTo>
                  <a:pt x="37881" y="15104"/>
                </a:lnTo>
                <a:lnTo>
                  <a:pt x="39232" y="15266"/>
                </a:lnTo>
                <a:lnTo>
                  <a:pt x="40583" y="15428"/>
                </a:lnTo>
                <a:lnTo>
                  <a:pt x="41961" y="15617"/>
                </a:lnTo>
                <a:lnTo>
                  <a:pt x="42960" y="14806"/>
                </a:lnTo>
                <a:lnTo>
                  <a:pt x="43987" y="14023"/>
                </a:lnTo>
                <a:lnTo>
                  <a:pt x="45068" y="13266"/>
                </a:lnTo>
                <a:lnTo>
                  <a:pt x="46202" y="12537"/>
                </a:lnTo>
                <a:lnTo>
                  <a:pt x="47391" y="11807"/>
                </a:lnTo>
                <a:lnTo>
                  <a:pt x="48607" y="11132"/>
                </a:lnTo>
                <a:lnTo>
                  <a:pt x="49850" y="10456"/>
                </a:lnTo>
                <a:lnTo>
                  <a:pt x="51120" y="9781"/>
                </a:lnTo>
                <a:lnTo>
                  <a:pt x="52417" y="9159"/>
                </a:lnTo>
                <a:lnTo>
                  <a:pt x="53768" y="8538"/>
                </a:lnTo>
                <a:lnTo>
                  <a:pt x="55119" y="7944"/>
                </a:lnTo>
                <a:lnTo>
                  <a:pt x="56524" y="7376"/>
                </a:lnTo>
                <a:lnTo>
                  <a:pt x="57929" y="6836"/>
                </a:lnTo>
                <a:lnTo>
                  <a:pt x="59361" y="6322"/>
                </a:lnTo>
                <a:lnTo>
                  <a:pt x="60793" y="5809"/>
                </a:lnTo>
                <a:lnTo>
                  <a:pt x="62252" y="5323"/>
                </a:lnTo>
                <a:lnTo>
                  <a:pt x="60198" y="4674"/>
                </a:lnTo>
                <a:lnTo>
                  <a:pt x="58118" y="4080"/>
                </a:lnTo>
                <a:lnTo>
                  <a:pt x="56037" y="3513"/>
                </a:lnTo>
                <a:lnTo>
                  <a:pt x="53957" y="2999"/>
                </a:lnTo>
                <a:lnTo>
                  <a:pt x="51876" y="2513"/>
                </a:lnTo>
                <a:lnTo>
                  <a:pt x="49823" y="2081"/>
                </a:lnTo>
                <a:lnTo>
                  <a:pt x="47770" y="1702"/>
                </a:lnTo>
                <a:lnTo>
                  <a:pt x="45716" y="1351"/>
                </a:lnTo>
                <a:lnTo>
                  <a:pt x="43717" y="1027"/>
                </a:lnTo>
                <a:lnTo>
                  <a:pt x="41771" y="757"/>
                </a:lnTo>
                <a:lnTo>
                  <a:pt x="39853" y="540"/>
                </a:lnTo>
                <a:lnTo>
                  <a:pt x="37989" y="351"/>
                </a:lnTo>
                <a:lnTo>
                  <a:pt x="36151" y="189"/>
                </a:lnTo>
                <a:lnTo>
                  <a:pt x="34422" y="81"/>
                </a:lnTo>
                <a:lnTo>
                  <a:pt x="32720" y="27"/>
                </a:lnTo>
                <a:lnTo>
                  <a:pt x="31126" y="0"/>
                </a:lnTo>
                <a:close/>
              </a:path>
            </a:pathLst>
          </a:custGeom>
          <a:solidFill>
            <a:srgbClr val="FD3E8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76"/>
          <p:cNvSpPr/>
          <p:nvPr/>
        </p:nvSpPr>
        <p:spPr>
          <a:xfrm>
            <a:off x="7937936" y="2244566"/>
            <a:ext cx="10075" cy="32899"/>
          </a:xfrm>
          <a:custGeom>
            <a:rect b="b" l="l" r="r" t="t"/>
            <a:pathLst>
              <a:path extrusionOk="0" h="14753" w="5892">
                <a:moveTo>
                  <a:pt x="1" y="1"/>
                </a:moveTo>
                <a:lnTo>
                  <a:pt x="1" y="14753"/>
                </a:lnTo>
                <a:lnTo>
                  <a:pt x="5891" y="14753"/>
                </a:lnTo>
                <a:lnTo>
                  <a:pt x="5891" y="1"/>
                </a:lnTo>
                <a:close/>
              </a:path>
            </a:pathLst>
          </a:custGeom>
          <a:solidFill>
            <a:srgbClr val="34A85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76"/>
          <p:cNvSpPr/>
          <p:nvPr/>
        </p:nvSpPr>
        <p:spPr>
          <a:xfrm>
            <a:off x="7698657" y="2165153"/>
            <a:ext cx="237895" cy="135749"/>
          </a:xfrm>
          <a:custGeom>
            <a:rect b="b" l="l" r="r" t="t"/>
            <a:pathLst>
              <a:path extrusionOk="0" h="60874" w="139120">
                <a:moveTo>
                  <a:pt x="71140" y="17401"/>
                </a:moveTo>
                <a:lnTo>
                  <a:pt x="72734" y="17455"/>
                </a:lnTo>
                <a:lnTo>
                  <a:pt x="74301" y="17536"/>
                </a:lnTo>
                <a:lnTo>
                  <a:pt x="75923" y="17644"/>
                </a:lnTo>
                <a:lnTo>
                  <a:pt x="77517" y="17779"/>
                </a:lnTo>
                <a:lnTo>
                  <a:pt x="79111" y="17941"/>
                </a:lnTo>
                <a:lnTo>
                  <a:pt x="80705" y="18158"/>
                </a:lnTo>
                <a:lnTo>
                  <a:pt x="82299" y="18374"/>
                </a:lnTo>
                <a:lnTo>
                  <a:pt x="83920" y="18617"/>
                </a:lnTo>
                <a:lnTo>
                  <a:pt x="85541" y="18887"/>
                </a:lnTo>
                <a:lnTo>
                  <a:pt x="87135" y="19184"/>
                </a:lnTo>
                <a:lnTo>
                  <a:pt x="88729" y="19508"/>
                </a:lnTo>
                <a:lnTo>
                  <a:pt x="90324" y="19860"/>
                </a:lnTo>
                <a:lnTo>
                  <a:pt x="91891" y="20211"/>
                </a:lnTo>
                <a:lnTo>
                  <a:pt x="93431" y="20589"/>
                </a:lnTo>
                <a:lnTo>
                  <a:pt x="94944" y="20994"/>
                </a:lnTo>
                <a:lnTo>
                  <a:pt x="96457" y="21427"/>
                </a:lnTo>
                <a:lnTo>
                  <a:pt x="97943" y="21832"/>
                </a:lnTo>
                <a:lnTo>
                  <a:pt x="99402" y="22291"/>
                </a:lnTo>
                <a:lnTo>
                  <a:pt x="100834" y="22751"/>
                </a:lnTo>
                <a:lnTo>
                  <a:pt x="102239" y="23210"/>
                </a:lnTo>
                <a:lnTo>
                  <a:pt x="103590" y="23696"/>
                </a:lnTo>
                <a:lnTo>
                  <a:pt x="104941" y="24183"/>
                </a:lnTo>
                <a:lnTo>
                  <a:pt x="106238" y="24696"/>
                </a:lnTo>
                <a:lnTo>
                  <a:pt x="107832" y="25317"/>
                </a:lnTo>
                <a:lnTo>
                  <a:pt x="109345" y="25966"/>
                </a:lnTo>
                <a:lnTo>
                  <a:pt x="110804" y="26641"/>
                </a:lnTo>
                <a:lnTo>
                  <a:pt x="112182" y="27290"/>
                </a:lnTo>
                <a:lnTo>
                  <a:pt x="113479" y="27965"/>
                </a:lnTo>
                <a:lnTo>
                  <a:pt x="114721" y="28614"/>
                </a:lnTo>
                <a:lnTo>
                  <a:pt x="115856" y="29289"/>
                </a:lnTo>
                <a:lnTo>
                  <a:pt x="116910" y="29938"/>
                </a:lnTo>
                <a:lnTo>
                  <a:pt x="117883" y="30586"/>
                </a:lnTo>
                <a:lnTo>
                  <a:pt x="118747" y="31235"/>
                </a:lnTo>
                <a:lnTo>
                  <a:pt x="119531" y="31856"/>
                </a:lnTo>
                <a:lnTo>
                  <a:pt x="120179" y="32477"/>
                </a:lnTo>
                <a:lnTo>
                  <a:pt x="120476" y="32802"/>
                </a:lnTo>
                <a:lnTo>
                  <a:pt x="120747" y="33099"/>
                </a:lnTo>
                <a:lnTo>
                  <a:pt x="120990" y="33396"/>
                </a:lnTo>
                <a:lnTo>
                  <a:pt x="121179" y="33666"/>
                </a:lnTo>
                <a:lnTo>
                  <a:pt x="121368" y="33963"/>
                </a:lnTo>
                <a:lnTo>
                  <a:pt x="121530" y="34234"/>
                </a:lnTo>
                <a:lnTo>
                  <a:pt x="121638" y="34504"/>
                </a:lnTo>
                <a:lnTo>
                  <a:pt x="121719" y="34774"/>
                </a:lnTo>
                <a:lnTo>
                  <a:pt x="121719" y="43474"/>
                </a:lnTo>
                <a:lnTo>
                  <a:pt x="17400" y="43474"/>
                </a:lnTo>
                <a:lnTo>
                  <a:pt x="17400" y="34855"/>
                </a:lnTo>
                <a:lnTo>
                  <a:pt x="17481" y="34558"/>
                </a:lnTo>
                <a:lnTo>
                  <a:pt x="17616" y="34261"/>
                </a:lnTo>
                <a:lnTo>
                  <a:pt x="17805" y="33963"/>
                </a:lnTo>
                <a:lnTo>
                  <a:pt x="17994" y="33639"/>
                </a:lnTo>
                <a:lnTo>
                  <a:pt x="18238" y="33315"/>
                </a:lnTo>
                <a:lnTo>
                  <a:pt x="18508" y="32991"/>
                </a:lnTo>
                <a:lnTo>
                  <a:pt x="18832" y="32667"/>
                </a:lnTo>
                <a:lnTo>
                  <a:pt x="19156" y="32315"/>
                </a:lnTo>
                <a:lnTo>
                  <a:pt x="19535" y="31964"/>
                </a:lnTo>
                <a:lnTo>
                  <a:pt x="19940" y="31640"/>
                </a:lnTo>
                <a:lnTo>
                  <a:pt x="20831" y="30937"/>
                </a:lnTo>
                <a:lnTo>
                  <a:pt x="21858" y="30208"/>
                </a:lnTo>
                <a:lnTo>
                  <a:pt x="22966" y="29505"/>
                </a:lnTo>
                <a:lnTo>
                  <a:pt x="24209" y="28776"/>
                </a:lnTo>
                <a:lnTo>
                  <a:pt x="25533" y="28046"/>
                </a:lnTo>
                <a:lnTo>
                  <a:pt x="26965" y="27317"/>
                </a:lnTo>
                <a:lnTo>
                  <a:pt x="28478" y="26587"/>
                </a:lnTo>
                <a:lnTo>
                  <a:pt x="30072" y="25858"/>
                </a:lnTo>
                <a:lnTo>
                  <a:pt x="31747" y="25155"/>
                </a:lnTo>
                <a:lnTo>
                  <a:pt x="33503" y="24453"/>
                </a:lnTo>
                <a:lnTo>
                  <a:pt x="35313" y="23777"/>
                </a:lnTo>
                <a:lnTo>
                  <a:pt x="37205" y="23129"/>
                </a:lnTo>
                <a:lnTo>
                  <a:pt x="39150" y="22481"/>
                </a:lnTo>
                <a:lnTo>
                  <a:pt x="41150" y="21859"/>
                </a:lnTo>
                <a:lnTo>
                  <a:pt x="43203" y="21265"/>
                </a:lnTo>
                <a:lnTo>
                  <a:pt x="45283" y="20697"/>
                </a:lnTo>
                <a:lnTo>
                  <a:pt x="47418" y="20184"/>
                </a:lnTo>
                <a:lnTo>
                  <a:pt x="49552" y="19698"/>
                </a:lnTo>
                <a:lnTo>
                  <a:pt x="51741" y="19238"/>
                </a:lnTo>
                <a:lnTo>
                  <a:pt x="53956" y="18833"/>
                </a:lnTo>
                <a:lnTo>
                  <a:pt x="56172" y="18455"/>
                </a:lnTo>
                <a:lnTo>
                  <a:pt x="58414" y="18158"/>
                </a:lnTo>
                <a:lnTo>
                  <a:pt x="60657" y="17887"/>
                </a:lnTo>
                <a:lnTo>
                  <a:pt x="62900" y="17671"/>
                </a:lnTo>
                <a:lnTo>
                  <a:pt x="65115" y="17509"/>
                </a:lnTo>
                <a:lnTo>
                  <a:pt x="67358" y="17428"/>
                </a:lnTo>
                <a:lnTo>
                  <a:pt x="69573" y="17401"/>
                </a:lnTo>
                <a:close/>
                <a:moveTo>
                  <a:pt x="68465" y="1"/>
                </a:moveTo>
                <a:lnTo>
                  <a:pt x="67331" y="28"/>
                </a:lnTo>
                <a:lnTo>
                  <a:pt x="64953" y="136"/>
                </a:lnTo>
                <a:lnTo>
                  <a:pt x="62467" y="298"/>
                </a:lnTo>
                <a:lnTo>
                  <a:pt x="59901" y="541"/>
                </a:lnTo>
                <a:lnTo>
                  <a:pt x="57253" y="866"/>
                </a:lnTo>
                <a:lnTo>
                  <a:pt x="54524" y="1217"/>
                </a:lnTo>
                <a:lnTo>
                  <a:pt x="51741" y="1676"/>
                </a:lnTo>
                <a:lnTo>
                  <a:pt x="48904" y="2190"/>
                </a:lnTo>
                <a:lnTo>
                  <a:pt x="46040" y="2757"/>
                </a:lnTo>
                <a:lnTo>
                  <a:pt x="43149" y="3405"/>
                </a:lnTo>
                <a:lnTo>
                  <a:pt x="41690" y="3757"/>
                </a:lnTo>
                <a:lnTo>
                  <a:pt x="40231" y="4135"/>
                </a:lnTo>
                <a:lnTo>
                  <a:pt x="38799" y="4513"/>
                </a:lnTo>
                <a:lnTo>
                  <a:pt x="37340" y="4918"/>
                </a:lnTo>
                <a:lnTo>
                  <a:pt x="35908" y="5324"/>
                </a:lnTo>
                <a:lnTo>
                  <a:pt x="34476" y="5756"/>
                </a:lnTo>
                <a:lnTo>
                  <a:pt x="33044" y="6215"/>
                </a:lnTo>
                <a:lnTo>
                  <a:pt x="31639" y="6675"/>
                </a:lnTo>
                <a:lnTo>
                  <a:pt x="30207" y="7161"/>
                </a:lnTo>
                <a:lnTo>
                  <a:pt x="28829" y="7674"/>
                </a:lnTo>
                <a:lnTo>
                  <a:pt x="27451" y="8188"/>
                </a:lnTo>
                <a:lnTo>
                  <a:pt x="26073" y="8728"/>
                </a:lnTo>
                <a:lnTo>
                  <a:pt x="24722" y="9268"/>
                </a:lnTo>
                <a:lnTo>
                  <a:pt x="23398" y="9836"/>
                </a:lnTo>
                <a:lnTo>
                  <a:pt x="22074" y="10430"/>
                </a:lnTo>
                <a:lnTo>
                  <a:pt x="20804" y="11025"/>
                </a:lnTo>
                <a:lnTo>
                  <a:pt x="19535" y="11646"/>
                </a:lnTo>
                <a:lnTo>
                  <a:pt x="18292" y="12294"/>
                </a:lnTo>
                <a:lnTo>
                  <a:pt x="17076" y="12943"/>
                </a:lnTo>
                <a:lnTo>
                  <a:pt x="15887" y="13618"/>
                </a:lnTo>
                <a:lnTo>
                  <a:pt x="14725" y="14294"/>
                </a:lnTo>
                <a:lnTo>
                  <a:pt x="13617" y="14996"/>
                </a:lnTo>
                <a:lnTo>
                  <a:pt x="12510" y="15726"/>
                </a:lnTo>
                <a:lnTo>
                  <a:pt x="11456" y="16455"/>
                </a:lnTo>
                <a:lnTo>
                  <a:pt x="10429" y="17212"/>
                </a:lnTo>
                <a:lnTo>
                  <a:pt x="9457" y="17995"/>
                </a:lnTo>
                <a:lnTo>
                  <a:pt x="8511" y="18779"/>
                </a:lnTo>
                <a:lnTo>
                  <a:pt x="7592" y="19590"/>
                </a:lnTo>
                <a:lnTo>
                  <a:pt x="6755" y="20400"/>
                </a:lnTo>
                <a:lnTo>
                  <a:pt x="5917" y="21238"/>
                </a:lnTo>
                <a:lnTo>
                  <a:pt x="5161" y="22102"/>
                </a:lnTo>
                <a:lnTo>
                  <a:pt x="4431" y="22994"/>
                </a:lnTo>
                <a:lnTo>
                  <a:pt x="3756" y="23858"/>
                </a:lnTo>
                <a:lnTo>
                  <a:pt x="3134" y="24777"/>
                </a:lnTo>
                <a:lnTo>
                  <a:pt x="2567" y="25696"/>
                </a:lnTo>
                <a:lnTo>
                  <a:pt x="2026" y="26641"/>
                </a:lnTo>
                <a:lnTo>
                  <a:pt x="1567" y="27614"/>
                </a:lnTo>
                <a:lnTo>
                  <a:pt x="1162" y="28587"/>
                </a:lnTo>
                <a:lnTo>
                  <a:pt x="811" y="29559"/>
                </a:lnTo>
                <a:lnTo>
                  <a:pt x="513" y="30586"/>
                </a:lnTo>
                <a:lnTo>
                  <a:pt x="297" y="31613"/>
                </a:lnTo>
                <a:lnTo>
                  <a:pt x="216" y="32126"/>
                </a:lnTo>
                <a:lnTo>
                  <a:pt x="135" y="32640"/>
                </a:lnTo>
                <a:lnTo>
                  <a:pt x="81" y="33180"/>
                </a:lnTo>
                <a:lnTo>
                  <a:pt x="27" y="33693"/>
                </a:lnTo>
                <a:lnTo>
                  <a:pt x="0" y="34234"/>
                </a:lnTo>
                <a:lnTo>
                  <a:pt x="0" y="34774"/>
                </a:lnTo>
                <a:lnTo>
                  <a:pt x="0" y="60874"/>
                </a:lnTo>
                <a:lnTo>
                  <a:pt x="139119" y="60874"/>
                </a:lnTo>
                <a:lnTo>
                  <a:pt x="139119" y="43474"/>
                </a:lnTo>
                <a:lnTo>
                  <a:pt x="139119" y="34774"/>
                </a:lnTo>
                <a:lnTo>
                  <a:pt x="139119" y="34180"/>
                </a:lnTo>
                <a:lnTo>
                  <a:pt x="139092" y="33612"/>
                </a:lnTo>
                <a:lnTo>
                  <a:pt x="139038" y="33018"/>
                </a:lnTo>
                <a:lnTo>
                  <a:pt x="138957" y="32450"/>
                </a:lnTo>
                <a:lnTo>
                  <a:pt x="138876" y="31883"/>
                </a:lnTo>
                <a:lnTo>
                  <a:pt x="138768" y="31316"/>
                </a:lnTo>
                <a:lnTo>
                  <a:pt x="138633" y="30748"/>
                </a:lnTo>
                <a:lnTo>
                  <a:pt x="138498" y="30181"/>
                </a:lnTo>
                <a:lnTo>
                  <a:pt x="138336" y="29640"/>
                </a:lnTo>
                <a:lnTo>
                  <a:pt x="138147" y="29100"/>
                </a:lnTo>
                <a:lnTo>
                  <a:pt x="137958" y="28560"/>
                </a:lnTo>
                <a:lnTo>
                  <a:pt x="137741" y="28019"/>
                </a:lnTo>
                <a:lnTo>
                  <a:pt x="137498" y="27479"/>
                </a:lnTo>
                <a:lnTo>
                  <a:pt x="137255" y="26966"/>
                </a:lnTo>
                <a:lnTo>
                  <a:pt x="136985" y="26452"/>
                </a:lnTo>
                <a:lnTo>
                  <a:pt x="136688" y="25939"/>
                </a:lnTo>
                <a:lnTo>
                  <a:pt x="136391" y="25426"/>
                </a:lnTo>
                <a:lnTo>
                  <a:pt x="136066" y="24912"/>
                </a:lnTo>
                <a:lnTo>
                  <a:pt x="135391" y="23913"/>
                </a:lnTo>
                <a:lnTo>
                  <a:pt x="134661" y="22940"/>
                </a:lnTo>
                <a:lnTo>
                  <a:pt x="133851" y="21994"/>
                </a:lnTo>
                <a:lnTo>
                  <a:pt x="133013" y="21049"/>
                </a:lnTo>
                <a:lnTo>
                  <a:pt x="132095" y="20130"/>
                </a:lnTo>
                <a:lnTo>
                  <a:pt x="131149" y="19238"/>
                </a:lnTo>
                <a:lnTo>
                  <a:pt x="130122" y="18374"/>
                </a:lnTo>
                <a:lnTo>
                  <a:pt x="128960" y="17428"/>
                </a:lnTo>
                <a:lnTo>
                  <a:pt x="127718" y="16509"/>
                </a:lnTo>
                <a:lnTo>
                  <a:pt x="126448" y="15618"/>
                </a:lnTo>
                <a:lnTo>
                  <a:pt x="125097" y="14753"/>
                </a:lnTo>
                <a:lnTo>
                  <a:pt x="123719" y="13889"/>
                </a:lnTo>
                <a:lnTo>
                  <a:pt x="122314" y="13078"/>
                </a:lnTo>
                <a:lnTo>
                  <a:pt x="120828" y="12294"/>
                </a:lnTo>
                <a:lnTo>
                  <a:pt x="119342" y="11511"/>
                </a:lnTo>
                <a:lnTo>
                  <a:pt x="117775" y="10781"/>
                </a:lnTo>
                <a:lnTo>
                  <a:pt x="116208" y="10052"/>
                </a:lnTo>
                <a:lnTo>
                  <a:pt x="114613" y="9349"/>
                </a:lnTo>
                <a:lnTo>
                  <a:pt x="112965" y="8674"/>
                </a:lnTo>
                <a:lnTo>
                  <a:pt x="111317" y="8053"/>
                </a:lnTo>
                <a:lnTo>
                  <a:pt x="109642" y="7431"/>
                </a:lnTo>
                <a:lnTo>
                  <a:pt x="107940" y="6837"/>
                </a:lnTo>
                <a:lnTo>
                  <a:pt x="106211" y="6242"/>
                </a:lnTo>
                <a:lnTo>
                  <a:pt x="103806" y="5486"/>
                </a:lnTo>
                <a:lnTo>
                  <a:pt x="101347" y="4783"/>
                </a:lnTo>
                <a:lnTo>
                  <a:pt x="98916" y="4135"/>
                </a:lnTo>
                <a:lnTo>
                  <a:pt x="96457" y="3513"/>
                </a:lnTo>
                <a:lnTo>
                  <a:pt x="93998" y="2946"/>
                </a:lnTo>
                <a:lnTo>
                  <a:pt x="91566" y="2433"/>
                </a:lnTo>
                <a:lnTo>
                  <a:pt x="89135" y="1973"/>
                </a:lnTo>
                <a:lnTo>
                  <a:pt x="86757" y="1568"/>
                </a:lnTo>
                <a:lnTo>
                  <a:pt x="84406" y="1190"/>
                </a:lnTo>
                <a:lnTo>
                  <a:pt x="82083" y="893"/>
                </a:lnTo>
                <a:lnTo>
                  <a:pt x="79840" y="622"/>
                </a:lnTo>
                <a:lnTo>
                  <a:pt x="77625" y="379"/>
                </a:lnTo>
                <a:lnTo>
                  <a:pt x="75490" y="217"/>
                </a:lnTo>
                <a:lnTo>
                  <a:pt x="73437" y="109"/>
                </a:lnTo>
                <a:lnTo>
                  <a:pt x="71438" y="28"/>
                </a:lnTo>
                <a:lnTo>
                  <a:pt x="69573" y="1"/>
                </a:lnTo>
                <a:close/>
              </a:path>
            </a:pathLst>
          </a:custGeom>
          <a:solidFill>
            <a:srgbClr val="FD3E8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76"/>
          <p:cNvSpPr/>
          <p:nvPr/>
        </p:nvSpPr>
        <p:spPr>
          <a:xfrm>
            <a:off x="7949394" y="2165153"/>
            <a:ext cx="237895" cy="135749"/>
          </a:xfrm>
          <a:custGeom>
            <a:rect b="b" l="l" r="r" t="t"/>
            <a:pathLst>
              <a:path extrusionOk="0" h="60874" w="139120">
                <a:moveTo>
                  <a:pt x="69547" y="17401"/>
                </a:moveTo>
                <a:lnTo>
                  <a:pt x="71762" y="17428"/>
                </a:lnTo>
                <a:lnTo>
                  <a:pt x="74005" y="17509"/>
                </a:lnTo>
                <a:lnTo>
                  <a:pt x="76220" y="17671"/>
                </a:lnTo>
                <a:lnTo>
                  <a:pt x="78463" y="17887"/>
                </a:lnTo>
                <a:lnTo>
                  <a:pt x="80706" y="18158"/>
                </a:lnTo>
                <a:lnTo>
                  <a:pt x="82948" y="18455"/>
                </a:lnTo>
                <a:lnTo>
                  <a:pt x="85164" y="18833"/>
                </a:lnTo>
                <a:lnTo>
                  <a:pt x="87379" y="19238"/>
                </a:lnTo>
                <a:lnTo>
                  <a:pt x="89568" y="19698"/>
                </a:lnTo>
                <a:lnTo>
                  <a:pt x="91702" y="20184"/>
                </a:lnTo>
                <a:lnTo>
                  <a:pt x="93837" y="20697"/>
                </a:lnTo>
                <a:lnTo>
                  <a:pt x="95917" y="21265"/>
                </a:lnTo>
                <a:lnTo>
                  <a:pt x="97970" y="21859"/>
                </a:lnTo>
                <a:lnTo>
                  <a:pt x="99970" y="22481"/>
                </a:lnTo>
                <a:lnTo>
                  <a:pt x="101915" y="23102"/>
                </a:lnTo>
                <a:lnTo>
                  <a:pt x="103807" y="23777"/>
                </a:lnTo>
                <a:lnTo>
                  <a:pt x="105617" y="24453"/>
                </a:lnTo>
                <a:lnTo>
                  <a:pt x="107373" y="25155"/>
                </a:lnTo>
                <a:lnTo>
                  <a:pt x="109048" y="25858"/>
                </a:lnTo>
                <a:lnTo>
                  <a:pt x="110642" y="26560"/>
                </a:lnTo>
                <a:lnTo>
                  <a:pt x="112155" y="27290"/>
                </a:lnTo>
                <a:lnTo>
                  <a:pt x="113587" y="28019"/>
                </a:lnTo>
                <a:lnTo>
                  <a:pt x="114911" y="28749"/>
                </a:lnTo>
                <a:lnTo>
                  <a:pt x="116154" y="29451"/>
                </a:lnTo>
                <a:lnTo>
                  <a:pt x="117262" y="30181"/>
                </a:lnTo>
                <a:lnTo>
                  <a:pt x="118289" y="30883"/>
                </a:lnTo>
                <a:lnTo>
                  <a:pt x="119180" y="31586"/>
                </a:lnTo>
                <a:lnTo>
                  <a:pt x="119585" y="31910"/>
                </a:lnTo>
                <a:lnTo>
                  <a:pt x="119964" y="32261"/>
                </a:lnTo>
                <a:lnTo>
                  <a:pt x="120288" y="32585"/>
                </a:lnTo>
                <a:lnTo>
                  <a:pt x="120612" y="32937"/>
                </a:lnTo>
                <a:lnTo>
                  <a:pt x="120882" y="33261"/>
                </a:lnTo>
                <a:lnTo>
                  <a:pt x="121126" y="33558"/>
                </a:lnTo>
                <a:lnTo>
                  <a:pt x="121315" y="33882"/>
                </a:lnTo>
                <a:lnTo>
                  <a:pt x="121504" y="34180"/>
                </a:lnTo>
                <a:lnTo>
                  <a:pt x="121639" y="34477"/>
                </a:lnTo>
                <a:lnTo>
                  <a:pt x="121720" y="34774"/>
                </a:lnTo>
                <a:lnTo>
                  <a:pt x="121720" y="43474"/>
                </a:lnTo>
                <a:lnTo>
                  <a:pt x="17401" y="43474"/>
                </a:lnTo>
                <a:lnTo>
                  <a:pt x="17401" y="34855"/>
                </a:lnTo>
                <a:lnTo>
                  <a:pt x="17482" y="34585"/>
                </a:lnTo>
                <a:lnTo>
                  <a:pt x="17590" y="34315"/>
                </a:lnTo>
                <a:lnTo>
                  <a:pt x="17752" y="34044"/>
                </a:lnTo>
                <a:lnTo>
                  <a:pt x="17941" y="33747"/>
                </a:lnTo>
                <a:lnTo>
                  <a:pt x="18130" y="33450"/>
                </a:lnTo>
                <a:lnTo>
                  <a:pt x="18373" y="33153"/>
                </a:lnTo>
                <a:lnTo>
                  <a:pt x="18644" y="32856"/>
                </a:lnTo>
                <a:lnTo>
                  <a:pt x="18941" y="32531"/>
                </a:lnTo>
                <a:lnTo>
                  <a:pt x="19616" y="31910"/>
                </a:lnTo>
                <a:lnTo>
                  <a:pt x="20373" y="31289"/>
                </a:lnTo>
                <a:lnTo>
                  <a:pt x="21237" y="30640"/>
                </a:lnTo>
                <a:lnTo>
                  <a:pt x="22210" y="29965"/>
                </a:lnTo>
                <a:lnTo>
                  <a:pt x="23264" y="29316"/>
                </a:lnTo>
                <a:lnTo>
                  <a:pt x="24426" y="28641"/>
                </a:lnTo>
                <a:lnTo>
                  <a:pt x="25641" y="27965"/>
                </a:lnTo>
                <a:lnTo>
                  <a:pt x="26965" y="27317"/>
                </a:lnTo>
                <a:lnTo>
                  <a:pt x="28343" y="26641"/>
                </a:lnTo>
                <a:lnTo>
                  <a:pt x="29802" y="25993"/>
                </a:lnTo>
                <a:lnTo>
                  <a:pt x="31342" y="25317"/>
                </a:lnTo>
                <a:lnTo>
                  <a:pt x="32909" y="24696"/>
                </a:lnTo>
                <a:lnTo>
                  <a:pt x="34206" y="24183"/>
                </a:lnTo>
                <a:lnTo>
                  <a:pt x="35557" y="23696"/>
                </a:lnTo>
                <a:lnTo>
                  <a:pt x="36935" y="23210"/>
                </a:lnTo>
                <a:lnTo>
                  <a:pt x="38313" y="22751"/>
                </a:lnTo>
                <a:lnTo>
                  <a:pt x="39745" y="22291"/>
                </a:lnTo>
                <a:lnTo>
                  <a:pt x="41204" y="21832"/>
                </a:lnTo>
                <a:lnTo>
                  <a:pt x="42690" y="21400"/>
                </a:lnTo>
                <a:lnTo>
                  <a:pt x="44176" y="20994"/>
                </a:lnTo>
                <a:lnTo>
                  <a:pt x="45716" y="20589"/>
                </a:lnTo>
                <a:lnTo>
                  <a:pt x="47256" y="20211"/>
                </a:lnTo>
                <a:lnTo>
                  <a:pt x="48823" y="19860"/>
                </a:lnTo>
                <a:lnTo>
                  <a:pt x="50391" y="19508"/>
                </a:lnTo>
                <a:lnTo>
                  <a:pt x="51985" y="19184"/>
                </a:lnTo>
                <a:lnTo>
                  <a:pt x="53579" y="18887"/>
                </a:lnTo>
                <a:lnTo>
                  <a:pt x="55200" y="18617"/>
                </a:lnTo>
                <a:lnTo>
                  <a:pt x="56821" y="18374"/>
                </a:lnTo>
                <a:lnTo>
                  <a:pt x="58415" y="18158"/>
                </a:lnTo>
                <a:lnTo>
                  <a:pt x="60009" y="17941"/>
                </a:lnTo>
                <a:lnTo>
                  <a:pt x="61603" y="17779"/>
                </a:lnTo>
                <a:lnTo>
                  <a:pt x="63197" y="17644"/>
                </a:lnTo>
                <a:lnTo>
                  <a:pt x="64819" y="17536"/>
                </a:lnTo>
                <a:lnTo>
                  <a:pt x="66386" y="17455"/>
                </a:lnTo>
                <a:lnTo>
                  <a:pt x="67980" y="17401"/>
                </a:lnTo>
                <a:close/>
                <a:moveTo>
                  <a:pt x="69547" y="1"/>
                </a:moveTo>
                <a:lnTo>
                  <a:pt x="67683" y="28"/>
                </a:lnTo>
                <a:lnTo>
                  <a:pt x="65683" y="109"/>
                </a:lnTo>
                <a:lnTo>
                  <a:pt x="63630" y="217"/>
                </a:lnTo>
                <a:lnTo>
                  <a:pt x="61495" y="379"/>
                </a:lnTo>
                <a:lnTo>
                  <a:pt x="59280" y="622"/>
                </a:lnTo>
                <a:lnTo>
                  <a:pt x="57037" y="893"/>
                </a:lnTo>
                <a:lnTo>
                  <a:pt x="54714" y="1190"/>
                </a:lnTo>
                <a:lnTo>
                  <a:pt x="52363" y="1568"/>
                </a:lnTo>
                <a:lnTo>
                  <a:pt x="49985" y="1973"/>
                </a:lnTo>
                <a:lnTo>
                  <a:pt x="47554" y="2433"/>
                </a:lnTo>
                <a:lnTo>
                  <a:pt x="45122" y="2946"/>
                </a:lnTo>
                <a:lnTo>
                  <a:pt x="42663" y="3513"/>
                </a:lnTo>
                <a:lnTo>
                  <a:pt x="40204" y="4135"/>
                </a:lnTo>
                <a:lnTo>
                  <a:pt x="37773" y="4783"/>
                </a:lnTo>
                <a:lnTo>
                  <a:pt x="35314" y="5486"/>
                </a:lnTo>
                <a:lnTo>
                  <a:pt x="32909" y="6242"/>
                </a:lnTo>
                <a:lnTo>
                  <a:pt x="31180" y="6837"/>
                </a:lnTo>
                <a:lnTo>
                  <a:pt x="29478" y="7431"/>
                </a:lnTo>
                <a:lnTo>
                  <a:pt x="27803" y="8053"/>
                </a:lnTo>
                <a:lnTo>
                  <a:pt x="26155" y="8674"/>
                </a:lnTo>
                <a:lnTo>
                  <a:pt x="24507" y="9349"/>
                </a:lnTo>
                <a:lnTo>
                  <a:pt x="22912" y="10052"/>
                </a:lnTo>
                <a:lnTo>
                  <a:pt x="21345" y="10781"/>
                </a:lnTo>
                <a:lnTo>
                  <a:pt x="19778" y="11511"/>
                </a:lnTo>
                <a:lnTo>
                  <a:pt x="18292" y="12294"/>
                </a:lnTo>
                <a:lnTo>
                  <a:pt x="16806" y="13078"/>
                </a:lnTo>
                <a:lnTo>
                  <a:pt x="15401" y="13889"/>
                </a:lnTo>
                <a:lnTo>
                  <a:pt x="14023" y="14753"/>
                </a:lnTo>
                <a:lnTo>
                  <a:pt x="12672" y="15618"/>
                </a:lnTo>
                <a:lnTo>
                  <a:pt x="11403" y="16509"/>
                </a:lnTo>
                <a:lnTo>
                  <a:pt x="10160" y="17428"/>
                </a:lnTo>
                <a:lnTo>
                  <a:pt x="8998" y="18374"/>
                </a:lnTo>
                <a:lnTo>
                  <a:pt x="7971" y="19238"/>
                </a:lnTo>
                <a:lnTo>
                  <a:pt x="7025" y="20130"/>
                </a:lnTo>
                <a:lnTo>
                  <a:pt x="6107" y="21049"/>
                </a:lnTo>
                <a:lnTo>
                  <a:pt x="5269" y="21994"/>
                </a:lnTo>
                <a:lnTo>
                  <a:pt x="4459" y="22940"/>
                </a:lnTo>
                <a:lnTo>
                  <a:pt x="3729" y="23913"/>
                </a:lnTo>
                <a:lnTo>
                  <a:pt x="3054" y="24912"/>
                </a:lnTo>
                <a:lnTo>
                  <a:pt x="2730" y="25426"/>
                </a:lnTo>
                <a:lnTo>
                  <a:pt x="2432" y="25939"/>
                </a:lnTo>
                <a:lnTo>
                  <a:pt x="2135" y="26452"/>
                </a:lnTo>
                <a:lnTo>
                  <a:pt x="1865" y="26966"/>
                </a:lnTo>
                <a:lnTo>
                  <a:pt x="1622" y="27479"/>
                </a:lnTo>
                <a:lnTo>
                  <a:pt x="1379" y="28019"/>
                </a:lnTo>
                <a:lnTo>
                  <a:pt x="1162" y="28560"/>
                </a:lnTo>
                <a:lnTo>
                  <a:pt x="973" y="29100"/>
                </a:lnTo>
                <a:lnTo>
                  <a:pt x="784" y="29640"/>
                </a:lnTo>
                <a:lnTo>
                  <a:pt x="622" y="30181"/>
                </a:lnTo>
                <a:lnTo>
                  <a:pt x="487" y="30748"/>
                </a:lnTo>
                <a:lnTo>
                  <a:pt x="352" y="31316"/>
                </a:lnTo>
                <a:lnTo>
                  <a:pt x="244" y="31883"/>
                </a:lnTo>
                <a:lnTo>
                  <a:pt x="163" y="32450"/>
                </a:lnTo>
                <a:lnTo>
                  <a:pt x="82" y="33018"/>
                </a:lnTo>
                <a:lnTo>
                  <a:pt x="28" y="33612"/>
                </a:lnTo>
                <a:lnTo>
                  <a:pt x="1" y="34180"/>
                </a:lnTo>
                <a:lnTo>
                  <a:pt x="1" y="34774"/>
                </a:lnTo>
                <a:lnTo>
                  <a:pt x="1" y="43474"/>
                </a:lnTo>
                <a:lnTo>
                  <a:pt x="1" y="60874"/>
                </a:lnTo>
                <a:lnTo>
                  <a:pt x="139120" y="60874"/>
                </a:lnTo>
                <a:lnTo>
                  <a:pt x="139120" y="34774"/>
                </a:lnTo>
                <a:lnTo>
                  <a:pt x="139120" y="34234"/>
                </a:lnTo>
                <a:lnTo>
                  <a:pt x="139093" y="33693"/>
                </a:lnTo>
                <a:lnTo>
                  <a:pt x="139039" y="33180"/>
                </a:lnTo>
                <a:lnTo>
                  <a:pt x="138985" y="32640"/>
                </a:lnTo>
                <a:lnTo>
                  <a:pt x="138904" y="32126"/>
                </a:lnTo>
                <a:lnTo>
                  <a:pt x="138823" y="31613"/>
                </a:lnTo>
                <a:lnTo>
                  <a:pt x="138607" y="30586"/>
                </a:lnTo>
                <a:lnTo>
                  <a:pt x="138309" y="29559"/>
                </a:lnTo>
                <a:lnTo>
                  <a:pt x="137958" y="28587"/>
                </a:lnTo>
                <a:lnTo>
                  <a:pt x="137553" y="27614"/>
                </a:lnTo>
                <a:lnTo>
                  <a:pt x="137094" y="26641"/>
                </a:lnTo>
                <a:lnTo>
                  <a:pt x="136553" y="25696"/>
                </a:lnTo>
                <a:lnTo>
                  <a:pt x="135986" y="24777"/>
                </a:lnTo>
                <a:lnTo>
                  <a:pt x="135364" y="23858"/>
                </a:lnTo>
                <a:lnTo>
                  <a:pt x="134689" y="22994"/>
                </a:lnTo>
                <a:lnTo>
                  <a:pt x="133959" y="22102"/>
                </a:lnTo>
                <a:lnTo>
                  <a:pt x="133203" y="21238"/>
                </a:lnTo>
                <a:lnTo>
                  <a:pt x="132365" y="20400"/>
                </a:lnTo>
                <a:lnTo>
                  <a:pt x="131528" y="19590"/>
                </a:lnTo>
                <a:lnTo>
                  <a:pt x="130609" y="18779"/>
                </a:lnTo>
                <a:lnTo>
                  <a:pt x="129663" y="17995"/>
                </a:lnTo>
                <a:lnTo>
                  <a:pt x="128691" y="17212"/>
                </a:lnTo>
                <a:lnTo>
                  <a:pt x="127664" y="16455"/>
                </a:lnTo>
                <a:lnTo>
                  <a:pt x="126610" y="15726"/>
                </a:lnTo>
                <a:lnTo>
                  <a:pt x="125503" y="14996"/>
                </a:lnTo>
                <a:lnTo>
                  <a:pt x="124395" y="14294"/>
                </a:lnTo>
                <a:lnTo>
                  <a:pt x="123233" y="13618"/>
                </a:lnTo>
                <a:lnTo>
                  <a:pt x="122044" y="12943"/>
                </a:lnTo>
                <a:lnTo>
                  <a:pt x="120828" y="12294"/>
                </a:lnTo>
                <a:lnTo>
                  <a:pt x="119585" y="11646"/>
                </a:lnTo>
                <a:lnTo>
                  <a:pt x="118316" y="11025"/>
                </a:lnTo>
                <a:lnTo>
                  <a:pt x="117046" y="10430"/>
                </a:lnTo>
                <a:lnTo>
                  <a:pt x="115722" y="9836"/>
                </a:lnTo>
                <a:lnTo>
                  <a:pt x="114398" y="9268"/>
                </a:lnTo>
                <a:lnTo>
                  <a:pt x="113047" y="8728"/>
                </a:lnTo>
                <a:lnTo>
                  <a:pt x="111669" y="8188"/>
                </a:lnTo>
                <a:lnTo>
                  <a:pt x="110291" y="7674"/>
                </a:lnTo>
                <a:lnTo>
                  <a:pt x="108913" y="7161"/>
                </a:lnTo>
                <a:lnTo>
                  <a:pt x="107481" y="6675"/>
                </a:lnTo>
                <a:lnTo>
                  <a:pt x="106076" y="6215"/>
                </a:lnTo>
                <a:lnTo>
                  <a:pt x="104644" y="5756"/>
                </a:lnTo>
                <a:lnTo>
                  <a:pt x="103212" y="5324"/>
                </a:lnTo>
                <a:lnTo>
                  <a:pt x="101780" y="4918"/>
                </a:lnTo>
                <a:lnTo>
                  <a:pt x="100321" y="4513"/>
                </a:lnTo>
                <a:lnTo>
                  <a:pt x="98889" y="4135"/>
                </a:lnTo>
                <a:lnTo>
                  <a:pt x="97430" y="3757"/>
                </a:lnTo>
                <a:lnTo>
                  <a:pt x="95971" y="3405"/>
                </a:lnTo>
                <a:lnTo>
                  <a:pt x="93080" y="2757"/>
                </a:lnTo>
                <a:lnTo>
                  <a:pt x="90216" y="2190"/>
                </a:lnTo>
                <a:lnTo>
                  <a:pt x="87379" y="1676"/>
                </a:lnTo>
                <a:lnTo>
                  <a:pt x="84596" y="1217"/>
                </a:lnTo>
                <a:lnTo>
                  <a:pt x="81867" y="866"/>
                </a:lnTo>
                <a:lnTo>
                  <a:pt x="79220" y="541"/>
                </a:lnTo>
                <a:lnTo>
                  <a:pt x="76653" y="298"/>
                </a:lnTo>
                <a:lnTo>
                  <a:pt x="74167" y="136"/>
                </a:lnTo>
                <a:lnTo>
                  <a:pt x="71789" y="28"/>
                </a:lnTo>
                <a:lnTo>
                  <a:pt x="70655" y="1"/>
                </a:lnTo>
                <a:close/>
              </a:path>
            </a:pathLst>
          </a:custGeom>
          <a:solidFill>
            <a:srgbClr val="FD3E8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76"/>
          <p:cNvSpPr txBox="1"/>
          <p:nvPr/>
        </p:nvSpPr>
        <p:spPr>
          <a:xfrm>
            <a:off x="741727" y="3883394"/>
            <a:ext cx="236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Verificação e brand safety</a:t>
            </a:r>
            <a:endParaRPr sz="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4" name="Google Shape;684;p76"/>
          <p:cNvSpPr txBox="1"/>
          <p:nvPr/>
        </p:nvSpPr>
        <p:spPr>
          <a:xfrm>
            <a:off x="5617127" y="3883394"/>
            <a:ext cx="236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Métricas e audiência</a:t>
            </a:r>
            <a:endParaRPr sz="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5" name="Google Shape;685;p76"/>
          <p:cNvSpPr/>
          <p:nvPr/>
        </p:nvSpPr>
        <p:spPr>
          <a:xfrm>
            <a:off x="4027103" y="1752687"/>
            <a:ext cx="756000" cy="749700"/>
          </a:xfrm>
          <a:prstGeom prst="ellipse">
            <a:avLst/>
          </a:prstGeom>
          <a:solidFill>
            <a:srgbClr val="E6E6E2"/>
          </a:solidFill>
          <a:ln cap="flat" cmpd="sng" w="9525">
            <a:solidFill>
              <a:srgbClr val="FD3E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76"/>
          <p:cNvSpPr txBox="1"/>
          <p:nvPr/>
        </p:nvSpPr>
        <p:spPr>
          <a:xfrm>
            <a:off x="3753593" y="2480600"/>
            <a:ext cx="133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Controle Geografic</a:t>
            </a:r>
            <a:endParaRPr b="1" sz="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Acompanhamento de veiculação Geográfico.</a:t>
            </a:r>
            <a:endParaRPr sz="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7" name="Google Shape;687;p76"/>
          <p:cNvSpPr/>
          <p:nvPr/>
        </p:nvSpPr>
        <p:spPr>
          <a:xfrm>
            <a:off x="4200000" y="1931917"/>
            <a:ext cx="404426" cy="404426"/>
          </a:xfrm>
          <a:custGeom>
            <a:rect b="b" l="l" r="r" t="t"/>
            <a:pathLst>
              <a:path extrusionOk="0" h="1062" w="1062">
                <a:moveTo>
                  <a:pt x="530" y="0"/>
                </a:moveTo>
                <a:cubicBezTo>
                  <a:pt x="237" y="0"/>
                  <a:pt x="0" y="237"/>
                  <a:pt x="0" y="530"/>
                </a:cubicBezTo>
                <a:cubicBezTo>
                  <a:pt x="0" y="824"/>
                  <a:pt x="237" y="1061"/>
                  <a:pt x="530" y="1061"/>
                </a:cubicBezTo>
                <a:cubicBezTo>
                  <a:pt x="824" y="1061"/>
                  <a:pt x="1061" y="824"/>
                  <a:pt x="1061" y="530"/>
                </a:cubicBezTo>
                <a:cubicBezTo>
                  <a:pt x="1061" y="237"/>
                  <a:pt x="821" y="0"/>
                  <a:pt x="530" y="0"/>
                </a:cubicBezTo>
                <a:close/>
                <a:moveTo>
                  <a:pt x="104" y="530"/>
                </a:moveTo>
                <a:cubicBezTo>
                  <a:pt x="104" y="496"/>
                  <a:pt x="110" y="465"/>
                  <a:pt x="116" y="434"/>
                </a:cubicBezTo>
                <a:lnTo>
                  <a:pt x="370" y="688"/>
                </a:lnTo>
                <a:lnTo>
                  <a:pt x="370" y="742"/>
                </a:lnTo>
                <a:cubicBezTo>
                  <a:pt x="370" y="801"/>
                  <a:pt x="418" y="849"/>
                  <a:pt x="477" y="849"/>
                </a:cubicBezTo>
                <a:lnTo>
                  <a:pt x="477" y="951"/>
                </a:lnTo>
                <a:cubicBezTo>
                  <a:pt x="268" y="925"/>
                  <a:pt x="104" y="747"/>
                  <a:pt x="104" y="530"/>
                </a:cubicBezTo>
                <a:close/>
                <a:moveTo>
                  <a:pt x="844" y="815"/>
                </a:moveTo>
                <a:cubicBezTo>
                  <a:pt x="830" y="773"/>
                  <a:pt x="790" y="742"/>
                  <a:pt x="742" y="742"/>
                </a:cubicBezTo>
                <a:lnTo>
                  <a:pt x="688" y="742"/>
                </a:lnTo>
                <a:lnTo>
                  <a:pt x="688" y="584"/>
                </a:lnTo>
                <a:cubicBezTo>
                  <a:pt x="688" y="555"/>
                  <a:pt x="666" y="530"/>
                  <a:pt x="635" y="530"/>
                </a:cubicBezTo>
                <a:lnTo>
                  <a:pt x="316" y="530"/>
                </a:lnTo>
                <a:lnTo>
                  <a:pt x="316" y="423"/>
                </a:lnTo>
                <a:lnTo>
                  <a:pt x="423" y="423"/>
                </a:lnTo>
                <a:cubicBezTo>
                  <a:pt x="451" y="423"/>
                  <a:pt x="477" y="400"/>
                  <a:pt x="477" y="369"/>
                </a:cubicBezTo>
                <a:lnTo>
                  <a:pt x="477" y="262"/>
                </a:lnTo>
                <a:lnTo>
                  <a:pt x="584" y="262"/>
                </a:lnTo>
                <a:cubicBezTo>
                  <a:pt x="643" y="262"/>
                  <a:pt x="691" y="214"/>
                  <a:pt x="691" y="155"/>
                </a:cubicBezTo>
                <a:lnTo>
                  <a:pt x="691" y="132"/>
                </a:lnTo>
                <a:cubicBezTo>
                  <a:pt x="846" y="194"/>
                  <a:pt x="957" y="347"/>
                  <a:pt x="957" y="524"/>
                </a:cubicBezTo>
                <a:cubicBezTo>
                  <a:pt x="954" y="640"/>
                  <a:pt x="911" y="739"/>
                  <a:pt x="844" y="815"/>
                </a:cubicBezTo>
                <a:close/>
              </a:path>
            </a:pathLst>
          </a:custGeom>
          <a:solidFill>
            <a:srgbClr val="FD3E81"/>
          </a:solidFill>
          <a:ln cap="flat" cmpd="sng" w="9525">
            <a:solidFill>
              <a:srgbClr val="FD3E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2" name="Google Shape;692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624" y="4536925"/>
            <a:ext cx="1056175" cy="4790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93" name="Google Shape;693;p77"/>
          <p:cNvGraphicFramePr/>
          <p:nvPr/>
        </p:nvGraphicFramePr>
        <p:xfrm>
          <a:off x="450000" y="1655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{3C777F1F-F912-48E1-93CC-E3CA31D5C9F5}</a:tableStyleId>
              </a:tblPr>
              <a:tblGrid>
                <a:gridCol w="2699500"/>
                <a:gridCol w="566975"/>
                <a:gridCol w="573475"/>
              </a:tblGrid>
              <a:tr h="41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Ativação de audiência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91425" marB="91425" marR="91425" marL="91425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91425" marB="91425" marR="91425" marL="91425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Públicos do Google para encontrar e alcançar seus clientes mais qualificados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00" marB="45700" marR="91425" marL="91425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00" marB="45700" marR="91425" marL="91425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0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Estimar o tamanho e o alcance único do público-alvo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00" marB="45700" marR="91425" marL="91425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00" marB="45700" marR="91425" marL="91425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Crie públicos-alvo sequenciais baseados em tempo ou público-alvo usando dados 1P personalizados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00" marB="45700" marR="91425" marL="91425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00" marB="45700" marR="91425" marL="91425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Crie públicos-alvo baseados em intenção com base no comportamento de navegação no site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00" marB="45700" marR="91425" marL="91425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00" marB="45700" marR="91425" marL="91425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Crie públicos com base em eventos offline e atributos do Org62 (Salesforce)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00" marB="45700" marR="91425" marL="91425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00" marB="45700" marR="91425" marL="91425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0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Aproveite o público 3P para aumentar a escala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00" marB="45700" marR="91425" marL="91425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00" marB="45700" marR="91425" marL="91425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694" name="Google Shape;694;p77"/>
          <p:cNvGrpSpPr/>
          <p:nvPr/>
        </p:nvGrpSpPr>
        <p:grpSpPr>
          <a:xfrm>
            <a:off x="3379202" y="1751154"/>
            <a:ext cx="134869" cy="149808"/>
            <a:chOff x="2970725" y="1321450"/>
            <a:chExt cx="1601775" cy="1772875"/>
          </a:xfrm>
        </p:grpSpPr>
        <p:sp>
          <p:nvSpPr>
            <p:cNvPr id="695" name="Google Shape;695;p77"/>
            <p:cNvSpPr/>
            <p:nvPr/>
          </p:nvSpPr>
          <p:spPr>
            <a:xfrm>
              <a:off x="4133550" y="1321450"/>
              <a:ext cx="438950" cy="1772875"/>
            </a:xfrm>
            <a:custGeom>
              <a:rect b="b" l="l" r="r" t="t"/>
              <a:pathLst>
                <a:path extrusionOk="0" h="70915" w="17558">
                  <a:moveTo>
                    <a:pt x="8452" y="0"/>
                  </a:moveTo>
                  <a:lnTo>
                    <a:pt x="8206" y="10"/>
                  </a:lnTo>
                  <a:lnTo>
                    <a:pt x="7960" y="31"/>
                  </a:lnTo>
                  <a:lnTo>
                    <a:pt x="7715" y="61"/>
                  </a:lnTo>
                  <a:lnTo>
                    <a:pt x="7295" y="123"/>
                  </a:lnTo>
                  <a:lnTo>
                    <a:pt x="6886" y="205"/>
                  </a:lnTo>
                  <a:lnTo>
                    <a:pt x="6487" y="297"/>
                  </a:lnTo>
                  <a:lnTo>
                    <a:pt x="6088" y="419"/>
                  </a:lnTo>
                  <a:lnTo>
                    <a:pt x="5709" y="553"/>
                  </a:lnTo>
                  <a:lnTo>
                    <a:pt x="5331" y="716"/>
                  </a:lnTo>
                  <a:lnTo>
                    <a:pt x="4973" y="890"/>
                  </a:lnTo>
                  <a:lnTo>
                    <a:pt x="4615" y="1074"/>
                  </a:lnTo>
                  <a:lnTo>
                    <a:pt x="4267" y="1279"/>
                  </a:lnTo>
                  <a:lnTo>
                    <a:pt x="3939" y="1504"/>
                  </a:lnTo>
                  <a:lnTo>
                    <a:pt x="3612" y="1739"/>
                  </a:lnTo>
                  <a:lnTo>
                    <a:pt x="3305" y="1995"/>
                  </a:lnTo>
                  <a:lnTo>
                    <a:pt x="2998" y="2261"/>
                  </a:lnTo>
                  <a:lnTo>
                    <a:pt x="2712" y="2537"/>
                  </a:lnTo>
                  <a:lnTo>
                    <a:pt x="2435" y="2834"/>
                  </a:lnTo>
                  <a:lnTo>
                    <a:pt x="2169" y="3131"/>
                  </a:lnTo>
                  <a:lnTo>
                    <a:pt x="1924" y="3448"/>
                  </a:lnTo>
                  <a:lnTo>
                    <a:pt x="1688" y="3775"/>
                  </a:lnTo>
                  <a:lnTo>
                    <a:pt x="1463" y="4113"/>
                  </a:lnTo>
                  <a:lnTo>
                    <a:pt x="1259" y="4461"/>
                  </a:lnTo>
                  <a:lnTo>
                    <a:pt x="1064" y="4819"/>
                  </a:lnTo>
                  <a:lnTo>
                    <a:pt x="880" y="5187"/>
                  </a:lnTo>
                  <a:lnTo>
                    <a:pt x="716" y="5566"/>
                  </a:lnTo>
                  <a:lnTo>
                    <a:pt x="573" y="5945"/>
                  </a:lnTo>
                  <a:lnTo>
                    <a:pt x="440" y="6333"/>
                  </a:lnTo>
                  <a:lnTo>
                    <a:pt x="328" y="6732"/>
                  </a:lnTo>
                  <a:lnTo>
                    <a:pt x="225" y="7131"/>
                  </a:lnTo>
                  <a:lnTo>
                    <a:pt x="143" y="7541"/>
                  </a:lnTo>
                  <a:lnTo>
                    <a:pt x="82" y="7960"/>
                  </a:lnTo>
                  <a:lnTo>
                    <a:pt x="31" y="8380"/>
                  </a:lnTo>
                  <a:lnTo>
                    <a:pt x="0" y="8799"/>
                  </a:lnTo>
                  <a:lnTo>
                    <a:pt x="0" y="9219"/>
                  </a:lnTo>
                  <a:lnTo>
                    <a:pt x="0" y="61686"/>
                  </a:lnTo>
                  <a:lnTo>
                    <a:pt x="0" y="62116"/>
                  </a:lnTo>
                  <a:lnTo>
                    <a:pt x="31" y="62535"/>
                  </a:lnTo>
                  <a:lnTo>
                    <a:pt x="82" y="62955"/>
                  </a:lnTo>
                  <a:lnTo>
                    <a:pt x="143" y="63364"/>
                  </a:lnTo>
                  <a:lnTo>
                    <a:pt x="225" y="63773"/>
                  </a:lnTo>
                  <a:lnTo>
                    <a:pt x="328" y="64172"/>
                  </a:lnTo>
                  <a:lnTo>
                    <a:pt x="440" y="64571"/>
                  </a:lnTo>
                  <a:lnTo>
                    <a:pt x="573" y="64960"/>
                  </a:lnTo>
                  <a:lnTo>
                    <a:pt x="716" y="65349"/>
                  </a:lnTo>
                  <a:lnTo>
                    <a:pt x="880" y="65717"/>
                  </a:lnTo>
                  <a:lnTo>
                    <a:pt x="1064" y="66086"/>
                  </a:lnTo>
                  <a:lnTo>
                    <a:pt x="1259" y="66444"/>
                  </a:lnTo>
                  <a:lnTo>
                    <a:pt x="1463" y="66792"/>
                  </a:lnTo>
                  <a:lnTo>
                    <a:pt x="1688" y="67129"/>
                  </a:lnTo>
                  <a:lnTo>
                    <a:pt x="1924" y="67457"/>
                  </a:lnTo>
                  <a:lnTo>
                    <a:pt x="2169" y="67774"/>
                  </a:lnTo>
                  <a:lnTo>
                    <a:pt x="2435" y="68081"/>
                  </a:lnTo>
                  <a:lnTo>
                    <a:pt x="2712" y="68367"/>
                  </a:lnTo>
                  <a:lnTo>
                    <a:pt x="2998" y="68654"/>
                  </a:lnTo>
                  <a:lnTo>
                    <a:pt x="3305" y="68920"/>
                  </a:lnTo>
                  <a:lnTo>
                    <a:pt x="3612" y="69165"/>
                  </a:lnTo>
                  <a:lnTo>
                    <a:pt x="3939" y="69401"/>
                  </a:lnTo>
                  <a:lnTo>
                    <a:pt x="4267" y="69626"/>
                  </a:lnTo>
                  <a:lnTo>
                    <a:pt x="4615" y="69830"/>
                  </a:lnTo>
                  <a:lnTo>
                    <a:pt x="4973" y="70025"/>
                  </a:lnTo>
                  <a:lnTo>
                    <a:pt x="5331" y="70199"/>
                  </a:lnTo>
                  <a:lnTo>
                    <a:pt x="5709" y="70352"/>
                  </a:lnTo>
                  <a:lnTo>
                    <a:pt x="6088" y="70485"/>
                  </a:lnTo>
                  <a:lnTo>
                    <a:pt x="6487" y="70608"/>
                  </a:lnTo>
                  <a:lnTo>
                    <a:pt x="6886" y="70710"/>
                  </a:lnTo>
                  <a:lnTo>
                    <a:pt x="7295" y="70792"/>
                  </a:lnTo>
                  <a:lnTo>
                    <a:pt x="7705" y="70854"/>
                  </a:lnTo>
                  <a:lnTo>
                    <a:pt x="7960" y="70874"/>
                  </a:lnTo>
                  <a:lnTo>
                    <a:pt x="8206" y="70895"/>
                  </a:lnTo>
                  <a:lnTo>
                    <a:pt x="8452" y="70905"/>
                  </a:lnTo>
                  <a:lnTo>
                    <a:pt x="8697" y="70915"/>
                  </a:lnTo>
                  <a:lnTo>
                    <a:pt x="8943" y="70915"/>
                  </a:lnTo>
                  <a:lnTo>
                    <a:pt x="9178" y="70905"/>
                  </a:lnTo>
                  <a:lnTo>
                    <a:pt x="9424" y="70895"/>
                  </a:lnTo>
                  <a:lnTo>
                    <a:pt x="9659" y="70864"/>
                  </a:lnTo>
                  <a:lnTo>
                    <a:pt x="9894" y="70843"/>
                  </a:lnTo>
                  <a:lnTo>
                    <a:pt x="10130" y="70813"/>
                  </a:lnTo>
                  <a:lnTo>
                    <a:pt x="10365" y="70772"/>
                  </a:lnTo>
                  <a:lnTo>
                    <a:pt x="10600" y="70721"/>
                  </a:lnTo>
                  <a:lnTo>
                    <a:pt x="10825" y="70669"/>
                  </a:lnTo>
                  <a:lnTo>
                    <a:pt x="11050" y="70618"/>
                  </a:lnTo>
                  <a:lnTo>
                    <a:pt x="11275" y="70547"/>
                  </a:lnTo>
                  <a:lnTo>
                    <a:pt x="11490" y="70485"/>
                  </a:lnTo>
                  <a:lnTo>
                    <a:pt x="11715" y="70403"/>
                  </a:lnTo>
                  <a:lnTo>
                    <a:pt x="11930" y="70322"/>
                  </a:lnTo>
                  <a:lnTo>
                    <a:pt x="12350" y="70148"/>
                  </a:lnTo>
                  <a:lnTo>
                    <a:pt x="12769" y="69943"/>
                  </a:lnTo>
                  <a:lnTo>
                    <a:pt x="13168" y="69728"/>
                  </a:lnTo>
                  <a:lnTo>
                    <a:pt x="13557" y="69493"/>
                  </a:lnTo>
                  <a:lnTo>
                    <a:pt x="13925" y="69227"/>
                  </a:lnTo>
                  <a:lnTo>
                    <a:pt x="14284" y="68951"/>
                  </a:lnTo>
                  <a:lnTo>
                    <a:pt x="14631" y="68654"/>
                  </a:lnTo>
                  <a:lnTo>
                    <a:pt x="14959" y="68347"/>
                  </a:lnTo>
                  <a:lnTo>
                    <a:pt x="15276" y="68009"/>
                  </a:lnTo>
                  <a:lnTo>
                    <a:pt x="15563" y="67672"/>
                  </a:lnTo>
                  <a:lnTo>
                    <a:pt x="15849" y="67303"/>
                  </a:lnTo>
                  <a:lnTo>
                    <a:pt x="16105" y="66935"/>
                  </a:lnTo>
                  <a:lnTo>
                    <a:pt x="16340" y="66546"/>
                  </a:lnTo>
                  <a:lnTo>
                    <a:pt x="16565" y="66147"/>
                  </a:lnTo>
                  <a:lnTo>
                    <a:pt x="16770" y="65728"/>
                  </a:lnTo>
                  <a:lnTo>
                    <a:pt x="16944" y="65298"/>
                  </a:lnTo>
                  <a:lnTo>
                    <a:pt x="17108" y="64868"/>
                  </a:lnTo>
                  <a:lnTo>
                    <a:pt x="17179" y="64643"/>
                  </a:lnTo>
                  <a:lnTo>
                    <a:pt x="17241" y="64418"/>
                  </a:lnTo>
                  <a:lnTo>
                    <a:pt x="17302" y="64193"/>
                  </a:lnTo>
                  <a:lnTo>
                    <a:pt x="17353" y="63958"/>
                  </a:lnTo>
                  <a:lnTo>
                    <a:pt x="17394" y="63732"/>
                  </a:lnTo>
                  <a:lnTo>
                    <a:pt x="17435" y="63497"/>
                  </a:lnTo>
                  <a:lnTo>
                    <a:pt x="17476" y="63262"/>
                  </a:lnTo>
                  <a:lnTo>
                    <a:pt x="17507" y="63016"/>
                  </a:lnTo>
                  <a:lnTo>
                    <a:pt x="17527" y="62781"/>
                  </a:lnTo>
                  <a:lnTo>
                    <a:pt x="17547" y="62535"/>
                  </a:lnTo>
                  <a:lnTo>
                    <a:pt x="17558" y="62290"/>
                  </a:lnTo>
                  <a:lnTo>
                    <a:pt x="17558" y="62044"/>
                  </a:lnTo>
                  <a:lnTo>
                    <a:pt x="17558" y="8861"/>
                  </a:lnTo>
                  <a:lnTo>
                    <a:pt x="17558" y="8615"/>
                  </a:lnTo>
                  <a:lnTo>
                    <a:pt x="17547" y="8369"/>
                  </a:lnTo>
                  <a:lnTo>
                    <a:pt x="17527" y="8134"/>
                  </a:lnTo>
                  <a:lnTo>
                    <a:pt x="17507" y="7889"/>
                  </a:lnTo>
                  <a:lnTo>
                    <a:pt x="17476" y="7653"/>
                  </a:lnTo>
                  <a:lnTo>
                    <a:pt x="17435" y="7418"/>
                  </a:lnTo>
                  <a:lnTo>
                    <a:pt x="17394" y="7183"/>
                  </a:lnTo>
                  <a:lnTo>
                    <a:pt x="17353" y="6947"/>
                  </a:lnTo>
                  <a:lnTo>
                    <a:pt x="17302" y="6722"/>
                  </a:lnTo>
                  <a:lnTo>
                    <a:pt x="17241" y="6497"/>
                  </a:lnTo>
                  <a:lnTo>
                    <a:pt x="17179" y="6272"/>
                  </a:lnTo>
                  <a:lnTo>
                    <a:pt x="17108" y="6047"/>
                  </a:lnTo>
                  <a:lnTo>
                    <a:pt x="16944" y="5607"/>
                  </a:lnTo>
                  <a:lnTo>
                    <a:pt x="16770" y="5177"/>
                  </a:lnTo>
                  <a:lnTo>
                    <a:pt x="16565" y="4768"/>
                  </a:lnTo>
                  <a:lnTo>
                    <a:pt x="16340" y="4369"/>
                  </a:lnTo>
                  <a:lnTo>
                    <a:pt x="16105" y="3980"/>
                  </a:lnTo>
                  <a:lnTo>
                    <a:pt x="15849" y="3602"/>
                  </a:lnTo>
                  <a:lnTo>
                    <a:pt x="15563" y="3243"/>
                  </a:lnTo>
                  <a:lnTo>
                    <a:pt x="15276" y="2896"/>
                  </a:lnTo>
                  <a:lnTo>
                    <a:pt x="14959" y="2568"/>
                  </a:lnTo>
                  <a:lnTo>
                    <a:pt x="14631" y="2251"/>
                  </a:lnTo>
                  <a:lnTo>
                    <a:pt x="14284" y="1954"/>
                  </a:lnTo>
                  <a:lnTo>
                    <a:pt x="13925" y="1678"/>
                  </a:lnTo>
                  <a:lnTo>
                    <a:pt x="13557" y="1422"/>
                  </a:lnTo>
                  <a:lnTo>
                    <a:pt x="13168" y="1187"/>
                  </a:lnTo>
                  <a:lnTo>
                    <a:pt x="12769" y="962"/>
                  </a:lnTo>
                  <a:lnTo>
                    <a:pt x="12350" y="767"/>
                  </a:lnTo>
                  <a:lnTo>
                    <a:pt x="11930" y="583"/>
                  </a:lnTo>
                  <a:lnTo>
                    <a:pt x="11715" y="501"/>
                  </a:lnTo>
                  <a:lnTo>
                    <a:pt x="11490" y="430"/>
                  </a:lnTo>
                  <a:lnTo>
                    <a:pt x="11275" y="358"/>
                  </a:lnTo>
                  <a:lnTo>
                    <a:pt x="11050" y="297"/>
                  </a:lnTo>
                  <a:lnTo>
                    <a:pt x="10825" y="235"/>
                  </a:lnTo>
                  <a:lnTo>
                    <a:pt x="10600" y="184"/>
                  </a:lnTo>
                  <a:lnTo>
                    <a:pt x="10365" y="143"/>
                  </a:lnTo>
                  <a:lnTo>
                    <a:pt x="10130" y="102"/>
                  </a:lnTo>
                  <a:lnTo>
                    <a:pt x="9894" y="72"/>
                  </a:lnTo>
                  <a:lnTo>
                    <a:pt x="9659" y="41"/>
                  </a:lnTo>
                  <a:lnTo>
                    <a:pt x="9424" y="20"/>
                  </a:lnTo>
                  <a:lnTo>
                    <a:pt x="9188" y="10"/>
                  </a:lnTo>
                  <a:lnTo>
                    <a:pt x="8943" y="0"/>
                  </a:lnTo>
                  <a:close/>
                </a:path>
              </a:pathLst>
            </a:custGeom>
            <a:solidFill>
              <a:srgbClr val="F9AB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77"/>
            <p:cNvSpPr/>
            <p:nvPr/>
          </p:nvSpPr>
          <p:spPr>
            <a:xfrm>
              <a:off x="2970725" y="2655375"/>
              <a:ext cx="438950" cy="438950"/>
            </a:xfrm>
            <a:custGeom>
              <a:rect b="b" l="l" r="r" t="t"/>
              <a:pathLst>
                <a:path extrusionOk="0" h="17558" w="17558">
                  <a:moveTo>
                    <a:pt x="8779" y="1"/>
                  </a:moveTo>
                  <a:lnTo>
                    <a:pt x="8329" y="11"/>
                  </a:lnTo>
                  <a:lnTo>
                    <a:pt x="7889" y="42"/>
                  </a:lnTo>
                  <a:lnTo>
                    <a:pt x="7449" y="93"/>
                  </a:lnTo>
                  <a:lnTo>
                    <a:pt x="7009" y="175"/>
                  </a:lnTo>
                  <a:lnTo>
                    <a:pt x="6589" y="277"/>
                  </a:lnTo>
                  <a:lnTo>
                    <a:pt x="6170" y="389"/>
                  </a:lnTo>
                  <a:lnTo>
                    <a:pt x="5760" y="533"/>
                  </a:lnTo>
                  <a:lnTo>
                    <a:pt x="5361" y="686"/>
                  </a:lnTo>
                  <a:lnTo>
                    <a:pt x="4973" y="860"/>
                  </a:lnTo>
                  <a:lnTo>
                    <a:pt x="4594" y="1054"/>
                  </a:lnTo>
                  <a:lnTo>
                    <a:pt x="4226" y="1269"/>
                  </a:lnTo>
                  <a:lnTo>
                    <a:pt x="3878" y="1494"/>
                  </a:lnTo>
                  <a:lnTo>
                    <a:pt x="3530" y="1740"/>
                  </a:lnTo>
                  <a:lnTo>
                    <a:pt x="3192" y="2006"/>
                  </a:lnTo>
                  <a:lnTo>
                    <a:pt x="2875" y="2272"/>
                  </a:lnTo>
                  <a:lnTo>
                    <a:pt x="2578" y="2569"/>
                  </a:lnTo>
                  <a:lnTo>
                    <a:pt x="2282" y="2876"/>
                  </a:lnTo>
                  <a:lnTo>
                    <a:pt x="2005" y="3193"/>
                  </a:lnTo>
                  <a:lnTo>
                    <a:pt x="1750" y="3520"/>
                  </a:lnTo>
                  <a:lnTo>
                    <a:pt x="1504" y="3868"/>
                  </a:lnTo>
                  <a:lnTo>
                    <a:pt x="1269" y="4226"/>
                  </a:lnTo>
                  <a:lnTo>
                    <a:pt x="1064" y="4595"/>
                  </a:lnTo>
                  <a:lnTo>
                    <a:pt x="870" y="4973"/>
                  </a:lnTo>
                  <a:lnTo>
                    <a:pt x="696" y="5362"/>
                  </a:lnTo>
                  <a:lnTo>
                    <a:pt x="532" y="5761"/>
                  </a:lnTo>
                  <a:lnTo>
                    <a:pt x="399" y="6170"/>
                  </a:lnTo>
                  <a:lnTo>
                    <a:pt x="276" y="6580"/>
                  </a:lnTo>
                  <a:lnTo>
                    <a:pt x="184" y="7009"/>
                  </a:lnTo>
                  <a:lnTo>
                    <a:pt x="102" y="7439"/>
                  </a:lnTo>
                  <a:lnTo>
                    <a:pt x="51" y="7879"/>
                  </a:lnTo>
                  <a:lnTo>
                    <a:pt x="10" y="8329"/>
                  </a:lnTo>
                  <a:lnTo>
                    <a:pt x="0" y="8779"/>
                  </a:lnTo>
                  <a:lnTo>
                    <a:pt x="10" y="9230"/>
                  </a:lnTo>
                  <a:lnTo>
                    <a:pt x="51" y="9669"/>
                  </a:lnTo>
                  <a:lnTo>
                    <a:pt x="102" y="10109"/>
                  </a:lnTo>
                  <a:lnTo>
                    <a:pt x="184" y="10549"/>
                  </a:lnTo>
                  <a:lnTo>
                    <a:pt x="276" y="10969"/>
                  </a:lnTo>
                  <a:lnTo>
                    <a:pt x="399" y="11388"/>
                  </a:lnTo>
                  <a:lnTo>
                    <a:pt x="532" y="11798"/>
                  </a:lnTo>
                  <a:lnTo>
                    <a:pt x="696" y="12197"/>
                  </a:lnTo>
                  <a:lnTo>
                    <a:pt x="870" y="12585"/>
                  </a:lnTo>
                  <a:lnTo>
                    <a:pt x="1064" y="12964"/>
                  </a:lnTo>
                  <a:lnTo>
                    <a:pt x="1269" y="13332"/>
                  </a:lnTo>
                  <a:lnTo>
                    <a:pt x="1504" y="13690"/>
                  </a:lnTo>
                  <a:lnTo>
                    <a:pt x="1750" y="14028"/>
                  </a:lnTo>
                  <a:lnTo>
                    <a:pt x="2005" y="14366"/>
                  </a:lnTo>
                  <a:lnTo>
                    <a:pt x="2282" y="14683"/>
                  </a:lnTo>
                  <a:lnTo>
                    <a:pt x="2578" y="14990"/>
                  </a:lnTo>
                  <a:lnTo>
                    <a:pt x="2875" y="15276"/>
                  </a:lnTo>
                  <a:lnTo>
                    <a:pt x="3192" y="15553"/>
                  </a:lnTo>
                  <a:lnTo>
                    <a:pt x="3530" y="15808"/>
                  </a:lnTo>
                  <a:lnTo>
                    <a:pt x="3878" y="16054"/>
                  </a:lnTo>
                  <a:lnTo>
                    <a:pt x="4226" y="16289"/>
                  </a:lnTo>
                  <a:lnTo>
                    <a:pt x="4594" y="16494"/>
                  </a:lnTo>
                  <a:lnTo>
                    <a:pt x="4973" y="16688"/>
                  </a:lnTo>
                  <a:lnTo>
                    <a:pt x="5361" y="16862"/>
                  </a:lnTo>
                  <a:lnTo>
                    <a:pt x="5760" y="17026"/>
                  </a:lnTo>
                  <a:lnTo>
                    <a:pt x="6170" y="17159"/>
                  </a:lnTo>
                  <a:lnTo>
                    <a:pt x="6589" y="17282"/>
                  </a:lnTo>
                  <a:lnTo>
                    <a:pt x="7009" y="17374"/>
                  </a:lnTo>
                  <a:lnTo>
                    <a:pt x="7449" y="17456"/>
                  </a:lnTo>
                  <a:lnTo>
                    <a:pt x="7889" y="17507"/>
                  </a:lnTo>
                  <a:lnTo>
                    <a:pt x="8329" y="17548"/>
                  </a:lnTo>
                  <a:lnTo>
                    <a:pt x="8779" y="17558"/>
                  </a:lnTo>
                  <a:lnTo>
                    <a:pt x="9239" y="17548"/>
                  </a:lnTo>
                  <a:lnTo>
                    <a:pt x="9679" y="17507"/>
                  </a:lnTo>
                  <a:lnTo>
                    <a:pt x="10119" y="17456"/>
                  </a:lnTo>
                  <a:lnTo>
                    <a:pt x="10549" y="17374"/>
                  </a:lnTo>
                  <a:lnTo>
                    <a:pt x="10979" y="17282"/>
                  </a:lnTo>
                  <a:lnTo>
                    <a:pt x="11398" y="17159"/>
                  </a:lnTo>
                  <a:lnTo>
                    <a:pt x="11797" y="17026"/>
                  </a:lnTo>
                  <a:lnTo>
                    <a:pt x="12196" y="16862"/>
                  </a:lnTo>
                  <a:lnTo>
                    <a:pt x="12585" y="16688"/>
                  </a:lnTo>
                  <a:lnTo>
                    <a:pt x="12964" y="16494"/>
                  </a:lnTo>
                  <a:lnTo>
                    <a:pt x="13332" y="16289"/>
                  </a:lnTo>
                  <a:lnTo>
                    <a:pt x="13690" y="16054"/>
                  </a:lnTo>
                  <a:lnTo>
                    <a:pt x="14038" y="15808"/>
                  </a:lnTo>
                  <a:lnTo>
                    <a:pt x="14365" y="15553"/>
                  </a:lnTo>
                  <a:lnTo>
                    <a:pt x="14682" y="15276"/>
                  </a:lnTo>
                  <a:lnTo>
                    <a:pt x="14989" y="14990"/>
                  </a:lnTo>
                  <a:lnTo>
                    <a:pt x="15286" y="14683"/>
                  </a:lnTo>
                  <a:lnTo>
                    <a:pt x="15562" y="14366"/>
                  </a:lnTo>
                  <a:lnTo>
                    <a:pt x="15818" y="14028"/>
                  </a:lnTo>
                  <a:lnTo>
                    <a:pt x="16064" y="13690"/>
                  </a:lnTo>
                  <a:lnTo>
                    <a:pt x="16289" y="13332"/>
                  </a:lnTo>
                  <a:lnTo>
                    <a:pt x="16504" y="12964"/>
                  </a:lnTo>
                  <a:lnTo>
                    <a:pt x="16698" y="12585"/>
                  </a:lnTo>
                  <a:lnTo>
                    <a:pt x="16872" y="12197"/>
                  </a:lnTo>
                  <a:lnTo>
                    <a:pt x="17025" y="11798"/>
                  </a:lnTo>
                  <a:lnTo>
                    <a:pt x="17169" y="11388"/>
                  </a:lnTo>
                  <a:lnTo>
                    <a:pt x="17281" y="10969"/>
                  </a:lnTo>
                  <a:lnTo>
                    <a:pt x="17384" y="10549"/>
                  </a:lnTo>
                  <a:lnTo>
                    <a:pt x="17465" y="10109"/>
                  </a:lnTo>
                  <a:lnTo>
                    <a:pt x="17517" y="9669"/>
                  </a:lnTo>
                  <a:lnTo>
                    <a:pt x="17547" y="9230"/>
                  </a:lnTo>
                  <a:lnTo>
                    <a:pt x="17558" y="8779"/>
                  </a:lnTo>
                  <a:lnTo>
                    <a:pt x="17547" y="8329"/>
                  </a:lnTo>
                  <a:lnTo>
                    <a:pt x="17517" y="7879"/>
                  </a:lnTo>
                  <a:lnTo>
                    <a:pt x="17465" y="7439"/>
                  </a:lnTo>
                  <a:lnTo>
                    <a:pt x="17384" y="7009"/>
                  </a:lnTo>
                  <a:lnTo>
                    <a:pt x="17281" y="6580"/>
                  </a:lnTo>
                  <a:lnTo>
                    <a:pt x="17169" y="6170"/>
                  </a:lnTo>
                  <a:lnTo>
                    <a:pt x="17025" y="5761"/>
                  </a:lnTo>
                  <a:lnTo>
                    <a:pt x="16872" y="5362"/>
                  </a:lnTo>
                  <a:lnTo>
                    <a:pt x="16698" y="4973"/>
                  </a:lnTo>
                  <a:lnTo>
                    <a:pt x="16504" y="4595"/>
                  </a:lnTo>
                  <a:lnTo>
                    <a:pt x="16289" y="4226"/>
                  </a:lnTo>
                  <a:lnTo>
                    <a:pt x="16064" y="3868"/>
                  </a:lnTo>
                  <a:lnTo>
                    <a:pt x="15818" y="3520"/>
                  </a:lnTo>
                  <a:lnTo>
                    <a:pt x="15562" y="3193"/>
                  </a:lnTo>
                  <a:lnTo>
                    <a:pt x="15286" y="2876"/>
                  </a:lnTo>
                  <a:lnTo>
                    <a:pt x="14989" y="2569"/>
                  </a:lnTo>
                  <a:lnTo>
                    <a:pt x="14682" y="2272"/>
                  </a:lnTo>
                  <a:lnTo>
                    <a:pt x="14365" y="2006"/>
                  </a:lnTo>
                  <a:lnTo>
                    <a:pt x="14038" y="1740"/>
                  </a:lnTo>
                  <a:lnTo>
                    <a:pt x="13690" y="1494"/>
                  </a:lnTo>
                  <a:lnTo>
                    <a:pt x="13332" y="1269"/>
                  </a:lnTo>
                  <a:lnTo>
                    <a:pt x="12964" y="1054"/>
                  </a:lnTo>
                  <a:lnTo>
                    <a:pt x="12585" y="860"/>
                  </a:lnTo>
                  <a:lnTo>
                    <a:pt x="12196" y="686"/>
                  </a:lnTo>
                  <a:lnTo>
                    <a:pt x="11797" y="533"/>
                  </a:lnTo>
                  <a:lnTo>
                    <a:pt x="11398" y="389"/>
                  </a:lnTo>
                  <a:lnTo>
                    <a:pt x="10979" y="277"/>
                  </a:lnTo>
                  <a:lnTo>
                    <a:pt x="10549" y="175"/>
                  </a:lnTo>
                  <a:lnTo>
                    <a:pt x="10119" y="93"/>
                  </a:lnTo>
                  <a:lnTo>
                    <a:pt x="9679" y="42"/>
                  </a:lnTo>
                  <a:lnTo>
                    <a:pt x="9239" y="11"/>
                  </a:lnTo>
                  <a:lnTo>
                    <a:pt x="8779" y="1"/>
                  </a:lnTo>
                  <a:close/>
                </a:path>
              </a:pathLst>
            </a:custGeom>
            <a:solidFill>
              <a:srgbClr val="E37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77"/>
            <p:cNvSpPr/>
            <p:nvPr/>
          </p:nvSpPr>
          <p:spPr>
            <a:xfrm>
              <a:off x="3554425" y="1989550"/>
              <a:ext cx="439225" cy="1104775"/>
            </a:xfrm>
            <a:custGeom>
              <a:rect b="b" l="l" r="r" t="t"/>
              <a:pathLst>
                <a:path extrusionOk="0" h="44191" w="17569">
                  <a:moveTo>
                    <a:pt x="8554" y="1"/>
                  </a:moveTo>
                  <a:lnTo>
                    <a:pt x="8104" y="21"/>
                  </a:lnTo>
                  <a:lnTo>
                    <a:pt x="7664" y="72"/>
                  </a:lnTo>
                  <a:lnTo>
                    <a:pt x="7224" y="144"/>
                  </a:lnTo>
                  <a:lnTo>
                    <a:pt x="6794" y="236"/>
                  </a:lnTo>
                  <a:lnTo>
                    <a:pt x="6385" y="349"/>
                  </a:lnTo>
                  <a:lnTo>
                    <a:pt x="5966" y="482"/>
                  </a:lnTo>
                  <a:lnTo>
                    <a:pt x="5567" y="645"/>
                  </a:lnTo>
                  <a:lnTo>
                    <a:pt x="5178" y="819"/>
                  </a:lnTo>
                  <a:lnTo>
                    <a:pt x="4799" y="1014"/>
                  </a:lnTo>
                  <a:lnTo>
                    <a:pt x="4431" y="1218"/>
                  </a:lnTo>
                  <a:lnTo>
                    <a:pt x="4073" y="1454"/>
                  </a:lnTo>
                  <a:lnTo>
                    <a:pt x="3725" y="1699"/>
                  </a:lnTo>
                  <a:lnTo>
                    <a:pt x="3387" y="1965"/>
                  </a:lnTo>
                  <a:lnTo>
                    <a:pt x="3070" y="2242"/>
                  </a:lnTo>
                  <a:lnTo>
                    <a:pt x="2763" y="2538"/>
                  </a:lnTo>
                  <a:lnTo>
                    <a:pt x="2466" y="2845"/>
                  </a:lnTo>
                  <a:lnTo>
                    <a:pt x="2190" y="3173"/>
                  </a:lnTo>
                  <a:lnTo>
                    <a:pt x="1924" y="3510"/>
                  </a:lnTo>
                  <a:lnTo>
                    <a:pt x="1668" y="3858"/>
                  </a:lnTo>
                  <a:lnTo>
                    <a:pt x="1433" y="4216"/>
                  </a:lnTo>
                  <a:lnTo>
                    <a:pt x="1218" y="4595"/>
                  </a:lnTo>
                  <a:lnTo>
                    <a:pt x="1014" y="4973"/>
                  </a:lnTo>
                  <a:lnTo>
                    <a:pt x="829" y="5362"/>
                  </a:lnTo>
                  <a:lnTo>
                    <a:pt x="655" y="5771"/>
                  </a:lnTo>
                  <a:lnTo>
                    <a:pt x="512" y="6181"/>
                  </a:lnTo>
                  <a:lnTo>
                    <a:pt x="379" y="6600"/>
                  </a:lnTo>
                  <a:lnTo>
                    <a:pt x="267" y="7030"/>
                  </a:lnTo>
                  <a:lnTo>
                    <a:pt x="175" y="7460"/>
                  </a:lnTo>
                  <a:lnTo>
                    <a:pt x="103" y="7900"/>
                  </a:lnTo>
                  <a:lnTo>
                    <a:pt x="52" y="8340"/>
                  </a:lnTo>
                  <a:lnTo>
                    <a:pt x="11" y="8790"/>
                  </a:lnTo>
                  <a:lnTo>
                    <a:pt x="1" y="9250"/>
                  </a:lnTo>
                  <a:lnTo>
                    <a:pt x="1" y="32875"/>
                  </a:lnTo>
                  <a:lnTo>
                    <a:pt x="11" y="33468"/>
                  </a:lnTo>
                  <a:lnTo>
                    <a:pt x="31" y="34041"/>
                  </a:lnTo>
                  <a:lnTo>
                    <a:pt x="72" y="34604"/>
                  </a:lnTo>
                  <a:lnTo>
                    <a:pt x="134" y="35157"/>
                  </a:lnTo>
                  <a:lnTo>
                    <a:pt x="205" y="35689"/>
                  </a:lnTo>
                  <a:lnTo>
                    <a:pt x="287" y="36210"/>
                  </a:lnTo>
                  <a:lnTo>
                    <a:pt x="389" y="36712"/>
                  </a:lnTo>
                  <a:lnTo>
                    <a:pt x="512" y="37193"/>
                  </a:lnTo>
                  <a:lnTo>
                    <a:pt x="635" y="37673"/>
                  </a:lnTo>
                  <a:lnTo>
                    <a:pt x="789" y="38124"/>
                  </a:lnTo>
                  <a:lnTo>
                    <a:pt x="942" y="38564"/>
                  </a:lnTo>
                  <a:lnTo>
                    <a:pt x="1116" y="38993"/>
                  </a:lnTo>
                  <a:lnTo>
                    <a:pt x="1300" y="39392"/>
                  </a:lnTo>
                  <a:lnTo>
                    <a:pt x="1494" y="39791"/>
                  </a:lnTo>
                  <a:lnTo>
                    <a:pt x="1709" y="40170"/>
                  </a:lnTo>
                  <a:lnTo>
                    <a:pt x="1934" y="40528"/>
                  </a:lnTo>
                  <a:lnTo>
                    <a:pt x="2170" y="40866"/>
                  </a:lnTo>
                  <a:lnTo>
                    <a:pt x="2415" y="41193"/>
                  </a:lnTo>
                  <a:lnTo>
                    <a:pt x="2671" y="41510"/>
                  </a:lnTo>
                  <a:lnTo>
                    <a:pt x="2937" y="41797"/>
                  </a:lnTo>
                  <a:lnTo>
                    <a:pt x="3224" y="42083"/>
                  </a:lnTo>
                  <a:lnTo>
                    <a:pt x="3510" y="42339"/>
                  </a:lnTo>
                  <a:lnTo>
                    <a:pt x="3817" y="42585"/>
                  </a:lnTo>
                  <a:lnTo>
                    <a:pt x="4124" y="42810"/>
                  </a:lnTo>
                  <a:lnTo>
                    <a:pt x="4451" y="43025"/>
                  </a:lnTo>
                  <a:lnTo>
                    <a:pt x="4779" y="43209"/>
                  </a:lnTo>
                  <a:lnTo>
                    <a:pt x="5116" y="43393"/>
                  </a:lnTo>
                  <a:lnTo>
                    <a:pt x="5464" y="43546"/>
                  </a:lnTo>
                  <a:lnTo>
                    <a:pt x="5822" y="43690"/>
                  </a:lnTo>
                  <a:lnTo>
                    <a:pt x="6191" y="43812"/>
                  </a:lnTo>
                  <a:lnTo>
                    <a:pt x="6569" y="43915"/>
                  </a:lnTo>
                  <a:lnTo>
                    <a:pt x="6948" y="44007"/>
                  </a:lnTo>
                  <a:lnTo>
                    <a:pt x="7214" y="44048"/>
                  </a:lnTo>
                  <a:lnTo>
                    <a:pt x="7480" y="44099"/>
                  </a:lnTo>
                  <a:lnTo>
                    <a:pt x="7746" y="44130"/>
                  </a:lnTo>
                  <a:lnTo>
                    <a:pt x="8002" y="44160"/>
                  </a:lnTo>
                  <a:lnTo>
                    <a:pt x="8258" y="44171"/>
                  </a:lnTo>
                  <a:lnTo>
                    <a:pt x="8524" y="44181"/>
                  </a:lnTo>
                  <a:lnTo>
                    <a:pt x="8779" y="44191"/>
                  </a:lnTo>
                  <a:lnTo>
                    <a:pt x="9025" y="44191"/>
                  </a:lnTo>
                  <a:lnTo>
                    <a:pt x="9281" y="44171"/>
                  </a:lnTo>
                  <a:lnTo>
                    <a:pt x="9537" y="44160"/>
                  </a:lnTo>
                  <a:lnTo>
                    <a:pt x="9782" y="44130"/>
                  </a:lnTo>
                  <a:lnTo>
                    <a:pt x="10028" y="44099"/>
                  </a:lnTo>
                  <a:lnTo>
                    <a:pt x="10273" y="44058"/>
                  </a:lnTo>
                  <a:lnTo>
                    <a:pt x="10519" y="44017"/>
                  </a:lnTo>
                  <a:lnTo>
                    <a:pt x="10754" y="43966"/>
                  </a:lnTo>
                  <a:lnTo>
                    <a:pt x="10989" y="43905"/>
                  </a:lnTo>
                  <a:lnTo>
                    <a:pt x="11225" y="43843"/>
                  </a:lnTo>
                  <a:lnTo>
                    <a:pt x="11460" y="43772"/>
                  </a:lnTo>
                  <a:lnTo>
                    <a:pt x="11685" y="43690"/>
                  </a:lnTo>
                  <a:lnTo>
                    <a:pt x="11921" y="43608"/>
                  </a:lnTo>
                  <a:lnTo>
                    <a:pt x="12146" y="43516"/>
                  </a:lnTo>
                  <a:lnTo>
                    <a:pt x="12361" y="43424"/>
                  </a:lnTo>
                  <a:lnTo>
                    <a:pt x="12575" y="43321"/>
                  </a:lnTo>
                  <a:lnTo>
                    <a:pt x="12790" y="43219"/>
                  </a:lnTo>
                  <a:lnTo>
                    <a:pt x="13005" y="43106"/>
                  </a:lnTo>
                  <a:lnTo>
                    <a:pt x="13210" y="42984"/>
                  </a:lnTo>
                  <a:lnTo>
                    <a:pt x="13414" y="42861"/>
                  </a:lnTo>
                  <a:lnTo>
                    <a:pt x="13619" y="42728"/>
                  </a:lnTo>
                  <a:lnTo>
                    <a:pt x="13813" y="42595"/>
                  </a:lnTo>
                  <a:lnTo>
                    <a:pt x="14008" y="42462"/>
                  </a:lnTo>
                  <a:lnTo>
                    <a:pt x="14192" y="42319"/>
                  </a:lnTo>
                  <a:lnTo>
                    <a:pt x="14376" y="42165"/>
                  </a:lnTo>
                  <a:lnTo>
                    <a:pt x="14560" y="42012"/>
                  </a:lnTo>
                  <a:lnTo>
                    <a:pt x="14734" y="41848"/>
                  </a:lnTo>
                  <a:lnTo>
                    <a:pt x="14908" y="41684"/>
                  </a:lnTo>
                  <a:lnTo>
                    <a:pt x="15072" y="41521"/>
                  </a:lnTo>
                  <a:lnTo>
                    <a:pt x="15236" y="41347"/>
                  </a:lnTo>
                  <a:lnTo>
                    <a:pt x="15389" y="41173"/>
                  </a:lnTo>
                  <a:lnTo>
                    <a:pt x="15543" y="40989"/>
                  </a:lnTo>
                  <a:lnTo>
                    <a:pt x="15696" y="40804"/>
                  </a:lnTo>
                  <a:lnTo>
                    <a:pt x="15839" y="40610"/>
                  </a:lnTo>
                  <a:lnTo>
                    <a:pt x="15983" y="40416"/>
                  </a:lnTo>
                  <a:lnTo>
                    <a:pt x="16116" y="40221"/>
                  </a:lnTo>
                  <a:lnTo>
                    <a:pt x="16238" y="40017"/>
                  </a:lnTo>
                  <a:lnTo>
                    <a:pt x="16361" y="39812"/>
                  </a:lnTo>
                  <a:lnTo>
                    <a:pt x="16484" y="39607"/>
                  </a:lnTo>
                  <a:lnTo>
                    <a:pt x="16596" y="39392"/>
                  </a:lnTo>
                  <a:lnTo>
                    <a:pt x="16699" y="39178"/>
                  </a:lnTo>
                  <a:lnTo>
                    <a:pt x="16801" y="38963"/>
                  </a:lnTo>
                  <a:lnTo>
                    <a:pt x="16893" y="38738"/>
                  </a:lnTo>
                  <a:lnTo>
                    <a:pt x="16985" y="38512"/>
                  </a:lnTo>
                  <a:lnTo>
                    <a:pt x="17067" y="38287"/>
                  </a:lnTo>
                  <a:lnTo>
                    <a:pt x="17149" y="38052"/>
                  </a:lnTo>
                  <a:lnTo>
                    <a:pt x="17221" y="37817"/>
                  </a:lnTo>
                  <a:lnTo>
                    <a:pt x="17282" y="37581"/>
                  </a:lnTo>
                  <a:lnTo>
                    <a:pt x="17343" y="37346"/>
                  </a:lnTo>
                  <a:lnTo>
                    <a:pt x="17395" y="37101"/>
                  </a:lnTo>
                  <a:lnTo>
                    <a:pt x="17435" y="36855"/>
                  </a:lnTo>
                  <a:lnTo>
                    <a:pt x="17476" y="36609"/>
                  </a:lnTo>
                  <a:lnTo>
                    <a:pt x="17507" y="36364"/>
                  </a:lnTo>
                  <a:lnTo>
                    <a:pt x="17528" y="36118"/>
                  </a:lnTo>
                  <a:lnTo>
                    <a:pt x="17548" y="35863"/>
                  </a:lnTo>
                  <a:lnTo>
                    <a:pt x="17558" y="35607"/>
                  </a:lnTo>
                  <a:lnTo>
                    <a:pt x="17568" y="35351"/>
                  </a:lnTo>
                  <a:lnTo>
                    <a:pt x="17568" y="8841"/>
                  </a:lnTo>
                  <a:lnTo>
                    <a:pt x="17548" y="8370"/>
                  </a:lnTo>
                  <a:lnTo>
                    <a:pt x="17517" y="7920"/>
                  </a:lnTo>
                  <a:lnTo>
                    <a:pt x="17456" y="7470"/>
                  </a:lnTo>
                  <a:lnTo>
                    <a:pt x="17384" y="7030"/>
                  </a:lnTo>
                  <a:lnTo>
                    <a:pt x="17282" y="6590"/>
                  </a:lnTo>
                  <a:lnTo>
                    <a:pt x="17159" y="6170"/>
                  </a:lnTo>
                  <a:lnTo>
                    <a:pt x="17016" y="5751"/>
                  </a:lnTo>
                  <a:lnTo>
                    <a:pt x="16852" y="5342"/>
                  </a:lnTo>
                  <a:lnTo>
                    <a:pt x="16668" y="4953"/>
                  </a:lnTo>
                  <a:lnTo>
                    <a:pt x="16474" y="4564"/>
                  </a:lnTo>
                  <a:lnTo>
                    <a:pt x="16259" y="4196"/>
                  </a:lnTo>
                  <a:lnTo>
                    <a:pt x="16023" y="3827"/>
                  </a:lnTo>
                  <a:lnTo>
                    <a:pt x="15768" y="3480"/>
                  </a:lnTo>
                  <a:lnTo>
                    <a:pt x="15502" y="3142"/>
                  </a:lnTo>
                  <a:lnTo>
                    <a:pt x="15215" y="2825"/>
                  </a:lnTo>
                  <a:lnTo>
                    <a:pt x="14918" y="2508"/>
                  </a:lnTo>
                  <a:lnTo>
                    <a:pt x="14601" y="2221"/>
                  </a:lnTo>
                  <a:lnTo>
                    <a:pt x="14274" y="1945"/>
                  </a:lnTo>
                  <a:lnTo>
                    <a:pt x="13936" y="1679"/>
                  </a:lnTo>
                  <a:lnTo>
                    <a:pt x="13578" y="1433"/>
                  </a:lnTo>
                  <a:lnTo>
                    <a:pt x="13220" y="1208"/>
                  </a:lnTo>
                  <a:lnTo>
                    <a:pt x="12841" y="993"/>
                  </a:lnTo>
                  <a:lnTo>
                    <a:pt x="12453" y="799"/>
                  </a:lnTo>
                  <a:lnTo>
                    <a:pt x="12054" y="635"/>
                  </a:lnTo>
                  <a:lnTo>
                    <a:pt x="11644" y="482"/>
                  </a:lnTo>
                  <a:lnTo>
                    <a:pt x="11225" y="349"/>
                  </a:lnTo>
                  <a:lnTo>
                    <a:pt x="10795" y="236"/>
                  </a:lnTo>
                  <a:lnTo>
                    <a:pt x="10365" y="144"/>
                  </a:lnTo>
                  <a:lnTo>
                    <a:pt x="9915" y="72"/>
                  </a:lnTo>
                  <a:lnTo>
                    <a:pt x="9475" y="21"/>
                  </a:lnTo>
                  <a:lnTo>
                    <a:pt x="9015" y="1"/>
                  </a:lnTo>
                  <a:close/>
                </a:path>
              </a:pathLst>
            </a:custGeom>
            <a:solidFill>
              <a:srgbClr val="E37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98" name="Google Shape;698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7811" y="1730205"/>
            <a:ext cx="191494" cy="191673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77"/>
          <p:cNvSpPr/>
          <p:nvPr/>
        </p:nvSpPr>
        <p:spPr>
          <a:xfrm>
            <a:off x="3372014" y="2190522"/>
            <a:ext cx="149100" cy="149400"/>
          </a:xfrm>
          <a:custGeom>
            <a:rect b="b" l="l" r="r" t="t"/>
            <a:pathLst>
              <a:path extrusionOk="0" h="120000" w="120000">
                <a:moveTo>
                  <a:pt x="93524" y="27493"/>
                </a:moveTo>
                <a:lnTo>
                  <a:pt x="101984" y="36031"/>
                </a:lnTo>
                <a:lnTo>
                  <a:pt x="48015" y="90000"/>
                </a:lnTo>
                <a:lnTo>
                  <a:pt x="18015" y="60000"/>
                </a:lnTo>
                <a:lnTo>
                  <a:pt x="26475" y="51540"/>
                </a:lnTo>
                <a:lnTo>
                  <a:pt x="48015" y="73002"/>
                </a:lnTo>
                <a:lnTo>
                  <a:pt x="93524" y="27493"/>
                </a:lnTo>
                <a:close/>
                <a:moveTo>
                  <a:pt x="60000" y="0"/>
                </a:moveTo>
                <a:lnTo>
                  <a:pt x="56945" y="78"/>
                </a:lnTo>
                <a:lnTo>
                  <a:pt x="53890" y="313"/>
                </a:lnTo>
                <a:lnTo>
                  <a:pt x="50835" y="704"/>
                </a:lnTo>
                <a:lnTo>
                  <a:pt x="47937" y="1253"/>
                </a:lnTo>
                <a:lnTo>
                  <a:pt x="45039" y="1880"/>
                </a:lnTo>
                <a:lnTo>
                  <a:pt x="42141" y="2741"/>
                </a:lnTo>
                <a:lnTo>
                  <a:pt x="39399" y="3681"/>
                </a:lnTo>
                <a:lnTo>
                  <a:pt x="36657" y="4699"/>
                </a:lnTo>
                <a:lnTo>
                  <a:pt x="33994" y="5952"/>
                </a:lnTo>
                <a:lnTo>
                  <a:pt x="31410" y="7284"/>
                </a:lnTo>
                <a:lnTo>
                  <a:pt x="28903" y="8694"/>
                </a:lnTo>
                <a:lnTo>
                  <a:pt x="26475" y="10260"/>
                </a:lnTo>
                <a:lnTo>
                  <a:pt x="24125" y="11906"/>
                </a:lnTo>
                <a:lnTo>
                  <a:pt x="21853" y="13707"/>
                </a:lnTo>
                <a:lnTo>
                  <a:pt x="19660" y="15587"/>
                </a:lnTo>
                <a:lnTo>
                  <a:pt x="17624" y="17624"/>
                </a:lnTo>
                <a:lnTo>
                  <a:pt x="15587" y="19660"/>
                </a:lnTo>
                <a:lnTo>
                  <a:pt x="13707" y="21853"/>
                </a:lnTo>
                <a:lnTo>
                  <a:pt x="11906" y="24125"/>
                </a:lnTo>
                <a:lnTo>
                  <a:pt x="10260" y="26475"/>
                </a:lnTo>
                <a:lnTo>
                  <a:pt x="8694" y="28903"/>
                </a:lnTo>
                <a:lnTo>
                  <a:pt x="7284" y="31410"/>
                </a:lnTo>
                <a:lnTo>
                  <a:pt x="5952" y="33994"/>
                </a:lnTo>
                <a:lnTo>
                  <a:pt x="4699" y="36657"/>
                </a:lnTo>
                <a:lnTo>
                  <a:pt x="3681" y="39399"/>
                </a:lnTo>
                <a:lnTo>
                  <a:pt x="2741" y="42141"/>
                </a:lnTo>
                <a:lnTo>
                  <a:pt x="1880" y="45039"/>
                </a:lnTo>
                <a:lnTo>
                  <a:pt x="1253" y="47937"/>
                </a:lnTo>
                <a:lnTo>
                  <a:pt x="704" y="50835"/>
                </a:lnTo>
                <a:lnTo>
                  <a:pt x="313" y="53890"/>
                </a:lnTo>
                <a:lnTo>
                  <a:pt x="78" y="56945"/>
                </a:lnTo>
                <a:lnTo>
                  <a:pt x="0" y="60000"/>
                </a:lnTo>
                <a:lnTo>
                  <a:pt x="78" y="63055"/>
                </a:lnTo>
                <a:lnTo>
                  <a:pt x="313" y="66109"/>
                </a:lnTo>
                <a:lnTo>
                  <a:pt x="704" y="69164"/>
                </a:lnTo>
                <a:lnTo>
                  <a:pt x="1253" y="72062"/>
                </a:lnTo>
                <a:lnTo>
                  <a:pt x="1880" y="74960"/>
                </a:lnTo>
                <a:lnTo>
                  <a:pt x="2741" y="77858"/>
                </a:lnTo>
                <a:lnTo>
                  <a:pt x="3681" y="80600"/>
                </a:lnTo>
                <a:lnTo>
                  <a:pt x="4699" y="83342"/>
                </a:lnTo>
                <a:lnTo>
                  <a:pt x="5952" y="86005"/>
                </a:lnTo>
                <a:lnTo>
                  <a:pt x="7284" y="88589"/>
                </a:lnTo>
                <a:lnTo>
                  <a:pt x="8694" y="91096"/>
                </a:lnTo>
                <a:lnTo>
                  <a:pt x="10260" y="93524"/>
                </a:lnTo>
                <a:lnTo>
                  <a:pt x="11906" y="95874"/>
                </a:lnTo>
                <a:lnTo>
                  <a:pt x="13707" y="98146"/>
                </a:lnTo>
                <a:lnTo>
                  <a:pt x="15587" y="100339"/>
                </a:lnTo>
                <a:lnTo>
                  <a:pt x="17624" y="102375"/>
                </a:lnTo>
                <a:lnTo>
                  <a:pt x="19660" y="104412"/>
                </a:lnTo>
                <a:lnTo>
                  <a:pt x="21853" y="106292"/>
                </a:lnTo>
                <a:lnTo>
                  <a:pt x="24125" y="108093"/>
                </a:lnTo>
                <a:lnTo>
                  <a:pt x="26475" y="109739"/>
                </a:lnTo>
                <a:lnTo>
                  <a:pt x="28903" y="111305"/>
                </a:lnTo>
                <a:lnTo>
                  <a:pt x="31410" y="112715"/>
                </a:lnTo>
                <a:lnTo>
                  <a:pt x="33994" y="114047"/>
                </a:lnTo>
                <a:lnTo>
                  <a:pt x="36657" y="115300"/>
                </a:lnTo>
                <a:lnTo>
                  <a:pt x="39399" y="116318"/>
                </a:lnTo>
                <a:lnTo>
                  <a:pt x="42141" y="117258"/>
                </a:lnTo>
                <a:lnTo>
                  <a:pt x="45039" y="118119"/>
                </a:lnTo>
                <a:lnTo>
                  <a:pt x="47937" y="118746"/>
                </a:lnTo>
                <a:lnTo>
                  <a:pt x="50835" y="119295"/>
                </a:lnTo>
                <a:lnTo>
                  <a:pt x="53890" y="119686"/>
                </a:lnTo>
                <a:lnTo>
                  <a:pt x="56945" y="119921"/>
                </a:lnTo>
                <a:lnTo>
                  <a:pt x="60000" y="120000"/>
                </a:lnTo>
                <a:lnTo>
                  <a:pt x="63055" y="119921"/>
                </a:lnTo>
                <a:lnTo>
                  <a:pt x="66109" y="119686"/>
                </a:lnTo>
                <a:lnTo>
                  <a:pt x="69164" y="119295"/>
                </a:lnTo>
                <a:lnTo>
                  <a:pt x="72062" y="118746"/>
                </a:lnTo>
                <a:lnTo>
                  <a:pt x="74960" y="118119"/>
                </a:lnTo>
                <a:lnTo>
                  <a:pt x="77858" y="117258"/>
                </a:lnTo>
                <a:lnTo>
                  <a:pt x="80600" y="116318"/>
                </a:lnTo>
                <a:lnTo>
                  <a:pt x="83342" y="115300"/>
                </a:lnTo>
                <a:lnTo>
                  <a:pt x="86005" y="114047"/>
                </a:lnTo>
                <a:lnTo>
                  <a:pt x="88589" y="112715"/>
                </a:lnTo>
                <a:lnTo>
                  <a:pt x="91096" y="111305"/>
                </a:lnTo>
                <a:lnTo>
                  <a:pt x="93524" y="109739"/>
                </a:lnTo>
                <a:lnTo>
                  <a:pt x="95874" y="108093"/>
                </a:lnTo>
                <a:lnTo>
                  <a:pt x="98146" y="106292"/>
                </a:lnTo>
                <a:lnTo>
                  <a:pt x="100339" y="104412"/>
                </a:lnTo>
                <a:lnTo>
                  <a:pt x="102375" y="102375"/>
                </a:lnTo>
                <a:lnTo>
                  <a:pt x="104412" y="100339"/>
                </a:lnTo>
                <a:lnTo>
                  <a:pt x="106292" y="98146"/>
                </a:lnTo>
                <a:lnTo>
                  <a:pt x="108093" y="95874"/>
                </a:lnTo>
                <a:lnTo>
                  <a:pt x="109739" y="93524"/>
                </a:lnTo>
                <a:lnTo>
                  <a:pt x="111305" y="91096"/>
                </a:lnTo>
                <a:lnTo>
                  <a:pt x="112715" y="88589"/>
                </a:lnTo>
                <a:lnTo>
                  <a:pt x="114047" y="86005"/>
                </a:lnTo>
                <a:lnTo>
                  <a:pt x="115300" y="83342"/>
                </a:lnTo>
                <a:lnTo>
                  <a:pt x="116318" y="80600"/>
                </a:lnTo>
                <a:lnTo>
                  <a:pt x="117258" y="77858"/>
                </a:lnTo>
                <a:lnTo>
                  <a:pt x="118119" y="74960"/>
                </a:lnTo>
                <a:lnTo>
                  <a:pt x="118746" y="72062"/>
                </a:lnTo>
                <a:lnTo>
                  <a:pt x="119295" y="69164"/>
                </a:lnTo>
                <a:lnTo>
                  <a:pt x="119686" y="66109"/>
                </a:lnTo>
                <a:lnTo>
                  <a:pt x="119921" y="63055"/>
                </a:lnTo>
                <a:lnTo>
                  <a:pt x="120000" y="60000"/>
                </a:lnTo>
                <a:lnTo>
                  <a:pt x="119921" y="56945"/>
                </a:lnTo>
                <a:lnTo>
                  <a:pt x="119686" y="53890"/>
                </a:lnTo>
                <a:lnTo>
                  <a:pt x="119295" y="50835"/>
                </a:lnTo>
                <a:lnTo>
                  <a:pt x="118746" y="47937"/>
                </a:lnTo>
                <a:lnTo>
                  <a:pt x="118119" y="45039"/>
                </a:lnTo>
                <a:lnTo>
                  <a:pt x="117258" y="42141"/>
                </a:lnTo>
                <a:lnTo>
                  <a:pt x="116318" y="39399"/>
                </a:lnTo>
                <a:lnTo>
                  <a:pt x="115300" y="36657"/>
                </a:lnTo>
                <a:lnTo>
                  <a:pt x="114047" y="33994"/>
                </a:lnTo>
                <a:lnTo>
                  <a:pt x="112715" y="31410"/>
                </a:lnTo>
                <a:lnTo>
                  <a:pt x="111305" y="28903"/>
                </a:lnTo>
                <a:lnTo>
                  <a:pt x="109739" y="26475"/>
                </a:lnTo>
                <a:lnTo>
                  <a:pt x="108093" y="24125"/>
                </a:lnTo>
                <a:lnTo>
                  <a:pt x="106292" y="21853"/>
                </a:lnTo>
                <a:lnTo>
                  <a:pt x="104412" y="19660"/>
                </a:lnTo>
                <a:lnTo>
                  <a:pt x="102375" y="17624"/>
                </a:lnTo>
                <a:lnTo>
                  <a:pt x="100339" y="15587"/>
                </a:lnTo>
                <a:lnTo>
                  <a:pt x="98146" y="13707"/>
                </a:lnTo>
                <a:lnTo>
                  <a:pt x="95874" y="11906"/>
                </a:lnTo>
                <a:lnTo>
                  <a:pt x="93524" y="10260"/>
                </a:lnTo>
                <a:lnTo>
                  <a:pt x="91096" y="8694"/>
                </a:lnTo>
                <a:lnTo>
                  <a:pt x="88589" y="7284"/>
                </a:lnTo>
                <a:lnTo>
                  <a:pt x="86005" y="5952"/>
                </a:lnTo>
                <a:lnTo>
                  <a:pt x="83342" y="4699"/>
                </a:lnTo>
                <a:lnTo>
                  <a:pt x="80600" y="3681"/>
                </a:lnTo>
                <a:lnTo>
                  <a:pt x="77858" y="2741"/>
                </a:lnTo>
                <a:lnTo>
                  <a:pt x="74960" y="1880"/>
                </a:lnTo>
                <a:lnTo>
                  <a:pt x="72062" y="1253"/>
                </a:lnTo>
                <a:lnTo>
                  <a:pt x="69164" y="704"/>
                </a:lnTo>
                <a:lnTo>
                  <a:pt x="66109" y="313"/>
                </a:lnTo>
                <a:lnTo>
                  <a:pt x="63055" y="78"/>
                </a:lnTo>
                <a:lnTo>
                  <a:pt x="600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77"/>
          <p:cNvSpPr/>
          <p:nvPr/>
        </p:nvSpPr>
        <p:spPr>
          <a:xfrm>
            <a:off x="3372014" y="2997172"/>
            <a:ext cx="149100" cy="149400"/>
          </a:xfrm>
          <a:custGeom>
            <a:rect b="b" l="l" r="r" t="t"/>
            <a:pathLst>
              <a:path extrusionOk="0" h="120000" w="120000">
                <a:moveTo>
                  <a:pt x="93524" y="27493"/>
                </a:moveTo>
                <a:lnTo>
                  <a:pt x="101984" y="36031"/>
                </a:lnTo>
                <a:lnTo>
                  <a:pt x="48015" y="90000"/>
                </a:lnTo>
                <a:lnTo>
                  <a:pt x="18015" y="60000"/>
                </a:lnTo>
                <a:lnTo>
                  <a:pt x="26475" y="51540"/>
                </a:lnTo>
                <a:lnTo>
                  <a:pt x="48015" y="73002"/>
                </a:lnTo>
                <a:lnTo>
                  <a:pt x="93524" y="27493"/>
                </a:lnTo>
                <a:close/>
                <a:moveTo>
                  <a:pt x="60000" y="0"/>
                </a:moveTo>
                <a:lnTo>
                  <a:pt x="56945" y="78"/>
                </a:lnTo>
                <a:lnTo>
                  <a:pt x="53890" y="313"/>
                </a:lnTo>
                <a:lnTo>
                  <a:pt x="50835" y="704"/>
                </a:lnTo>
                <a:lnTo>
                  <a:pt x="47937" y="1253"/>
                </a:lnTo>
                <a:lnTo>
                  <a:pt x="45039" y="1880"/>
                </a:lnTo>
                <a:lnTo>
                  <a:pt x="42141" y="2741"/>
                </a:lnTo>
                <a:lnTo>
                  <a:pt x="39399" y="3681"/>
                </a:lnTo>
                <a:lnTo>
                  <a:pt x="36657" y="4699"/>
                </a:lnTo>
                <a:lnTo>
                  <a:pt x="33994" y="5952"/>
                </a:lnTo>
                <a:lnTo>
                  <a:pt x="31410" y="7284"/>
                </a:lnTo>
                <a:lnTo>
                  <a:pt x="28903" y="8694"/>
                </a:lnTo>
                <a:lnTo>
                  <a:pt x="26475" y="10260"/>
                </a:lnTo>
                <a:lnTo>
                  <a:pt x="24125" y="11906"/>
                </a:lnTo>
                <a:lnTo>
                  <a:pt x="21853" y="13707"/>
                </a:lnTo>
                <a:lnTo>
                  <a:pt x="19660" y="15587"/>
                </a:lnTo>
                <a:lnTo>
                  <a:pt x="17624" y="17624"/>
                </a:lnTo>
                <a:lnTo>
                  <a:pt x="15587" y="19660"/>
                </a:lnTo>
                <a:lnTo>
                  <a:pt x="13707" y="21853"/>
                </a:lnTo>
                <a:lnTo>
                  <a:pt x="11906" y="24125"/>
                </a:lnTo>
                <a:lnTo>
                  <a:pt x="10260" y="26475"/>
                </a:lnTo>
                <a:lnTo>
                  <a:pt x="8694" y="28903"/>
                </a:lnTo>
                <a:lnTo>
                  <a:pt x="7284" y="31410"/>
                </a:lnTo>
                <a:lnTo>
                  <a:pt x="5952" y="33994"/>
                </a:lnTo>
                <a:lnTo>
                  <a:pt x="4699" y="36657"/>
                </a:lnTo>
                <a:lnTo>
                  <a:pt x="3681" y="39399"/>
                </a:lnTo>
                <a:lnTo>
                  <a:pt x="2741" y="42141"/>
                </a:lnTo>
                <a:lnTo>
                  <a:pt x="1880" y="45039"/>
                </a:lnTo>
                <a:lnTo>
                  <a:pt x="1253" y="47937"/>
                </a:lnTo>
                <a:lnTo>
                  <a:pt x="704" y="50835"/>
                </a:lnTo>
                <a:lnTo>
                  <a:pt x="313" y="53890"/>
                </a:lnTo>
                <a:lnTo>
                  <a:pt x="78" y="56945"/>
                </a:lnTo>
                <a:lnTo>
                  <a:pt x="0" y="60000"/>
                </a:lnTo>
                <a:lnTo>
                  <a:pt x="78" y="63055"/>
                </a:lnTo>
                <a:lnTo>
                  <a:pt x="313" y="66109"/>
                </a:lnTo>
                <a:lnTo>
                  <a:pt x="704" y="69164"/>
                </a:lnTo>
                <a:lnTo>
                  <a:pt x="1253" y="72062"/>
                </a:lnTo>
                <a:lnTo>
                  <a:pt x="1880" y="74960"/>
                </a:lnTo>
                <a:lnTo>
                  <a:pt x="2741" y="77858"/>
                </a:lnTo>
                <a:lnTo>
                  <a:pt x="3681" y="80600"/>
                </a:lnTo>
                <a:lnTo>
                  <a:pt x="4699" y="83342"/>
                </a:lnTo>
                <a:lnTo>
                  <a:pt x="5952" y="86005"/>
                </a:lnTo>
                <a:lnTo>
                  <a:pt x="7284" y="88589"/>
                </a:lnTo>
                <a:lnTo>
                  <a:pt x="8694" y="91096"/>
                </a:lnTo>
                <a:lnTo>
                  <a:pt x="10260" y="93524"/>
                </a:lnTo>
                <a:lnTo>
                  <a:pt x="11906" y="95874"/>
                </a:lnTo>
                <a:lnTo>
                  <a:pt x="13707" y="98146"/>
                </a:lnTo>
                <a:lnTo>
                  <a:pt x="15587" y="100339"/>
                </a:lnTo>
                <a:lnTo>
                  <a:pt x="17624" y="102375"/>
                </a:lnTo>
                <a:lnTo>
                  <a:pt x="19660" y="104412"/>
                </a:lnTo>
                <a:lnTo>
                  <a:pt x="21853" y="106292"/>
                </a:lnTo>
                <a:lnTo>
                  <a:pt x="24125" y="108093"/>
                </a:lnTo>
                <a:lnTo>
                  <a:pt x="26475" y="109739"/>
                </a:lnTo>
                <a:lnTo>
                  <a:pt x="28903" y="111305"/>
                </a:lnTo>
                <a:lnTo>
                  <a:pt x="31410" y="112715"/>
                </a:lnTo>
                <a:lnTo>
                  <a:pt x="33994" y="114047"/>
                </a:lnTo>
                <a:lnTo>
                  <a:pt x="36657" y="115300"/>
                </a:lnTo>
                <a:lnTo>
                  <a:pt x="39399" y="116318"/>
                </a:lnTo>
                <a:lnTo>
                  <a:pt x="42141" y="117258"/>
                </a:lnTo>
                <a:lnTo>
                  <a:pt x="45039" y="118119"/>
                </a:lnTo>
                <a:lnTo>
                  <a:pt x="47937" y="118746"/>
                </a:lnTo>
                <a:lnTo>
                  <a:pt x="50835" y="119295"/>
                </a:lnTo>
                <a:lnTo>
                  <a:pt x="53890" y="119686"/>
                </a:lnTo>
                <a:lnTo>
                  <a:pt x="56945" y="119921"/>
                </a:lnTo>
                <a:lnTo>
                  <a:pt x="60000" y="120000"/>
                </a:lnTo>
                <a:lnTo>
                  <a:pt x="63055" y="119921"/>
                </a:lnTo>
                <a:lnTo>
                  <a:pt x="66109" y="119686"/>
                </a:lnTo>
                <a:lnTo>
                  <a:pt x="69164" y="119295"/>
                </a:lnTo>
                <a:lnTo>
                  <a:pt x="72062" y="118746"/>
                </a:lnTo>
                <a:lnTo>
                  <a:pt x="74960" y="118119"/>
                </a:lnTo>
                <a:lnTo>
                  <a:pt x="77858" y="117258"/>
                </a:lnTo>
                <a:lnTo>
                  <a:pt x="80600" y="116318"/>
                </a:lnTo>
                <a:lnTo>
                  <a:pt x="83342" y="115300"/>
                </a:lnTo>
                <a:lnTo>
                  <a:pt x="86005" y="114047"/>
                </a:lnTo>
                <a:lnTo>
                  <a:pt x="88589" y="112715"/>
                </a:lnTo>
                <a:lnTo>
                  <a:pt x="91096" y="111305"/>
                </a:lnTo>
                <a:lnTo>
                  <a:pt x="93524" y="109739"/>
                </a:lnTo>
                <a:lnTo>
                  <a:pt x="95874" y="108093"/>
                </a:lnTo>
                <a:lnTo>
                  <a:pt x="98146" y="106292"/>
                </a:lnTo>
                <a:lnTo>
                  <a:pt x="100339" y="104412"/>
                </a:lnTo>
                <a:lnTo>
                  <a:pt x="102375" y="102375"/>
                </a:lnTo>
                <a:lnTo>
                  <a:pt x="104412" y="100339"/>
                </a:lnTo>
                <a:lnTo>
                  <a:pt x="106292" y="98146"/>
                </a:lnTo>
                <a:lnTo>
                  <a:pt x="108093" y="95874"/>
                </a:lnTo>
                <a:lnTo>
                  <a:pt x="109739" y="93524"/>
                </a:lnTo>
                <a:lnTo>
                  <a:pt x="111305" y="91096"/>
                </a:lnTo>
                <a:lnTo>
                  <a:pt x="112715" y="88589"/>
                </a:lnTo>
                <a:lnTo>
                  <a:pt x="114047" y="86005"/>
                </a:lnTo>
                <a:lnTo>
                  <a:pt x="115300" y="83342"/>
                </a:lnTo>
                <a:lnTo>
                  <a:pt x="116318" y="80600"/>
                </a:lnTo>
                <a:lnTo>
                  <a:pt x="117258" y="77858"/>
                </a:lnTo>
                <a:lnTo>
                  <a:pt x="118119" y="74960"/>
                </a:lnTo>
                <a:lnTo>
                  <a:pt x="118746" y="72062"/>
                </a:lnTo>
                <a:lnTo>
                  <a:pt x="119295" y="69164"/>
                </a:lnTo>
                <a:lnTo>
                  <a:pt x="119686" y="66109"/>
                </a:lnTo>
                <a:lnTo>
                  <a:pt x="119921" y="63055"/>
                </a:lnTo>
                <a:lnTo>
                  <a:pt x="120000" y="60000"/>
                </a:lnTo>
                <a:lnTo>
                  <a:pt x="119921" y="56945"/>
                </a:lnTo>
                <a:lnTo>
                  <a:pt x="119686" y="53890"/>
                </a:lnTo>
                <a:lnTo>
                  <a:pt x="119295" y="50835"/>
                </a:lnTo>
                <a:lnTo>
                  <a:pt x="118746" y="47937"/>
                </a:lnTo>
                <a:lnTo>
                  <a:pt x="118119" y="45039"/>
                </a:lnTo>
                <a:lnTo>
                  <a:pt x="117258" y="42141"/>
                </a:lnTo>
                <a:lnTo>
                  <a:pt x="116318" y="39399"/>
                </a:lnTo>
                <a:lnTo>
                  <a:pt x="115300" y="36657"/>
                </a:lnTo>
                <a:lnTo>
                  <a:pt x="114047" y="33994"/>
                </a:lnTo>
                <a:lnTo>
                  <a:pt x="112715" y="31410"/>
                </a:lnTo>
                <a:lnTo>
                  <a:pt x="111305" y="28903"/>
                </a:lnTo>
                <a:lnTo>
                  <a:pt x="109739" y="26475"/>
                </a:lnTo>
                <a:lnTo>
                  <a:pt x="108093" y="24125"/>
                </a:lnTo>
                <a:lnTo>
                  <a:pt x="106292" y="21853"/>
                </a:lnTo>
                <a:lnTo>
                  <a:pt x="104412" y="19660"/>
                </a:lnTo>
                <a:lnTo>
                  <a:pt x="102375" y="17624"/>
                </a:lnTo>
                <a:lnTo>
                  <a:pt x="100339" y="15587"/>
                </a:lnTo>
                <a:lnTo>
                  <a:pt x="98146" y="13707"/>
                </a:lnTo>
                <a:lnTo>
                  <a:pt x="95874" y="11906"/>
                </a:lnTo>
                <a:lnTo>
                  <a:pt x="93524" y="10260"/>
                </a:lnTo>
                <a:lnTo>
                  <a:pt x="91096" y="8694"/>
                </a:lnTo>
                <a:lnTo>
                  <a:pt x="88589" y="7284"/>
                </a:lnTo>
                <a:lnTo>
                  <a:pt x="86005" y="5952"/>
                </a:lnTo>
                <a:lnTo>
                  <a:pt x="83342" y="4699"/>
                </a:lnTo>
                <a:lnTo>
                  <a:pt x="80600" y="3681"/>
                </a:lnTo>
                <a:lnTo>
                  <a:pt x="77858" y="2741"/>
                </a:lnTo>
                <a:lnTo>
                  <a:pt x="74960" y="1880"/>
                </a:lnTo>
                <a:lnTo>
                  <a:pt x="72062" y="1253"/>
                </a:lnTo>
                <a:lnTo>
                  <a:pt x="69164" y="704"/>
                </a:lnTo>
                <a:lnTo>
                  <a:pt x="66109" y="313"/>
                </a:lnTo>
                <a:lnTo>
                  <a:pt x="63055" y="78"/>
                </a:lnTo>
                <a:lnTo>
                  <a:pt x="600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77"/>
          <p:cNvSpPr/>
          <p:nvPr/>
        </p:nvSpPr>
        <p:spPr>
          <a:xfrm>
            <a:off x="3372014" y="3422072"/>
            <a:ext cx="149100" cy="149400"/>
          </a:xfrm>
          <a:custGeom>
            <a:rect b="b" l="l" r="r" t="t"/>
            <a:pathLst>
              <a:path extrusionOk="0" h="120000" w="120000">
                <a:moveTo>
                  <a:pt x="93524" y="27493"/>
                </a:moveTo>
                <a:lnTo>
                  <a:pt x="101984" y="36031"/>
                </a:lnTo>
                <a:lnTo>
                  <a:pt x="48015" y="90000"/>
                </a:lnTo>
                <a:lnTo>
                  <a:pt x="18015" y="60000"/>
                </a:lnTo>
                <a:lnTo>
                  <a:pt x="26475" y="51540"/>
                </a:lnTo>
                <a:lnTo>
                  <a:pt x="48015" y="73002"/>
                </a:lnTo>
                <a:lnTo>
                  <a:pt x="93524" y="27493"/>
                </a:lnTo>
                <a:close/>
                <a:moveTo>
                  <a:pt x="60000" y="0"/>
                </a:moveTo>
                <a:lnTo>
                  <a:pt x="56945" y="78"/>
                </a:lnTo>
                <a:lnTo>
                  <a:pt x="53890" y="313"/>
                </a:lnTo>
                <a:lnTo>
                  <a:pt x="50835" y="704"/>
                </a:lnTo>
                <a:lnTo>
                  <a:pt x="47937" y="1253"/>
                </a:lnTo>
                <a:lnTo>
                  <a:pt x="45039" y="1880"/>
                </a:lnTo>
                <a:lnTo>
                  <a:pt x="42141" y="2741"/>
                </a:lnTo>
                <a:lnTo>
                  <a:pt x="39399" y="3681"/>
                </a:lnTo>
                <a:lnTo>
                  <a:pt x="36657" y="4699"/>
                </a:lnTo>
                <a:lnTo>
                  <a:pt x="33994" y="5952"/>
                </a:lnTo>
                <a:lnTo>
                  <a:pt x="31410" y="7284"/>
                </a:lnTo>
                <a:lnTo>
                  <a:pt x="28903" y="8694"/>
                </a:lnTo>
                <a:lnTo>
                  <a:pt x="26475" y="10260"/>
                </a:lnTo>
                <a:lnTo>
                  <a:pt x="24125" y="11906"/>
                </a:lnTo>
                <a:lnTo>
                  <a:pt x="21853" y="13707"/>
                </a:lnTo>
                <a:lnTo>
                  <a:pt x="19660" y="15587"/>
                </a:lnTo>
                <a:lnTo>
                  <a:pt x="17624" y="17624"/>
                </a:lnTo>
                <a:lnTo>
                  <a:pt x="15587" y="19660"/>
                </a:lnTo>
                <a:lnTo>
                  <a:pt x="13707" y="21853"/>
                </a:lnTo>
                <a:lnTo>
                  <a:pt x="11906" y="24125"/>
                </a:lnTo>
                <a:lnTo>
                  <a:pt x="10260" y="26475"/>
                </a:lnTo>
                <a:lnTo>
                  <a:pt x="8694" y="28903"/>
                </a:lnTo>
                <a:lnTo>
                  <a:pt x="7284" y="31410"/>
                </a:lnTo>
                <a:lnTo>
                  <a:pt x="5952" y="33994"/>
                </a:lnTo>
                <a:lnTo>
                  <a:pt x="4699" y="36657"/>
                </a:lnTo>
                <a:lnTo>
                  <a:pt x="3681" y="39399"/>
                </a:lnTo>
                <a:lnTo>
                  <a:pt x="2741" y="42141"/>
                </a:lnTo>
                <a:lnTo>
                  <a:pt x="1880" y="45039"/>
                </a:lnTo>
                <a:lnTo>
                  <a:pt x="1253" y="47937"/>
                </a:lnTo>
                <a:lnTo>
                  <a:pt x="704" y="50835"/>
                </a:lnTo>
                <a:lnTo>
                  <a:pt x="313" y="53890"/>
                </a:lnTo>
                <a:lnTo>
                  <a:pt x="78" y="56945"/>
                </a:lnTo>
                <a:lnTo>
                  <a:pt x="0" y="60000"/>
                </a:lnTo>
                <a:lnTo>
                  <a:pt x="78" y="63055"/>
                </a:lnTo>
                <a:lnTo>
                  <a:pt x="313" y="66109"/>
                </a:lnTo>
                <a:lnTo>
                  <a:pt x="704" y="69164"/>
                </a:lnTo>
                <a:lnTo>
                  <a:pt x="1253" y="72062"/>
                </a:lnTo>
                <a:lnTo>
                  <a:pt x="1880" y="74960"/>
                </a:lnTo>
                <a:lnTo>
                  <a:pt x="2741" y="77858"/>
                </a:lnTo>
                <a:lnTo>
                  <a:pt x="3681" y="80600"/>
                </a:lnTo>
                <a:lnTo>
                  <a:pt x="4699" y="83342"/>
                </a:lnTo>
                <a:lnTo>
                  <a:pt x="5952" y="86005"/>
                </a:lnTo>
                <a:lnTo>
                  <a:pt x="7284" y="88589"/>
                </a:lnTo>
                <a:lnTo>
                  <a:pt x="8694" y="91096"/>
                </a:lnTo>
                <a:lnTo>
                  <a:pt x="10260" y="93524"/>
                </a:lnTo>
                <a:lnTo>
                  <a:pt x="11906" y="95874"/>
                </a:lnTo>
                <a:lnTo>
                  <a:pt x="13707" y="98146"/>
                </a:lnTo>
                <a:lnTo>
                  <a:pt x="15587" y="100339"/>
                </a:lnTo>
                <a:lnTo>
                  <a:pt x="17624" y="102375"/>
                </a:lnTo>
                <a:lnTo>
                  <a:pt x="19660" y="104412"/>
                </a:lnTo>
                <a:lnTo>
                  <a:pt x="21853" y="106292"/>
                </a:lnTo>
                <a:lnTo>
                  <a:pt x="24125" y="108093"/>
                </a:lnTo>
                <a:lnTo>
                  <a:pt x="26475" y="109739"/>
                </a:lnTo>
                <a:lnTo>
                  <a:pt x="28903" y="111305"/>
                </a:lnTo>
                <a:lnTo>
                  <a:pt x="31410" y="112715"/>
                </a:lnTo>
                <a:lnTo>
                  <a:pt x="33994" y="114047"/>
                </a:lnTo>
                <a:lnTo>
                  <a:pt x="36657" y="115300"/>
                </a:lnTo>
                <a:lnTo>
                  <a:pt x="39399" y="116318"/>
                </a:lnTo>
                <a:lnTo>
                  <a:pt x="42141" y="117258"/>
                </a:lnTo>
                <a:lnTo>
                  <a:pt x="45039" y="118119"/>
                </a:lnTo>
                <a:lnTo>
                  <a:pt x="47937" y="118746"/>
                </a:lnTo>
                <a:lnTo>
                  <a:pt x="50835" y="119295"/>
                </a:lnTo>
                <a:lnTo>
                  <a:pt x="53890" y="119686"/>
                </a:lnTo>
                <a:lnTo>
                  <a:pt x="56945" y="119921"/>
                </a:lnTo>
                <a:lnTo>
                  <a:pt x="60000" y="120000"/>
                </a:lnTo>
                <a:lnTo>
                  <a:pt x="63055" y="119921"/>
                </a:lnTo>
                <a:lnTo>
                  <a:pt x="66109" y="119686"/>
                </a:lnTo>
                <a:lnTo>
                  <a:pt x="69164" y="119295"/>
                </a:lnTo>
                <a:lnTo>
                  <a:pt x="72062" y="118746"/>
                </a:lnTo>
                <a:lnTo>
                  <a:pt x="74960" y="118119"/>
                </a:lnTo>
                <a:lnTo>
                  <a:pt x="77858" y="117258"/>
                </a:lnTo>
                <a:lnTo>
                  <a:pt x="80600" y="116318"/>
                </a:lnTo>
                <a:lnTo>
                  <a:pt x="83342" y="115300"/>
                </a:lnTo>
                <a:lnTo>
                  <a:pt x="86005" y="114047"/>
                </a:lnTo>
                <a:lnTo>
                  <a:pt x="88589" y="112715"/>
                </a:lnTo>
                <a:lnTo>
                  <a:pt x="91096" y="111305"/>
                </a:lnTo>
                <a:lnTo>
                  <a:pt x="93524" y="109739"/>
                </a:lnTo>
                <a:lnTo>
                  <a:pt x="95874" y="108093"/>
                </a:lnTo>
                <a:lnTo>
                  <a:pt x="98146" y="106292"/>
                </a:lnTo>
                <a:lnTo>
                  <a:pt x="100339" y="104412"/>
                </a:lnTo>
                <a:lnTo>
                  <a:pt x="102375" y="102375"/>
                </a:lnTo>
                <a:lnTo>
                  <a:pt x="104412" y="100339"/>
                </a:lnTo>
                <a:lnTo>
                  <a:pt x="106292" y="98146"/>
                </a:lnTo>
                <a:lnTo>
                  <a:pt x="108093" y="95874"/>
                </a:lnTo>
                <a:lnTo>
                  <a:pt x="109739" y="93524"/>
                </a:lnTo>
                <a:lnTo>
                  <a:pt x="111305" y="91096"/>
                </a:lnTo>
                <a:lnTo>
                  <a:pt x="112715" y="88589"/>
                </a:lnTo>
                <a:lnTo>
                  <a:pt x="114047" y="86005"/>
                </a:lnTo>
                <a:lnTo>
                  <a:pt x="115300" y="83342"/>
                </a:lnTo>
                <a:lnTo>
                  <a:pt x="116318" y="80600"/>
                </a:lnTo>
                <a:lnTo>
                  <a:pt x="117258" y="77858"/>
                </a:lnTo>
                <a:lnTo>
                  <a:pt x="118119" y="74960"/>
                </a:lnTo>
                <a:lnTo>
                  <a:pt x="118746" y="72062"/>
                </a:lnTo>
                <a:lnTo>
                  <a:pt x="119295" y="69164"/>
                </a:lnTo>
                <a:lnTo>
                  <a:pt x="119686" y="66109"/>
                </a:lnTo>
                <a:lnTo>
                  <a:pt x="119921" y="63055"/>
                </a:lnTo>
                <a:lnTo>
                  <a:pt x="120000" y="60000"/>
                </a:lnTo>
                <a:lnTo>
                  <a:pt x="119921" y="56945"/>
                </a:lnTo>
                <a:lnTo>
                  <a:pt x="119686" y="53890"/>
                </a:lnTo>
                <a:lnTo>
                  <a:pt x="119295" y="50835"/>
                </a:lnTo>
                <a:lnTo>
                  <a:pt x="118746" y="47937"/>
                </a:lnTo>
                <a:lnTo>
                  <a:pt x="118119" y="45039"/>
                </a:lnTo>
                <a:lnTo>
                  <a:pt x="117258" y="42141"/>
                </a:lnTo>
                <a:lnTo>
                  <a:pt x="116318" y="39399"/>
                </a:lnTo>
                <a:lnTo>
                  <a:pt x="115300" y="36657"/>
                </a:lnTo>
                <a:lnTo>
                  <a:pt x="114047" y="33994"/>
                </a:lnTo>
                <a:lnTo>
                  <a:pt x="112715" y="31410"/>
                </a:lnTo>
                <a:lnTo>
                  <a:pt x="111305" y="28903"/>
                </a:lnTo>
                <a:lnTo>
                  <a:pt x="109739" y="26475"/>
                </a:lnTo>
                <a:lnTo>
                  <a:pt x="108093" y="24125"/>
                </a:lnTo>
                <a:lnTo>
                  <a:pt x="106292" y="21853"/>
                </a:lnTo>
                <a:lnTo>
                  <a:pt x="104412" y="19660"/>
                </a:lnTo>
                <a:lnTo>
                  <a:pt x="102375" y="17624"/>
                </a:lnTo>
                <a:lnTo>
                  <a:pt x="100339" y="15587"/>
                </a:lnTo>
                <a:lnTo>
                  <a:pt x="98146" y="13707"/>
                </a:lnTo>
                <a:lnTo>
                  <a:pt x="95874" y="11906"/>
                </a:lnTo>
                <a:lnTo>
                  <a:pt x="93524" y="10260"/>
                </a:lnTo>
                <a:lnTo>
                  <a:pt x="91096" y="8694"/>
                </a:lnTo>
                <a:lnTo>
                  <a:pt x="88589" y="7284"/>
                </a:lnTo>
                <a:lnTo>
                  <a:pt x="86005" y="5952"/>
                </a:lnTo>
                <a:lnTo>
                  <a:pt x="83342" y="4699"/>
                </a:lnTo>
                <a:lnTo>
                  <a:pt x="80600" y="3681"/>
                </a:lnTo>
                <a:lnTo>
                  <a:pt x="77858" y="2741"/>
                </a:lnTo>
                <a:lnTo>
                  <a:pt x="74960" y="1880"/>
                </a:lnTo>
                <a:lnTo>
                  <a:pt x="72062" y="1253"/>
                </a:lnTo>
                <a:lnTo>
                  <a:pt x="69164" y="704"/>
                </a:lnTo>
                <a:lnTo>
                  <a:pt x="66109" y="313"/>
                </a:lnTo>
                <a:lnTo>
                  <a:pt x="63055" y="78"/>
                </a:lnTo>
                <a:lnTo>
                  <a:pt x="600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77"/>
          <p:cNvSpPr/>
          <p:nvPr/>
        </p:nvSpPr>
        <p:spPr>
          <a:xfrm>
            <a:off x="3372014" y="3836335"/>
            <a:ext cx="149100" cy="149400"/>
          </a:xfrm>
          <a:custGeom>
            <a:rect b="b" l="l" r="r" t="t"/>
            <a:pathLst>
              <a:path extrusionOk="0" h="120000" w="120000">
                <a:moveTo>
                  <a:pt x="93524" y="27493"/>
                </a:moveTo>
                <a:lnTo>
                  <a:pt x="101984" y="36031"/>
                </a:lnTo>
                <a:lnTo>
                  <a:pt x="48015" y="90000"/>
                </a:lnTo>
                <a:lnTo>
                  <a:pt x="18015" y="60000"/>
                </a:lnTo>
                <a:lnTo>
                  <a:pt x="26475" y="51540"/>
                </a:lnTo>
                <a:lnTo>
                  <a:pt x="48015" y="73002"/>
                </a:lnTo>
                <a:lnTo>
                  <a:pt x="93524" y="27493"/>
                </a:lnTo>
                <a:close/>
                <a:moveTo>
                  <a:pt x="60000" y="0"/>
                </a:moveTo>
                <a:lnTo>
                  <a:pt x="56945" y="78"/>
                </a:lnTo>
                <a:lnTo>
                  <a:pt x="53890" y="313"/>
                </a:lnTo>
                <a:lnTo>
                  <a:pt x="50835" y="704"/>
                </a:lnTo>
                <a:lnTo>
                  <a:pt x="47937" y="1253"/>
                </a:lnTo>
                <a:lnTo>
                  <a:pt x="45039" y="1880"/>
                </a:lnTo>
                <a:lnTo>
                  <a:pt x="42141" y="2741"/>
                </a:lnTo>
                <a:lnTo>
                  <a:pt x="39399" y="3681"/>
                </a:lnTo>
                <a:lnTo>
                  <a:pt x="36657" y="4699"/>
                </a:lnTo>
                <a:lnTo>
                  <a:pt x="33994" y="5952"/>
                </a:lnTo>
                <a:lnTo>
                  <a:pt x="31410" y="7284"/>
                </a:lnTo>
                <a:lnTo>
                  <a:pt x="28903" y="8694"/>
                </a:lnTo>
                <a:lnTo>
                  <a:pt x="26475" y="10260"/>
                </a:lnTo>
                <a:lnTo>
                  <a:pt x="24125" y="11906"/>
                </a:lnTo>
                <a:lnTo>
                  <a:pt x="21853" y="13707"/>
                </a:lnTo>
                <a:lnTo>
                  <a:pt x="19660" y="15587"/>
                </a:lnTo>
                <a:lnTo>
                  <a:pt x="17624" y="17624"/>
                </a:lnTo>
                <a:lnTo>
                  <a:pt x="15587" y="19660"/>
                </a:lnTo>
                <a:lnTo>
                  <a:pt x="13707" y="21853"/>
                </a:lnTo>
                <a:lnTo>
                  <a:pt x="11906" y="24125"/>
                </a:lnTo>
                <a:lnTo>
                  <a:pt x="10260" y="26475"/>
                </a:lnTo>
                <a:lnTo>
                  <a:pt x="8694" y="28903"/>
                </a:lnTo>
                <a:lnTo>
                  <a:pt x="7284" y="31410"/>
                </a:lnTo>
                <a:lnTo>
                  <a:pt x="5952" y="33994"/>
                </a:lnTo>
                <a:lnTo>
                  <a:pt x="4699" y="36657"/>
                </a:lnTo>
                <a:lnTo>
                  <a:pt x="3681" y="39399"/>
                </a:lnTo>
                <a:lnTo>
                  <a:pt x="2741" y="42141"/>
                </a:lnTo>
                <a:lnTo>
                  <a:pt x="1880" y="45039"/>
                </a:lnTo>
                <a:lnTo>
                  <a:pt x="1253" y="47937"/>
                </a:lnTo>
                <a:lnTo>
                  <a:pt x="704" y="50835"/>
                </a:lnTo>
                <a:lnTo>
                  <a:pt x="313" y="53890"/>
                </a:lnTo>
                <a:lnTo>
                  <a:pt x="78" y="56945"/>
                </a:lnTo>
                <a:lnTo>
                  <a:pt x="0" y="60000"/>
                </a:lnTo>
                <a:lnTo>
                  <a:pt x="78" y="63055"/>
                </a:lnTo>
                <a:lnTo>
                  <a:pt x="313" y="66109"/>
                </a:lnTo>
                <a:lnTo>
                  <a:pt x="704" y="69164"/>
                </a:lnTo>
                <a:lnTo>
                  <a:pt x="1253" y="72062"/>
                </a:lnTo>
                <a:lnTo>
                  <a:pt x="1880" y="74960"/>
                </a:lnTo>
                <a:lnTo>
                  <a:pt x="2741" y="77858"/>
                </a:lnTo>
                <a:lnTo>
                  <a:pt x="3681" y="80600"/>
                </a:lnTo>
                <a:lnTo>
                  <a:pt x="4699" y="83342"/>
                </a:lnTo>
                <a:lnTo>
                  <a:pt x="5952" y="86005"/>
                </a:lnTo>
                <a:lnTo>
                  <a:pt x="7284" y="88589"/>
                </a:lnTo>
                <a:lnTo>
                  <a:pt x="8694" y="91096"/>
                </a:lnTo>
                <a:lnTo>
                  <a:pt x="10260" y="93524"/>
                </a:lnTo>
                <a:lnTo>
                  <a:pt x="11906" y="95874"/>
                </a:lnTo>
                <a:lnTo>
                  <a:pt x="13707" y="98146"/>
                </a:lnTo>
                <a:lnTo>
                  <a:pt x="15587" y="100339"/>
                </a:lnTo>
                <a:lnTo>
                  <a:pt x="17624" y="102375"/>
                </a:lnTo>
                <a:lnTo>
                  <a:pt x="19660" y="104412"/>
                </a:lnTo>
                <a:lnTo>
                  <a:pt x="21853" y="106292"/>
                </a:lnTo>
                <a:lnTo>
                  <a:pt x="24125" y="108093"/>
                </a:lnTo>
                <a:lnTo>
                  <a:pt x="26475" y="109739"/>
                </a:lnTo>
                <a:lnTo>
                  <a:pt x="28903" y="111305"/>
                </a:lnTo>
                <a:lnTo>
                  <a:pt x="31410" y="112715"/>
                </a:lnTo>
                <a:lnTo>
                  <a:pt x="33994" y="114047"/>
                </a:lnTo>
                <a:lnTo>
                  <a:pt x="36657" y="115300"/>
                </a:lnTo>
                <a:lnTo>
                  <a:pt x="39399" y="116318"/>
                </a:lnTo>
                <a:lnTo>
                  <a:pt x="42141" y="117258"/>
                </a:lnTo>
                <a:lnTo>
                  <a:pt x="45039" y="118119"/>
                </a:lnTo>
                <a:lnTo>
                  <a:pt x="47937" y="118746"/>
                </a:lnTo>
                <a:lnTo>
                  <a:pt x="50835" y="119295"/>
                </a:lnTo>
                <a:lnTo>
                  <a:pt x="53890" y="119686"/>
                </a:lnTo>
                <a:lnTo>
                  <a:pt x="56945" y="119921"/>
                </a:lnTo>
                <a:lnTo>
                  <a:pt x="60000" y="120000"/>
                </a:lnTo>
                <a:lnTo>
                  <a:pt x="63055" y="119921"/>
                </a:lnTo>
                <a:lnTo>
                  <a:pt x="66109" y="119686"/>
                </a:lnTo>
                <a:lnTo>
                  <a:pt x="69164" y="119295"/>
                </a:lnTo>
                <a:lnTo>
                  <a:pt x="72062" y="118746"/>
                </a:lnTo>
                <a:lnTo>
                  <a:pt x="74960" y="118119"/>
                </a:lnTo>
                <a:lnTo>
                  <a:pt x="77858" y="117258"/>
                </a:lnTo>
                <a:lnTo>
                  <a:pt x="80600" y="116318"/>
                </a:lnTo>
                <a:lnTo>
                  <a:pt x="83342" y="115300"/>
                </a:lnTo>
                <a:lnTo>
                  <a:pt x="86005" y="114047"/>
                </a:lnTo>
                <a:lnTo>
                  <a:pt x="88589" y="112715"/>
                </a:lnTo>
                <a:lnTo>
                  <a:pt x="91096" y="111305"/>
                </a:lnTo>
                <a:lnTo>
                  <a:pt x="93524" y="109739"/>
                </a:lnTo>
                <a:lnTo>
                  <a:pt x="95874" y="108093"/>
                </a:lnTo>
                <a:lnTo>
                  <a:pt x="98146" y="106292"/>
                </a:lnTo>
                <a:lnTo>
                  <a:pt x="100339" y="104412"/>
                </a:lnTo>
                <a:lnTo>
                  <a:pt x="102375" y="102375"/>
                </a:lnTo>
                <a:lnTo>
                  <a:pt x="104412" y="100339"/>
                </a:lnTo>
                <a:lnTo>
                  <a:pt x="106292" y="98146"/>
                </a:lnTo>
                <a:lnTo>
                  <a:pt x="108093" y="95874"/>
                </a:lnTo>
                <a:lnTo>
                  <a:pt x="109739" y="93524"/>
                </a:lnTo>
                <a:lnTo>
                  <a:pt x="111305" y="91096"/>
                </a:lnTo>
                <a:lnTo>
                  <a:pt x="112715" y="88589"/>
                </a:lnTo>
                <a:lnTo>
                  <a:pt x="114047" y="86005"/>
                </a:lnTo>
                <a:lnTo>
                  <a:pt x="115300" y="83342"/>
                </a:lnTo>
                <a:lnTo>
                  <a:pt x="116318" y="80600"/>
                </a:lnTo>
                <a:lnTo>
                  <a:pt x="117258" y="77858"/>
                </a:lnTo>
                <a:lnTo>
                  <a:pt x="118119" y="74960"/>
                </a:lnTo>
                <a:lnTo>
                  <a:pt x="118746" y="72062"/>
                </a:lnTo>
                <a:lnTo>
                  <a:pt x="119295" y="69164"/>
                </a:lnTo>
                <a:lnTo>
                  <a:pt x="119686" y="66109"/>
                </a:lnTo>
                <a:lnTo>
                  <a:pt x="119921" y="63055"/>
                </a:lnTo>
                <a:lnTo>
                  <a:pt x="120000" y="60000"/>
                </a:lnTo>
                <a:lnTo>
                  <a:pt x="119921" y="56945"/>
                </a:lnTo>
                <a:lnTo>
                  <a:pt x="119686" y="53890"/>
                </a:lnTo>
                <a:lnTo>
                  <a:pt x="119295" y="50835"/>
                </a:lnTo>
                <a:lnTo>
                  <a:pt x="118746" y="47937"/>
                </a:lnTo>
                <a:lnTo>
                  <a:pt x="118119" y="45039"/>
                </a:lnTo>
                <a:lnTo>
                  <a:pt x="117258" y="42141"/>
                </a:lnTo>
                <a:lnTo>
                  <a:pt x="116318" y="39399"/>
                </a:lnTo>
                <a:lnTo>
                  <a:pt x="115300" y="36657"/>
                </a:lnTo>
                <a:lnTo>
                  <a:pt x="114047" y="33994"/>
                </a:lnTo>
                <a:lnTo>
                  <a:pt x="112715" y="31410"/>
                </a:lnTo>
                <a:lnTo>
                  <a:pt x="111305" y="28903"/>
                </a:lnTo>
                <a:lnTo>
                  <a:pt x="109739" y="26475"/>
                </a:lnTo>
                <a:lnTo>
                  <a:pt x="108093" y="24125"/>
                </a:lnTo>
                <a:lnTo>
                  <a:pt x="106292" y="21853"/>
                </a:lnTo>
                <a:lnTo>
                  <a:pt x="104412" y="19660"/>
                </a:lnTo>
                <a:lnTo>
                  <a:pt x="102375" y="17624"/>
                </a:lnTo>
                <a:lnTo>
                  <a:pt x="100339" y="15587"/>
                </a:lnTo>
                <a:lnTo>
                  <a:pt x="98146" y="13707"/>
                </a:lnTo>
                <a:lnTo>
                  <a:pt x="95874" y="11906"/>
                </a:lnTo>
                <a:lnTo>
                  <a:pt x="93524" y="10260"/>
                </a:lnTo>
                <a:lnTo>
                  <a:pt x="91096" y="8694"/>
                </a:lnTo>
                <a:lnTo>
                  <a:pt x="88589" y="7284"/>
                </a:lnTo>
                <a:lnTo>
                  <a:pt x="86005" y="5952"/>
                </a:lnTo>
                <a:lnTo>
                  <a:pt x="83342" y="4699"/>
                </a:lnTo>
                <a:lnTo>
                  <a:pt x="80600" y="3681"/>
                </a:lnTo>
                <a:lnTo>
                  <a:pt x="77858" y="2741"/>
                </a:lnTo>
                <a:lnTo>
                  <a:pt x="74960" y="1880"/>
                </a:lnTo>
                <a:lnTo>
                  <a:pt x="72062" y="1253"/>
                </a:lnTo>
                <a:lnTo>
                  <a:pt x="69164" y="704"/>
                </a:lnTo>
                <a:lnTo>
                  <a:pt x="66109" y="313"/>
                </a:lnTo>
                <a:lnTo>
                  <a:pt x="63055" y="78"/>
                </a:lnTo>
                <a:lnTo>
                  <a:pt x="600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77"/>
          <p:cNvSpPr/>
          <p:nvPr/>
        </p:nvSpPr>
        <p:spPr>
          <a:xfrm>
            <a:off x="3899001" y="3422072"/>
            <a:ext cx="149100" cy="149400"/>
          </a:xfrm>
          <a:custGeom>
            <a:rect b="b" l="l" r="r" t="t"/>
            <a:pathLst>
              <a:path extrusionOk="0" h="120000" w="120000">
                <a:moveTo>
                  <a:pt x="93524" y="27493"/>
                </a:moveTo>
                <a:lnTo>
                  <a:pt x="101984" y="36031"/>
                </a:lnTo>
                <a:lnTo>
                  <a:pt x="48015" y="90000"/>
                </a:lnTo>
                <a:lnTo>
                  <a:pt x="18015" y="60000"/>
                </a:lnTo>
                <a:lnTo>
                  <a:pt x="26475" y="51540"/>
                </a:lnTo>
                <a:lnTo>
                  <a:pt x="48015" y="73002"/>
                </a:lnTo>
                <a:lnTo>
                  <a:pt x="93524" y="27493"/>
                </a:lnTo>
                <a:close/>
                <a:moveTo>
                  <a:pt x="60000" y="0"/>
                </a:moveTo>
                <a:lnTo>
                  <a:pt x="56945" y="78"/>
                </a:lnTo>
                <a:lnTo>
                  <a:pt x="53890" y="313"/>
                </a:lnTo>
                <a:lnTo>
                  <a:pt x="50835" y="704"/>
                </a:lnTo>
                <a:lnTo>
                  <a:pt x="47937" y="1253"/>
                </a:lnTo>
                <a:lnTo>
                  <a:pt x="45039" y="1880"/>
                </a:lnTo>
                <a:lnTo>
                  <a:pt x="42141" y="2741"/>
                </a:lnTo>
                <a:lnTo>
                  <a:pt x="39399" y="3681"/>
                </a:lnTo>
                <a:lnTo>
                  <a:pt x="36657" y="4699"/>
                </a:lnTo>
                <a:lnTo>
                  <a:pt x="33994" y="5952"/>
                </a:lnTo>
                <a:lnTo>
                  <a:pt x="31410" y="7284"/>
                </a:lnTo>
                <a:lnTo>
                  <a:pt x="28903" y="8694"/>
                </a:lnTo>
                <a:lnTo>
                  <a:pt x="26475" y="10260"/>
                </a:lnTo>
                <a:lnTo>
                  <a:pt x="24125" y="11906"/>
                </a:lnTo>
                <a:lnTo>
                  <a:pt x="21853" y="13707"/>
                </a:lnTo>
                <a:lnTo>
                  <a:pt x="19660" y="15587"/>
                </a:lnTo>
                <a:lnTo>
                  <a:pt x="17624" y="17624"/>
                </a:lnTo>
                <a:lnTo>
                  <a:pt x="15587" y="19660"/>
                </a:lnTo>
                <a:lnTo>
                  <a:pt x="13707" y="21853"/>
                </a:lnTo>
                <a:lnTo>
                  <a:pt x="11906" y="24125"/>
                </a:lnTo>
                <a:lnTo>
                  <a:pt x="10260" y="26475"/>
                </a:lnTo>
                <a:lnTo>
                  <a:pt x="8694" y="28903"/>
                </a:lnTo>
                <a:lnTo>
                  <a:pt x="7284" y="31410"/>
                </a:lnTo>
                <a:lnTo>
                  <a:pt x="5952" y="33994"/>
                </a:lnTo>
                <a:lnTo>
                  <a:pt x="4699" y="36657"/>
                </a:lnTo>
                <a:lnTo>
                  <a:pt x="3681" y="39399"/>
                </a:lnTo>
                <a:lnTo>
                  <a:pt x="2741" y="42141"/>
                </a:lnTo>
                <a:lnTo>
                  <a:pt x="1880" y="45039"/>
                </a:lnTo>
                <a:lnTo>
                  <a:pt x="1253" y="47937"/>
                </a:lnTo>
                <a:lnTo>
                  <a:pt x="704" y="50835"/>
                </a:lnTo>
                <a:lnTo>
                  <a:pt x="313" y="53890"/>
                </a:lnTo>
                <a:lnTo>
                  <a:pt x="78" y="56945"/>
                </a:lnTo>
                <a:lnTo>
                  <a:pt x="0" y="60000"/>
                </a:lnTo>
                <a:lnTo>
                  <a:pt x="78" y="63055"/>
                </a:lnTo>
                <a:lnTo>
                  <a:pt x="313" y="66109"/>
                </a:lnTo>
                <a:lnTo>
                  <a:pt x="704" y="69164"/>
                </a:lnTo>
                <a:lnTo>
                  <a:pt x="1253" y="72062"/>
                </a:lnTo>
                <a:lnTo>
                  <a:pt x="1880" y="74960"/>
                </a:lnTo>
                <a:lnTo>
                  <a:pt x="2741" y="77858"/>
                </a:lnTo>
                <a:lnTo>
                  <a:pt x="3681" y="80600"/>
                </a:lnTo>
                <a:lnTo>
                  <a:pt x="4699" y="83342"/>
                </a:lnTo>
                <a:lnTo>
                  <a:pt x="5952" y="86005"/>
                </a:lnTo>
                <a:lnTo>
                  <a:pt x="7284" y="88589"/>
                </a:lnTo>
                <a:lnTo>
                  <a:pt x="8694" y="91096"/>
                </a:lnTo>
                <a:lnTo>
                  <a:pt x="10260" y="93524"/>
                </a:lnTo>
                <a:lnTo>
                  <a:pt x="11906" y="95874"/>
                </a:lnTo>
                <a:lnTo>
                  <a:pt x="13707" y="98146"/>
                </a:lnTo>
                <a:lnTo>
                  <a:pt x="15587" y="100339"/>
                </a:lnTo>
                <a:lnTo>
                  <a:pt x="17624" y="102375"/>
                </a:lnTo>
                <a:lnTo>
                  <a:pt x="19660" y="104412"/>
                </a:lnTo>
                <a:lnTo>
                  <a:pt x="21853" y="106292"/>
                </a:lnTo>
                <a:lnTo>
                  <a:pt x="24125" y="108093"/>
                </a:lnTo>
                <a:lnTo>
                  <a:pt x="26475" y="109739"/>
                </a:lnTo>
                <a:lnTo>
                  <a:pt x="28903" y="111305"/>
                </a:lnTo>
                <a:lnTo>
                  <a:pt x="31410" y="112715"/>
                </a:lnTo>
                <a:lnTo>
                  <a:pt x="33994" y="114047"/>
                </a:lnTo>
                <a:lnTo>
                  <a:pt x="36657" y="115300"/>
                </a:lnTo>
                <a:lnTo>
                  <a:pt x="39399" y="116318"/>
                </a:lnTo>
                <a:lnTo>
                  <a:pt x="42141" y="117258"/>
                </a:lnTo>
                <a:lnTo>
                  <a:pt x="45039" y="118119"/>
                </a:lnTo>
                <a:lnTo>
                  <a:pt x="47937" y="118746"/>
                </a:lnTo>
                <a:lnTo>
                  <a:pt x="50835" y="119295"/>
                </a:lnTo>
                <a:lnTo>
                  <a:pt x="53890" y="119686"/>
                </a:lnTo>
                <a:lnTo>
                  <a:pt x="56945" y="119921"/>
                </a:lnTo>
                <a:lnTo>
                  <a:pt x="60000" y="120000"/>
                </a:lnTo>
                <a:lnTo>
                  <a:pt x="63055" y="119921"/>
                </a:lnTo>
                <a:lnTo>
                  <a:pt x="66109" y="119686"/>
                </a:lnTo>
                <a:lnTo>
                  <a:pt x="69164" y="119295"/>
                </a:lnTo>
                <a:lnTo>
                  <a:pt x="72062" y="118746"/>
                </a:lnTo>
                <a:lnTo>
                  <a:pt x="74960" y="118119"/>
                </a:lnTo>
                <a:lnTo>
                  <a:pt x="77858" y="117258"/>
                </a:lnTo>
                <a:lnTo>
                  <a:pt x="80600" y="116318"/>
                </a:lnTo>
                <a:lnTo>
                  <a:pt x="83342" y="115300"/>
                </a:lnTo>
                <a:lnTo>
                  <a:pt x="86005" y="114047"/>
                </a:lnTo>
                <a:lnTo>
                  <a:pt x="88589" y="112715"/>
                </a:lnTo>
                <a:lnTo>
                  <a:pt x="91096" y="111305"/>
                </a:lnTo>
                <a:lnTo>
                  <a:pt x="93524" y="109739"/>
                </a:lnTo>
                <a:lnTo>
                  <a:pt x="95874" y="108093"/>
                </a:lnTo>
                <a:lnTo>
                  <a:pt x="98146" y="106292"/>
                </a:lnTo>
                <a:lnTo>
                  <a:pt x="100339" y="104412"/>
                </a:lnTo>
                <a:lnTo>
                  <a:pt x="102375" y="102375"/>
                </a:lnTo>
                <a:lnTo>
                  <a:pt x="104412" y="100339"/>
                </a:lnTo>
                <a:lnTo>
                  <a:pt x="106292" y="98146"/>
                </a:lnTo>
                <a:lnTo>
                  <a:pt x="108093" y="95874"/>
                </a:lnTo>
                <a:lnTo>
                  <a:pt x="109739" y="93524"/>
                </a:lnTo>
                <a:lnTo>
                  <a:pt x="111305" y="91096"/>
                </a:lnTo>
                <a:lnTo>
                  <a:pt x="112715" y="88589"/>
                </a:lnTo>
                <a:lnTo>
                  <a:pt x="114047" y="86005"/>
                </a:lnTo>
                <a:lnTo>
                  <a:pt x="115300" y="83342"/>
                </a:lnTo>
                <a:lnTo>
                  <a:pt x="116318" y="80600"/>
                </a:lnTo>
                <a:lnTo>
                  <a:pt x="117258" y="77858"/>
                </a:lnTo>
                <a:lnTo>
                  <a:pt x="118119" y="74960"/>
                </a:lnTo>
                <a:lnTo>
                  <a:pt x="118746" y="72062"/>
                </a:lnTo>
                <a:lnTo>
                  <a:pt x="119295" y="69164"/>
                </a:lnTo>
                <a:lnTo>
                  <a:pt x="119686" y="66109"/>
                </a:lnTo>
                <a:lnTo>
                  <a:pt x="119921" y="63055"/>
                </a:lnTo>
                <a:lnTo>
                  <a:pt x="120000" y="60000"/>
                </a:lnTo>
                <a:lnTo>
                  <a:pt x="119921" y="56945"/>
                </a:lnTo>
                <a:lnTo>
                  <a:pt x="119686" y="53890"/>
                </a:lnTo>
                <a:lnTo>
                  <a:pt x="119295" y="50835"/>
                </a:lnTo>
                <a:lnTo>
                  <a:pt x="118746" y="47937"/>
                </a:lnTo>
                <a:lnTo>
                  <a:pt x="118119" y="45039"/>
                </a:lnTo>
                <a:lnTo>
                  <a:pt x="117258" y="42141"/>
                </a:lnTo>
                <a:lnTo>
                  <a:pt x="116318" y="39399"/>
                </a:lnTo>
                <a:lnTo>
                  <a:pt x="115300" y="36657"/>
                </a:lnTo>
                <a:lnTo>
                  <a:pt x="114047" y="33994"/>
                </a:lnTo>
                <a:lnTo>
                  <a:pt x="112715" y="31410"/>
                </a:lnTo>
                <a:lnTo>
                  <a:pt x="111305" y="28903"/>
                </a:lnTo>
                <a:lnTo>
                  <a:pt x="109739" y="26475"/>
                </a:lnTo>
                <a:lnTo>
                  <a:pt x="108093" y="24125"/>
                </a:lnTo>
                <a:lnTo>
                  <a:pt x="106292" y="21853"/>
                </a:lnTo>
                <a:lnTo>
                  <a:pt x="104412" y="19660"/>
                </a:lnTo>
                <a:lnTo>
                  <a:pt x="102375" y="17624"/>
                </a:lnTo>
                <a:lnTo>
                  <a:pt x="100339" y="15587"/>
                </a:lnTo>
                <a:lnTo>
                  <a:pt x="98146" y="13707"/>
                </a:lnTo>
                <a:lnTo>
                  <a:pt x="95874" y="11906"/>
                </a:lnTo>
                <a:lnTo>
                  <a:pt x="93524" y="10260"/>
                </a:lnTo>
                <a:lnTo>
                  <a:pt x="91096" y="8694"/>
                </a:lnTo>
                <a:lnTo>
                  <a:pt x="88589" y="7284"/>
                </a:lnTo>
                <a:lnTo>
                  <a:pt x="86005" y="5952"/>
                </a:lnTo>
                <a:lnTo>
                  <a:pt x="83342" y="4699"/>
                </a:lnTo>
                <a:lnTo>
                  <a:pt x="80600" y="3681"/>
                </a:lnTo>
                <a:lnTo>
                  <a:pt x="77858" y="2741"/>
                </a:lnTo>
                <a:lnTo>
                  <a:pt x="74960" y="1880"/>
                </a:lnTo>
                <a:lnTo>
                  <a:pt x="72062" y="1253"/>
                </a:lnTo>
                <a:lnTo>
                  <a:pt x="69164" y="704"/>
                </a:lnTo>
                <a:lnTo>
                  <a:pt x="66109" y="313"/>
                </a:lnTo>
                <a:lnTo>
                  <a:pt x="63055" y="78"/>
                </a:lnTo>
                <a:lnTo>
                  <a:pt x="60000" y="0"/>
                </a:lnTo>
                <a:close/>
              </a:path>
            </a:pathLst>
          </a:cu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FC3F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77"/>
          <p:cNvSpPr/>
          <p:nvPr/>
        </p:nvSpPr>
        <p:spPr>
          <a:xfrm>
            <a:off x="3898989" y="2190522"/>
            <a:ext cx="149100" cy="149400"/>
          </a:xfrm>
          <a:custGeom>
            <a:rect b="b" l="l" r="r" t="t"/>
            <a:pathLst>
              <a:path extrusionOk="0" h="120000" w="120000">
                <a:moveTo>
                  <a:pt x="93524" y="27493"/>
                </a:moveTo>
                <a:lnTo>
                  <a:pt x="101984" y="36031"/>
                </a:lnTo>
                <a:lnTo>
                  <a:pt x="48015" y="90000"/>
                </a:lnTo>
                <a:lnTo>
                  <a:pt x="18015" y="60000"/>
                </a:lnTo>
                <a:lnTo>
                  <a:pt x="26475" y="51540"/>
                </a:lnTo>
                <a:lnTo>
                  <a:pt x="48015" y="73002"/>
                </a:lnTo>
                <a:lnTo>
                  <a:pt x="93524" y="27493"/>
                </a:lnTo>
                <a:close/>
                <a:moveTo>
                  <a:pt x="60000" y="0"/>
                </a:moveTo>
                <a:lnTo>
                  <a:pt x="56945" y="78"/>
                </a:lnTo>
                <a:lnTo>
                  <a:pt x="53890" y="313"/>
                </a:lnTo>
                <a:lnTo>
                  <a:pt x="50835" y="704"/>
                </a:lnTo>
                <a:lnTo>
                  <a:pt x="47937" y="1253"/>
                </a:lnTo>
                <a:lnTo>
                  <a:pt x="45039" y="1880"/>
                </a:lnTo>
                <a:lnTo>
                  <a:pt x="42141" y="2741"/>
                </a:lnTo>
                <a:lnTo>
                  <a:pt x="39399" y="3681"/>
                </a:lnTo>
                <a:lnTo>
                  <a:pt x="36657" y="4699"/>
                </a:lnTo>
                <a:lnTo>
                  <a:pt x="33994" y="5952"/>
                </a:lnTo>
                <a:lnTo>
                  <a:pt x="31410" y="7284"/>
                </a:lnTo>
                <a:lnTo>
                  <a:pt x="28903" y="8694"/>
                </a:lnTo>
                <a:lnTo>
                  <a:pt x="26475" y="10260"/>
                </a:lnTo>
                <a:lnTo>
                  <a:pt x="24125" y="11906"/>
                </a:lnTo>
                <a:lnTo>
                  <a:pt x="21853" y="13707"/>
                </a:lnTo>
                <a:lnTo>
                  <a:pt x="19660" y="15587"/>
                </a:lnTo>
                <a:lnTo>
                  <a:pt x="17624" y="17624"/>
                </a:lnTo>
                <a:lnTo>
                  <a:pt x="15587" y="19660"/>
                </a:lnTo>
                <a:lnTo>
                  <a:pt x="13707" y="21853"/>
                </a:lnTo>
                <a:lnTo>
                  <a:pt x="11906" y="24125"/>
                </a:lnTo>
                <a:lnTo>
                  <a:pt x="10260" y="26475"/>
                </a:lnTo>
                <a:lnTo>
                  <a:pt x="8694" y="28903"/>
                </a:lnTo>
                <a:lnTo>
                  <a:pt x="7284" y="31410"/>
                </a:lnTo>
                <a:lnTo>
                  <a:pt x="5952" y="33994"/>
                </a:lnTo>
                <a:lnTo>
                  <a:pt x="4699" y="36657"/>
                </a:lnTo>
                <a:lnTo>
                  <a:pt x="3681" y="39399"/>
                </a:lnTo>
                <a:lnTo>
                  <a:pt x="2741" y="42141"/>
                </a:lnTo>
                <a:lnTo>
                  <a:pt x="1880" y="45039"/>
                </a:lnTo>
                <a:lnTo>
                  <a:pt x="1253" y="47937"/>
                </a:lnTo>
                <a:lnTo>
                  <a:pt x="704" y="50835"/>
                </a:lnTo>
                <a:lnTo>
                  <a:pt x="313" y="53890"/>
                </a:lnTo>
                <a:lnTo>
                  <a:pt x="78" y="56945"/>
                </a:lnTo>
                <a:lnTo>
                  <a:pt x="0" y="60000"/>
                </a:lnTo>
                <a:lnTo>
                  <a:pt x="78" y="63055"/>
                </a:lnTo>
                <a:lnTo>
                  <a:pt x="313" y="66109"/>
                </a:lnTo>
                <a:lnTo>
                  <a:pt x="704" y="69164"/>
                </a:lnTo>
                <a:lnTo>
                  <a:pt x="1253" y="72062"/>
                </a:lnTo>
                <a:lnTo>
                  <a:pt x="1880" y="74960"/>
                </a:lnTo>
                <a:lnTo>
                  <a:pt x="2741" y="77858"/>
                </a:lnTo>
                <a:lnTo>
                  <a:pt x="3681" y="80600"/>
                </a:lnTo>
                <a:lnTo>
                  <a:pt x="4699" y="83342"/>
                </a:lnTo>
                <a:lnTo>
                  <a:pt x="5952" y="86005"/>
                </a:lnTo>
                <a:lnTo>
                  <a:pt x="7284" y="88589"/>
                </a:lnTo>
                <a:lnTo>
                  <a:pt x="8694" y="91096"/>
                </a:lnTo>
                <a:lnTo>
                  <a:pt x="10260" y="93524"/>
                </a:lnTo>
                <a:lnTo>
                  <a:pt x="11906" y="95874"/>
                </a:lnTo>
                <a:lnTo>
                  <a:pt x="13707" y="98146"/>
                </a:lnTo>
                <a:lnTo>
                  <a:pt x="15587" y="100339"/>
                </a:lnTo>
                <a:lnTo>
                  <a:pt x="17624" y="102375"/>
                </a:lnTo>
                <a:lnTo>
                  <a:pt x="19660" y="104412"/>
                </a:lnTo>
                <a:lnTo>
                  <a:pt x="21853" y="106292"/>
                </a:lnTo>
                <a:lnTo>
                  <a:pt x="24125" y="108093"/>
                </a:lnTo>
                <a:lnTo>
                  <a:pt x="26475" y="109739"/>
                </a:lnTo>
                <a:lnTo>
                  <a:pt x="28903" y="111305"/>
                </a:lnTo>
                <a:lnTo>
                  <a:pt x="31410" y="112715"/>
                </a:lnTo>
                <a:lnTo>
                  <a:pt x="33994" y="114047"/>
                </a:lnTo>
                <a:lnTo>
                  <a:pt x="36657" y="115300"/>
                </a:lnTo>
                <a:lnTo>
                  <a:pt x="39399" y="116318"/>
                </a:lnTo>
                <a:lnTo>
                  <a:pt x="42141" y="117258"/>
                </a:lnTo>
                <a:lnTo>
                  <a:pt x="45039" y="118119"/>
                </a:lnTo>
                <a:lnTo>
                  <a:pt x="47937" y="118746"/>
                </a:lnTo>
                <a:lnTo>
                  <a:pt x="50835" y="119295"/>
                </a:lnTo>
                <a:lnTo>
                  <a:pt x="53890" y="119686"/>
                </a:lnTo>
                <a:lnTo>
                  <a:pt x="56945" y="119921"/>
                </a:lnTo>
                <a:lnTo>
                  <a:pt x="60000" y="120000"/>
                </a:lnTo>
                <a:lnTo>
                  <a:pt x="63055" y="119921"/>
                </a:lnTo>
                <a:lnTo>
                  <a:pt x="66109" y="119686"/>
                </a:lnTo>
                <a:lnTo>
                  <a:pt x="69164" y="119295"/>
                </a:lnTo>
                <a:lnTo>
                  <a:pt x="72062" y="118746"/>
                </a:lnTo>
                <a:lnTo>
                  <a:pt x="74960" y="118119"/>
                </a:lnTo>
                <a:lnTo>
                  <a:pt x="77858" y="117258"/>
                </a:lnTo>
                <a:lnTo>
                  <a:pt x="80600" y="116318"/>
                </a:lnTo>
                <a:lnTo>
                  <a:pt x="83342" y="115300"/>
                </a:lnTo>
                <a:lnTo>
                  <a:pt x="86005" y="114047"/>
                </a:lnTo>
                <a:lnTo>
                  <a:pt x="88589" y="112715"/>
                </a:lnTo>
                <a:lnTo>
                  <a:pt x="91096" y="111305"/>
                </a:lnTo>
                <a:lnTo>
                  <a:pt x="93524" y="109739"/>
                </a:lnTo>
                <a:lnTo>
                  <a:pt x="95874" y="108093"/>
                </a:lnTo>
                <a:lnTo>
                  <a:pt x="98146" y="106292"/>
                </a:lnTo>
                <a:lnTo>
                  <a:pt x="100339" y="104412"/>
                </a:lnTo>
                <a:lnTo>
                  <a:pt x="102375" y="102375"/>
                </a:lnTo>
                <a:lnTo>
                  <a:pt x="104412" y="100339"/>
                </a:lnTo>
                <a:lnTo>
                  <a:pt x="106292" y="98146"/>
                </a:lnTo>
                <a:lnTo>
                  <a:pt x="108093" y="95874"/>
                </a:lnTo>
                <a:lnTo>
                  <a:pt x="109739" y="93524"/>
                </a:lnTo>
                <a:lnTo>
                  <a:pt x="111305" y="91096"/>
                </a:lnTo>
                <a:lnTo>
                  <a:pt x="112715" y="88589"/>
                </a:lnTo>
                <a:lnTo>
                  <a:pt x="114047" y="86005"/>
                </a:lnTo>
                <a:lnTo>
                  <a:pt x="115300" y="83342"/>
                </a:lnTo>
                <a:lnTo>
                  <a:pt x="116318" y="80600"/>
                </a:lnTo>
                <a:lnTo>
                  <a:pt x="117258" y="77858"/>
                </a:lnTo>
                <a:lnTo>
                  <a:pt x="118119" y="74960"/>
                </a:lnTo>
                <a:lnTo>
                  <a:pt x="118746" y="72062"/>
                </a:lnTo>
                <a:lnTo>
                  <a:pt x="119295" y="69164"/>
                </a:lnTo>
                <a:lnTo>
                  <a:pt x="119686" y="66109"/>
                </a:lnTo>
                <a:lnTo>
                  <a:pt x="119921" y="63055"/>
                </a:lnTo>
                <a:lnTo>
                  <a:pt x="120000" y="60000"/>
                </a:lnTo>
                <a:lnTo>
                  <a:pt x="119921" y="56945"/>
                </a:lnTo>
                <a:lnTo>
                  <a:pt x="119686" y="53890"/>
                </a:lnTo>
                <a:lnTo>
                  <a:pt x="119295" y="50835"/>
                </a:lnTo>
                <a:lnTo>
                  <a:pt x="118746" y="47937"/>
                </a:lnTo>
                <a:lnTo>
                  <a:pt x="118119" y="45039"/>
                </a:lnTo>
                <a:lnTo>
                  <a:pt x="117258" y="42141"/>
                </a:lnTo>
                <a:lnTo>
                  <a:pt x="116318" y="39399"/>
                </a:lnTo>
                <a:lnTo>
                  <a:pt x="115300" y="36657"/>
                </a:lnTo>
                <a:lnTo>
                  <a:pt x="114047" y="33994"/>
                </a:lnTo>
                <a:lnTo>
                  <a:pt x="112715" y="31410"/>
                </a:lnTo>
                <a:lnTo>
                  <a:pt x="111305" y="28903"/>
                </a:lnTo>
                <a:lnTo>
                  <a:pt x="109739" y="26475"/>
                </a:lnTo>
                <a:lnTo>
                  <a:pt x="108093" y="24125"/>
                </a:lnTo>
                <a:lnTo>
                  <a:pt x="106292" y="21853"/>
                </a:lnTo>
                <a:lnTo>
                  <a:pt x="104412" y="19660"/>
                </a:lnTo>
                <a:lnTo>
                  <a:pt x="102375" y="17624"/>
                </a:lnTo>
                <a:lnTo>
                  <a:pt x="100339" y="15587"/>
                </a:lnTo>
                <a:lnTo>
                  <a:pt x="98146" y="13707"/>
                </a:lnTo>
                <a:lnTo>
                  <a:pt x="95874" y="11906"/>
                </a:lnTo>
                <a:lnTo>
                  <a:pt x="93524" y="10260"/>
                </a:lnTo>
                <a:lnTo>
                  <a:pt x="91096" y="8694"/>
                </a:lnTo>
                <a:lnTo>
                  <a:pt x="88589" y="7284"/>
                </a:lnTo>
                <a:lnTo>
                  <a:pt x="86005" y="5952"/>
                </a:lnTo>
                <a:lnTo>
                  <a:pt x="83342" y="4699"/>
                </a:lnTo>
                <a:lnTo>
                  <a:pt x="80600" y="3681"/>
                </a:lnTo>
                <a:lnTo>
                  <a:pt x="77858" y="2741"/>
                </a:lnTo>
                <a:lnTo>
                  <a:pt x="74960" y="1880"/>
                </a:lnTo>
                <a:lnTo>
                  <a:pt x="72062" y="1253"/>
                </a:lnTo>
                <a:lnTo>
                  <a:pt x="69164" y="704"/>
                </a:lnTo>
                <a:lnTo>
                  <a:pt x="66109" y="313"/>
                </a:lnTo>
                <a:lnTo>
                  <a:pt x="63055" y="78"/>
                </a:lnTo>
                <a:lnTo>
                  <a:pt x="60000" y="0"/>
                </a:lnTo>
                <a:close/>
              </a:path>
            </a:pathLst>
          </a:cu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FC3F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77"/>
          <p:cNvSpPr/>
          <p:nvPr/>
        </p:nvSpPr>
        <p:spPr>
          <a:xfrm>
            <a:off x="3898989" y="2597285"/>
            <a:ext cx="149100" cy="149400"/>
          </a:xfrm>
          <a:custGeom>
            <a:rect b="b" l="l" r="r" t="t"/>
            <a:pathLst>
              <a:path extrusionOk="0" h="120000" w="120000">
                <a:moveTo>
                  <a:pt x="93524" y="27493"/>
                </a:moveTo>
                <a:lnTo>
                  <a:pt x="101984" y="36031"/>
                </a:lnTo>
                <a:lnTo>
                  <a:pt x="48015" y="90000"/>
                </a:lnTo>
                <a:lnTo>
                  <a:pt x="18015" y="60000"/>
                </a:lnTo>
                <a:lnTo>
                  <a:pt x="26475" y="51540"/>
                </a:lnTo>
                <a:lnTo>
                  <a:pt x="48015" y="73002"/>
                </a:lnTo>
                <a:lnTo>
                  <a:pt x="93524" y="27493"/>
                </a:lnTo>
                <a:close/>
                <a:moveTo>
                  <a:pt x="60000" y="0"/>
                </a:moveTo>
                <a:lnTo>
                  <a:pt x="56945" y="78"/>
                </a:lnTo>
                <a:lnTo>
                  <a:pt x="53890" y="313"/>
                </a:lnTo>
                <a:lnTo>
                  <a:pt x="50835" y="704"/>
                </a:lnTo>
                <a:lnTo>
                  <a:pt x="47937" y="1253"/>
                </a:lnTo>
                <a:lnTo>
                  <a:pt x="45039" y="1880"/>
                </a:lnTo>
                <a:lnTo>
                  <a:pt x="42141" y="2741"/>
                </a:lnTo>
                <a:lnTo>
                  <a:pt x="39399" y="3681"/>
                </a:lnTo>
                <a:lnTo>
                  <a:pt x="36657" y="4699"/>
                </a:lnTo>
                <a:lnTo>
                  <a:pt x="33994" y="5952"/>
                </a:lnTo>
                <a:lnTo>
                  <a:pt x="31410" y="7284"/>
                </a:lnTo>
                <a:lnTo>
                  <a:pt x="28903" y="8694"/>
                </a:lnTo>
                <a:lnTo>
                  <a:pt x="26475" y="10260"/>
                </a:lnTo>
                <a:lnTo>
                  <a:pt x="24125" y="11906"/>
                </a:lnTo>
                <a:lnTo>
                  <a:pt x="21853" y="13707"/>
                </a:lnTo>
                <a:lnTo>
                  <a:pt x="19660" y="15587"/>
                </a:lnTo>
                <a:lnTo>
                  <a:pt x="17624" y="17624"/>
                </a:lnTo>
                <a:lnTo>
                  <a:pt x="15587" y="19660"/>
                </a:lnTo>
                <a:lnTo>
                  <a:pt x="13707" y="21853"/>
                </a:lnTo>
                <a:lnTo>
                  <a:pt x="11906" y="24125"/>
                </a:lnTo>
                <a:lnTo>
                  <a:pt x="10260" y="26475"/>
                </a:lnTo>
                <a:lnTo>
                  <a:pt x="8694" y="28903"/>
                </a:lnTo>
                <a:lnTo>
                  <a:pt x="7284" y="31410"/>
                </a:lnTo>
                <a:lnTo>
                  <a:pt x="5952" y="33994"/>
                </a:lnTo>
                <a:lnTo>
                  <a:pt x="4699" y="36657"/>
                </a:lnTo>
                <a:lnTo>
                  <a:pt x="3681" y="39399"/>
                </a:lnTo>
                <a:lnTo>
                  <a:pt x="2741" y="42141"/>
                </a:lnTo>
                <a:lnTo>
                  <a:pt x="1880" y="45039"/>
                </a:lnTo>
                <a:lnTo>
                  <a:pt x="1253" y="47937"/>
                </a:lnTo>
                <a:lnTo>
                  <a:pt x="704" y="50835"/>
                </a:lnTo>
                <a:lnTo>
                  <a:pt x="313" y="53890"/>
                </a:lnTo>
                <a:lnTo>
                  <a:pt x="78" y="56945"/>
                </a:lnTo>
                <a:lnTo>
                  <a:pt x="0" y="60000"/>
                </a:lnTo>
                <a:lnTo>
                  <a:pt x="78" y="63055"/>
                </a:lnTo>
                <a:lnTo>
                  <a:pt x="313" y="66109"/>
                </a:lnTo>
                <a:lnTo>
                  <a:pt x="704" y="69164"/>
                </a:lnTo>
                <a:lnTo>
                  <a:pt x="1253" y="72062"/>
                </a:lnTo>
                <a:lnTo>
                  <a:pt x="1880" y="74960"/>
                </a:lnTo>
                <a:lnTo>
                  <a:pt x="2741" y="77858"/>
                </a:lnTo>
                <a:lnTo>
                  <a:pt x="3681" y="80600"/>
                </a:lnTo>
                <a:lnTo>
                  <a:pt x="4699" y="83342"/>
                </a:lnTo>
                <a:lnTo>
                  <a:pt x="5952" y="86005"/>
                </a:lnTo>
                <a:lnTo>
                  <a:pt x="7284" y="88589"/>
                </a:lnTo>
                <a:lnTo>
                  <a:pt x="8694" y="91096"/>
                </a:lnTo>
                <a:lnTo>
                  <a:pt x="10260" y="93524"/>
                </a:lnTo>
                <a:lnTo>
                  <a:pt x="11906" y="95874"/>
                </a:lnTo>
                <a:lnTo>
                  <a:pt x="13707" y="98146"/>
                </a:lnTo>
                <a:lnTo>
                  <a:pt x="15587" y="100339"/>
                </a:lnTo>
                <a:lnTo>
                  <a:pt x="17624" y="102375"/>
                </a:lnTo>
                <a:lnTo>
                  <a:pt x="19660" y="104412"/>
                </a:lnTo>
                <a:lnTo>
                  <a:pt x="21853" y="106292"/>
                </a:lnTo>
                <a:lnTo>
                  <a:pt x="24125" y="108093"/>
                </a:lnTo>
                <a:lnTo>
                  <a:pt x="26475" y="109739"/>
                </a:lnTo>
                <a:lnTo>
                  <a:pt x="28903" y="111305"/>
                </a:lnTo>
                <a:lnTo>
                  <a:pt x="31410" y="112715"/>
                </a:lnTo>
                <a:lnTo>
                  <a:pt x="33994" y="114047"/>
                </a:lnTo>
                <a:lnTo>
                  <a:pt x="36657" y="115300"/>
                </a:lnTo>
                <a:lnTo>
                  <a:pt x="39399" y="116318"/>
                </a:lnTo>
                <a:lnTo>
                  <a:pt x="42141" y="117258"/>
                </a:lnTo>
                <a:lnTo>
                  <a:pt x="45039" y="118119"/>
                </a:lnTo>
                <a:lnTo>
                  <a:pt x="47937" y="118746"/>
                </a:lnTo>
                <a:lnTo>
                  <a:pt x="50835" y="119295"/>
                </a:lnTo>
                <a:lnTo>
                  <a:pt x="53890" y="119686"/>
                </a:lnTo>
                <a:lnTo>
                  <a:pt x="56945" y="119921"/>
                </a:lnTo>
                <a:lnTo>
                  <a:pt x="60000" y="120000"/>
                </a:lnTo>
                <a:lnTo>
                  <a:pt x="63055" y="119921"/>
                </a:lnTo>
                <a:lnTo>
                  <a:pt x="66109" y="119686"/>
                </a:lnTo>
                <a:lnTo>
                  <a:pt x="69164" y="119295"/>
                </a:lnTo>
                <a:lnTo>
                  <a:pt x="72062" y="118746"/>
                </a:lnTo>
                <a:lnTo>
                  <a:pt x="74960" y="118119"/>
                </a:lnTo>
                <a:lnTo>
                  <a:pt x="77858" y="117258"/>
                </a:lnTo>
                <a:lnTo>
                  <a:pt x="80600" y="116318"/>
                </a:lnTo>
                <a:lnTo>
                  <a:pt x="83342" y="115300"/>
                </a:lnTo>
                <a:lnTo>
                  <a:pt x="86005" y="114047"/>
                </a:lnTo>
                <a:lnTo>
                  <a:pt x="88589" y="112715"/>
                </a:lnTo>
                <a:lnTo>
                  <a:pt x="91096" y="111305"/>
                </a:lnTo>
                <a:lnTo>
                  <a:pt x="93524" y="109739"/>
                </a:lnTo>
                <a:lnTo>
                  <a:pt x="95874" y="108093"/>
                </a:lnTo>
                <a:lnTo>
                  <a:pt x="98146" y="106292"/>
                </a:lnTo>
                <a:lnTo>
                  <a:pt x="100339" y="104412"/>
                </a:lnTo>
                <a:lnTo>
                  <a:pt x="102375" y="102375"/>
                </a:lnTo>
                <a:lnTo>
                  <a:pt x="104412" y="100339"/>
                </a:lnTo>
                <a:lnTo>
                  <a:pt x="106292" y="98146"/>
                </a:lnTo>
                <a:lnTo>
                  <a:pt x="108093" y="95874"/>
                </a:lnTo>
                <a:lnTo>
                  <a:pt x="109739" y="93524"/>
                </a:lnTo>
                <a:lnTo>
                  <a:pt x="111305" y="91096"/>
                </a:lnTo>
                <a:lnTo>
                  <a:pt x="112715" y="88589"/>
                </a:lnTo>
                <a:lnTo>
                  <a:pt x="114047" y="86005"/>
                </a:lnTo>
                <a:lnTo>
                  <a:pt x="115300" y="83342"/>
                </a:lnTo>
                <a:lnTo>
                  <a:pt x="116318" y="80600"/>
                </a:lnTo>
                <a:lnTo>
                  <a:pt x="117258" y="77858"/>
                </a:lnTo>
                <a:lnTo>
                  <a:pt x="118119" y="74960"/>
                </a:lnTo>
                <a:lnTo>
                  <a:pt x="118746" y="72062"/>
                </a:lnTo>
                <a:lnTo>
                  <a:pt x="119295" y="69164"/>
                </a:lnTo>
                <a:lnTo>
                  <a:pt x="119686" y="66109"/>
                </a:lnTo>
                <a:lnTo>
                  <a:pt x="119921" y="63055"/>
                </a:lnTo>
                <a:lnTo>
                  <a:pt x="120000" y="60000"/>
                </a:lnTo>
                <a:lnTo>
                  <a:pt x="119921" y="56945"/>
                </a:lnTo>
                <a:lnTo>
                  <a:pt x="119686" y="53890"/>
                </a:lnTo>
                <a:lnTo>
                  <a:pt x="119295" y="50835"/>
                </a:lnTo>
                <a:lnTo>
                  <a:pt x="118746" y="47937"/>
                </a:lnTo>
                <a:lnTo>
                  <a:pt x="118119" y="45039"/>
                </a:lnTo>
                <a:lnTo>
                  <a:pt x="117258" y="42141"/>
                </a:lnTo>
                <a:lnTo>
                  <a:pt x="116318" y="39399"/>
                </a:lnTo>
                <a:lnTo>
                  <a:pt x="115300" y="36657"/>
                </a:lnTo>
                <a:lnTo>
                  <a:pt x="114047" y="33994"/>
                </a:lnTo>
                <a:lnTo>
                  <a:pt x="112715" y="31410"/>
                </a:lnTo>
                <a:lnTo>
                  <a:pt x="111305" y="28903"/>
                </a:lnTo>
                <a:lnTo>
                  <a:pt x="109739" y="26475"/>
                </a:lnTo>
                <a:lnTo>
                  <a:pt x="108093" y="24125"/>
                </a:lnTo>
                <a:lnTo>
                  <a:pt x="106292" y="21853"/>
                </a:lnTo>
                <a:lnTo>
                  <a:pt x="104412" y="19660"/>
                </a:lnTo>
                <a:lnTo>
                  <a:pt x="102375" y="17624"/>
                </a:lnTo>
                <a:lnTo>
                  <a:pt x="100339" y="15587"/>
                </a:lnTo>
                <a:lnTo>
                  <a:pt x="98146" y="13707"/>
                </a:lnTo>
                <a:lnTo>
                  <a:pt x="95874" y="11906"/>
                </a:lnTo>
                <a:lnTo>
                  <a:pt x="93524" y="10260"/>
                </a:lnTo>
                <a:lnTo>
                  <a:pt x="91096" y="8694"/>
                </a:lnTo>
                <a:lnTo>
                  <a:pt x="88589" y="7284"/>
                </a:lnTo>
                <a:lnTo>
                  <a:pt x="86005" y="5952"/>
                </a:lnTo>
                <a:lnTo>
                  <a:pt x="83342" y="4699"/>
                </a:lnTo>
                <a:lnTo>
                  <a:pt x="80600" y="3681"/>
                </a:lnTo>
                <a:lnTo>
                  <a:pt x="77858" y="2741"/>
                </a:lnTo>
                <a:lnTo>
                  <a:pt x="74960" y="1880"/>
                </a:lnTo>
                <a:lnTo>
                  <a:pt x="72062" y="1253"/>
                </a:lnTo>
                <a:lnTo>
                  <a:pt x="69164" y="704"/>
                </a:lnTo>
                <a:lnTo>
                  <a:pt x="66109" y="313"/>
                </a:lnTo>
                <a:lnTo>
                  <a:pt x="63055" y="78"/>
                </a:lnTo>
                <a:lnTo>
                  <a:pt x="60000" y="0"/>
                </a:lnTo>
                <a:close/>
              </a:path>
            </a:pathLst>
          </a:cu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FC3F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77"/>
          <p:cNvSpPr/>
          <p:nvPr/>
        </p:nvSpPr>
        <p:spPr>
          <a:xfrm>
            <a:off x="3898989" y="4246885"/>
            <a:ext cx="149100" cy="149400"/>
          </a:xfrm>
          <a:custGeom>
            <a:rect b="b" l="l" r="r" t="t"/>
            <a:pathLst>
              <a:path extrusionOk="0" h="120000" w="120000">
                <a:moveTo>
                  <a:pt x="93524" y="27493"/>
                </a:moveTo>
                <a:lnTo>
                  <a:pt x="101984" y="36031"/>
                </a:lnTo>
                <a:lnTo>
                  <a:pt x="48015" y="90000"/>
                </a:lnTo>
                <a:lnTo>
                  <a:pt x="18015" y="60000"/>
                </a:lnTo>
                <a:lnTo>
                  <a:pt x="26475" y="51540"/>
                </a:lnTo>
                <a:lnTo>
                  <a:pt x="48015" y="73002"/>
                </a:lnTo>
                <a:lnTo>
                  <a:pt x="93524" y="27493"/>
                </a:lnTo>
                <a:close/>
                <a:moveTo>
                  <a:pt x="60000" y="0"/>
                </a:moveTo>
                <a:lnTo>
                  <a:pt x="56945" y="78"/>
                </a:lnTo>
                <a:lnTo>
                  <a:pt x="53890" y="313"/>
                </a:lnTo>
                <a:lnTo>
                  <a:pt x="50835" y="704"/>
                </a:lnTo>
                <a:lnTo>
                  <a:pt x="47937" y="1253"/>
                </a:lnTo>
                <a:lnTo>
                  <a:pt x="45039" y="1880"/>
                </a:lnTo>
                <a:lnTo>
                  <a:pt x="42141" y="2741"/>
                </a:lnTo>
                <a:lnTo>
                  <a:pt x="39399" y="3681"/>
                </a:lnTo>
                <a:lnTo>
                  <a:pt x="36657" y="4699"/>
                </a:lnTo>
                <a:lnTo>
                  <a:pt x="33994" y="5952"/>
                </a:lnTo>
                <a:lnTo>
                  <a:pt x="31410" y="7284"/>
                </a:lnTo>
                <a:lnTo>
                  <a:pt x="28903" y="8694"/>
                </a:lnTo>
                <a:lnTo>
                  <a:pt x="26475" y="10260"/>
                </a:lnTo>
                <a:lnTo>
                  <a:pt x="24125" y="11906"/>
                </a:lnTo>
                <a:lnTo>
                  <a:pt x="21853" y="13707"/>
                </a:lnTo>
                <a:lnTo>
                  <a:pt x="19660" y="15587"/>
                </a:lnTo>
                <a:lnTo>
                  <a:pt x="17624" y="17624"/>
                </a:lnTo>
                <a:lnTo>
                  <a:pt x="15587" y="19660"/>
                </a:lnTo>
                <a:lnTo>
                  <a:pt x="13707" y="21853"/>
                </a:lnTo>
                <a:lnTo>
                  <a:pt x="11906" y="24125"/>
                </a:lnTo>
                <a:lnTo>
                  <a:pt x="10260" y="26475"/>
                </a:lnTo>
                <a:lnTo>
                  <a:pt x="8694" y="28903"/>
                </a:lnTo>
                <a:lnTo>
                  <a:pt x="7284" y="31410"/>
                </a:lnTo>
                <a:lnTo>
                  <a:pt x="5952" y="33994"/>
                </a:lnTo>
                <a:lnTo>
                  <a:pt x="4699" y="36657"/>
                </a:lnTo>
                <a:lnTo>
                  <a:pt x="3681" y="39399"/>
                </a:lnTo>
                <a:lnTo>
                  <a:pt x="2741" y="42141"/>
                </a:lnTo>
                <a:lnTo>
                  <a:pt x="1880" y="45039"/>
                </a:lnTo>
                <a:lnTo>
                  <a:pt x="1253" y="47937"/>
                </a:lnTo>
                <a:lnTo>
                  <a:pt x="704" y="50835"/>
                </a:lnTo>
                <a:lnTo>
                  <a:pt x="313" y="53890"/>
                </a:lnTo>
                <a:lnTo>
                  <a:pt x="78" y="56945"/>
                </a:lnTo>
                <a:lnTo>
                  <a:pt x="0" y="60000"/>
                </a:lnTo>
                <a:lnTo>
                  <a:pt x="78" y="63055"/>
                </a:lnTo>
                <a:lnTo>
                  <a:pt x="313" y="66109"/>
                </a:lnTo>
                <a:lnTo>
                  <a:pt x="704" y="69164"/>
                </a:lnTo>
                <a:lnTo>
                  <a:pt x="1253" y="72062"/>
                </a:lnTo>
                <a:lnTo>
                  <a:pt x="1880" y="74960"/>
                </a:lnTo>
                <a:lnTo>
                  <a:pt x="2741" y="77858"/>
                </a:lnTo>
                <a:lnTo>
                  <a:pt x="3681" y="80600"/>
                </a:lnTo>
                <a:lnTo>
                  <a:pt x="4699" y="83342"/>
                </a:lnTo>
                <a:lnTo>
                  <a:pt x="5952" y="86005"/>
                </a:lnTo>
                <a:lnTo>
                  <a:pt x="7284" y="88589"/>
                </a:lnTo>
                <a:lnTo>
                  <a:pt x="8694" y="91096"/>
                </a:lnTo>
                <a:lnTo>
                  <a:pt x="10260" y="93524"/>
                </a:lnTo>
                <a:lnTo>
                  <a:pt x="11906" y="95874"/>
                </a:lnTo>
                <a:lnTo>
                  <a:pt x="13707" y="98146"/>
                </a:lnTo>
                <a:lnTo>
                  <a:pt x="15587" y="100339"/>
                </a:lnTo>
                <a:lnTo>
                  <a:pt x="17624" y="102375"/>
                </a:lnTo>
                <a:lnTo>
                  <a:pt x="19660" y="104412"/>
                </a:lnTo>
                <a:lnTo>
                  <a:pt x="21853" y="106292"/>
                </a:lnTo>
                <a:lnTo>
                  <a:pt x="24125" y="108093"/>
                </a:lnTo>
                <a:lnTo>
                  <a:pt x="26475" y="109739"/>
                </a:lnTo>
                <a:lnTo>
                  <a:pt x="28903" y="111305"/>
                </a:lnTo>
                <a:lnTo>
                  <a:pt x="31410" y="112715"/>
                </a:lnTo>
                <a:lnTo>
                  <a:pt x="33994" y="114047"/>
                </a:lnTo>
                <a:lnTo>
                  <a:pt x="36657" y="115300"/>
                </a:lnTo>
                <a:lnTo>
                  <a:pt x="39399" y="116318"/>
                </a:lnTo>
                <a:lnTo>
                  <a:pt x="42141" y="117258"/>
                </a:lnTo>
                <a:lnTo>
                  <a:pt x="45039" y="118119"/>
                </a:lnTo>
                <a:lnTo>
                  <a:pt x="47937" y="118746"/>
                </a:lnTo>
                <a:lnTo>
                  <a:pt x="50835" y="119295"/>
                </a:lnTo>
                <a:lnTo>
                  <a:pt x="53890" y="119686"/>
                </a:lnTo>
                <a:lnTo>
                  <a:pt x="56945" y="119921"/>
                </a:lnTo>
                <a:lnTo>
                  <a:pt x="60000" y="120000"/>
                </a:lnTo>
                <a:lnTo>
                  <a:pt x="63055" y="119921"/>
                </a:lnTo>
                <a:lnTo>
                  <a:pt x="66109" y="119686"/>
                </a:lnTo>
                <a:lnTo>
                  <a:pt x="69164" y="119295"/>
                </a:lnTo>
                <a:lnTo>
                  <a:pt x="72062" y="118746"/>
                </a:lnTo>
                <a:lnTo>
                  <a:pt x="74960" y="118119"/>
                </a:lnTo>
                <a:lnTo>
                  <a:pt x="77858" y="117258"/>
                </a:lnTo>
                <a:lnTo>
                  <a:pt x="80600" y="116318"/>
                </a:lnTo>
                <a:lnTo>
                  <a:pt x="83342" y="115300"/>
                </a:lnTo>
                <a:lnTo>
                  <a:pt x="86005" y="114047"/>
                </a:lnTo>
                <a:lnTo>
                  <a:pt x="88589" y="112715"/>
                </a:lnTo>
                <a:lnTo>
                  <a:pt x="91096" y="111305"/>
                </a:lnTo>
                <a:lnTo>
                  <a:pt x="93524" y="109739"/>
                </a:lnTo>
                <a:lnTo>
                  <a:pt x="95874" y="108093"/>
                </a:lnTo>
                <a:lnTo>
                  <a:pt x="98146" y="106292"/>
                </a:lnTo>
                <a:lnTo>
                  <a:pt x="100339" y="104412"/>
                </a:lnTo>
                <a:lnTo>
                  <a:pt x="102375" y="102375"/>
                </a:lnTo>
                <a:lnTo>
                  <a:pt x="104412" y="100339"/>
                </a:lnTo>
                <a:lnTo>
                  <a:pt x="106292" y="98146"/>
                </a:lnTo>
                <a:lnTo>
                  <a:pt x="108093" y="95874"/>
                </a:lnTo>
                <a:lnTo>
                  <a:pt x="109739" y="93524"/>
                </a:lnTo>
                <a:lnTo>
                  <a:pt x="111305" y="91096"/>
                </a:lnTo>
                <a:lnTo>
                  <a:pt x="112715" y="88589"/>
                </a:lnTo>
                <a:lnTo>
                  <a:pt x="114047" y="86005"/>
                </a:lnTo>
                <a:lnTo>
                  <a:pt x="115300" y="83342"/>
                </a:lnTo>
                <a:lnTo>
                  <a:pt x="116318" y="80600"/>
                </a:lnTo>
                <a:lnTo>
                  <a:pt x="117258" y="77858"/>
                </a:lnTo>
                <a:lnTo>
                  <a:pt x="118119" y="74960"/>
                </a:lnTo>
                <a:lnTo>
                  <a:pt x="118746" y="72062"/>
                </a:lnTo>
                <a:lnTo>
                  <a:pt x="119295" y="69164"/>
                </a:lnTo>
                <a:lnTo>
                  <a:pt x="119686" y="66109"/>
                </a:lnTo>
                <a:lnTo>
                  <a:pt x="119921" y="63055"/>
                </a:lnTo>
                <a:lnTo>
                  <a:pt x="120000" y="60000"/>
                </a:lnTo>
                <a:lnTo>
                  <a:pt x="119921" y="56945"/>
                </a:lnTo>
                <a:lnTo>
                  <a:pt x="119686" y="53890"/>
                </a:lnTo>
                <a:lnTo>
                  <a:pt x="119295" y="50835"/>
                </a:lnTo>
                <a:lnTo>
                  <a:pt x="118746" y="47937"/>
                </a:lnTo>
                <a:lnTo>
                  <a:pt x="118119" y="45039"/>
                </a:lnTo>
                <a:lnTo>
                  <a:pt x="117258" y="42141"/>
                </a:lnTo>
                <a:lnTo>
                  <a:pt x="116318" y="39399"/>
                </a:lnTo>
                <a:lnTo>
                  <a:pt x="115300" y="36657"/>
                </a:lnTo>
                <a:lnTo>
                  <a:pt x="114047" y="33994"/>
                </a:lnTo>
                <a:lnTo>
                  <a:pt x="112715" y="31410"/>
                </a:lnTo>
                <a:lnTo>
                  <a:pt x="111305" y="28903"/>
                </a:lnTo>
                <a:lnTo>
                  <a:pt x="109739" y="26475"/>
                </a:lnTo>
                <a:lnTo>
                  <a:pt x="108093" y="24125"/>
                </a:lnTo>
                <a:lnTo>
                  <a:pt x="106292" y="21853"/>
                </a:lnTo>
                <a:lnTo>
                  <a:pt x="104412" y="19660"/>
                </a:lnTo>
                <a:lnTo>
                  <a:pt x="102375" y="17624"/>
                </a:lnTo>
                <a:lnTo>
                  <a:pt x="100339" y="15587"/>
                </a:lnTo>
                <a:lnTo>
                  <a:pt x="98146" y="13707"/>
                </a:lnTo>
                <a:lnTo>
                  <a:pt x="95874" y="11906"/>
                </a:lnTo>
                <a:lnTo>
                  <a:pt x="93524" y="10260"/>
                </a:lnTo>
                <a:lnTo>
                  <a:pt x="91096" y="8694"/>
                </a:lnTo>
                <a:lnTo>
                  <a:pt x="88589" y="7284"/>
                </a:lnTo>
                <a:lnTo>
                  <a:pt x="86005" y="5952"/>
                </a:lnTo>
                <a:lnTo>
                  <a:pt x="83342" y="4699"/>
                </a:lnTo>
                <a:lnTo>
                  <a:pt x="80600" y="3681"/>
                </a:lnTo>
                <a:lnTo>
                  <a:pt x="77858" y="2741"/>
                </a:lnTo>
                <a:lnTo>
                  <a:pt x="74960" y="1880"/>
                </a:lnTo>
                <a:lnTo>
                  <a:pt x="72062" y="1253"/>
                </a:lnTo>
                <a:lnTo>
                  <a:pt x="69164" y="704"/>
                </a:lnTo>
                <a:lnTo>
                  <a:pt x="66109" y="313"/>
                </a:lnTo>
                <a:lnTo>
                  <a:pt x="63055" y="78"/>
                </a:lnTo>
                <a:lnTo>
                  <a:pt x="60000" y="0"/>
                </a:lnTo>
                <a:close/>
              </a:path>
            </a:pathLst>
          </a:cu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FC3F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07" name="Google Shape;707;p77"/>
          <p:cNvGraphicFramePr/>
          <p:nvPr/>
        </p:nvGraphicFramePr>
        <p:xfrm>
          <a:off x="4850400" y="1655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{3C777F1F-F912-48E1-93CC-E3CA31D5C9F5}</a:tableStyleId>
              </a:tblPr>
              <a:tblGrid>
                <a:gridCol w="2699500"/>
                <a:gridCol w="566975"/>
                <a:gridCol w="573475"/>
              </a:tblGrid>
              <a:tr h="366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Mensuração</a:t>
                      </a:r>
                      <a:endParaRPr b="1" sz="12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91425" marB="91425" marR="91425" marL="91425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91425" marB="91425" marR="91425" marL="91425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solidFill>
                            <a:srgbClr val="66666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Uma visão unificada dos clientes em todos os canais de mídia pagos</a:t>
                      </a:r>
                      <a:endParaRPr sz="800">
                        <a:solidFill>
                          <a:srgbClr val="66666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00" marB="45700" marR="91425" marL="91425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00" marB="45700" marR="91425" marL="91425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solidFill>
                            <a:srgbClr val="66666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Uma visão unificada dos clientes em mídia paga, mídia própria e mídia ganha</a:t>
                      </a:r>
                      <a:endParaRPr sz="800">
                        <a:solidFill>
                          <a:srgbClr val="66666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00" marB="45700" marR="91425" marL="91425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00" marB="45700" marR="91425" marL="91425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solidFill>
                            <a:srgbClr val="66666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Meça métricas específicas de mídia, como visibilidade e quartis / conclusões de vídeo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00" marB="45700" marR="91425" marL="91425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00" marB="45700" marR="91425" marL="91425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solidFill>
                            <a:srgbClr val="66666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Quantifique as conversões entre dispositivos em todas as táticas de mídia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00" marB="45700" marR="91425" marL="91425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00" marB="45700" marR="91425" marL="91425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solidFill>
                            <a:srgbClr val="66666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Avalie a sobreposição entre dispositivos e caminhos em pontos de contato pagos e não pagos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00" marB="45700" marR="91425" marL="91425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00" marB="45700" marR="91425" marL="91425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solidFill>
                            <a:srgbClr val="66666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Principais caminhos de conversão e modelos de atribuição (com base em regras + DDA)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00" marB="45700" marR="91425" marL="91425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00" marB="45700" marR="91425" marL="91425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800">
                          <a:solidFill>
                            <a:srgbClr val="66666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Análise conjuntos de dados agregados</a:t>
                      </a:r>
                      <a:endParaRPr sz="900">
                        <a:solidFill>
                          <a:srgbClr val="66666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00" marB="45700" marR="91425" marL="91425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00" marB="45700" marR="91425" marL="91425">
                    <a:lnL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708" name="Google Shape;708;p77"/>
          <p:cNvGrpSpPr/>
          <p:nvPr/>
        </p:nvGrpSpPr>
        <p:grpSpPr>
          <a:xfrm>
            <a:off x="7779602" y="1751154"/>
            <a:ext cx="134869" cy="149808"/>
            <a:chOff x="2970725" y="1321450"/>
            <a:chExt cx="1601775" cy="1772875"/>
          </a:xfrm>
        </p:grpSpPr>
        <p:sp>
          <p:nvSpPr>
            <p:cNvPr id="709" name="Google Shape;709;p77"/>
            <p:cNvSpPr/>
            <p:nvPr/>
          </p:nvSpPr>
          <p:spPr>
            <a:xfrm>
              <a:off x="4133550" y="1321450"/>
              <a:ext cx="438950" cy="1772875"/>
            </a:xfrm>
            <a:custGeom>
              <a:rect b="b" l="l" r="r" t="t"/>
              <a:pathLst>
                <a:path extrusionOk="0" h="70915" w="17558">
                  <a:moveTo>
                    <a:pt x="8452" y="0"/>
                  </a:moveTo>
                  <a:lnTo>
                    <a:pt x="8206" y="10"/>
                  </a:lnTo>
                  <a:lnTo>
                    <a:pt x="7960" y="31"/>
                  </a:lnTo>
                  <a:lnTo>
                    <a:pt x="7715" y="61"/>
                  </a:lnTo>
                  <a:lnTo>
                    <a:pt x="7295" y="123"/>
                  </a:lnTo>
                  <a:lnTo>
                    <a:pt x="6886" y="205"/>
                  </a:lnTo>
                  <a:lnTo>
                    <a:pt x="6487" y="297"/>
                  </a:lnTo>
                  <a:lnTo>
                    <a:pt x="6088" y="419"/>
                  </a:lnTo>
                  <a:lnTo>
                    <a:pt x="5709" y="553"/>
                  </a:lnTo>
                  <a:lnTo>
                    <a:pt x="5331" y="716"/>
                  </a:lnTo>
                  <a:lnTo>
                    <a:pt x="4973" y="890"/>
                  </a:lnTo>
                  <a:lnTo>
                    <a:pt x="4615" y="1074"/>
                  </a:lnTo>
                  <a:lnTo>
                    <a:pt x="4267" y="1279"/>
                  </a:lnTo>
                  <a:lnTo>
                    <a:pt x="3939" y="1504"/>
                  </a:lnTo>
                  <a:lnTo>
                    <a:pt x="3612" y="1739"/>
                  </a:lnTo>
                  <a:lnTo>
                    <a:pt x="3305" y="1995"/>
                  </a:lnTo>
                  <a:lnTo>
                    <a:pt x="2998" y="2261"/>
                  </a:lnTo>
                  <a:lnTo>
                    <a:pt x="2712" y="2537"/>
                  </a:lnTo>
                  <a:lnTo>
                    <a:pt x="2435" y="2834"/>
                  </a:lnTo>
                  <a:lnTo>
                    <a:pt x="2169" y="3131"/>
                  </a:lnTo>
                  <a:lnTo>
                    <a:pt x="1924" y="3448"/>
                  </a:lnTo>
                  <a:lnTo>
                    <a:pt x="1688" y="3775"/>
                  </a:lnTo>
                  <a:lnTo>
                    <a:pt x="1463" y="4113"/>
                  </a:lnTo>
                  <a:lnTo>
                    <a:pt x="1259" y="4461"/>
                  </a:lnTo>
                  <a:lnTo>
                    <a:pt x="1064" y="4819"/>
                  </a:lnTo>
                  <a:lnTo>
                    <a:pt x="880" y="5187"/>
                  </a:lnTo>
                  <a:lnTo>
                    <a:pt x="716" y="5566"/>
                  </a:lnTo>
                  <a:lnTo>
                    <a:pt x="573" y="5945"/>
                  </a:lnTo>
                  <a:lnTo>
                    <a:pt x="440" y="6333"/>
                  </a:lnTo>
                  <a:lnTo>
                    <a:pt x="328" y="6732"/>
                  </a:lnTo>
                  <a:lnTo>
                    <a:pt x="225" y="7131"/>
                  </a:lnTo>
                  <a:lnTo>
                    <a:pt x="143" y="7541"/>
                  </a:lnTo>
                  <a:lnTo>
                    <a:pt x="82" y="7960"/>
                  </a:lnTo>
                  <a:lnTo>
                    <a:pt x="31" y="8380"/>
                  </a:lnTo>
                  <a:lnTo>
                    <a:pt x="0" y="8799"/>
                  </a:lnTo>
                  <a:lnTo>
                    <a:pt x="0" y="9219"/>
                  </a:lnTo>
                  <a:lnTo>
                    <a:pt x="0" y="61686"/>
                  </a:lnTo>
                  <a:lnTo>
                    <a:pt x="0" y="62116"/>
                  </a:lnTo>
                  <a:lnTo>
                    <a:pt x="31" y="62535"/>
                  </a:lnTo>
                  <a:lnTo>
                    <a:pt x="82" y="62955"/>
                  </a:lnTo>
                  <a:lnTo>
                    <a:pt x="143" y="63364"/>
                  </a:lnTo>
                  <a:lnTo>
                    <a:pt x="225" y="63773"/>
                  </a:lnTo>
                  <a:lnTo>
                    <a:pt x="328" y="64172"/>
                  </a:lnTo>
                  <a:lnTo>
                    <a:pt x="440" y="64571"/>
                  </a:lnTo>
                  <a:lnTo>
                    <a:pt x="573" y="64960"/>
                  </a:lnTo>
                  <a:lnTo>
                    <a:pt x="716" y="65349"/>
                  </a:lnTo>
                  <a:lnTo>
                    <a:pt x="880" y="65717"/>
                  </a:lnTo>
                  <a:lnTo>
                    <a:pt x="1064" y="66086"/>
                  </a:lnTo>
                  <a:lnTo>
                    <a:pt x="1259" y="66444"/>
                  </a:lnTo>
                  <a:lnTo>
                    <a:pt x="1463" y="66792"/>
                  </a:lnTo>
                  <a:lnTo>
                    <a:pt x="1688" y="67129"/>
                  </a:lnTo>
                  <a:lnTo>
                    <a:pt x="1924" y="67457"/>
                  </a:lnTo>
                  <a:lnTo>
                    <a:pt x="2169" y="67774"/>
                  </a:lnTo>
                  <a:lnTo>
                    <a:pt x="2435" y="68081"/>
                  </a:lnTo>
                  <a:lnTo>
                    <a:pt x="2712" y="68367"/>
                  </a:lnTo>
                  <a:lnTo>
                    <a:pt x="2998" y="68654"/>
                  </a:lnTo>
                  <a:lnTo>
                    <a:pt x="3305" y="68920"/>
                  </a:lnTo>
                  <a:lnTo>
                    <a:pt x="3612" y="69165"/>
                  </a:lnTo>
                  <a:lnTo>
                    <a:pt x="3939" y="69401"/>
                  </a:lnTo>
                  <a:lnTo>
                    <a:pt x="4267" y="69626"/>
                  </a:lnTo>
                  <a:lnTo>
                    <a:pt x="4615" y="69830"/>
                  </a:lnTo>
                  <a:lnTo>
                    <a:pt x="4973" y="70025"/>
                  </a:lnTo>
                  <a:lnTo>
                    <a:pt x="5331" y="70199"/>
                  </a:lnTo>
                  <a:lnTo>
                    <a:pt x="5709" y="70352"/>
                  </a:lnTo>
                  <a:lnTo>
                    <a:pt x="6088" y="70485"/>
                  </a:lnTo>
                  <a:lnTo>
                    <a:pt x="6487" y="70608"/>
                  </a:lnTo>
                  <a:lnTo>
                    <a:pt x="6886" y="70710"/>
                  </a:lnTo>
                  <a:lnTo>
                    <a:pt x="7295" y="70792"/>
                  </a:lnTo>
                  <a:lnTo>
                    <a:pt x="7705" y="70854"/>
                  </a:lnTo>
                  <a:lnTo>
                    <a:pt x="7960" y="70874"/>
                  </a:lnTo>
                  <a:lnTo>
                    <a:pt x="8206" y="70895"/>
                  </a:lnTo>
                  <a:lnTo>
                    <a:pt x="8452" y="70905"/>
                  </a:lnTo>
                  <a:lnTo>
                    <a:pt x="8697" y="70915"/>
                  </a:lnTo>
                  <a:lnTo>
                    <a:pt x="8943" y="70915"/>
                  </a:lnTo>
                  <a:lnTo>
                    <a:pt x="9178" y="70905"/>
                  </a:lnTo>
                  <a:lnTo>
                    <a:pt x="9424" y="70895"/>
                  </a:lnTo>
                  <a:lnTo>
                    <a:pt x="9659" y="70864"/>
                  </a:lnTo>
                  <a:lnTo>
                    <a:pt x="9894" y="70843"/>
                  </a:lnTo>
                  <a:lnTo>
                    <a:pt x="10130" y="70813"/>
                  </a:lnTo>
                  <a:lnTo>
                    <a:pt x="10365" y="70772"/>
                  </a:lnTo>
                  <a:lnTo>
                    <a:pt x="10600" y="70721"/>
                  </a:lnTo>
                  <a:lnTo>
                    <a:pt x="10825" y="70669"/>
                  </a:lnTo>
                  <a:lnTo>
                    <a:pt x="11050" y="70618"/>
                  </a:lnTo>
                  <a:lnTo>
                    <a:pt x="11275" y="70547"/>
                  </a:lnTo>
                  <a:lnTo>
                    <a:pt x="11490" y="70485"/>
                  </a:lnTo>
                  <a:lnTo>
                    <a:pt x="11715" y="70403"/>
                  </a:lnTo>
                  <a:lnTo>
                    <a:pt x="11930" y="70322"/>
                  </a:lnTo>
                  <a:lnTo>
                    <a:pt x="12350" y="70148"/>
                  </a:lnTo>
                  <a:lnTo>
                    <a:pt x="12769" y="69943"/>
                  </a:lnTo>
                  <a:lnTo>
                    <a:pt x="13168" y="69728"/>
                  </a:lnTo>
                  <a:lnTo>
                    <a:pt x="13557" y="69493"/>
                  </a:lnTo>
                  <a:lnTo>
                    <a:pt x="13925" y="69227"/>
                  </a:lnTo>
                  <a:lnTo>
                    <a:pt x="14284" y="68951"/>
                  </a:lnTo>
                  <a:lnTo>
                    <a:pt x="14631" y="68654"/>
                  </a:lnTo>
                  <a:lnTo>
                    <a:pt x="14959" y="68347"/>
                  </a:lnTo>
                  <a:lnTo>
                    <a:pt x="15276" y="68009"/>
                  </a:lnTo>
                  <a:lnTo>
                    <a:pt x="15563" y="67672"/>
                  </a:lnTo>
                  <a:lnTo>
                    <a:pt x="15849" y="67303"/>
                  </a:lnTo>
                  <a:lnTo>
                    <a:pt x="16105" y="66935"/>
                  </a:lnTo>
                  <a:lnTo>
                    <a:pt x="16340" y="66546"/>
                  </a:lnTo>
                  <a:lnTo>
                    <a:pt x="16565" y="66147"/>
                  </a:lnTo>
                  <a:lnTo>
                    <a:pt x="16770" y="65728"/>
                  </a:lnTo>
                  <a:lnTo>
                    <a:pt x="16944" y="65298"/>
                  </a:lnTo>
                  <a:lnTo>
                    <a:pt x="17108" y="64868"/>
                  </a:lnTo>
                  <a:lnTo>
                    <a:pt x="17179" y="64643"/>
                  </a:lnTo>
                  <a:lnTo>
                    <a:pt x="17241" y="64418"/>
                  </a:lnTo>
                  <a:lnTo>
                    <a:pt x="17302" y="64193"/>
                  </a:lnTo>
                  <a:lnTo>
                    <a:pt x="17353" y="63958"/>
                  </a:lnTo>
                  <a:lnTo>
                    <a:pt x="17394" y="63732"/>
                  </a:lnTo>
                  <a:lnTo>
                    <a:pt x="17435" y="63497"/>
                  </a:lnTo>
                  <a:lnTo>
                    <a:pt x="17476" y="63262"/>
                  </a:lnTo>
                  <a:lnTo>
                    <a:pt x="17507" y="63016"/>
                  </a:lnTo>
                  <a:lnTo>
                    <a:pt x="17527" y="62781"/>
                  </a:lnTo>
                  <a:lnTo>
                    <a:pt x="17547" y="62535"/>
                  </a:lnTo>
                  <a:lnTo>
                    <a:pt x="17558" y="62290"/>
                  </a:lnTo>
                  <a:lnTo>
                    <a:pt x="17558" y="62044"/>
                  </a:lnTo>
                  <a:lnTo>
                    <a:pt x="17558" y="8861"/>
                  </a:lnTo>
                  <a:lnTo>
                    <a:pt x="17558" y="8615"/>
                  </a:lnTo>
                  <a:lnTo>
                    <a:pt x="17547" y="8369"/>
                  </a:lnTo>
                  <a:lnTo>
                    <a:pt x="17527" y="8134"/>
                  </a:lnTo>
                  <a:lnTo>
                    <a:pt x="17507" y="7889"/>
                  </a:lnTo>
                  <a:lnTo>
                    <a:pt x="17476" y="7653"/>
                  </a:lnTo>
                  <a:lnTo>
                    <a:pt x="17435" y="7418"/>
                  </a:lnTo>
                  <a:lnTo>
                    <a:pt x="17394" y="7183"/>
                  </a:lnTo>
                  <a:lnTo>
                    <a:pt x="17353" y="6947"/>
                  </a:lnTo>
                  <a:lnTo>
                    <a:pt x="17302" y="6722"/>
                  </a:lnTo>
                  <a:lnTo>
                    <a:pt x="17241" y="6497"/>
                  </a:lnTo>
                  <a:lnTo>
                    <a:pt x="17179" y="6272"/>
                  </a:lnTo>
                  <a:lnTo>
                    <a:pt x="17108" y="6047"/>
                  </a:lnTo>
                  <a:lnTo>
                    <a:pt x="16944" y="5607"/>
                  </a:lnTo>
                  <a:lnTo>
                    <a:pt x="16770" y="5177"/>
                  </a:lnTo>
                  <a:lnTo>
                    <a:pt x="16565" y="4768"/>
                  </a:lnTo>
                  <a:lnTo>
                    <a:pt x="16340" y="4369"/>
                  </a:lnTo>
                  <a:lnTo>
                    <a:pt x="16105" y="3980"/>
                  </a:lnTo>
                  <a:lnTo>
                    <a:pt x="15849" y="3602"/>
                  </a:lnTo>
                  <a:lnTo>
                    <a:pt x="15563" y="3243"/>
                  </a:lnTo>
                  <a:lnTo>
                    <a:pt x="15276" y="2896"/>
                  </a:lnTo>
                  <a:lnTo>
                    <a:pt x="14959" y="2568"/>
                  </a:lnTo>
                  <a:lnTo>
                    <a:pt x="14631" y="2251"/>
                  </a:lnTo>
                  <a:lnTo>
                    <a:pt x="14284" y="1954"/>
                  </a:lnTo>
                  <a:lnTo>
                    <a:pt x="13925" y="1678"/>
                  </a:lnTo>
                  <a:lnTo>
                    <a:pt x="13557" y="1422"/>
                  </a:lnTo>
                  <a:lnTo>
                    <a:pt x="13168" y="1187"/>
                  </a:lnTo>
                  <a:lnTo>
                    <a:pt x="12769" y="962"/>
                  </a:lnTo>
                  <a:lnTo>
                    <a:pt x="12350" y="767"/>
                  </a:lnTo>
                  <a:lnTo>
                    <a:pt x="11930" y="583"/>
                  </a:lnTo>
                  <a:lnTo>
                    <a:pt x="11715" y="501"/>
                  </a:lnTo>
                  <a:lnTo>
                    <a:pt x="11490" y="430"/>
                  </a:lnTo>
                  <a:lnTo>
                    <a:pt x="11275" y="358"/>
                  </a:lnTo>
                  <a:lnTo>
                    <a:pt x="11050" y="297"/>
                  </a:lnTo>
                  <a:lnTo>
                    <a:pt x="10825" y="235"/>
                  </a:lnTo>
                  <a:lnTo>
                    <a:pt x="10600" y="184"/>
                  </a:lnTo>
                  <a:lnTo>
                    <a:pt x="10365" y="143"/>
                  </a:lnTo>
                  <a:lnTo>
                    <a:pt x="10130" y="102"/>
                  </a:lnTo>
                  <a:lnTo>
                    <a:pt x="9894" y="72"/>
                  </a:lnTo>
                  <a:lnTo>
                    <a:pt x="9659" y="41"/>
                  </a:lnTo>
                  <a:lnTo>
                    <a:pt x="9424" y="20"/>
                  </a:lnTo>
                  <a:lnTo>
                    <a:pt x="9188" y="10"/>
                  </a:lnTo>
                  <a:lnTo>
                    <a:pt x="8943" y="0"/>
                  </a:lnTo>
                  <a:close/>
                </a:path>
              </a:pathLst>
            </a:custGeom>
            <a:solidFill>
              <a:srgbClr val="F9AB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77"/>
            <p:cNvSpPr/>
            <p:nvPr/>
          </p:nvSpPr>
          <p:spPr>
            <a:xfrm>
              <a:off x="2970725" y="2655375"/>
              <a:ext cx="438950" cy="438950"/>
            </a:xfrm>
            <a:custGeom>
              <a:rect b="b" l="l" r="r" t="t"/>
              <a:pathLst>
                <a:path extrusionOk="0" h="17558" w="17558">
                  <a:moveTo>
                    <a:pt x="8779" y="1"/>
                  </a:moveTo>
                  <a:lnTo>
                    <a:pt x="8329" y="11"/>
                  </a:lnTo>
                  <a:lnTo>
                    <a:pt x="7889" y="42"/>
                  </a:lnTo>
                  <a:lnTo>
                    <a:pt x="7449" y="93"/>
                  </a:lnTo>
                  <a:lnTo>
                    <a:pt x="7009" y="175"/>
                  </a:lnTo>
                  <a:lnTo>
                    <a:pt x="6589" y="277"/>
                  </a:lnTo>
                  <a:lnTo>
                    <a:pt x="6170" y="389"/>
                  </a:lnTo>
                  <a:lnTo>
                    <a:pt x="5760" y="533"/>
                  </a:lnTo>
                  <a:lnTo>
                    <a:pt x="5361" y="686"/>
                  </a:lnTo>
                  <a:lnTo>
                    <a:pt x="4973" y="860"/>
                  </a:lnTo>
                  <a:lnTo>
                    <a:pt x="4594" y="1054"/>
                  </a:lnTo>
                  <a:lnTo>
                    <a:pt x="4226" y="1269"/>
                  </a:lnTo>
                  <a:lnTo>
                    <a:pt x="3878" y="1494"/>
                  </a:lnTo>
                  <a:lnTo>
                    <a:pt x="3530" y="1740"/>
                  </a:lnTo>
                  <a:lnTo>
                    <a:pt x="3192" y="2006"/>
                  </a:lnTo>
                  <a:lnTo>
                    <a:pt x="2875" y="2272"/>
                  </a:lnTo>
                  <a:lnTo>
                    <a:pt x="2578" y="2569"/>
                  </a:lnTo>
                  <a:lnTo>
                    <a:pt x="2282" y="2876"/>
                  </a:lnTo>
                  <a:lnTo>
                    <a:pt x="2005" y="3193"/>
                  </a:lnTo>
                  <a:lnTo>
                    <a:pt x="1750" y="3520"/>
                  </a:lnTo>
                  <a:lnTo>
                    <a:pt x="1504" y="3868"/>
                  </a:lnTo>
                  <a:lnTo>
                    <a:pt x="1269" y="4226"/>
                  </a:lnTo>
                  <a:lnTo>
                    <a:pt x="1064" y="4595"/>
                  </a:lnTo>
                  <a:lnTo>
                    <a:pt x="870" y="4973"/>
                  </a:lnTo>
                  <a:lnTo>
                    <a:pt x="696" y="5362"/>
                  </a:lnTo>
                  <a:lnTo>
                    <a:pt x="532" y="5761"/>
                  </a:lnTo>
                  <a:lnTo>
                    <a:pt x="399" y="6170"/>
                  </a:lnTo>
                  <a:lnTo>
                    <a:pt x="276" y="6580"/>
                  </a:lnTo>
                  <a:lnTo>
                    <a:pt x="184" y="7009"/>
                  </a:lnTo>
                  <a:lnTo>
                    <a:pt x="102" y="7439"/>
                  </a:lnTo>
                  <a:lnTo>
                    <a:pt x="51" y="7879"/>
                  </a:lnTo>
                  <a:lnTo>
                    <a:pt x="10" y="8329"/>
                  </a:lnTo>
                  <a:lnTo>
                    <a:pt x="0" y="8779"/>
                  </a:lnTo>
                  <a:lnTo>
                    <a:pt x="10" y="9230"/>
                  </a:lnTo>
                  <a:lnTo>
                    <a:pt x="51" y="9669"/>
                  </a:lnTo>
                  <a:lnTo>
                    <a:pt x="102" y="10109"/>
                  </a:lnTo>
                  <a:lnTo>
                    <a:pt x="184" y="10549"/>
                  </a:lnTo>
                  <a:lnTo>
                    <a:pt x="276" y="10969"/>
                  </a:lnTo>
                  <a:lnTo>
                    <a:pt x="399" y="11388"/>
                  </a:lnTo>
                  <a:lnTo>
                    <a:pt x="532" y="11798"/>
                  </a:lnTo>
                  <a:lnTo>
                    <a:pt x="696" y="12197"/>
                  </a:lnTo>
                  <a:lnTo>
                    <a:pt x="870" y="12585"/>
                  </a:lnTo>
                  <a:lnTo>
                    <a:pt x="1064" y="12964"/>
                  </a:lnTo>
                  <a:lnTo>
                    <a:pt x="1269" y="13332"/>
                  </a:lnTo>
                  <a:lnTo>
                    <a:pt x="1504" y="13690"/>
                  </a:lnTo>
                  <a:lnTo>
                    <a:pt x="1750" y="14028"/>
                  </a:lnTo>
                  <a:lnTo>
                    <a:pt x="2005" y="14366"/>
                  </a:lnTo>
                  <a:lnTo>
                    <a:pt x="2282" y="14683"/>
                  </a:lnTo>
                  <a:lnTo>
                    <a:pt x="2578" y="14990"/>
                  </a:lnTo>
                  <a:lnTo>
                    <a:pt x="2875" y="15276"/>
                  </a:lnTo>
                  <a:lnTo>
                    <a:pt x="3192" y="15553"/>
                  </a:lnTo>
                  <a:lnTo>
                    <a:pt x="3530" y="15808"/>
                  </a:lnTo>
                  <a:lnTo>
                    <a:pt x="3878" y="16054"/>
                  </a:lnTo>
                  <a:lnTo>
                    <a:pt x="4226" y="16289"/>
                  </a:lnTo>
                  <a:lnTo>
                    <a:pt x="4594" y="16494"/>
                  </a:lnTo>
                  <a:lnTo>
                    <a:pt x="4973" y="16688"/>
                  </a:lnTo>
                  <a:lnTo>
                    <a:pt x="5361" y="16862"/>
                  </a:lnTo>
                  <a:lnTo>
                    <a:pt x="5760" y="17026"/>
                  </a:lnTo>
                  <a:lnTo>
                    <a:pt x="6170" y="17159"/>
                  </a:lnTo>
                  <a:lnTo>
                    <a:pt x="6589" y="17282"/>
                  </a:lnTo>
                  <a:lnTo>
                    <a:pt x="7009" y="17374"/>
                  </a:lnTo>
                  <a:lnTo>
                    <a:pt x="7449" y="17456"/>
                  </a:lnTo>
                  <a:lnTo>
                    <a:pt x="7889" y="17507"/>
                  </a:lnTo>
                  <a:lnTo>
                    <a:pt x="8329" y="17548"/>
                  </a:lnTo>
                  <a:lnTo>
                    <a:pt x="8779" y="17558"/>
                  </a:lnTo>
                  <a:lnTo>
                    <a:pt x="9239" y="17548"/>
                  </a:lnTo>
                  <a:lnTo>
                    <a:pt x="9679" y="17507"/>
                  </a:lnTo>
                  <a:lnTo>
                    <a:pt x="10119" y="17456"/>
                  </a:lnTo>
                  <a:lnTo>
                    <a:pt x="10549" y="17374"/>
                  </a:lnTo>
                  <a:lnTo>
                    <a:pt x="10979" y="17282"/>
                  </a:lnTo>
                  <a:lnTo>
                    <a:pt x="11398" y="17159"/>
                  </a:lnTo>
                  <a:lnTo>
                    <a:pt x="11797" y="17026"/>
                  </a:lnTo>
                  <a:lnTo>
                    <a:pt x="12196" y="16862"/>
                  </a:lnTo>
                  <a:lnTo>
                    <a:pt x="12585" y="16688"/>
                  </a:lnTo>
                  <a:lnTo>
                    <a:pt x="12964" y="16494"/>
                  </a:lnTo>
                  <a:lnTo>
                    <a:pt x="13332" y="16289"/>
                  </a:lnTo>
                  <a:lnTo>
                    <a:pt x="13690" y="16054"/>
                  </a:lnTo>
                  <a:lnTo>
                    <a:pt x="14038" y="15808"/>
                  </a:lnTo>
                  <a:lnTo>
                    <a:pt x="14365" y="15553"/>
                  </a:lnTo>
                  <a:lnTo>
                    <a:pt x="14682" y="15276"/>
                  </a:lnTo>
                  <a:lnTo>
                    <a:pt x="14989" y="14990"/>
                  </a:lnTo>
                  <a:lnTo>
                    <a:pt x="15286" y="14683"/>
                  </a:lnTo>
                  <a:lnTo>
                    <a:pt x="15562" y="14366"/>
                  </a:lnTo>
                  <a:lnTo>
                    <a:pt x="15818" y="14028"/>
                  </a:lnTo>
                  <a:lnTo>
                    <a:pt x="16064" y="13690"/>
                  </a:lnTo>
                  <a:lnTo>
                    <a:pt x="16289" y="13332"/>
                  </a:lnTo>
                  <a:lnTo>
                    <a:pt x="16504" y="12964"/>
                  </a:lnTo>
                  <a:lnTo>
                    <a:pt x="16698" y="12585"/>
                  </a:lnTo>
                  <a:lnTo>
                    <a:pt x="16872" y="12197"/>
                  </a:lnTo>
                  <a:lnTo>
                    <a:pt x="17025" y="11798"/>
                  </a:lnTo>
                  <a:lnTo>
                    <a:pt x="17169" y="11388"/>
                  </a:lnTo>
                  <a:lnTo>
                    <a:pt x="17281" y="10969"/>
                  </a:lnTo>
                  <a:lnTo>
                    <a:pt x="17384" y="10549"/>
                  </a:lnTo>
                  <a:lnTo>
                    <a:pt x="17465" y="10109"/>
                  </a:lnTo>
                  <a:lnTo>
                    <a:pt x="17517" y="9669"/>
                  </a:lnTo>
                  <a:lnTo>
                    <a:pt x="17547" y="9230"/>
                  </a:lnTo>
                  <a:lnTo>
                    <a:pt x="17558" y="8779"/>
                  </a:lnTo>
                  <a:lnTo>
                    <a:pt x="17547" y="8329"/>
                  </a:lnTo>
                  <a:lnTo>
                    <a:pt x="17517" y="7879"/>
                  </a:lnTo>
                  <a:lnTo>
                    <a:pt x="17465" y="7439"/>
                  </a:lnTo>
                  <a:lnTo>
                    <a:pt x="17384" y="7009"/>
                  </a:lnTo>
                  <a:lnTo>
                    <a:pt x="17281" y="6580"/>
                  </a:lnTo>
                  <a:lnTo>
                    <a:pt x="17169" y="6170"/>
                  </a:lnTo>
                  <a:lnTo>
                    <a:pt x="17025" y="5761"/>
                  </a:lnTo>
                  <a:lnTo>
                    <a:pt x="16872" y="5362"/>
                  </a:lnTo>
                  <a:lnTo>
                    <a:pt x="16698" y="4973"/>
                  </a:lnTo>
                  <a:lnTo>
                    <a:pt x="16504" y="4595"/>
                  </a:lnTo>
                  <a:lnTo>
                    <a:pt x="16289" y="4226"/>
                  </a:lnTo>
                  <a:lnTo>
                    <a:pt x="16064" y="3868"/>
                  </a:lnTo>
                  <a:lnTo>
                    <a:pt x="15818" y="3520"/>
                  </a:lnTo>
                  <a:lnTo>
                    <a:pt x="15562" y="3193"/>
                  </a:lnTo>
                  <a:lnTo>
                    <a:pt x="15286" y="2876"/>
                  </a:lnTo>
                  <a:lnTo>
                    <a:pt x="14989" y="2569"/>
                  </a:lnTo>
                  <a:lnTo>
                    <a:pt x="14682" y="2272"/>
                  </a:lnTo>
                  <a:lnTo>
                    <a:pt x="14365" y="2006"/>
                  </a:lnTo>
                  <a:lnTo>
                    <a:pt x="14038" y="1740"/>
                  </a:lnTo>
                  <a:lnTo>
                    <a:pt x="13690" y="1494"/>
                  </a:lnTo>
                  <a:lnTo>
                    <a:pt x="13332" y="1269"/>
                  </a:lnTo>
                  <a:lnTo>
                    <a:pt x="12964" y="1054"/>
                  </a:lnTo>
                  <a:lnTo>
                    <a:pt x="12585" y="860"/>
                  </a:lnTo>
                  <a:lnTo>
                    <a:pt x="12196" y="686"/>
                  </a:lnTo>
                  <a:lnTo>
                    <a:pt x="11797" y="533"/>
                  </a:lnTo>
                  <a:lnTo>
                    <a:pt x="11398" y="389"/>
                  </a:lnTo>
                  <a:lnTo>
                    <a:pt x="10979" y="277"/>
                  </a:lnTo>
                  <a:lnTo>
                    <a:pt x="10549" y="175"/>
                  </a:lnTo>
                  <a:lnTo>
                    <a:pt x="10119" y="93"/>
                  </a:lnTo>
                  <a:lnTo>
                    <a:pt x="9679" y="42"/>
                  </a:lnTo>
                  <a:lnTo>
                    <a:pt x="9239" y="11"/>
                  </a:lnTo>
                  <a:lnTo>
                    <a:pt x="8779" y="1"/>
                  </a:lnTo>
                  <a:close/>
                </a:path>
              </a:pathLst>
            </a:custGeom>
            <a:solidFill>
              <a:srgbClr val="E37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77"/>
            <p:cNvSpPr/>
            <p:nvPr/>
          </p:nvSpPr>
          <p:spPr>
            <a:xfrm>
              <a:off x="3554425" y="1989550"/>
              <a:ext cx="439225" cy="1104775"/>
            </a:xfrm>
            <a:custGeom>
              <a:rect b="b" l="l" r="r" t="t"/>
              <a:pathLst>
                <a:path extrusionOk="0" h="44191" w="17569">
                  <a:moveTo>
                    <a:pt x="8554" y="1"/>
                  </a:moveTo>
                  <a:lnTo>
                    <a:pt x="8104" y="21"/>
                  </a:lnTo>
                  <a:lnTo>
                    <a:pt x="7664" y="72"/>
                  </a:lnTo>
                  <a:lnTo>
                    <a:pt x="7224" y="144"/>
                  </a:lnTo>
                  <a:lnTo>
                    <a:pt x="6794" y="236"/>
                  </a:lnTo>
                  <a:lnTo>
                    <a:pt x="6385" y="349"/>
                  </a:lnTo>
                  <a:lnTo>
                    <a:pt x="5966" y="482"/>
                  </a:lnTo>
                  <a:lnTo>
                    <a:pt x="5567" y="645"/>
                  </a:lnTo>
                  <a:lnTo>
                    <a:pt x="5178" y="819"/>
                  </a:lnTo>
                  <a:lnTo>
                    <a:pt x="4799" y="1014"/>
                  </a:lnTo>
                  <a:lnTo>
                    <a:pt x="4431" y="1218"/>
                  </a:lnTo>
                  <a:lnTo>
                    <a:pt x="4073" y="1454"/>
                  </a:lnTo>
                  <a:lnTo>
                    <a:pt x="3725" y="1699"/>
                  </a:lnTo>
                  <a:lnTo>
                    <a:pt x="3387" y="1965"/>
                  </a:lnTo>
                  <a:lnTo>
                    <a:pt x="3070" y="2242"/>
                  </a:lnTo>
                  <a:lnTo>
                    <a:pt x="2763" y="2538"/>
                  </a:lnTo>
                  <a:lnTo>
                    <a:pt x="2466" y="2845"/>
                  </a:lnTo>
                  <a:lnTo>
                    <a:pt x="2190" y="3173"/>
                  </a:lnTo>
                  <a:lnTo>
                    <a:pt x="1924" y="3510"/>
                  </a:lnTo>
                  <a:lnTo>
                    <a:pt x="1668" y="3858"/>
                  </a:lnTo>
                  <a:lnTo>
                    <a:pt x="1433" y="4216"/>
                  </a:lnTo>
                  <a:lnTo>
                    <a:pt x="1218" y="4595"/>
                  </a:lnTo>
                  <a:lnTo>
                    <a:pt x="1014" y="4973"/>
                  </a:lnTo>
                  <a:lnTo>
                    <a:pt x="829" y="5362"/>
                  </a:lnTo>
                  <a:lnTo>
                    <a:pt x="655" y="5771"/>
                  </a:lnTo>
                  <a:lnTo>
                    <a:pt x="512" y="6181"/>
                  </a:lnTo>
                  <a:lnTo>
                    <a:pt x="379" y="6600"/>
                  </a:lnTo>
                  <a:lnTo>
                    <a:pt x="267" y="7030"/>
                  </a:lnTo>
                  <a:lnTo>
                    <a:pt x="175" y="7460"/>
                  </a:lnTo>
                  <a:lnTo>
                    <a:pt x="103" y="7900"/>
                  </a:lnTo>
                  <a:lnTo>
                    <a:pt x="52" y="8340"/>
                  </a:lnTo>
                  <a:lnTo>
                    <a:pt x="11" y="8790"/>
                  </a:lnTo>
                  <a:lnTo>
                    <a:pt x="1" y="9250"/>
                  </a:lnTo>
                  <a:lnTo>
                    <a:pt x="1" y="32875"/>
                  </a:lnTo>
                  <a:lnTo>
                    <a:pt x="11" y="33468"/>
                  </a:lnTo>
                  <a:lnTo>
                    <a:pt x="31" y="34041"/>
                  </a:lnTo>
                  <a:lnTo>
                    <a:pt x="72" y="34604"/>
                  </a:lnTo>
                  <a:lnTo>
                    <a:pt x="134" y="35157"/>
                  </a:lnTo>
                  <a:lnTo>
                    <a:pt x="205" y="35689"/>
                  </a:lnTo>
                  <a:lnTo>
                    <a:pt x="287" y="36210"/>
                  </a:lnTo>
                  <a:lnTo>
                    <a:pt x="389" y="36712"/>
                  </a:lnTo>
                  <a:lnTo>
                    <a:pt x="512" y="37193"/>
                  </a:lnTo>
                  <a:lnTo>
                    <a:pt x="635" y="37673"/>
                  </a:lnTo>
                  <a:lnTo>
                    <a:pt x="789" y="38124"/>
                  </a:lnTo>
                  <a:lnTo>
                    <a:pt x="942" y="38564"/>
                  </a:lnTo>
                  <a:lnTo>
                    <a:pt x="1116" y="38993"/>
                  </a:lnTo>
                  <a:lnTo>
                    <a:pt x="1300" y="39392"/>
                  </a:lnTo>
                  <a:lnTo>
                    <a:pt x="1494" y="39791"/>
                  </a:lnTo>
                  <a:lnTo>
                    <a:pt x="1709" y="40170"/>
                  </a:lnTo>
                  <a:lnTo>
                    <a:pt x="1934" y="40528"/>
                  </a:lnTo>
                  <a:lnTo>
                    <a:pt x="2170" y="40866"/>
                  </a:lnTo>
                  <a:lnTo>
                    <a:pt x="2415" y="41193"/>
                  </a:lnTo>
                  <a:lnTo>
                    <a:pt x="2671" y="41510"/>
                  </a:lnTo>
                  <a:lnTo>
                    <a:pt x="2937" y="41797"/>
                  </a:lnTo>
                  <a:lnTo>
                    <a:pt x="3224" y="42083"/>
                  </a:lnTo>
                  <a:lnTo>
                    <a:pt x="3510" y="42339"/>
                  </a:lnTo>
                  <a:lnTo>
                    <a:pt x="3817" y="42585"/>
                  </a:lnTo>
                  <a:lnTo>
                    <a:pt x="4124" y="42810"/>
                  </a:lnTo>
                  <a:lnTo>
                    <a:pt x="4451" y="43025"/>
                  </a:lnTo>
                  <a:lnTo>
                    <a:pt x="4779" y="43209"/>
                  </a:lnTo>
                  <a:lnTo>
                    <a:pt x="5116" y="43393"/>
                  </a:lnTo>
                  <a:lnTo>
                    <a:pt x="5464" y="43546"/>
                  </a:lnTo>
                  <a:lnTo>
                    <a:pt x="5822" y="43690"/>
                  </a:lnTo>
                  <a:lnTo>
                    <a:pt x="6191" y="43812"/>
                  </a:lnTo>
                  <a:lnTo>
                    <a:pt x="6569" y="43915"/>
                  </a:lnTo>
                  <a:lnTo>
                    <a:pt x="6948" y="44007"/>
                  </a:lnTo>
                  <a:lnTo>
                    <a:pt x="7214" y="44048"/>
                  </a:lnTo>
                  <a:lnTo>
                    <a:pt x="7480" y="44099"/>
                  </a:lnTo>
                  <a:lnTo>
                    <a:pt x="7746" y="44130"/>
                  </a:lnTo>
                  <a:lnTo>
                    <a:pt x="8002" y="44160"/>
                  </a:lnTo>
                  <a:lnTo>
                    <a:pt x="8258" y="44171"/>
                  </a:lnTo>
                  <a:lnTo>
                    <a:pt x="8524" y="44181"/>
                  </a:lnTo>
                  <a:lnTo>
                    <a:pt x="8779" y="44191"/>
                  </a:lnTo>
                  <a:lnTo>
                    <a:pt x="9025" y="44191"/>
                  </a:lnTo>
                  <a:lnTo>
                    <a:pt x="9281" y="44171"/>
                  </a:lnTo>
                  <a:lnTo>
                    <a:pt x="9537" y="44160"/>
                  </a:lnTo>
                  <a:lnTo>
                    <a:pt x="9782" y="44130"/>
                  </a:lnTo>
                  <a:lnTo>
                    <a:pt x="10028" y="44099"/>
                  </a:lnTo>
                  <a:lnTo>
                    <a:pt x="10273" y="44058"/>
                  </a:lnTo>
                  <a:lnTo>
                    <a:pt x="10519" y="44017"/>
                  </a:lnTo>
                  <a:lnTo>
                    <a:pt x="10754" y="43966"/>
                  </a:lnTo>
                  <a:lnTo>
                    <a:pt x="10989" y="43905"/>
                  </a:lnTo>
                  <a:lnTo>
                    <a:pt x="11225" y="43843"/>
                  </a:lnTo>
                  <a:lnTo>
                    <a:pt x="11460" y="43772"/>
                  </a:lnTo>
                  <a:lnTo>
                    <a:pt x="11685" y="43690"/>
                  </a:lnTo>
                  <a:lnTo>
                    <a:pt x="11921" y="43608"/>
                  </a:lnTo>
                  <a:lnTo>
                    <a:pt x="12146" y="43516"/>
                  </a:lnTo>
                  <a:lnTo>
                    <a:pt x="12361" y="43424"/>
                  </a:lnTo>
                  <a:lnTo>
                    <a:pt x="12575" y="43321"/>
                  </a:lnTo>
                  <a:lnTo>
                    <a:pt x="12790" y="43219"/>
                  </a:lnTo>
                  <a:lnTo>
                    <a:pt x="13005" y="43106"/>
                  </a:lnTo>
                  <a:lnTo>
                    <a:pt x="13210" y="42984"/>
                  </a:lnTo>
                  <a:lnTo>
                    <a:pt x="13414" y="42861"/>
                  </a:lnTo>
                  <a:lnTo>
                    <a:pt x="13619" y="42728"/>
                  </a:lnTo>
                  <a:lnTo>
                    <a:pt x="13813" y="42595"/>
                  </a:lnTo>
                  <a:lnTo>
                    <a:pt x="14008" y="42462"/>
                  </a:lnTo>
                  <a:lnTo>
                    <a:pt x="14192" y="42319"/>
                  </a:lnTo>
                  <a:lnTo>
                    <a:pt x="14376" y="42165"/>
                  </a:lnTo>
                  <a:lnTo>
                    <a:pt x="14560" y="42012"/>
                  </a:lnTo>
                  <a:lnTo>
                    <a:pt x="14734" y="41848"/>
                  </a:lnTo>
                  <a:lnTo>
                    <a:pt x="14908" y="41684"/>
                  </a:lnTo>
                  <a:lnTo>
                    <a:pt x="15072" y="41521"/>
                  </a:lnTo>
                  <a:lnTo>
                    <a:pt x="15236" y="41347"/>
                  </a:lnTo>
                  <a:lnTo>
                    <a:pt x="15389" y="41173"/>
                  </a:lnTo>
                  <a:lnTo>
                    <a:pt x="15543" y="40989"/>
                  </a:lnTo>
                  <a:lnTo>
                    <a:pt x="15696" y="40804"/>
                  </a:lnTo>
                  <a:lnTo>
                    <a:pt x="15839" y="40610"/>
                  </a:lnTo>
                  <a:lnTo>
                    <a:pt x="15983" y="40416"/>
                  </a:lnTo>
                  <a:lnTo>
                    <a:pt x="16116" y="40221"/>
                  </a:lnTo>
                  <a:lnTo>
                    <a:pt x="16238" y="40017"/>
                  </a:lnTo>
                  <a:lnTo>
                    <a:pt x="16361" y="39812"/>
                  </a:lnTo>
                  <a:lnTo>
                    <a:pt x="16484" y="39607"/>
                  </a:lnTo>
                  <a:lnTo>
                    <a:pt x="16596" y="39392"/>
                  </a:lnTo>
                  <a:lnTo>
                    <a:pt x="16699" y="39178"/>
                  </a:lnTo>
                  <a:lnTo>
                    <a:pt x="16801" y="38963"/>
                  </a:lnTo>
                  <a:lnTo>
                    <a:pt x="16893" y="38738"/>
                  </a:lnTo>
                  <a:lnTo>
                    <a:pt x="16985" y="38512"/>
                  </a:lnTo>
                  <a:lnTo>
                    <a:pt x="17067" y="38287"/>
                  </a:lnTo>
                  <a:lnTo>
                    <a:pt x="17149" y="38052"/>
                  </a:lnTo>
                  <a:lnTo>
                    <a:pt x="17221" y="37817"/>
                  </a:lnTo>
                  <a:lnTo>
                    <a:pt x="17282" y="37581"/>
                  </a:lnTo>
                  <a:lnTo>
                    <a:pt x="17343" y="37346"/>
                  </a:lnTo>
                  <a:lnTo>
                    <a:pt x="17395" y="37101"/>
                  </a:lnTo>
                  <a:lnTo>
                    <a:pt x="17435" y="36855"/>
                  </a:lnTo>
                  <a:lnTo>
                    <a:pt x="17476" y="36609"/>
                  </a:lnTo>
                  <a:lnTo>
                    <a:pt x="17507" y="36364"/>
                  </a:lnTo>
                  <a:lnTo>
                    <a:pt x="17528" y="36118"/>
                  </a:lnTo>
                  <a:lnTo>
                    <a:pt x="17548" y="35863"/>
                  </a:lnTo>
                  <a:lnTo>
                    <a:pt x="17558" y="35607"/>
                  </a:lnTo>
                  <a:lnTo>
                    <a:pt x="17568" y="35351"/>
                  </a:lnTo>
                  <a:lnTo>
                    <a:pt x="17568" y="8841"/>
                  </a:lnTo>
                  <a:lnTo>
                    <a:pt x="17548" y="8370"/>
                  </a:lnTo>
                  <a:lnTo>
                    <a:pt x="17517" y="7920"/>
                  </a:lnTo>
                  <a:lnTo>
                    <a:pt x="17456" y="7470"/>
                  </a:lnTo>
                  <a:lnTo>
                    <a:pt x="17384" y="7030"/>
                  </a:lnTo>
                  <a:lnTo>
                    <a:pt x="17282" y="6590"/>
                  </a:lnTo>
                  <a:lnTo>
                    <a:pt x="17159" y="6170"/>
                  </a:lnTo>
                  <a:lnTo>
                    <a:pt x="17016" y="5751"/>
                  </a:lnTo>
                  <a:lnTo>
                    <a:pt x="16852" y="5342"/>
                  </a:lnTo>
                  <a:lnTo>
                    <a:pt x="16668" y="4953"/>
                  </a:lnTo>
                  <a:lnTo>
                    <a:pt x="16474" y="4564"/>
                  </a:lnTo>
                  <a:lnTo>
                    <a:pt x="16259" y="4196"/>
                  </a:lnTo>
                  <a:lnTo>
                    <a:pt x="16023" y="3827"/>
                  </a:lnTo>
                  <a:lnTo>
                    <a:pt x="15768" y="3480"/>
                  </a:lnTo>
                  <a:lnTo>
                    <a:pt x="15502" y="3142"/>
                  </a:lnTo>
                  <a:lnTo>
                    <a:pt x="15215" y="2825"/>
                  </a:lnTo>
                  <a:lnTo>
                    <a:pt x="14918" y="2508"/>
                  </a:lnTo>
                  <a:lnTo>
                    <a:pt x="14601" y="2221"/>
                  </a:lnTo>
                  <a:lnTo>
                    <a:pt x="14274" y="1945"/>
                  </a:lnTo>
                  <a:lnTo>
                    <a:pt x="13936" y="1679"/>
                  </a:lnTo>
                  <a:lnTo>
                    <a:pt x="13578" y="1433"/>
                  </a:lnTo>
                  <a:lnTo>
                    <a:pt x="13220" y="1208"/>
                  </a:lnTo>
                  <a:lnTo>
                    <a:pt x="12841" y="993"/>
                  </a:lnTo>
                  <a:lnTo>
                    <a:pt x="12453" y="799"/>
                  </a:lnTo>
                  <a:lnTo>
                    <a:pt x="12054" y="635"/>
                  </a:lnTo>
                  <a:lnTo>
                    <a:pt x="11644" y="482"/>
                  </a:lnTo>
                  <a:lnTo>
                    <a:pt x="11225" y="349"/>
                  </a:lnTo>
                  <a:lnTo>
                    <a:pt x="10795" y="236"/>
                  </a:lnTo>
                  <a:lnTo>
                    <a:pt x="10365" y="144"/>
                  </a:lnTo>
                  <a:lnTo>
                    <a:pt x="9915" y="72"/>
                  </a:lnTo>
                  <a:lnTo>
                    <a:pt x="9475" y="21"/>
                  </a:lnTo>
                  <a:lnTo>
                    <a:pt x="9015" y="1"/>
                  </a:lnTo>
                  <a:close/>
                </a:path>
              </a:pathLst>
            </a:custGeom>
            <a:solidFill>
              <a:srgbClr val="E37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12" name="Google Shape;712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8211" y="1730205"/>
            <a:ext cx="191494" cy="191673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77"/>
          <p:cNvSpPr/>
          <p:nvPr/>
        </p:nvSpPr>
        <p:spPr>
          <a:xfrm>
            <a:off x="8299401" y="2190522"/>
            <a:ext cx="149100" cy="149400"/>
          </a:xfrm>
          <a:custGeom>
            <a:rect b="b" l="l" r="r" t="t"/>
            <a:pathLst>
              <a:path extrusionOk="0" h="120000" w="120000">
                <a:moveTo>
                  <a:pt x="93524" y="27493"/>
                </a:moveTo>
                <a:lnTo>
                  <a:pt x="101984" y="36031"/>
                </a:lnTo>
                <a:lnTo>
                  <a:pt x="48015" y="90000"/>
                </a:lnTo>
                <a:lnTo>
                  <a:pt x="18015" y="60000"/>
                </a:lnTo>
                <a:lnTo>
                  <a:pt x="26475" y="51540"/>
                </a:lnTo>
                <a:lnTo>
                  <a:pt x="48015" y="73002"/>
                </a:lnTo>
                <a:lnTo>
                  <a:pt x="93524" y="27493"/>
                </a:lnTo>
                <a:close/>
                <a:moveTo>
                  <a:pt x="60000" y="0"/>
                </a:moveTo>
                <a:lnTo>
                  <a:pt x="56945" y="78"/>
                </a:lnTo>
                <a:lnTo>
                  <a:pt x="53890" y="313"/>
                </a:lnTo>
                <a:lnTo>
                  <a:pt x="50835" y="704"/>
                </a:lnTo>
                <a:lnTo>
                  <a:pt x="47937" y="1253"/>
                </a:lnTo>
                <a:lnTo>
                  <a:pt x="45039" y="1880"/>
                </a:lnTo>
                <a:lnTo>
                  <a:pt x="42141" y="2741"/>
                </a:lnTo>
                <a:lnTo>
                  <a:pt x="39399" y="3681"/>
                </a:lnTo>
                <a:lnTo>
                  <a:pt x="36657" y="4699"/>
                </a:lnTo>
                <a:lnTo>
                  <a:pt x="33994" y="5952"/>
                </a:lnTo>
                <a:lnTo>
                  <a:pt x="31410" y="7284"/>
                </a:lnTo>
                <a:lnTo>
                  <a:pt x="28903" y="8694"/>
                </a:lnTo>
                <a:lnTo>
                  <a:pt x="26475" y="10260"/>
                </a:lnTo>
                <a:lnTo>
                  <a:pt x="24125" y="11906"/>
                </a:lnTo>
                <a:lnTo>
                  <a:pt x="21853" y="13707"/>
                </a:lnTo>
                <a:lnTo>
                  <a:pt x="19660" y="15587"/>
                </a:lnTo>
                <a:lnTo>
                  <a:pt x="17624" y="17624"/>
                </a:lnTo>
                <a:lnTo>
                  <a:pt x="15587" y="19660"/>
                </a:lnTo>
                <a:lnTo>
                  <a:pt x="13707" y="21853"/>
                </a:lnTo>
                <a:lnTo>
                  <a:pt x="11906" y="24125"/>
                </a:lnTo>
                <a:lnTo>
                  <a:pt x="10260" y="26475"/>
                </a:lnTo>
                <a:lnTo>
                  <a:pt x="8694" y="28903"/>
                </a:lnTo>
                <a:lnTo>
                  <a:pt x="7284" y="31410"/>
                </a:lnTo>
                <a:lnTo>
                  <a:pt x="5952" y="33994"/>
                </a:lnTo>
                <a:lnTo>
                  <a:pt x="4699" y="36657"/>
                </a:lnTo>
                <a:lnTo>
                  <a:pt x="3681" y="39399"/>
                </a:lnTo>
                <a:lnTo>
                  <a:pt x="2741" y="42141"/>
                </a:lnTo>
                <a:lnTo>
                  <a:pt x="1880" y="45039"/>
                </a:lnTo>
                <a:lnTo>
                  <a:pt x="1253" y="47937"/>
                </a:lnTo>
                <a:lnTo>
                  <a:pt x="704" y="50835"/>
                </a:lnTo>
                <a:lnTo>
                  <a:pt x="313" y="53890"/>
                </a:lnTo>
                <a:lnTo>
                  <a:pt x="78" y="56945"/>
                </a:lnTo>
                <a:lnTo>
                  <a:pt x="0" y="60000"/>
                </a:lnTo>
                <a:lnTo>
                  <a:pt x="78" y="63055"/>
                </a:lnTo>
                <a:lnTo>
                  <a:pt x="313" y="66109"/>
                </a:lnTo>
                <a:lnTo>
                  <a:pt x="704" y="69164"/>
                </a:lnTo>
                <a:lnTo>
                  <a:pt x="1253" y="72062"/>
                </a:lnTo>
                <a:lnTo>
                  <a:pt x="1880" y="74960"/>
                </a:lnTo>
                <a:lnTo>
                  <a:pt x="2741" y="77858"/>
                </a:lnTo>
                <a:lnTo>
                  <a:pt x="3681" y="80600"/>
                </a:lnTo>
                <a:lnTo>
                  <a:pt x="4699" y="83342"/>
                </a:lnTo>
                <a:lnTo>
                  <a:pt x="5952" y="86005"/>
                </a:lnTo>
                <a:lnTo>
                  <a:pt x="7284" y="88589"/>
                </a:lnTo>
                <a:lnTo>
                  <a:pt x="8694" y="91096"/>
                </a:lnTo>
                <a:lnTo>
                  <a:pt x="10260" y="93524"/>
                </a:lnTo>
                <a:lnTo>
                  <a:pt x="11906" y="95874"/>
                </a:lnTo>
                <a:lnTo>
                  <a:pt x="13707" y="98146"/>
                </a:lnTo>
                <a:lnTo>
                  <a:pt x="15587" y="100339"/>
                </a:lnTo>
                <a:lnTo>
                  <a:pt x="17624" y="102375"/>
                </a:lnTo>
                <a:lnTo>
                  <a:pt x="19660" y="104412"/>
                </a:lnTo>
                <a:lnTo>
                  <a:pt x="21853" y="106292"/>
                </a:lnTo>
                <a:lnTo>
                  <a:pt x="24125" y="108093"/>
                </a:lnTo>
                <a:lnTo>
                  <a:pt x="26475" y="109739"/>
                </a:lnTo>
                <a:lnTo>
                  <a:pt x="28903" y="111305"/>
                </a:lnTo>
                <a:lnTo>
                  <a:pt x="31410" y="112715"/>
                </a:lnTo>
                <a:lnTo>
                  <a:pt x="33994" y="114047"/>
                </a:lnTo>
                <a:lnTo>
                  <a:pt x="36657" y="115300"/>
                </a:lnTo>
                <a:lnTo>
                  <a:pt x="39399" y="116318"/>
                </a:lnTo>
                <a:lnTo>
                  <a:pt x="42141" y="117258"/>
                </a:lnTo>
                <a:lnTo>
                  <a:pt x="45039" y="118119"/>
                </a:lnTo>
                <a:lnTo>
                  <a:pt x="47937" y="118746"/>
                </a:lnTo>
                <a:lnTo>
                  <a:pt x="50835" y="119295"/>
                </a:lnTo>
                <a:lnTo>
                  <a:pt x="53890" y="119686"/>
                </a:lnTo>
                <a:lnTo>
                  <a:pt x="56945" y="119921"/>
                </a:lnTo>
                <a:lnTo>
                  <a:pt x="60000" y="120000"/>
                </a:lnTo>
                <a:lnTo>
                  <a:pt x="63055" y="119921"/>
                </a:lnTo>
                <a:lnTo>
                  <a:pt x="66109" y="119686"/>
                </a:lnTo>
                <a:lnTo>
                  <a:pt x="69164" y="119295"/>
                </a:lnTo>
                <a:lnTo>
                  <a:pt x="72062" y="118746"/>
                </a:lnTo>
                <a:lnTo>
                  <a:pt x="74960" y="118119"/>
                </a:lnTo>
                <a:lnTo>
                  <a:pt x="77858" y="117258"/>
                </a:lnTo>
                <a:lnTo>
                  <a:pt x="80600" y="116318"/>
                </a:lnTo>
                <a:lnTo>
                  <a:pt x="83342" y="115300"/>
                </a:lnTo>
                <a:lnTo>
                  <a:pt x="86005" y="114047"/>
                </a:lnTo>
                <a:lnTo>
                  <a:pt x="88589" y="112715"/>
                </a:lnTo>
                <a:lnTo>
                  <a:pt x="91096" y="111305"/>
                </a:lnTo>
                <a:lnTo>
                  <a:pt x="93524" y="109739"/>
                </a:lnTo>
                <a:lnTo>
                  <a:pt x="95874" y="108093"/>
                </a:lnTo>
                <a:lnTo>
                  <a:pt x="98146" y="106292"/>
                </a:lnTo>
                <a:lnTo>
                  <a:pt x="100339" y="104412"/>
                </a:lnTo>
                <a:lnTo>
                  <a:pt x="102375" y="102375"/>
                </a:lnTo>
                <a:lnTo>
                  <a:pt x="104412" y="100339"/>
                </a:lnTo>
                <a:lnTo>
                  <a:pt x="106292" y="98146"/>
                </a:lnTo>
                <a:lnTo>
                  <a:pt x="108093" y="95874"/>
                </a:lnTo>
                <a:lnTo>
                  <a:pt x="109739" y="93524"/>
                </a:lnTo>
                <a:lnTo>
                  <a:pt x="111305" y="91096"/>
                </a:lnTo>
                <a:lnTo>
                  <a:pt x="112715" y="88589"/>
                </a:lnTo>
                <a:lnTo>
                  <a:pt x="114047" y="86005"/>
                </a:lnTo>
                <a:lnTo>
                  <a:pt x="115300" y="83342"/>
                </a:lnTo>
                <a:lnTo>
                  <a:pt x="116318" y="80600"/>
                </a:lnTo>
                <a:lnTo>
                  <a:pt x="117258" y="77858"/>
                </a:lnTo>
                <a:lnTo>
                  <a:pt x="118119" y="74960"/>
                </a:lnTo>
                <a:lnTo>
                  <a:pt x="118746" y="72062"/>
                </a:lnTo>
                <a:lnTo>
                  <a:pt x="119295" y="69164"/>
                </a:lnTo>
                <a:lnTo>
                  <a:pt x="119686" y="66109"/>
                </a:lnTo>
                <a:lnTo>
                  <a:pt x="119921" y="63055"/>
                </a:lnTo>
                <a:lnTo>
                  <a:pt x="120000" y="60000"/>
                </a:lnTo>
                <a:lnTo>
                  <a:pt x="119921" y="56945"/>
                </a:lnTo>
                <a:lnTo>
                  <a:pt x="119686" y="53890"/>
                </a:lnTo>
                <a:lnTo>
                  <a:pt x="119295" y="50835"/>
                </a:lnTo>
                <a:lnTo>
                  <a:pt x="118746" y="47937"/>
                </a:lnTo>
                <a:lnTo>
                  <a:pt x="118119" y="45039"/>
                </a:lnTo>
                <a:lnTo>
                  <a:pt x="117258" y="42141"/>
                </a:lnTo>
                <a:lnTo>
                  <a:pt x="116318" y="39399"/>
                </a:lnTo>
                <a:lnTo>
                  <a:pt x="115300" y="36657"/>
                </a:lnTo>
                <a:lnTo>
                  <a:pt x="114047" y="33994"/>
                </a:lnTo>
                <a:lnTo>
                  <a:pt x="112715" y="31410"/>
                </a:lnTo>
                <a:lnTo>
                  <a:pt x="111305" y="28903"/>
                </a:lnTo>
                <a:lnTo>
                  <a:pt x="109739" y="26475"/>
                </a:lnTo>
                <a:lnTo>
                  <a:pt x="108093" y="24125"/>
                </a:lnTo>
                <a:lnTo>
                  <a:pt x="106292" y="21853"/>
                </a:lnTo>
                <a:lnTo>
                  <a:pt x="104412" y="19660"/>
                </a:lnTo>
                <a:lnTo>
                  <a:pt x="102375" y="17624"/>
                </a:lnTo>
                <a:lnTo>
                  <a:pt x="100339" y="15587"/>
                </a:lnTo>
                <a:lnTo>
                  <a:pt x="98146" y="13707"/>
                </a:lnTo>
                <a:lnTo>
                  <a:pt x="95874" y="11906"/>
                </a:lnTo>
                <a:lnTo>
                  <a:pt x="93524" y="10260"/>
                </a:lnTo>
                <a:lnTo>
                  <a:pt x="91096" y="8694"/>
                </a:lnTo>
                <a:lnTo>
                  <a:pt x="88589" y="7284"/>
                </a:lnTo>
                <a:lnTo>
                  <a:pt x="86005" y="5952"/>
                </a:lnTo>
                <a:lnTo>
                  <a:pt x="83342" y="4699"/>
                </a:lnTo>
                <a:lnTo>
                  <a:pt x="80600" y="3681"/>
                </a:lnTo>
                <a:lnTo>
                  <a:pt x="77858" y="2741"/>
                </a:lnTo>
                <a:lnTo>
                  <a:pt x="74960" y="1880"/>
                </a:lnTo>
                <a:lnTo>
                  <a:pt x="72062" y="1253"/>
                </a:lnTo>
                <a:lnTo>
                  <a:pt x="69164" y="704"/>
                </a:lnTo>
                <a:lnTo>
                  <a:pt x="66109" y="313"/>
                </a:lnTo>
                <a:lnTo>
                  <a:pt x="63055" y="78"/>
                </a:lnTo>
                <a:lnTo>
                  <a:pt x="60000" y="0"/>
                </a:lnTo>
                <a:close/>
              </a:path>
            </a:pathLst>
          </a:cu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FC3F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77"/>
          <p:cNvSpPr/>
          <p:nvPr/>
        </p:nvSpPr>
        <p:spPr>
          <a:xfrm>
            <a:off x="7772476" y="2506569"/>
            <a:ext cx="149100" cy="149400"/>
          </a:xfrm>
          <a:custGeom>
            <a:rect b="b" l="l" r="r" t="t"/>
            <a:pathLst>
              <a:path extrusionOk="0" h="120000" w="120000">
                <a:moveTo>
                  <a:pt x="93524" y="27493"/>
                </a:moveTo>
                <a:lnTo>
                  <a:pt x="101984" y="36031"/>
                </a:lnTo>
                <a:lnTo>
                  <a:pt x="48015" y="90000"/>
                </a:lnTo>
                <a:lnTo>
                  <a:pt x="18015" y="60000"/>
                </a:lnTo>
                <a:lnTo>
                  <a:pt x="26475" y="51540"/>
                </a:lnTo>
                <a:lnTo>
                  <a:pt x="48015" y="73002"/>
                </a:lnTo>
                <a:lnTo>
                  <a:pt x="93524" y="27493"/>
                </a:lnTo>
                <a:close/>
                <a:moveTo>
                  <a:pt x="60000" y="0"/>
                </a:moveTo>
                <a:lnTo>
                  <a:pt x="56945" y="78"/>
                </a:lnTo>
                <a:lnTo>
                  <a:pt x="53890" y="313"/>
                </a:lnTo>
                <a:lnTo>
                  <a:pt x="50835" y="704"/>
                </a:lnTo>
                <a:lnTo>
                  <a:pt x="47937" y="1253"/>
                </a:lnTo>
                <a:lnTo>
                  <a:pt x="45039" y="1880"/>
                </a:lnTo>
                <a:lnTo>
                  <a:pt x="42141" y="2741"/>
                </a:lnTo>
                <a:lnTo>
                  <a:pt x="39399" y="3681"/>
                </a:lnTo>
                <a:lnTo>
                  <a:pt x="36657" y="4699"/>
                </a:lnTo>
                <a:lnTo>
                  <a:pt x="33994" y="5952"/>
                </a:lnTo>
                <a:lnTo>
                  <a:pt x="31410" y="7284"/>
                </a:lnTo>
                <a:lnTo>
                  <a:pt x="28903" y="8694"/>
                </a:lnTo>
                <a:lnTo>
                  <a:pt x="26475" y="10260"/>
                </a:lnTo>
                <a:lnTo>
                  <a:pt x="24125" y="11906"/>
                </a:lnTo>
                <a:lnTo>
                  <a:pt x="21853" y="13707"/>
                </a:lnTo>
                <a:lnTo>
                  <a:pt x="19660" y="15587"/>
                </a:lnTo>
                <a:lnTo>
                  <a:pt x="17624" y="17624"/>
                </a:lnTo>
                <a:lnTo>
                  <a:pt x="15587" y="19660"/>
                </a:lnTo>
                <a:lnTo>
                  <a:pt x="13707" y="21853"/>
                </a:lnTo>
                <a:lnTo>
                  <a:pt x="11906" y="24125"/>
                </a:lnTo>
                <a:lnTo>
                  <a:pt x="10260" y="26475"/>
                </a:lnTo>
                <a:lnTo>
                  <a:pt x="8694" y="28903"/>
                </a:lnTo>
                <a:lnTo>
                  <a:pt x="7284" y="31410"/>
                </a:lnTo>
                <a:lnTo>
                  <a:pt x="5952" y="33994"/>
                </a:lnTo>
                <a:lnTo>
                  <a:pt x="4699" y="36657"/>
                </a:lnTo>
                <a:lnTo>
                  <a:pt x="3681" y="39399"/>
                </a:lnTo>
                <a:lnTo>
                  <a:pt x="2741" y="42141"/>
                </a:lnTo>
                <a:lnTo>
                  <a:pt x="1880" y="45039"/>
                </a:lnTo>
                <a:lnTo>
                  <a:pt x="1253" y="47937"/>
                </a:lnTo>
                <a:lnTo>
                  <a:pt x="704" y="50835"/>
                </a:lnTo>
                <a:lnTo>
                  <a:pt x="313" y="53890"/>
                </a:lnTo>
                <a:lnTo>
                  <a:pt x="78" y="56945"/>
                </a:lnTo>
                <a:lnTo>
                  <a:pt x="0" y="60000"/>
                </a:lnTo>
                <a:lnTo>
                  <a:pt x="78" y="63055"/>
                </a:lnTo>
                <a:lnTo>
                  <a:pt x="313" y="66109"/>
                </a:lnTo>
                <a:lnTo>
                  <a:pt x="704" y="69164"/>
                </a:lnTo>
                <a:lnTo>
                  <a:pt x="1253" y="72062"/>
                </a:lnTo>
                <a:lnTo>
                  <a:pt x="1880" y="74960"/>
                </a:lnTo>
                <a:lnTo>
                  <a:pt x="2741" y="77858"/>
                </a:lnTo>
                <a:lnTo>
                  <a:pt x="3681" y="80600"/>
                </a:lnTo>
                <a:lnTo>
                  <a:pt x="4699" y="83342"/>
                </a:lnTo>
                <a:lnTo>
                  <a:pt x="5952" y="86005"/>
                </a:lnTo>
                <a:lnTo>
                  <a:pt x="7284" y="88589"/>
                </a:lnTo>
                <a:lnTo>
                  <a:pt x="8694" y="91096"/>
                </a:lnTo>
                <a:lnTo>
                  <a:pt x="10260" y="93524"/>
                </a:lnTo>
                <a:lnTo>
                  <a:pt x="11906" y="95874"/>
                </a:lnTo>
                <a:lnTo>
                  <a:pt x="13707" y="98146"/>
                </a:lnTo>
                <a:lnTo>
                  <a:pt x="15587" y="100339"/>
                </a:lnTo>
                <a:lnTo>
                  <a:pt x="17624" y="102375"/>
                </a:lnTo>
                <a:lnTo>
                  <a:pt x="19660" y="104412"/>
                </a:lnTo>
                <a:lnTo>
                  <a:pt x="21853" y="106292"/>
                </a:lnTo>
                <a:lnTo>
                  <a:pt x="24125" y="108093"/>
                </a:lnTo>
                <a:lnTo>
                  <a:pt x="26475" y="109739"/>
                </a:lnTo>
                <a:lnTo>
                  <a:pt x="28903" y="111305"/>
                </a:lnTo>
                <a:lnTo>
                  <a:pt x="31410" y="112715"/>
                </a:lnTo>
                <a:lnTo>
                  <a:pt x="33994" y="114047"/>
                </a:lnTo>
                <a:lnTo>
                  <a:pt x="36657" y="115300"/>
                </a:lnTo>
                <a:lnTo>
                  <a:pt x="39399" y="116318"/>
                </a:lnTo>
                <a:lnTo>
                  <a:pt x="42141" y="117258"/>
                </a:lnTo>
                <a:lnTo>
                  <a:pt x="45039" y="118119"/>
                </a:lnTo>
                <a:lnTo>
                  <a:pt x="47937" y="118746"/>
                </a:lnTo>
                <a:lnTo>
                  <a:pt x="50835" y="119295"/>
                </a:lnTo>
                <a:lnTo>
                  <a:pt x="53890" y="119686"/>
                </a:lnTo>
                <a:lnTo>
                  <a:pt x="56945" y="119921"/>
                </a:lnTo>
                <a:lnTo>
                  <a:pt x="60000" y="120000"/>
                </a:lnTo>
                <a:lnTo>
                  <a:pt x="63055" y="119921"/>
                </a:lnTo>
                <a:lnTo>
                  <a:pt x="66109" y="119686"/>
                </a:lnTo>
                <a:lnTo>
                  <a:pt x="69164" y="119295"/>
                </a:lnTo>
                <a:lnTo>
                  <a:pt x="72062" y="118746"/>
                </a:lnTo>
                <a:lnTo>
                  <a:pt x="74960" y="118119"/>
                </a:lnTo>
                <a:lnTo>
                  <a:pt x="77858" y="117258"/>
                </a:lnTo>
                <a:lnTo>
                  <a:pt x="80600" y="116318"/>
                </a:lnTo>
                <a:lnTo>
                  <a:pt x="83342" y="115300"/>
                </a:lnTo>
                <a:lnTo>
                  <a:pt x="86005" y="114047"/>
                </a:lnTo>
                <a:lnTo>
                  <a:pt x="88589" y="112715"/>
                </a:lnTo>
                <a:lnTo>
                  <a:pt x="91096" y="111305"/>
                </a:lnTo>
                <a:lnTo>
                  <a:pt x="93524" y="109739"/>
                </a:lnTo>
                <a:lnTo>
                  <a:pt x="95874" y="108093"/>
                </a:lnTo>
                <a:lnTo>
                  <a:pt x="98146" y="106292"/>
                </a:lnTo>
                <a:lnTo>
                  <a:pt x="100339" y="104412"/>
                </a:lnTo>
                <a:lnTo>
                  <a:pt x="102375" y="102375"/>
                </a:lnTo>
                <a:lnTo>
                  <a:pt x="104412" y="100339"/>
                </a:lnTo>
                <a:lnTo>
                  <a:pt x="106292" y="98146"/>
                </a:lnTo>
                <a:lnTo>
                  <a:pt x="108093" y="95874"/>
                </a:lnTo>
                <a:lnTo>
                  <a:pt x="109739" y="93524"/>
                </a:lnTo>
                <a:lnTo>
                  <a:pt x="111305" y="91096"/>
                </a:lnTo>
                <a:lnTo>
                  <a:pt x="112715" y="88589"/>
                </a:lnTo>
                <a:lnTo>
                  <a:pt x="114047" y="86005"/>
                </a:lnTo>
                <a:lnTo>
                  <a:pt x="115300" y="83342"/>
                </a:lnTo>
                <a:lnTo>
                  <a:pt x="116318" y="80600"/>
                </a:lnTo>
                <a:lnTo>
                  <a:pt x="117258" y="77858"/>
                </a:lnTo>
                <a:lnTo>
                  <a:pt x="118119" y="74960"/>
                </a:lnTo>
                <a:lnTo>
                  <a:pt x="118746" y="72062"/>
                </a:lnTo>
                <a:lnTo>
                  <a:pt x="119295" y="69164"/>
                </a:lnTo>
                <a:lnTo>
                  <a:pt x="119686" y="66109"/>
                </a:lnTo>
                <a:lnTo>
                  <a:pt x="119921" y="63055"/>
                </a:lnTo>
                <a:lnTo>
                  <a:pt x="120000" y="60000"/>
                </a:lnTo>
                <a:lnTo>
                  <a:pt x="119921" y="56945"/>
                </a:lnTo>
                <a:lnTo>
                  <a:pt x="119686" y="53890"/>
                </a:lnTo>
                <a:lnTo>
                  <a:pt x="119295" y="50835"/>
                </a:lnTo>
                <a:lnTo>
                  <a:pt x="118746" y="47937"/>
                </a:lnTo>
                <a:lnTo>
                  <a:pt x="118119" y="45039"/>
                </a:lnTo>
                <a:lnTo>
                  <a:pt x="117258" y="42141"/>
                </a:lnTo>
                <a:lnTo>
                  <a:pt x="116318" y="39399"/>
                </a:lnTo>
                <a:lnTo>
                  <a:pt x="115300" y="36657"/>
                </a:lnTo>
                <a:lnTo>
                  <a:pt x="114047" y="33994"/>
                </a:lnTo>
                <a:lnTo>
                  <a:pt x="112715" y="31410"/>
                </a:lnTo>
                <a:lnTo>
                  <a:pt x="111305" y="28903"/>
                </a:lnTo>
                <a:lnTo>
                  <a:pt x="109739" y="26475"/>
                </a:lnTo>
                <a:lnTo>
                  <a:pt x="108093" y="24125"/>
                </a:lnTo>
                <a:lnTo>
                  <a:pt x="106292" y="21853"/>
                </a:lnTo>
                <a:lnTo>
                  <a:pt x="104412" y="19660"/>
                </a:lnTo>
                <a:lnTo>
                  <a:pt x="102375" y="17624"/>
                </a:lnTo>
                <a:lnTo>
                  <a:pt x="100339" y="15587"/>
                </a:lnTo>
                <a:lnTo>
                  <a:pt x="98146" y="13707"/>
                </a:lnTo>
                <a:lnTo>
                  <a:pt x="95874" y="11906"/>
                </a:lnTo>
                <a:lnTo>
                  <a:pt x="93524" y="10260"/>
                </a:lnTo>
                <a:lnTo>
                  <a:pt x="91096" y="8694"/>
                </a:lnTo>
                <a:lnTo>
                  <a:pt x="88589" y="7284"/>
                </a:lnTo>
                <a:lnTo>
                  <a:pt x="86005" y="5952"/>
                </a:lnTo>
                <a:lnTo>
                  <a:pt x="83342" y="4699"/>
                </a:lnTo>
                <a:lnTo>
                  <a:pt x="80600" y="3681"/>
                </a:lnTo>
                <a:lnTo>
                  <a:pt x="77858" y="2741"/>
                </a:lnTo>
                <a:lnTo>
                  <a:pt x="74960" y="1880"/>
                </a:lnTo>
                <a:lnTo>
                  <a:pt x="72062" y="1253"/>
                </a:lnTo>
                <a:lnTo>
                  <a:pt x="69164" y="704"/>
                </a:lnTo>
                <a:lnTo>
                  <a:pt x="66109" y="313"/>
                </a:lnTo>
                <a:lnTo>
                  <a:pt x="63055" y="78"/>
                </a:lnTo>
                <a:lnTo>
                  <a:pt x="600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FC3F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77"/>
          <p:cNvSpPr/>
          <p:nvPr/>
        </p:nvSpPr>
        <p:spPr>
          <a:xfrm>
            <a:off x="8299401" y="2865697"/>
            <a:ext cx="149100" cy="149400"/>
          </a:xfrm>
          <a:custGeom>
            <a:rect b="b" l="l" r="r" t="t"/>
            <a:pathLst>
              <a:path extrusionOk="0" h="120000" w="120000">
                <a:moveTo>
                  <a:pt x="93524" y="27493"/>
                </a:moveTo>
                <a:lnTo>
                  <a:pt x="101984" y="36031"/>
                </a:lnTo>
                <a:lnTo>
                  <a:pt x="48015" y="90000"/>
                </a:lnTo>
                <a:lnTo>
                  <a:pt x="18015" y="60000"/>
                </a:lnTo>
                <a:lnTo>
                  <a:pt x="26475" y="51540"/>
                </a:lnTo>
                <a:lnTo>
                  <a:pt x="48015" y="73002"/>
                </a:lnTo>
                <a:lnTo>
                  <a:pt x="93524" y="27493"/>
                </a:lnTo>
                <a:close/>
                <a:moveTo>
                  <a:pt x="60000" y="0"/>
                </a:moveTo>
                <a:lnTo>
                  <a:pt x="56945" y="78"/>
                </a:lnTo>
                <a:lnTo>
                  <a:pt x="53890" y="313"/>
                </a:lnTo>
                <a:lnTo>
                  <a:pt x="50835" y="704"/>
                </a:lnTo>
                <a:lnTo>
                  <a:pt x="47937" y="1253"/>
                </a:lnTo>
                <a:lnTo>
                  <a:pt x="45039" y="1880"/>
                </a:lnTo>
                <a:lnTo>
                  <a:pt x="42141" y="2741"/>
                </a:lnTo>
                <a:lnTo>
                  <a:pt x="39399" y="3681"/>
                </a:lnTo>
                <a:lnTo>
                  <a:pt x="36657" y="4699"/>
                </a:lnTo>
                <a:lnTo>
                  <a:pt x="33994" y="5952"/>
                </a:lnTo>
                <a:lnTo>
                  <a:pt x="31410" y="7284"/>
                </a:lnTo>
                <a:lnTo>
                  <a:pt x="28903" y="8694"/>
                </a:lnTo>
                <a:lnTo>
                  <a:pt x="26475" y="10260"/>
                </a:lnTo>
                <a:lnTo>
                  <a:pt x="24125" y="11906"/>
                </a:lnTo>
                <a:lnTo>
                  <a:pt x="21853" y="13707"/>
                </a:lnTo>
                <a:lnTo>
                  <a:pt x="19660" y="15587"/>
                </a:lnTo>
                <a:lnTo>
                  <a:pt x="17624" y="17624"/>
                </a:lnTo>
                <a:lnTo>
                  <a:pt x="15587" y="19660"/>
                </a:lnTo>
                <a:lnTo>
                  <a:pt x="13707" y="21853"/>
                </a:lnTo>
                <a:lnTo>
                  <a:pt x="11906" y="24125"/>
                </a:lnTo>
                <a:lnTo>
                  <a:pt x="10260" y="26475"/>
                </a:lnTo>
                <a:lnTo>
                  <a:pt x="8694" y="28903"/>
                </a:lnTo>
                <a:lnTo>
                  <a:pt x="7284" y="31410"/>
                </a:lnTo>
                <a:lnTo>
                  <a:pt x="5952" y="33994"/>
                </a:lnTo>
                <a:lnTo>
                  <a:pt x="4699" y="36657"/>
                </a:lnTo>
                <a:lnTo>
                  <a:pt x="3681" y="39399"/>
                </a:lnTo>
                <a:lnTo>
                  <a:pt x="2741" y="42141"/>
                </a:lnTo>
                <a:lnTo>
                  <a:pt x="1880" y="45039"/>
                </a:lnTo>
                <a:lnTo>
                  <a:pt x="1253" y="47937"/>
                </a:lnTo>
                <a:lnTo>
                  <a:pt x="704" y="50835"/>
                </a:lnTo>
                <a:lnTo>
                  <a:pt x="313" y="53890"/>
                </a:lnTo>
                <a:lnTo>
                  <a:pt x="78" y="56945"/>
                </a:lnTo>
                <a:lnTo>
                  <a:pt x="0" y="60000"/>
                </a:lnTo>
                <a:lnTo>
                  <a:pt x="78" y="63055"/>
                </a:lnTo>
                <a:lnTo>
                  <a:pt x="313" y="66109"/>
                </a:lnTo>
                <a:lnTo>
                  <a:pt x="704" y="69164"/>
                </a:lnTo>
                <a:lnTo>
                  <a:pt x="1253" y="72062"/>
                </a:lnTo>
                <a:lnTo>
                  <a:pt x="1880" y="74960"/>
                </a:lnTo>
                <a:lnTo>
                  <a:pt x="2741" y="77858"/>
                </a:lnTo>
                <a:lnTo>
                  <a:pt x="3681" y="80600"/>
                </a:lnTo>
                <a:lnTo>
                  <a:pt x="4699" y="83342"/>
                </a:lnTo>
                <a:lnTo>
                  <a:pt x="5952" y="86005"/>
                </a:lnTo>
                <a:lnTo>
                  <a:pt x="7284" y="88589"/>
                </a:lnTo>
                <a:lnTo>
                  <a:pt x="8694" y="91096"/>
                </a:lnTo>
                <a:lnTo>
                  <a:pt x="10260" y="93524"/>
                </a:lnTo>
                <a:lnTo>
                  <a:pt x="11906" y="95874"/>
                </a:lnTo>
                <a:lnTo>
                  <a:pt x="13707" y="98146"/>
                </a:lnTo>
                <a:lnTo>
                  <a:pt x="15587" y="100339"/>
                </a:lnTo>
                <a:lnTo>
                  <a:pt x="17624" y="102375"/>
                </a:lnTo>
                <a:lnTo>
                  <a:pt x="19660" y="104412"/>
                </a:lnTo>
                <a:lnTo>
                  <a:pt x="21853" y="106292"/>
                </a:lnTo>
                <a:lnTo>
                  <a:pt x="24125" y="108093"/>
                </a:lnTo>
                <a:lnTo>
                  <a:pt x="26475" y="109739"/>
                </a:lnTo>
                <a:lnTo>
                  <a:pt x="28903" y="111305"/>
                </a:lnTo>
                <a:lnTo>
                  <a:pt x="31410" y="112715"/>
                </a:lnTo>
                <a:lnTo>
                  <a:pt x="33994" y="114047"/>
                </a:lnTo>
                <a:lnTo>
                  <a:pt x="36657" y="115300"/>
                </a:lnTo>
                <a:lnTo>
                  <a:pt x="39399" y="116318"/>
                </a:lnTo>
                <a:lnTo>
                  <a:pt x="42141" y="117258"/>
                </a:lnTo>
                <a:lnTo>
                  <a:pt x="45039" y="118119"/>
                </a:lnTo>
                <a:lnTo>
                  <a:pt x="47937" y="118746"/>
                </a:lnTo>
                <a:lnTo>
                  <a:pt x="50835" y="119295"/>
                </a:lnTo>
                <a:lnTo>
                  <a:pt x="53890" y="119686"/>
                </a:lnTo>
                <a:lnTo>
                  <a:pt x="56945" y="119921"/>
                </a:lnTo>
                <a:lnTo>
                  <a:pt x="60000" y="120000"/>
                </a:lnTo>
                <a:lnTo>
                  <a:pt x="63055" y="119921"/>
                </a:lnTo>
                <a:lnTo>
                  <a:pt x="66109" y="119686"/>
                </a:lnTo>
                <a:lnTo>
                  <a:pt x="69164" y="119295"/>
                </a:lnTo>
                <a:lnTo>
                  <a:pt x="72062" y="118746"/>
                </a:lnTo>
                <a:lnTo>
                  <a:pt x="74960" y="118119"/>
                </a:lnTo>
                <a:lnTo>
                  <a:pt x="77858" y="117258"/>
                </a:lnTo>
                <a:lnTo>
                  <a:pt x="80600" y="116318"/>
                </a:lnTo>
                <a:lnTo>
                  <a:pt x="83342" y="115300"/>
                </a:lnTo>
                <a:lnTo>
                  <a:pt x="86005" y="114047"/>
                </a:lnTo>
                <a:lnTo>
                  <a:pt x="88589" y="112715"/>
                </a:lnTo>
                <a:lnTo>
                  <a:pt x="91096" y="111305"/>
                </a:lnTo>
                <a:lnTo>
                  <a:pt x="93524" y="109739"/>
                </a:lnTo>
                <a:lnTo>
                  <a:pt x="95874" y="108093"/>
                </a:lnTo>
                <a:lnTo>
                  <a:pt x="98146" y="106292"/>
                </a:lnTo>
                <a:lnTo>
                  <a:pt x="100339" y="104412"/>
                </a:lnTo>
                <a:lnTo>
                  <a:pt x="102375" y="102375"/>
                </a:lnTo>
                <a:lnTo>
                  <a:pt x="104412" y="100339"/>
                </a:lnTo>
                <a:lnTo>
                  <a:pt x="106292" y="98146"/>
                </a:lnTo>
                <a:lnTo>
                  <a:pt x="108093" y="95874"/>
                </a:lnTo>
                <a:lnTo>
                  <a:pt x="109739" y="93524"/>
                </a:lnTo>
                <a:lnTo>
                  <a:pt x="111305" y="91096"/>
                </a:lnTo>
                <a:lnTo>
                  <a:pt x="112715" y="88589"/>
                </a:lnTo>
                <a:lnTo>
                  <a:pt x="114047" y="86005"/>
                </a:lnTo>
                <a:lnTo>
                  <a:pt x="115300" y="83342"/>
                </a:lnTo>
                <a:lnTo>
                  <a:pt x="116318" y="80600"/>
                </a:lnTo>
                <a:lnTo>
                  <a:pt x="117258" y="77858"/>
                </a:lnTo>
                <a:lnTo>
                  <a:pt x="118119" y="74960"/>
                </a:lnTo>
                <a:lnTo>
                  <a:pt x="118746" y="72062"/>
                </a:lnTo>
                <a:lnTo>
                  <a:pt x="119295" y="69164"/>
                </a:lnTo>
                <a:lnTo>
                  <a:pt x="119686" y="66109"/>
                </a:lnTo>
                <a:lnTo>
                  <a:pt x="119921" y="63055"/>
                </a:lnTo>
                <a:lnTo>
                  <a:pt x="120000" y="60000"/>
                </a:lnTo>
                <a:lnTo>
                  <a:pt x="119921" y="56945"/>
                </a:lnTo>
                <a:lnTo>
                  <a:pt x="119686" y="53890"/>
                </a:lnTo>
                <a:lnTo>
                  <a:pt x="119295" y="50835"/>
                </a:lnTo>
                <a:lnTo>
                  <a:pt x="118746" y="47937"/>
                </a:lnTo>
                <a:lnTo>
                  <a:pt x="118119" y="45039"/>
                </a:lnTo>
                <a:lnTo>
                  <a:pt x="117258" y="42141"/>
                </a:lnTo>
                <a:lnTo>
                  <a:pt x="116318" y="39399"/>
                </a:lnTo>
                <a:lnTo>
                  <a:pt x="115300" y="36657"/>
                </a:lnTo>
                <a:lnTo>
                  <a:pt x="114047" y="33994"/>
                </a:lnTo>
                <a:lnTo>
                  <a:pt x="112715" y="31410"/>
                </a:lnTo>
                <a:lnTo>
                  <a:pt x="111305" y="28903"/>
                </a:lnTo>
                <a:lnTo>
                  <a:pt x="109739" y="26475"/>
                </a:lnTo>
                <a:lnTo>
                  <a:pt x="108093" y="24125"/>
                </a:lnTo>
                <a:lnTo>
                  <a:pt x="106292" y="21853"/>
                </a:lnTo>
                <a:lnTo>
                  <a:pt x="104412" y="19660"/>
                </a:lnTo>
                <a:lnTo>
                  <a:pt x="102375" y="17624"/>
                </a:lnTo>
                <a:lnTo>
                  <a:pt x="100339" y="15587"/>
                </a:lnTo>
                <a:lnTo>
                  <a:pt x="98146" y="13707"/>
                </a:lnTo>
                <a:lnTo>
                  <a:pt x="95874" y="11906"/>
                </a:lnTo>
                <a:lnTo>
                  <a:pt x="93524" y="10260"/>
                </a:lnTo>
                <a:lnTo>
                  <a:pt x="91096" y="8694"/>
                </a:lnTo>
                <a:lnTo>
                  <a:pt x="88589" y="7284"/>
                </a:lnTo>
                <a:lnTo>
                  <a:pt x="86005" y="5952"/>
                </a:lnTo>
                <a:lnTo>
                  <a:pt x="83342" y="4699"/>
                </a:lnTo>
                <a:lnTo>
                  <a:pt x="80600" y="3681"/>
                </a:lnTo>
                <a:lnTo>
                  <a:pt x="77858" y="2741"/>
                </a:lnTo>
                <a:lnTo>
                  <a:pt x="74960" y="1880"/>
                </a:lnTo>
                <a:lnTo>
                  <a:pt x="72062" y="1253"/>
                </a:lnTo>
                <a:lnTo>
                  <a:pt x="69164" y="704"/>
                </a:lnTo>
                <a:lnTo>
                  <a:pt x="66109" y="313"/>
                </a:lnTo>
                <a:lnTo>
                  <a:pt x="63055" y="78"/>
                </a:lnTo>
                <a:lnTo>
                  <a:pt x="60000" y="0"/>
                </a:lnTo>
                <a:close/>
              </a:path>
            </a:pathLst>
          </a:cu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FC3F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77"/>
          <p:cNvSpPr/>
          <p:nvPr/>
        </p:nvSpPr>
        <p:spPr>
          <a:xfrm>
            <a:off x="8299401" y="3236572"/>
            <a:ext cx="149100" cy="149400"/>
          </a:xfrm>
          <a:custGeom>
            <a:rect b="b" l="l" r="r" t="t"/>
            <a:pathLst>
              <a:path extrusionOk="0" h="120000" w="120000">
                <a:moveTo>
                  <a:pt x="93524" y="27493"/>
                </a:moveTo>
                <a:lnTo>
                  <a:pt x="101984" y="36031"/>
                </a:lnTo>
                <a:lnTo>
                  <a:pt x="48015" y="90000"/>
                </a:lnTo>
                <a:lnTo>
                  <a:pt x="18015" y="60000"/>
                </a:lnTo>
                <a:lnTo>
                  <a:pt x="26475" y="51540"/>
                </a:lnTo>
                <a:lnTo>
                  <a:pt x="48015" y="73002"/>
                </a:lnTo>
                <a:lnTo>
                  <a:pt x="93524" y="27493"/>
                </a:lnTo>
                <a:close/>
                <a:moveTo>
                  <a:pt x="60000" y="0"/>
                </a:moveTo>
                <a:lnTo>
                  <a:pt x="56945" y="78"/>
                </a:lnTo>
                <a:lnTo>
                  <a:pt x="53890" y="313"/>
                </a:lnTo>
                <a:lnTo>
                  <a:pt x="50835" y="704"/>
                </a:lnTo>
                <a:lnTo>
                  <a:pt x="47937" y="1253"/>
                </a:lnTo>
                <a:lnTo>
                  <a:pt x="45039" y="1880"/>
                </a:lnTo>
                <a:lnTo>
                  <a:pt x="42141" y="2741"/>
                </a:lnTo>
                <a:lnTo>
                  <a:pt x="39399" y="3681"/>
                </a:lnTo>
                <a:lnTo>
                  <a:pt x="36657" y="4699"/>
                </a:lnTo>
                <a:lnTo>
                  <a:pt x="33994" y="5952"/>
                </a:lnTo>
                <a:lnTo>
                  <a:pt x="31410" y="7284"/>
                </a:lnTo>
                <a:lnTo>
                  <a:pt x="28903" y="8694"/>
                </a:lnTo>
                <a:lnTo>
                  <a:pt x="26475" y="10260"/>
                </a:lnTo>
                <a:lnTo>
                  <a:pt x="24125" y="11906"/>
                </a:lnTo>
                <a:lnTo>
                  <a:pt x="21853" y="13707"/>
                </a:lnTo>
                <a:lnTo>
                  <a:pt x="19660" y="15587"/>
                </a:lnTo>
                <a:lnTo>
                  <a:pt x="17624" y="17624"/>
                </a:lnTo>
                <a:lnTo>
                  <a:pt x="15587" y="19660"/>
                </a:lnTo>
                <a:lnTo>
                  <a:pt x="13707" y="21853"/>
                </a:lnTo>
                <a:lnTo>
                  <a:pt x="11906" y="24125"/>
                </a:lnTo>
                <a:lnTo>
                  <a:pt x="10260" y="26475"/>
                </a:lnTo>
                <a:lnTo>
                  <a:pt x="8694" y="28903"/>
                </a:lnTo>
                <a:lnTo>
                  <a:pt x="7284" y="31410"/>
                </a:lnTo>
                <a:lnTo>
                  <a:pt x="5952" y="33994"/>
                </a:lnTo>
                <a:lnTo>
                  <a:pt x="4699" y="36657"/>
                </a:lnTo>
                <a:lnTo>
                  <a:pt x="3681" y="39399"/>
                </a:lnTo>
                <a:lnTo>
                  <a:pt x="2741" y="42141"/>
                </a:lnTo>
                <a:lnTo>
                  <a:pt x="1880" y="45039"/>
                </a:lnTo>
                <a:lnTo>
                  <a:pt x="1253" y="47937"/>
                </a:lnTo>
                <a:lnTo>
                  <a:pt x="704" y="50835"/>
                </a:lnTo>
                <a:lnTo>
                  <a:pt x="313" y="53890"/>
                </a:lnTo>
                <a:lnTo>
                  <a:pt x="78" y="56945"/>
                </a:lnTo>
                <a:lnTo>
                  <a:pt x="0" y="60000"/>
                </a:lnTo>
                <a:lnTo>
                  <a:pt x="78" y="63055"/>
                </a:lnTo>
                <a:lnTo>
                  <a:pt x="313" y="66109"/>
                </a:lnTo>
                <a:lnTo>
                  <a:pt x="704" y="69164"/>
                </a:lnTo>
                <a:lnTo>
                  <a:pt x="1253" y="72062"/>
                </a:lnTo>
                <a:lnTo>
                  <a:pt x="1880" y="74960"/>
                </a:lnTo>
                <a:lnTo>
                  <a:pt x="2741" y="77858"/>
                </a:lnTo>
                <a:lnTo>
                  <a:pt x="3681" y="80600"/>
                </a:lnTo>
                <a:lnTo>
                  <a:pt x="4699" y="83342"/>
                </a:lnTo>
                <a:lnTo>
                  <a:pt x="5952" y="86005"/>
                </a:lnTo>
                <a:lnTo>
                  <a:pt x="7284" y="88589"/>
                </a:lnTo>
                <a:lnTo>
                  <a:pt x="8694" y="91096"/>
                </a:lnTo>
                <a:lnTo>
                  <a:pt x="10260" y="93524"/>
                </a:lnTo>
                <a:lnTo>
                  <a:pt x="11906" y="95874"/>
                </a:lnTo>
                <a:lnTo>
                  <a:pt x="13707" y="98146"/>
                </a:lnTo>
                <a:lnTo>
                  <a:pt x="15587" y="100339"/>
                </a:lnTo>
                <a:lnTo>
                  <a:pt x="17624" y="102375"/>
                </a:lnTo>
                <a:lnTo>
                  <a:pt x="19660" y="104412"/>
                </a:lnTo>
                <a:lnTo>
                  <a:pt x="21853" y="106292"/>
                </a:lnTo>
                <a:lnTo>
                  <a:pt x="24125" y="108093"/>
                </a:lnTo>
                <a:lnTo>
                  <a:pt x="26475" y="109739"/>
                </a:lnTo>
                <a:lnTo>
                  <a:pt x="28903" y="111305"/>
                </a:lnTo>
                <a:lnTo>
                  <a:pt x="31410" y="112715"/>
                </a:lnTo>
                <a:lnTo>
                  <a:pt x="33994" y="114047"/>
                </a:lnTo>
                <a:lnTo>
                  <a:pt x="36657" y="115300"/>
                </a:lnTo>
                <a:lnTo>
                  <a:pt x="39399" y="116318"/>
                </a:lnTo>
                <a:lnTo>
                  <a:pt x="42141" y="117258"/>
                </a:lnTo>
                <a:lnTo>
                  <a:pt x="45039" y="118119"/>
                </a:lnTo>
                <a:lnTo>
                  <a:pt x="47937" y="118746"/>
                </a:lnTo>
                <a:lnTo>
                  <a:pt x="50835" y="119295"/>
                </a:lnTo>
                <a:lnTo>
                  <a:pt x="53890" y="119686"/>
                </a:lnTo>
                <a:lnTo>
                  <a:pt x="56945" y="119921"/>
                </a:lnTo>
                <a:lnTo>
                  <a:pt x="60000" y="120000"/>
                </a:lnTo>
                <a:lnTo>
                  <a:pt x="63055" y="119921"/>
                </a:lnTo>
                <a:lnTo>
                  <a:pt x="66109" y="119686"/>
                </a:lnTo>
                <a:lnTo>
                  <a:pt x="69164" y="119295"/>
                </a:lnTo>
                <a:lnTo>
                  <a:pt x="72062" y="118746"/>
                </a:lnTo>
                <a:lnTo>
                  <a:pt x="74960" y="118119"/>
                </a:lnTo>
                <a:lnTo>
                  <a:pt x="77858" y="117258"/>
                </a:lnTo>
                <a:lnTo>
                  <a:pt x="80600" y="116318"/>
                </a:lnTo>
                <a:lnTo>
                  <a:pt x="83342" y="115300"/>
                </a:lnTo>
                <a:lnTo>
                  <a:pt x="86005" y="114047"/>
                </a:lnTo>
                <a:lnTo>
                  <a:pt x="88589" y="112715"/>
                </a:lnTo>
                <a:lnTo>
                  <a:pt x="91096" y="111305"/>
                </a:lnTo>
                <a:lnTo>
                  <a:pt x="93524" y="109739"/>
                </a:lnTo>
                <a:lnTo>
                  <a:pt x="95874" y="108093"/>
                </a:lnTo>
                <a:lnTo>
                  <a:pt x="98146" y="106292"/>
                </a:lnTo>
                <a:lnTo>
                  <a:pt x="100339" y="104412"/>
                </a:lnTo>
                <a:lnTo>
                  <a:pt x="102375" y="102375"/>
                </a:lnTo>
                <a:lnTo>
                  <a:pt x="104412" y="100339"/>
                </a:lnTo>
                <a:lnTo>
                  <a:pt x="106292" y="98146"/>
                </a:lnTo>
                <a:lnTo>
                  <a:pt x="108093" y="95874"/>
                </a:lnTo>
                <a:lnTo>
                  <a:pt x="109739" y="93524"/>
                </a:lnTo>
                <a:lnTo>
                  <a:pt x="111305" y="91096"/>
                </a:lnTo>
                <a:lnTo>
                  <a:pt x="112715" y="88589"/>
                </a:lnTo>
                <a:lnTo>
                  <a:pt x="114047" y="86005"/>
                </a:lnTo>
                <a:lnTo>
                  <a:pt x="115300" y="83342"/>
                </a:lnTo>
                <a:lnTo>
                  <a:pt x="116318" y="80600"/>
                </a:lnTo>
                <a:lnTo>
                  <a:pt x="117258" y="77858"/>
                </a:lnTo>
                <a:lnTo>
                  <a:pt x="118119" y="74960"/>
                </a:lnTo>
                <a:lnTo>
                  <a:pt x="118746" y="72062"/>
                </a:lnTo>
                <a:lnTo>
                  <a:pt x="119295" y="69164"/>
                </a:lnTo>
                <a:lnTo>
                  <a:pt x="119686" y="66109"/>
                </a:lnTo>
                <a:lnTo>
                  <a:pt x="119921" y="63055"/>
                </a:lnTo>
                <a:lnTo>
                  <a:pt x="120000" y="60000"/>
                </a:lnTo>
                <a:lnTo>
                  <a:pt x="119921" y="56945"/>
                </a:lnTo>
                <a:lnTo>
                  <a:pt x="119686" y="53890"/>
                </a:lnTo>
                <a:lnTo>
                  <a:pt x="119295" y="50835"/>
                </a:lnTo>
                <a:lnTo>
                  <a:pt x="118746" y="47937"/>
                </a:lnTo>
                <a:lnTo>
                  <a:pt x="118119" y="45039"/>
                </a:lnTo>
                <a:lnTo>
                  <a:pt x="117258" y="42141"/>
                </a:lnTo>
                <a:lnTo>
                  <a:pt x="116318" y="39399"/>
                </a:lnTo>
                <a:lnTo>
                  <a:pt x="115300" y="36657"/>
                </a:lnTo>
                <a:lnTo>
                  <a:pt x="114047" y="33994"/>
                </a:lnTo>
                <a:lnTo>
                  <a:pt x="112715" y="31410"/>
                </a:lnTo>
                <a:lnTo>
                  <a:pt x="111305" y="28903"/>
                </a:lnTo>
                <a:lnTo>
                  <a:pt x="109739" y="26475"/>
                </a:lnTo>
                <a:lnTo>
                  <a:pt x="108093" y="24125"/>
                </a:lnTo>
                <a:lnTo>
                  <a:pt x="106292" y="21853"/>
                </a:lnTo>
                <a:lnTo>
                  <a:pt x="104412" y="19660"/>
                </a:lnTo>
                <a:lnTo>
                  <a:pt x="102375" y="17624"/>
                </a:lnTo>
                <a:lnTo>
                  <a:pt x="100339" y="15587"/>
                </a:lnTo>
                <a:lnTo>
                  <a:pt x="98146" y="13707"/>
                </a:lnTo>
                <a:lnTo>
                  <a:pt x="95874" y="11906"/>
                </a:lnTo>
                <a:lnTo>
                  <a:pt x="93524" y="10260"/>
                </a:lnTo>
                <a:lnTo>
                  <a:pt x="91096" y="8694"/>
                </a:lnTo>
                <a:lnTo>
                  <a:pt x="88589" y="7284"/>
                </a:lnTo>
                <a:lnTo>
                  <a:pt x="86005" y="5952"/>
                </a:lnTo>
                <a:lnTo>
                  <a:pt x="83342" y="4699"/>
                </a:lnTo>
                <a:lnTo>
                  <a:pt x="80600" y="3681"/>
                </a:lnTo>
                <a:lnTo>
                  <a:pt x="77858" y="2741"/>
                </a:lnTo>
                <a:lnTo>
                  <a:pt x="74960" y="1880"/>
                </a:lnTo>
                <a:lnTo>
                  <a:pt x="72062" y="1253"/>
                </a:lnTo>
                <a:lnTo>
                  <a:pt x="69164" y="704"/>
                </a:lnTo>
                <a:lnTo>
                  <a:pt x="66109" y="313"/>
                </a:lnTo>
                <a:lnTo>
                  <a:pt x="63055" y="78"/>
                </a:lnTo>
                <a:lnTo>
                  <a:pt x="60000" y="0"/>
                </a:lnTo>
                <a:close/>
              </a:path>
            </a:pathLst>
          </a:cu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FC3F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77"/>
          <p:cNvSpPr/>
          <p:nvPr/>
        </p:nvSpPr>
        <p:spPr>
          <a:xfrm>
            <a:off x="8299401" y="4282622"/>
            <a:ext cx="149100" cy="149400"/>
          </a:xfrm>
          <a:custGeom>
            <a:rect b="b" l="l" r="r" t="t"/>
            <a:pathLst>
              <a:path extrusionOk="0" h="120000" w="120000">
                <a:moveTo>
                  <a:pt x="93524" y="27493"/>
                </a:moveTo>
                <a:lnTo>
                  <a:pt x="101984" y="36031"/>
                </a:lnTo>
                <a:lnTo>
                  <a:pt x="48015" y="90000"/>
                </a:lnTo>
                <a:lnTo>
                  <a:pt x="18015" y="60000"/>
                </a:lnTo>
                <a:lnTo>
                  <a:pt x="26475" y="51540"/>
                </a:lnTo>
                <a:lnTo>
                  <a:pt x="48015" y="73002"/>
                </a:lnTo>
                <a:lnTo>
                  <a:pt x="93524" y="27493"/>
                </a:lnTo>
                <a:close/>
                <a:moveTo>
                  <a:pt x="60000" y="0"/>
                </a:moveTo>
                <a:lnTo>
                  <a:pt x="56945" y="78"/>
                </a:lnTo>
                <a:lnTo>
                  <a:pt x="53890" y="313"/>
                </a:lnTo>
                <a:lnTo>
                  <a:pt x="50835" y="704"/>
                </a:lnTo>
                <a:lnTo>
                  <a:pt x="47937" y="1253"/>
                </a:lnTo>
                <a:lnTo>
                  <a:pt x="45039" y="1880"/>
                </a:lnTo>
                <a:lnTo>
                  <a:pt x="42141" y="2741"/>
                </a:lnTo>
                <a:lnTo>
                  <a:pt x="39399" y="3681"/>
                </a:lnTo>
                <a:lnTo>
                  <a:pt x="36657" y="4699"/>
                </a:lnTo>
                <a:lnTo>
                  <a:pt x="33994" y="5952"/>
                </a:lnTo>
                <a:lnTo>
                  <a:pt x="31410" y="7284"/>
                </a:lnTo>
                <a:lnTo>
                  <a:pt x="28903" y="8694"/>
                </a:lnTo>
                <a:lnTo>
                  <a:pt x="26475" y="10260"/>
                </a:lnTo>
                <a:lnTo>
                  <a:pt x="24125" y="11906"/>
                </a:lnTo>
                <a:lnTo>
                  <a:pt x="21853" y="13707"/>
                </a:lnTo>
                <a:lnTo>
                  <a:pt x="19660" y="15587"/>
                </a:lnTo>
                <a:lnTo>
                  <a:pt x="17624" y="17624"/>
                </a:lnTo>
                <a:lnTo>
                  <a:pt x="15587" y="19660"/>
                </a:lnTo>
                <a:lnTo>
                  <a:pt x="13707" y="21853"/>
                </a:lnTo>
                <a:lnTo>
                  <a:pt x="11906" y="24125"/>
                </a:lnTo>
                <a:lnTo>
                  <a:pt x="10260" y="26475"/>
                </a:lnTo>
                <a:lnTo>
                  <a:pt x="8694" y="28903"/>
                </a:lnTo>
                <a:lnTo>
                  <a:pt x="7284" y="31410"/>
                </a:lnTo>
                <a:lnTo>
                  <a:pt x="5952" y="33994"/>
                </a:lnTo>
                <a:lnTo>
                  <a:pt x="4699" y="36657"/>
                </a:lnTo>
                <a:lnTo>
                  <a:pt x="3681" y="39399"/>
                </a:lnTo>
                <a:lnTo>
                  <a:pt x="2741" y="42141"/>
                </a:lnTo>
                <a:lnTo>
                  <a:pt x="1880" y="45039"/>
                </a:lnTo>
                <a:lnTo>
                  <a:pt x="1253" y="47937"/>
                </a:lnTo>
                <a:lnTo>
                  <a:pt x="704" y="50835"/>
                </a:lnTo>
                <a:lnTo>
                  <a:pt x="313" y="53890"/>
                </a:lnTo>
                <a:lnTo>
                  <a:pt x="78" y="56945"/>
                </a:lnTo>
                <a:lnTo>
                  <a:pt x="0" y="60000"/>
                </a:lnTo>
                <a:lnTo>
                  <a:pt x="78" y="63055"/>
                </a:lnTo>
                <a:lnTo>
                  <a:pt x="313" y="66109"/>
                </a:lnTo>
                <a:lnTo>
                  <a:pt x="704" y="69164"/>
                </a:lnTo>
                <a:lnTo>
                  <a:pt x="1253" y="72062"/>
                </a:lnTo>
                <a:lnTo>
                  <a:pt x="1880" y="74960"/>
                </a:lnTo>
                <a:lnTo>
                  <a:pt x="2741" y="77858"/>
                </a:lnTo>
                <a:lnTo>
                  <a:pt x="3681" y="80600"/>
                </a:lnTo>
                <a:lnTo>
                  <a:pt x="4699" y="83342"/>
                </a:lnTo>
                <a:lnTo>
                  <a:pt x="5952" y="86005"/>
                </a:lnTo>
                <a:lnTo>
                  <a:pt x="7284" y="88589"/>
                </a:lnTo>
                <a:lnTo>
                  <a:pt x="8694" y="91096"/>
                </a:lnTo>
                <a:lnTo>
                  <a:pt x="10260" y="93524"/>
                </a:lnTo>
                <a:lnTo>
                  <a:pt x="11906" y="95874"/>
                </a:lnTo>
                <a:lnTo>
                  <a:pt x="13707" y="98146"/>
                </a:lnTo>
                <a:lnTo>
                  <a:pt x="15587" y="100339"/>
                </a:lnTo>
                <a:lnTo>
                  <a:pt x="17624" y="102375"/>
                </a:lnTo>
                <a:lnTo>
                  <a:pt x="19660" y="104412"/>
                </a:lnTo>
                <a:lnTo>
                  <a:pt x="21853" y="106292"/>
                </a:lnTo>
                <a:lnTo>
                  <a:pt x="24125" y="108093"/>
                </a:lnTo>
                <a:lnTo>
                  <a:pt x="26475" y="109739"/>
                </a:lnTo>
                <a:lnTo>
                  <a:pt x="28903" y="111305"/>
                </a:lnTo>
                <a:lnTo>
                  <a:pt x="31410" y="112715"/>
                </a:lnTo>
                <a:lnTo>
                  <a:pt x="33994" y="114047"/>
                </a:lnTo>
                <a:lnTo>
                  <a:pt x="36657" y="115300"/>
                </a:lnTo>
                <a:lnTo>
                  <a:pt x="39399" y="116318"/>
                </a:lnTo>
                <a:lnTo>
                  <a:pt x="42141" y="117258"/>
                </a:lnTo>
                <a:lnTo>
                  <a:pt x="45039" y="118119"/>
                </a:lnTo>
                <a:lnTo>
                  <a:pt x="47937" y="118746"/>
                </a:lnTo>
                <a:lnTo>
                  <a:pt x="50835" y="119295"/>
                </a:lnTo>
                <a:lnTo>
                  <a:pt x="53890" y="119686"/>
                </a:lnTo>
                <a:lnTo>
                  <a:pt x="56945" y="119921"/>
                </a:lnTo>
                <a:lnTo>
                  <a:pt x="60000" y="120000"/>
                </a:lnTo>
                <a:lnTo>
                  <a:pt x="63055" y="119921"/>
                </a:lnTo>
                <a:lnTo>
                  <a:pt x="66109" y="119686"/>
                </a:lnTo>
                <a:lnTo>
                  <a:pt x="69164" y="119295"/>
                </a:lnTo>
                <a:lnTo>
                  <a:pt x="72062" y="118746"/>
                </a:lnTo>
                <a:lnTo>
                  <a:pt x="74960" y="118119"/>
                </a:lnTo>
                <a:lnTo>
                  <a:pt x="77858" y="117258"/>
                </a:lnTo>
                <a:lnTo>
                  <a:pt x="80600" y="116318"/>
                </a:lnTo>
                <a:lnTo>
                  <a:pt x="83342" y="115300"/>
                </a:lnTo>
                <a:lnTo>
                  <a:pt x="86005" y="114047"/>
                </a:lnTo>
                <a:lnTo>
                  <a:pt x="88589" y="112715"/>
                </a:lnTo>
                <a:lnTo>
                  <a:pt x="91096" y="111305"/>
                </a:lnTo>
                <a:lnTo>
                  <a:pt x="93524" y="109739"/>
                </a:lnTo>
                <a:lnTo>
                  <a:pt x="95874" y="108093"/>
                </a:lnTo>
                <a:lnTo>
                  <a:pt x="98146" y="106292"/>
                </a:lnTo>
                <a:lnTo>
                  <a:pt x="100339" y="104412"/>
                </a:lnTo>
                <a:lnTo>
                  <a:pt x="102375" y="102375"/>
                </a:lnTo>
                <a:lnTo>
                  <a:pt x="104412" y="100339"/>
                </a:lnTo>
                <a:lnTo>
                  <a:pt x="106292" y="98146"/>
                </a:lnTo>
                <a:lnTo>
                  <a:pt x="108093" y="95874"/>
                </a:lnTo>
                <a:lnTo>
                  <a:pt x="109739" y="93524"/>
                </a:lnTo>
                <a:lnTo>
                  <a:pt x="111305" y="91096"/>
                </a:lnTo>
                <a:lnTo>
                  <a:pt x="112715" y="88589"/>
                </a:lnTo>
                <a:lnTo>
                  <a:pt x="114047" y="86005"/>
                </a:lnTo>
                <a:lnTo>
                  <a:pt x="115300" y="83342"/>
                </a:lnTo>
                <a:lnTo>
                  <a:pt x="116318" y="80600"/>
                </a:lnTo>
                <a:lnTo>
                  <a:pt x="117258" y="77858"/>
                </a:lnTo>
                <a:lnTo>
                  <a:pt x="118119" y="74960"/>
                </a:lnTo>
                <a:lnTo>
                  <a:pt x="118746" y="72062"/>
                </a:lnTo>
                <a:lnTo>
                  <a:pt x="119295" y="69164"/>
                </a:lnTo>
                <a:lnTo>
                  <a:pt x="119686" y="66109"/>
                </a:lnTo>
                <a:lnTo>
                  <a:pt x="119921" y="63055"/>
                </a:lnTo>
                <a:lnTo>
                  <a:pt x="120000" y="60000"/>
                </a:lnTo>
                <a:lnTo>
                  <a:pt x="119921" y="56945"/>
                </a:lnTo>
                <a:lnTo>
                  <a:pt x="119686" y="53890"/>
                </a:lnTo>
                <a:lnTo>
                  <a:pt x="119295" y="50835"/>
                </a:lnTo>
                <a:lnTo>
                  <a:pt x="118746" y="47937"/>
                </a:lnTo>
                <a:lnTo>
                  <a:pt x="118119" y="45039"/>
                </a:lnTo>
                <a:lnTo>
                  <a:pt x="117258" y="42141"/>
                </a:lnTo>
                <a:lnTo>
                  <a:pt x="116318" y="39399"/>
                </a:lnTo>
                <a:lnTo>
                  <a:pt x="115300" y="36657"/>
                </a:lnTo>
                <a:lnTo>
                  <a:pt x="114047" y="33994"/>
                </a:lnTo>
                <a:lnTo>
                  <a:pt x="112715" y="31410"/>
                </a:lnTo>
                <a:lnTo>
                  <a:pt x="111305" y="28903"/>
                </a:lnTo>
                <a:lnTo>
                  <a:pt x="109739" y="26475"/>
                </a:lnTo>
                <a:lnTo>
                  <a:pt x="108093" y="24125"/>
                </a:lnTo>
                <a:lnTo>
                  <a:pt x="106292" y="21853"/>
                </a:lnTo>
                <a:lnTo>
                  <a:pt x="104412" y="19660"/>
                </a:lnTo>
                <a:lnTo>
                  <a:pt x="102375" y="17624"/>
                </a:lnTo>
                <a:lnTo>
                  <a:pt x="100339" y="15587"/>
                </a:lnTo>
                <a:lnTo>
                  <a:pt x="98146" y="13707"/>
                </a:lnTo>
                <a:lnTo>
                  <a:pt x="95874" y="11906"/>
                </a:lnTo>
                <a:lnTo>
                  <a:pt x="93524" y="10260"/>
                </a:lnTo>
                <a:lnTo>
                  <a:pt x="91096" y="8694"/>
                </a:lnTo>
                <a:lnTo>
                  <a:pt x="88589" y="7284"/>
                </a:lnTo>
                <a:lnTo>
                  <a:pt x="86005" y="5952"/>
                </a:lnTo>
                <a:lnTo>
                  <a:pt x="83342" y="4699"/>
                </a:lnTo>
                <a:lnTo>
                  <a:pt x="80600" y="3681"/>
                </a:lnTo>
                <a:lnTo>
                  <a:pt x="77858" y="2741"/>
                </a:lnTo>
                <a:lnTo>
                  <a:pt x="74960" y="1880"/>
                </a:lnTo>
                <a:lnTo>
                  <a:pt x="72062" y="1253"/>
                </a:lnTo>
                <a:lnTo>
                  <a:pt x="69164" y="704"/>
                </a:lnTo>
                <a:lnTo>
                  <a:pt x="66109" y="313"/>
                </a:lnTo>
                <a:lnTo>
                  <a:pt x="63055" y="78"/>
                </a:lnTo>
                <a:lnTo>
                  <a:pt x="60000" y="0"/>
                </a:lnTo>
                <a:close/>
              </a:path>
            </a:pathLst>
          </a:cu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FC3F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77"/>
          <p:cNvSpPr/>
          <p:nvPr/>
        </p:nvSpPr>
        <p:spPr>
          <a:xfrm>
            <a:off x="8299401" y="3924797"/>
            <a:ext cx="149100" cy="149400"/>
          </a:xfrm>
          <a:custGeom>
            <a:rect b="b" l="l" r="r" t="t"/>
            <a:pathLst>
              <a:path extrusionOk="0" h="120000" w="120000">
                <a:moveTo>
                  <a:pt x="93524" y="27493"/>
                </a:moveTo>
                <a:lnTo>
                  <a:pt x="101984" y="36031"/>
                </a:lnTo>
                <a:lnTo>
                  <a:pt x="48015" y="90000"/>
                </a:lnTo>
                <a:lnTo>
                  <a:pt x="18015" y="60000"/>
                </a:lnTo>
                <a:lnTo>
                  <a:pt x="26475" y="51540"/>
                </a:lnTo>
                <a:lnTo>
                  <a:pt x="48015" y="73002"/>
                </a:lnTo>
                <a:lnTo>
                  <a:pt x="93524" y="27493"/>
                </a:lnTo>
                <a:close/>
                <a:moveTo>
                  <a:pt x="60000" y="0"/>
                </a:moveTo>
                <a:lnTo>
                  <a:pt x="56945" y="78"/>
                </a:lnTo>
                <a:lnTo>
                  <a:pt x="53890" y="313"/>
                </a:lnTo>
                <a:lnTo>
                  <a:pt x="50835" y="704"/>
                </a:lnTo>
                <a:lnTo>
                  <a:pt x="47937" y="1253"/>
                </a:lnTo>
                <a:lnTo>
                  <a:pt x="45039" y="1880"/>
                </a:lnTo>
                <a:lnTo>
                  <a:pt x="42141" y="2741"/>
                </a:lnTo>
                <a:lnTo>
                  <a:pt x="39399" y="3681"/>
                </a:lnTo>
                <a:lnTo>
                  <a:pt x="36657" y="4699"/>
                </a:lnTo>
                <a:lnTo>
                  <a:pt x="33994" y="5952"/>
                </a:lnTo>
                <a:lnTo>
                  <a:pt x="31410" y="7284"/>
                </a:lnTo>
                <a:lnTo>
                  <a:pt x="28903" y="8694"/>
                </a:lnTo>
                <a:lnTo>
                  <a:pt x="26475" y="10260"/>
                </a:lnTo>
                <a:lnTo>
                  <a:pt x="24125" y="11906"/>
                </a:lnTo>
                <a:lnTo>
                  <a:pt x="21853" y="13707"/>
                </a:lnTo>
                <a:lnTo>
                  <a:pt x="19660" y="15587"/>
                </a:lnTo>
                <a:lnTo>
                  <a:pt x="17624" y="17624"/>
                </a:lnTo>
                <a:lnTo>
                  <a:pt x="15587" y="19660"/>
                </a:lnTo>
                <a:lnTo>
                  <a:pt x="13707" y="21853"/>
                </a:lnTo>
                <a:lnTo>
                  <a:pt x="11906" y="24125"/>
                </a:lnTo>
                <a:lnTo>
                  <a:pt x="10260" y="26475"/>
                </a:lnTo>
                <a:lnTo>
                  <a:pt x="8694" y="28903"/>
                </a:lnTo>
                <a:lnTo>
                  <a:pt x="7284" y="31410"/>
                </a:lnTo>
                <a:lnTo>
                  <a:pt x="5952" y="33994"/>
                </a:lnTo>
                <a:lnTo>
                  <a:pt x="4699" y="36657"/>
                </a:lnTo>
                <a:lnTo>
                  <a:pt x="3681" y="39399"/>
                </a:lnTo>
                <a:lnTo>
                  <a:pt x="2741" y="42141"/>
                </a:lnTo>
                <a:lnTo>
                  <a:pt x="1880" y="45039"/>
                </a:lnTo>
                <a:lnTo>
                  <a:pt x="1253" y="47937"/>
                </a:lnTo>
                <a:lnTo>
                  <a:pt x="704" y="50835"/>
                </a:lnTo>
                <a:lnTo>
                  <a:pt x="313" y="53890"/>
                </a:lnTo>
                <a:lnTo>
                  <a:pt x="78" y="56945"/>
                </a:lnTo>
                <a:lnTo>
                  <a:pt x="0" y="60000"/>
                </a:lnTo>
                <a:lnTo>
                  <a:pt x="78" y="63055"/>
                </a:lnTo>
                <a:lnTo>
                  <a:pt x="313" y="66109"/>
                </a:lnTo>
                <a:lnTo>
                  <a:pt x="704" y="69164"/>
                </a:lnTo>
                <a:lnTo>
                  <a:pt x="1253" y="72062"/>
                </a:lnTo>
                <a:lnTo>
                  <a:pt x="1880" y="74960"/>
                </a:lnTo>
                <a:lnTo>
                  <a:pt x="2741" y="77858"/>
                </a:lnTo>
                <a:lnTo>
                  <a:pt x="3681" y="80600"/>
                </a:lnTo>
                <a:lnTo>
                  <a:pt x="4699" y="83342"/>
                </a:lnTo>
                <a:lnTo>
                  <a:pt x="5952" y="86005"/>
                </a:lnTo>
                <a:lnTo>
                  <a:pt x="7284" y="88589"/>
                </a:lnTo>
                <a:lnTo>
                  <a:pt x="8694" y="91096"/>
                </a:lnTo>
                <a:lnTo>
                  <a:pt x="10260" y="93524"/>
                </a:lnTo>
                <a:lnTo>
                  <a:pt x="11906" y="95874"/>
                </a:lnTo>
                <a:lnTo>
                  <a:pt x="13707" y="98146"/>
                </a:lnTo>
                <a:lnTo>
                  <a:pt x="15587" y="100339"/>
                </a:lnTo>
                <a:lnTo>
                  <a:pt x="17624" y="102375"/>
                </a:lnTo>
                <a:lnTo>
                  <a:pt x="19660" y="104412"/>
                </a:lnTo>
                <a:lnTo>
                  <a:pt x="21853" y="106292"/>
                </a:lnTo>
                <a:lnTo>
                  <a:pt x="24125" y="108093"/>
                </a:lnTo>
                <a:lnTo>
                  <a:pt x="26475" y="109739"/>
                </a:lnTo>
                <a:lnTo>
                  <a:pt x="28903" y="111305"/>
                </a:lnTo>
                <a:lnTo>
                  <a:pt x="31410" y="112715"/>
                </a:lnTo>
                <a:lnTo>
                  <a:pt x="33994" y="114047"/>
                </a:lnTo>
                <a:lnTo>
                  <a:pt x="36657" y="115300"/>
                </a:lnTo>
                <a:lnTo>
                  <a:pt x="39399" y="116318"/>
                </a:lnTo>
                <a:lnTo>
                  <a:pt x="42141" y="117258"/>
                </a:lnTo>
                <a:lnTo>
                  <a:pt x="45039" y="118119"/>
                </a:lnTo>
                <a:lnTo>
                  <a:pt x="47937" y="118746"/>
                </a:lnTo>
                <a:lnTo>
                  <a:pt x="50835" y="119295"/>
                </a:lnTo>
                <a:lnTo>
                  <a:pt x="53890" y="119686"/>
                </a:lnTo>
                <a:lnTo>
                  <a:pt x="56945" y="119921"/>
                </a:lnTo>
                <a:lnTo>
                  <a:pt x="60000" y="120000"/>
                </a:lnTo>
                <a:lnTo>
                  <a:pt x="63055" y="119921"/>
                </a:lnTo>
                <a:lnTo>
                  <a:pt x="66109" y="119686"/>
                </a:lnTo>
                <a:lnTo>
                  <a:pt x="69164" y="119295"/>
                </a:lnTo>
                <a:lnTo>
                  <a:pt x="72062" y="118746"/>
                </a:lnTo>
                <a:lnTo>
                  <a:pt x="74960" y="118119"/>
                </a:lnTo>
                <a:lnTo>
                  <a:pt x="77858" y="117258"/>
                </a:lnTo>
                <a:lnTo>
                  <a:pt x="80600" y="116318"/>
                </a:lnTo>
                <a:lnTo>
                  <a:pt x="83342" y="115300"/>
                </a:lnTo>
                <a:lnTo>
                  <a:pt x="86005" y="114047"/>
                </a:lnTo>
                <a:lnTo>
                  <a:pt x="88589" y="112715"/>
                </a:lnTo>
                <a:lnTo>
                  <a:pt x="91096" y="111305"/>
                </a:lnTo>
                <a:lnTo>
                  <a:pt x="93524" y="109739"/>
                </a:lnTo>
                <a:lnTo>
                  <a:pt x="95874" y="108093"/>
                </a:lnTo>
                <a:lnTo>
                  <a:pt x="98146" y="106292"/>
                </a:lnTo>
                <a:lnTo>
                  <a:pt x="100339" y="104412"/>
                </a:lnTo>
                <a:lnTo>
                  <a:pt x="102375" y="102375"/>
                </a:lnTo>
                <a:lnTo>
                  <a:pt x="104412" y="100339"/>
                </a:lnTo>
                <a:lnTo>
                  <a:pt x="106292" y="98146"/>
                </a:lnTo>
                <a:lnTo>
                  <a:pt x="108093" y="95874"/>
                </a:lnTo>
                <a:lnTo>
                  <a:pt x="109739" y="93524"/>
                </a:lnTo>
                <a:lnTo>
                  <a:pt x="111305" y="91096"/>
                </a:lnTo>
                <a:lnTo>
                  <a:pt x="112715" y="88589"/>
                </a:lnTo>
                <a:lnTo>
                  <a:pt x="114047" y="86005"/>
                </a:lnTo>
                <a:lnTo>
                  <a:pt x="115300" y="83342"/>
                </a:lnTo>
                <a:lnTo>
                  <a:pt x="116318" y="80600"/>
                </a:lnTo>
                <a:lnTo>
                  <a:pt x="117258" y="77858"/>
                </a:lnTo>
                <a:lnTo>
                  <a:pt x="118119" y="74960"/>
                </a:lnTo>
                <a:lnTo>
                  <a:pt x="118746" y="72062"/>
                </a:lnTo>
                <a:lnTo>
                  <a:pt x="119295" y="69164"/>
                </a:lnTo>
                <a:lnTo>
                  <a:pt x="119686" y="66109"/>
                </a:lnTo>
                <a:lnTo>
                  <a:pt x="119921" y="63055"/>
                </a:lnTo>
                <a:lnTo>
                  <a:pt x="120000" y="60000"/>
                </a:lnTo>
                <a:lnTo>
                  <a:pt x="119921" y="56945"/>
                </a:lnTo>
                <a:lnTo>
                  <a:pt x="119686" y="53890"/>
                </a:lnTo>
                <a:lnTo>
                  <a:pt x="119295" y="50835"/>
                </a:lnTo>
                <a:lnTo>
                  <a:pt x="118746" y="47937"/>
                </a:lnTo>
                <a:lnTo>
                  <a:pt x="118119" y="45039"/>
                </a:lnTo>
                <a:lnTo>
                  <a:pt x="117258" y="42141"/>
                </a:lnTo>
                <a:lnTo>
                  <a:pt x="116318" y="39399"/>
                </a:lnTo>
                <a:lnTo>
                  <a:pt x="115300" y="36657"/>
                </a:lnTo>
                <a:lnTo>
                  <a:pt x="114047" y="33994"/>
                </a:lnTo>
                <a:lnTo>
                  <a:pt x="112715" y="31410"/>
                </a:lnTo>
                <a:lnTo>
                  <a:pt x="111305" y="28903"/>
                </a:lnTo>
                <a:lnTo>
                  <a:pt x="109739" y="26475"/>
                </a:lnTo>
                <a:lnTo>
                  <a:pt x="108093" y="24125"/>
                </a:lnTo>
                <a:lnTo>
                  <a:pt x="106292" y="21853"/>
                </a:lnTo>
                <a:lnTo>
                  <a:pt x="104412" y="19660"/>
                </a:lnTo>
                <a:lnTo>
                  <a:pt x="102375" y="17624"/>
                </a:lnTo>
                <a:lnTo>
                  <a:pt x="100339" y="15587"/>
                </a:lnTo>
                <a:lnTo>
                  <a:pt x="98146" y="13707"/>
                </a:lnTo>
                <a:lnTo>
                  <a:pt x="95874" y="11906"/>
                </a:lnTo>
                <a:lnTo>
                  <a:pt x="93524" y="10260"/>
                </a:lnTo>
                <a:lnTo>
                  <a:pt x="91096" y="8694"/>
                </a:lnTo>
                <a:lnTo>
                  <a:pt x="88589" y="7284"/>
                </a:lnTo>
                <a:lnTo>
                  <a:pt x="86005" y="5952"/>
                </a:lnTo>
                <a:lnTo>
                  <a:pt x="83342" y="4699"/>
                </a:lnTo>
                <a:lnTo>
                  <a:pt x="80600" y="3681"/>
                </a:lnTo>
                <a:lnTo>
                  <a:pt x="77858" y="2741"/>
                </a:lnTo>
                <a:lnTo>
                  <a:pt x="74960" y="1880"/>
                </a:lnTo>
                <a:lnTo>
                  <a:pt x="72062" y="1253"/>
                </a:lnTo>
                <a:lnTo>
                  <a:pt x="69164" y="704"/>
                </a:lnTo>
                <a:lnTo>
                  <a:pt x="66109" y="313"/>
                </a:lnTo>
                <a:lnTo>
                  <a:pt x="63055" y="78"/>
                </a:lnTo>
                <a:lnTo>
                  <a:pt x="60000" y="0"/>
                </a:lnTo>
                <a:close/>
              </a:path>
            </a:pathLst>
          </a:cu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FC3F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77"/>
          <p:cNvSpPr/>
          <p:nvPr/>
        </p:nvSpPr>
        <p:spPr>
          <a:xfrm>
            <a:off x="7772476" y="3924794"/>
            <a:ext cx="149100" cy="149400"/>
          </a:xfrm>
          <a:custGeom>
            <a:rect b="b" l="l" r="r" t="t"/>
            <a:pathLst>
              <a:path extrusionOk="0" h="120000" w="120000">
                <a:moveTo>
                  <a:pt x="93524" y="27493"/>
                </a:moveTo>
                <a:lnTo>
                  <a:pt x="101984" y="36031"/>
                </a:lnTo>
                <a:lnTo>
                  <a:pt x="48015" y="90000"/>
                </a:lnTo>
                <a:lnTo>
                  <a:pt x="18015" y="60000"/>
                </a:lnTo>
                <a:lnTo>
                  <a:pt x="26475" y="51540"/>
                </a:lnTo>
                <a:lnTo>
                  <a:pt x="48015" y="73002"/>
                </a:lnTo>
                <a:lnTo>
                  <a:pt x="93524" y="27493"/>
                </a:lnTo>
                <a:close/>
                <a:moveTo>
                  <a:pt x="60000" y="0"/>
                </a:moveTo>
                <a:lnTo>
                  <a:pt x="56945" y="78"/>
                </a:lnTo>
                <a:lnTo>
                  <a:pt x="53890" y="313"/>
                </a:lnTo>
                <a:lnTo>
                  <a:pt x="50835" y="704"/>
                </a:lnTo>
                <a:lnTo>
                  <a:pt x="47937" y="1253"/>
                </a:lnTo>
                <a:lnTo>
                  <a:pt x="45039" y="1880"/>
                </a:lnTo>
                <a:lnTo>
                  <a:pt x="42141" y="2741"/>
                </a:lnTo>
                <a:lnTo>
                  <a:pt x="39399" y="3681"/>
                </a:lnTo>
                <a:lnTo>
                  <a:pt x="36657" y="4699"/>
                </a:lnTo>
                <a:lnTo>
                  <a:pt x="33994" y="5952"/>
                </a:lnTo>
                <a:lnTo>
                  <a:pt x="31410" y="7284"/>
                </a:lnTo>
                <a:lnTo>
                  <a:pt x="28903" y="8694"/>
                </a:lnTo>
                <a:lnTo>
                  <a:pt x="26475" y="10260"/>
                </a:lnTo>
                <a:lnTo>
                  <a:pt x="24125" y="11906"/>
                </a:lnTo>
                <a:lnTo>
                  <a:pt x="21853" y="13707"/>
                </a:lnTo>
                <a:lnTo>
                  <a:pt x="19660" y="15587"/>
                </a:lnTo>
                <a:lnTo>
                  <a:pt x="17624" y="17624"/>
                </a:lnTo>
                <a:lnTo>
                  <a:pt x="15587" y="19660"/>
                </a:lnTo>
                <a:lnTo>
                  <a:pt x="13707" y="21853"/>
                </a:lnTo>
                <a:lnTo>
                  <a:pt x="11906" y="24125"/>
                </a:lnTo>
                <a:lnTo>
                  <a:pt x="10260" y="26475"/>
                </a:lnTo>
                <a:lnTo>
                  <a:pt x="8694" y="28903"/>
                </a:lnTo>
                <a:lnTo>
                  <a:pt x="7284" y="31410"/>
                </a:lnTo>
                <a:lnTo>
                  <a:pt x="5952" y="33994"/>
                </a:lnTo>
                <a:lnTo>
                  <a:pt x="4699" y="36657"/>
                </a:lnTo>
                <a:lnTo>
                  <a:pt x="3681" y="39399"/>
                </a:lnTo>
                <a:lnTo>
                  <a:pt x="2741" y="42141"/>
                </a:lnTo>
                <a:lnTo>
                  <a:pt x="1880" y="45039"/>
                </a:lnTo>
                <a:lnTo>
                  <a:pt x="1253" y="47937"/>
                </a:lnTo>
                <a:lnTo>
                  <a:pt x="704" y="50835"/>
                </a:lnTo>
                <a:lnTo>
                  <a:pt x="313" y="53890"/>
                </a:lnTo>
                <a:lnTo>
                  <a:pt x="78" y="56945"/>
                </a:lnTo>
                <a:lnTo>
                  <a:pt x="0" y="60000"/>
                </a:lnTo>
                <a:lnTo>
                  <a:pt x="78" y="63055"/>
                </a:lnTo>
                <a:lnTo>
                  <a:pt x="313" y="66109"/>
                </a:lnTo>
                <a:lnTo>
                  <a:pt x="704" y="69164"/>
                </a:lnTo>
                <a:lnTo>
                  <a:pt x="1253" y="72062"/>
                </a:lnTo>
                <a:lnTo>
                  <a:pt x="1880" y="74960"/>
                </a:lnTo>
                <a:lnTo>
                  <a:pt x="2741" y="77858"/>
                </a:lnTo>
                <a:lnTo>
                  <a:pt x="3681" y="80600"/>
                </a:lnTo>
                <a:lnTo>
                  <a:pt x="4699" y="83342"/>
                </a:lnTo>
                <a:lnTo>
                  <a:pt x="5952" y="86005"/>
                </a:lnTo>
                <a:lnTo>
                  <a:pt x="7284" y="88589"/>
                </a:lnTo>
                <a:lnTo>
                  <a:pt x="8694" y="91096"/>
                </a:lnTo>
                <a:lnTo>
                  <a:pt x="10260" y="93524"/>
                </a:lnTo>
                <a:lnTo>
                  <a:pt x="11906" y="95874"/>
                </a:lnTo>
                <a:lnTo>
                  <a:pt x="13707" y="98146"/>
                </a:lnTo>
                <a:lnTo>
                  <a:pt x="15587" y="100339"/>
                </a:lnTo>
                <a:lnTo>
                  <a:pt x="17624" y="102375"/>
                </a:lnTo>
                <a:lnTo>
                  <a:pt x="19660" y="104412"/>
                </a:lnTo>
                <a:lnTo>
                  <a:pt x="21853" y="106292"/>
                </a:lnTo>
                <a:lnTo>
                  <a:pt x="24125" y="108093"/>
                </a:lnTo>
                <a:lnTo>
                  <a:pt x="26475" y="109739"/>
                </a:lnTo>
                <a:lnTo>
                  <a:pt x="28903" y="111305"/>
                </a:lnTo>
                <a:lnTo>
                  <a:pt x="31410" y="112715"/>
                </a:lnTo>
                <a:lnTo>
                  <a:pt x="33994" y="114047"/>
                </a:lnTo>
                <a:lnTo>
                  <a:pt x="36657" y="115300"/>
                </a:lnTo>
                <a:lnTo>
                  <a:pt x="39399" y="116318"/>
                </a:lnTo>
                <a:lnTo>
                  <a:pt x="42141" y="117258"/>
                </a:lnTo>
                <a:lnTo>
                  <a:pt x="45039" y="118119"/>
                </a:lnTo>
                <a:lnTo>
                  <a:pt x="47937" y="118746"/>
                </a:lnTo>
                <a:lnTo>
                  <a:pt x="50835" y="119295"/>
                </a:lnTo>
                <a:lnTo>
                  <a:pt x="53890" y="119686"/>
                </a:lnTo>
                <a:lnTo>
                  <a:pt x="56945" y="119921"/>
                </a:lnTo>
                <a:lnTo>
                  <a:pt x="60000" y="120000"/>
                </a:lnTo>
                <a:lnTo>
                  <a:pt x="63055" y="119921"/>
                </a:lnTo>
                <a:lnTo>
                  <a:pt x="66109" y="119686"/>
                </a:lnTo>
                <a:lnTo>
                  <a:pt x="69164" y="119295"/>
                </a:lnTo>
                <a:lnTo>
                  <a:pt x="72062" y="118746"/>
                </a:lnTo>
                <a:lnTo>
                  <a:pt x="74960" y="118119"/>
                </a:lnTo>
                <a:lnTo>
                  <a:pt x="77858" y="117258"/>
                </a:lnTo>
                <a:lnTo>
                  <a:pt x="80600" y="116318"/>
                </a:lnTo>
                <a:lnTo>
                  <a:pt x="83342" y="115300"/>
                </a:lnTo>
                <a:lnTo>
                  <a:pt x="86005" y="114047"/>
                </a:lnTo>
                <a:lnTo>
                  <a:pt x="88589" y="112715"/>
                </a:lnTo>
                <a:lnTo>
                  <a:pt x="91096" y="111305"/>
                </a:lnTo>
                <a:lnTo>
                  <a:pt x="93524" y="109739"/>
                </a:lnTo>
                <a:lnTo>
                  <a:pt x="95874" y="108093"/>
                </a:lnTo>
                <a:lnTo>
                  <a:pt x="98146" y="106292"/>
                </a:lnTo>
                <a:lnTo>
                  <a:pt x="100339" y="104412"/>
                </a:lnTo>
                <a:lnTo>
                  <a:pt x="102375" y="102375"/>
                </a:lnTo>
                <a:lnTo>
                  <a:pt x="104412" y="100339"/>
                </a:lnTo>
                <a:lnTo>
                  <a:pt x="106292" y="98146"/>
                </a:lnTo>
                <a:lnTo>
                  <a:pt x="108093" y="95874"/>
                </a:lnTo>
                <a:lnTo>
                  <a:pt x="109739" y="93524"/>
                </a:lnTo>
                <a:lnTo>
                  <a:pt x="111305" y="91096"/>
                </a:lnTo>
                <a:lnTo>
                  <a:pt x="112715" y="88589"/>
                </a:lnTo>
                <a:lnTo>
                  <a:pt x="114047" y="86005"/>
                </a:lnTo>
                <a:lnTo>
                  <a:pt x="115300" y="83342"/>
                </a:lnTo>
                <a:lnTo>
                  <a:pt x="116318" y="80600"/>
                </a:lnTo>
                <a:lnTo>
                  <a:pt x="117258" y="77858"/>
                </a:lnTo>
                <a:lnTo>
                  <a:pt x="118119" y="74960"/>
                </a:lnTo>
                <a:lnTo>
                  <a:pt x="118746" y="72062"/>
                </a:lnTo>
                <a:lnTo>
                  <a:pt x="119295" y="69164"/>
                </a:lnTo>
                <a:lnTo>
                  <a:pt x="119686" y="66109"/>
                </a:lnTo>
                <a:lnTo>
                  <a:pt x="119921" y="63055"/>
                </a:lnTo>
                <a:lnTo>
                  <a:pt x="120000" y="60000"/>
                </a:lnTo>
                <a:lnTo>
                  <a:pt x="119921" y="56945"/>
                </a:lnTo>
                <a:lnTo>
                  <a:pt x="119686" y="53890"/>
                </a:lnTo>
                <a:lnTo>
                  <a:pt x="119295" y="50835"/>
                </a:lnTo>
                <a:lnTo>
                  <a:pt x="118746" y="47937"/>
                </a:lnTo>
                <a:lnTo>
                  <a:pt x="118119" y="45039"/>
                </a:lnTo>
                <a:lnTo>
                  <a:pt x="117258" y="42141"/>
                </a:lnTo>
                <a:lnTo>
                  <a:pt x="116318" y="39399"/>
                </a:lnTo>
                <a:lnTo>
                  <a:pt x="115300" y="36657"/>
                </a:lnTo>
                <a:lnTo>
                  <a:pt x="114047" y="33994"/>
                </a:lnTo>
                <a:lnTo>
                  <a:pt x="112715" y="31410"/>
                </a:lnTo>
                <a:lnTo>
                  <a:pt x="111305" y="28903"/>
                </a:lnTo>
                <a:lnTo>
                  <a:pt x="109739" y="26475"/>
                </a:lnTo>
                <a:lnTo>
                  <a:pt x="108093" y="24125"/>
                </a:lnTo>
                <a:lnTo>
                  <a:pt x="106292" y="21853"/>
                </a:lnTo>
                <a:lnTo>
                  <a:pt x="104412" y="19660"/>
                </a:lnTo>
                <a:lnTo>
                  <a:pt x="102375" y="17624"/>
                </a:lnTo>
                <a:lnTo>
                  <a:pt x="100339" y="15587"/>
                </a:lnTo>
                <a:lnTo>
                  <a:pt x="98146" y="13707"/>
                </a:lnTo>
                <a:lnTo>
                  <a:pt x="95874" y="11906"/>
                </a:lnTo>
                <a:lnTo>
                  <a:pt x="93524" y="10260"/>
                </a:lnTo>
                <a:lnTo>
                  <a:pt x="91096" y="8694"/>
                </a:lnTo>
                <a:lnTo>
                  <a:pt x="88589" y="7284"/>
                </a:lnTo>
                <a:lnTo>
                  <a:pt x="86005" y="5952"/>
                </a:lnTo>
                <a:lnTo>
                  <a:pt x="83342" y="4699"/>
                </a:lnTo>
                <a:lnTo>
                  <a:pt x="80600" y="3681"/>
                </a:lnTo>
                <a:lnTo>
                  <a:pt x="77858" y="2741"/>
                </a:lnTo>
                <a:lnTo>
                  <a:pt x="74960" y="1880"/>
                </a:lnTo>
                <a:lnTo>
                  <a:pt x="72062" y="1253"/>
                </a:lnTo>
                <a:lnTo>
                  <a:pt x="69164" y="704"/>
                </a:lnTo>
                <a:lnTo>
                  <a:pt x="66109" y="313"/>
                </a:lnTo>
                <a:lnTo>
                  <a:pt x="63055" y="78"/>
                </a:lnTo>
                <a:lnTo>
                  <a:pt x="600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FC3F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77"/>
          <p:cNvSpPr/>
          <p:nvPr/>
        </p:nvSpPr>
        <p:spPr>
          <a:xfrm>
            <a:off x="7772476" y="4289894"/>
            <a:ext cx="149100" cy="149400"/>
          </a:xfrm>
          <a:custGeom>
            <a:rect b="b" l="l" r="r" t="t"/>
            <a:pathLst>
              <a:path extrusionOk="0" h="120000" w="120000">
                <a:moveTo>
                  <a:pt x="93524" y="27493"/>
                </a:moveTo>
                <a:lnTo>
                  <a:pt x="101984" y="36031"/>
                </a:lnTo>
                <a:lnTo>
                  <a:pt x="48015" y="90000"/>
                </a:lnTo>
                <a:lnTo>
                  <a:pt x="18015" y="60000"/>
                </a:lnTo>
                <a:lnTo>
                  <a:pt x="26475" y="51540"/>
                </a:lnTo>
                <a:lnTo>
                  <a:pt x="48015" y="73002"/>
                </a:lnTo>
                <a:lnTo>
                  <a:pt x="93524" y="27493"/>
                </a:lnTo>
                <a:close/>
                <a:moveTo>
                  <a:pt x="60000" y="0"/>
                </a:moveTo>
                <a:lnTo>
                  <a:pt x="56945" y="78"/>
                </a:lnTo>
                <a:lnTo>
                  <a:pt x="53890" y="313"/>
                </a:lnTo>
                <a:lnTo>
                  <a:pt x="50835" y="704"/>
                </a:lnTo>
                <a:lnTo>
                  <a:pt x="47937" y="1253"/>
                </a:lnTo>
                <a:lnTo>
                  <a:pt x="45039" y="1880"/>
                </a:lnTo>
                <a:lnTo>
                  <a:pt x="42141" y="2741"/>
                </a:lnTo>
                <a:lnTo>
                  <a:pt x="39399" y="3681"/>
                </a:lnTo>
                <a:lnTo>
                  <a:pt x="36657" y="4699"/>
                </a:lnTo>
                <a:lnTo>
                  <a:pt x="33994" y="5952"/>
                </a:lnTo>
                <a:lnTo>
                  <a:pt x="31410" y="7284"/>
                </a:lnTo>
                <a:lnTo>
                  <a:pt x="28903" y="8694"/>
                </a:lnTo>
                <a:lnTo>
                  <a:pt x="26475" y="10260"/>
                </a:lnTo>
                <a:lnTo>
                  <a:pt x="24125" y="11906"/>
                </a:lnTo>
                <a:lnTo>
                  <a:pt x="21853" y="13707"/>
                </a:lnTo>
                <a:lnTo>
                  <a:pt x="19660" y="15587"/>
                </a:lnTo>
                <a:lnTo>
                  <a:pt x="17624" y="17624"/>
                </a:lnTo>
                <a:lnTo>
                  <a:pt x="15587" y="19660"/>
                </a:lnTo>
                <a:lnTo>
                  <a:pt x="13707" y="21853"/>
                </a:lnTo>
                <a:lnTo>
                  <a:pt x="11906" y="24125"/>
                </a:lnTo>
                <a:lnTo>
                  <a:pt x="10260" y="26475"/>
                </a:lnTo>
                <a:lnTo>
                  <a:pt x="8694" y="28903"/>
                </a:lnTo>
                <a:lnTo>
                  <a:pt x="7284" y="31410"/>
                </a:lnTo>
                <a:lnTo>
                  <a:pt x="5952" y="33994"/>
                </a:lnTo>
                <a:lnTo>
                  <a:pt x="4699" y="36657"/>
                </a:lnTo>
                <a:lnTo>
                  <a:pt x="3681" y="39399"/>
                </a:lnTo>
                <a:lnTo>
                  <a:pt x="2741" y="42141"/>
                </a:lnTo>
                <a:lnTo>
                  <a:pt x="1880" y="45039"/>
                </a:lnTo>
                <a:lnTo>
                  <a:pt x="1253" y="47937"/>
                </a:lnTo>
                <a:lnTo>
                  <a:pt x="704" y="50835"/>
                </a:lnTo>
                <a:lnTo>
                  <a:pt x="313" y="53890"/>
                </a:lnTo>
                <a:lnTo>
                  <a:pt x="78" y="56945"/>
                </a:lnTo>
                <a:lnTo>
                  <a:pt x="0" y="60000"/>
                </a:lnTo>
                <a:lnTo>
                  <a:pt x="78" y="63055"/>
                </a:lnTo>
                <a:lnTo>
                  <a:pt x="313" y="66109"/>
                </a:lnTo>
                <a:lnTo>
                  <a:pt x="704" y="69164"/>
                </a:lnTo>
                <a:lnTo>
                  <a:pt x="1253" y="72062"/>
                </a:lnTo>
                <a:lnTo>
                  <a:pt x="1880" y="74960"/>
                </a:lnTo>
                <a:lnTo>
                  <a:pt x="2741" y="77858"/>
                </a:lnTo>
                <a:lnTo>
                  <a:pt x="3681" y="80600"/>
                </a:lnTo>
                <a:lnTo>
                  <a:pt x="4699" y="83342"/>
                </a:lnTo>
                <a:lnTo>
                  <a:pt x="5952" y="86005"/>
                </a:lnTo>
                <a:lnTo>
                  <a:pt x="7284" y="88589"/>
                </a:lnTo>
                <a:lnTo>
                  <a:pt x="8694" y="91096"/>
                </a:lnTo>
                <a:lnTo>
                  <a:pt x="10260" y="93524"/>
                </a:lnTo>
                <a:lnTo>
                  <a:pt x="11906" y="95874"/>
                </a:lnTo>
                <a:lnTo>
                  <a:pt x="13707" y="98146"/>
                </a:lnTo>
                <a:lnTo>
                  <a:pt x="15587" y="100339"/>
                </a:lnTo>
                <a:lnTo>
                  <a:pt x="17624" y="102375"/>
                </a:lnTo>
                <a:lnTo>
                  <a:pt x="19660" y="104412"/>
                </a:lnTo>
                <a:lnTo>
                  <a:pt x="21853" y="106292"/>
                </a:lnTo>
                <a:lnTo>
                  <a:pt x="24125" y="108093"/>
                </a:lnTo>
                <a:lnTo>
                  <a:pt x="26475" y="109739"/>
                </a:lnTo>
                <a:lnTo>
                  <a:pt x="28903" y="111305"/>
                </a:lnTo>
                <a:lnTo>
                  <a:pt x="31410" y="112715"/>
                </a:lnTo>
                <a:lnTo>
                  <a:pt x="33994" y="114047"/>
                </a:lnTo>
                <a:lnTo>
                  <a:pt x="36657" y="115300"/>
                </a:lnTo>
                <a:lnTo>
                  <a:pt x="39399" y="116318"/>
                </a:lnTo>
                <a:lnTo>
                  <a:pt x="42141" y="117258"/>
                </a:lnTo>
                <a:lnTo>
                  <a:pt x="45039" y="118119"/>
                </a:lnTo>
                <a:lnTo>
                  <a:pt x="47937" y="118746"/>
                </a:lnTo>
                <a:lnTo>
                  <a:pt x="50835" y="119295"/>
                </a:lnTo>
                <a:lnTo>
                  <a:pt x="53890" y="119686"/>
                </a:lnTo>
                <a:lnTo>
                  <a:pt x="56945" y="119921"/>
                </a:lnTo>
                <a:lnTo>
                  <a:pt x="60000" y="120000"/>
                </a:lnTo>
                <a:lnTo>
                  <a:pt x="63055" y="119921"/>
                </a:lnTo>
                <a:lnTo>
                  <a:pt x="66109" y="119686"/>
                </a:lnTo>
                <a:lnTo>
                  <a:pt x="69164" y="119295"/>
                </a:lnTo>
                <a:lnTo>
                  <a:pt x="72062" y="118746"/>
                </a:lnTo>
                <a:lnTo>
                  <a:pt x="74960" y="118119"/>
                </a:lnTo>
                <a:lnTo>
                  <a:pt x="77858" y="117258"/>
                </a:lnTo>
                <a:lnTo>
                  <a:pt x="80600" y="116318"/>
                </a:lnTo>
                <a:lnTo>
                  <a:pt x="83342" y="115300"/>
                </a:lnTo>
                <a:lnTo>
                  <a:pt x="86005" y="114047"/>
                </a:lnTo>
                <a:lnTo>
                  <a:pt x="88589" y="112715"/>
                </a:lnTo>
                <a:lnTo>
                  <a:pt x="91096" y="111305"/>
                </a:lnTo>
                <a:lnTo>
                  <a:pt x="93524" y="109739"/>
                </a:lnTo>
                <a:lnTo>
                  <a:pt x="95874" y="108093"/>
                </a:lnTo>
                <a:lnTo>
                  <a:pt x="98146" y="106292"/>
                </a:lnTo>
                <a:lnTo>
                  <a:pt x="100339" y="104412"/>
                </a:lnTo>
                <a:lnTo>
                  <a:pt x="102375" y="102375"/>
                </a:lnTo>
                <a:lnTo>
                  <a:pt x="104412" y="100339"/>
                </a:lnTo>
                <a:lnTo>
                  <a:pt x="106292" y="98146"/>
                </a:lnTo>
                <a:lnTo>
                  <a:pt x="108093" y="95874"/>
                </a:lnTo>
                <a:lnTo>
                  <a:pt x="109739" y="93524"/>
                </a:lnTo>
                <a:lnTo>
                  <a:pt x="111305" y="91096"/>
                </a:lnTo>
                <a:lnTo>
                  <a:pt x="112715" y="88589"/>
                </a:lnTo>
                <a:lnTo>
                  <a:pt x="114047" y="86005"/>
                </a:lnTo>
                <a:lnTo>
                  <a:pt x="115300" y="83342"/>
                </a:lnTo>
                <a:lnTo>
                  <a:pt x="116318" y="80600"/>
                </a:lnTo>
                <a:lnTo>
                  <a:pt x="117258" y="77858"/>
                </a:lnTo>
                <a:lnTo>
                  <a:pt x="118119" y="74960"/>
                </a:lnTo>
                <a:lnTo>
                  <a:pt x="118746" y="72062"/>
                </a:lnTo>
                <a:lnTo>
                  <a:pt x="119295" y="69164"/>
                </a:lnTo>
                <a:lnTo>
                  <a:pt x="119686" y="66109"/>
                </a:lnTo>
                <a:lnTo>
                  <a:pt x="119921" y="63055"/>
                </a:lnTo>
                <a:lnTo>
                  <a:pt x="120000" y="60000"/>
                </a:lnTo>
                <a:lnTo>
                  <a:pt x="119921" y="56945"/>
                </a:lnTo>
                <a:lnTo>
                  <a:pt x="119686" y="53890"/>
                </a:lnTo>
                <a:lnTo>
                  <a:pt x="119295" y="50835"/>
                </a:lnTo>
                <a:lnTo>
                  <a:pt x="118746" y="47937"/>
                </a:lnTo>
                <a:lnTo>
                  <a:pt x="118119" y="45039"/>
                </a:lnTo>
                <a:lnTo>
                  <a:pt x="117258" y="42141"/>
                </a:lnTo>
                <a:lnTo>
                  <a:pt x="116318" y="39399"/>
                </a:lnTo>
                <a:lnTo>
                  <a:pt x="115300" y="36657"/>
                </a:lnTo>
                <a:lnTo>
                  <a:pt x="114047" y="33994"/>
                </a:lnTo>
                <a:lnTo>
                  <a:pt x="112715" y="31410"/>
                </a:lnTo>
                <a:lnTo>
                  <a:pt x="111305" y="28903"/>
                </a:lnTo>
                <a:lnTo>
                  <a:pt x="109739" y="26475"/>
                </a:lnTo>
                <a:lnTo>
                  <a:pt x="108093" y="24125"/>
                </a:lnTo>
                <a:lnTo>
                  <a:pt x="106292" y="21853"/>
                </a:lnTo>
                <a:lnTo>
                  <a:pt x="104412" y="19660"/>
                </a:lnTo>
                <a:lnTo>
                  <a:pt x="102375" y="17624"/>
                </a:lnTo>
                <a:lnTo>
                  <a:pt x="100339" y="15587"/>
                </a:lnTo>
                <a:lnTo>
                  <a:pt x="98146" y="13707"/>
                </a:lnTo>
                <a:lnTo>
                  <a:pt x="95874" y="11906"/>
                </a:lnTo>
                <a:lnTo>
                  <a:pt x="93524" y="10260"/>
                </a:lnTo>
                <a:lnTo>
                  <a:pt x="91096" y="8694"/>
                </a:lnTo>
                <a:lnTo>
                  <a:pt x="88589" y="7284"/>
                </a:lnTo>
                <a:lnTo>
                  <a:pt x="86005" y="5952"/>
                </a:lnTo>
                <a:lnTo>
                  <a:pt x="83342" y="4699"/>
                </a:lnTo>
                <a:lnTo>
                  <a:pt x="80600" y="3681"/>
                </a:lnTo>
                <a:lnTo>
                  <a:pt x="77858" y="2741"/>
                </a:lnTo>
                <a:lnTo>
                  <a:pt x="74960" y="1880"/>
                </a:lnTo>
                <a:lnTo>
                  <a:pt x="72062" y="1253"/>
                </a:lnTo>
                <a:lnTo>
                  <a:pt x="69164" y="704"/>
                </a:lnTo>
                <a:lnTo>
                  <a:pt x="66109" y="313"/>
                </a:lnTo>
                <a:lnTo>
                  <a:pt x="63055" y="78"/>
                </a:lnTo>
                <a:lnTo>
                  <a:pt x="600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FC3F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77"/>
          <p:cNvSpPr/>
          <p:nvPr/>
        </p:nvSpPr>
        <p:spPr>
          <a:xfrm>
            <a:off x="7772476" y="3604394"/>
            <a:ext cx="149100" cy="149400"/>
          </a:xfrm>
          <a:custGeom>
            <a:rect b="b" l="l" r="r" t="t"/>
            <a:pathLst>
              <a:path extrusionOk="0" h="120000" w="120000">
                <a:moveTo>
                  <a:pt x="93524" y="27493"/>
                </a:moveTo>
                <a:lnTo>
                  <a:pt x="101984" y="36031"/>
                </a:lnTo>
                <a:lnTo>
                  <a:pt x="48015" y="90000"/>
                </a:lnTo>
                <a:lnTo>
                  <a:pt x="18015" y="60000"/>
                </a:lnTo>
                <a:lnTo>
                  <a:pt x="26475" y="51540"/>
                </a:lnTo>
                <a:lnTo>
                  <a:pt x="48015" y="73002"/>
                </a:lnTo>
                <a:lnTo>
                  <a:pt x="93524" y="27493"/>
                </a:lnTo>
                <a:close/>
                <a:moveTo>
                  <a:pt x="60000" y="0"/>
                </a:moveTo>
                <a:lnTo>
                  <a:pt x="56945" y="78"/>
                </a:lnTo>
                <a:lnTo>
                  <a:pt x="53890" y="313"/>
                </a:lnTo>
                <a:lnTo>
                  <a:pt x="50835" y="704"/>
                </a:lnTo>
                <a:lnTo>
                  <a:pt x="47937" y="1253"/>
                </a:lnTo>
                <a:lnTo>
                  <a:pt x="45039" y="1880"/>
                </a:lnTo>
                <a:lnTo>
                  <a:pt x="42141" y="2741"/>
                </a:lnTo>
                <a:lnTo>
                  <a:pt x="39399" y="3681"/>
                </a:lnTo>
                <a:lnTo>
                  <a:pt x="36657" y="4699"/>
                </a:lnTo>
                <a:lnTo>
                  <a:pt x="33994" y="5952"/>
                </a:lnTo>
                <a:lnTo>
                  <a:pt x="31410" y="7284"/>
                </a:lnTo>
                <a:lnTo>
                  <a:pt x="28903" y="8694"/>
                </a:lnTo>
                <a:lnTo>
                  <a:pt x="26475" y="10260"/>
                </a:lnTo>
                <a:lnTo>
                  <a:pt x="24125" y="11906"/>
                </a:lnTo>
                <a:lnTo>
                  <a:pt x="21853" y="13707"/>
                </a:lnTo>
                <a:lnTo>
                  <a:pt x="19660" y="15587"/>
                </a:lnTo>
                <a:lnTo>
                  <a:pt x="17624" y="17624"/>
                </a:lnTo>
                <a:lnTo>
                  <a:pt x="15587" y="19660"/>
                </a:lnTo>
                <a:lnTo>
                  <a:pt x="13707" y="21853"/>
                </a:lnTo>
                <a:lnTo>
                  <a:pt x="11906" y="24125"/>
                </a:lnTo>
                <a:lnTo>
                  <a:pt x="10260" y="26475"/>
                </a:lnTo>
                <a:lnTo>
                  <a:pt x="8694" y="28903"/>
                </a:lnTo>
                <a:lnTo>
                  <a:pt x="7284" y="31410"/>
                </a:lnTo>
                <a:lnTo>
                  <a:pt x="5952" y="33994"/>
                </a:lnTo>
                <a:lnTo>
                  <a:pt x="4699" y="36657"/>
                </a:lnTo>
                <a:lnTo>
                  <a:pt x="3681" y="39399"/>
                </a:lnTo>
                <a:lnTo>
                  <a:pt x="2741" y="42141"/>
                </a:lnTo>
                <a:lnTo>
                  <a:pt x="1880" y="45039"/>
                </a:lnTo>
                <a:lnTo>
                  <a:pt x="1253" y="47937"/>
                </a:lnTo>
                <a:lnTo>
                  <a:pt x="704" y="50835"/>
                </a:lnTo>
                <a:lnTo>
                  <a:pt x="313" y="53890"/>
                </a:lnTo>
                <a:lnTo>
                  <a:pt x="78" y="56945"/>
                </a:lnTo>
                <a:lnTo>
                  <a:pt x="0" y="60000"/>
                </a:lnTo>
                <a:lnTo>
                  <a:pt x="78" y="63055"/>
                </a:lnTo>
                <a:lnTo>
                  <a:pt x="313" y="66109"/>
                </a:lnTo>
                <a:lnTo>
                  <a:pt x="704" y="69164"/>
                </a:lnTo>
                <a:lnTo>
                  <a:pt x="1253" y="72062"/>
                </a:lnTo>
                <a:lnTo>
                  <a:pt x="1880" y="74960"/>
                </a:lnTo>
                <a:lnTo>
                  <a:pt x="2741" y="77858"/>
                </a:lnTo>
                <a:lnTo>
                  <a:pt x="3681" y="80600"/>
                </a:lnTo>
                <a:lnTo>
                  <a:pt x="4699" y="83342"/>
                </a:lnTo>
                <a:lnTo>
                  <a:pt x="5952" y="86005"/>
                </a:lnTo>
                <a:lnTo>
                  <a:pt x="7284" y="88589"/>
                </a:lnTo>
                <a:lnTo>
                  <a:pt x="8694" y="91096"/>
                </a:lnTo>
                <a:lnTo>
                  <a:pt x="10260" y="93524"/>
                </a:lnTo>
                <a:lnTo>
                  <a:pt x="11906" y="95874"/>
                </a:lnTo>
                <a:lnTo>
                  <a:pt x="13707" y="98146"/>
                </a:lnTo>
                <a:lnTo>
                  <a:pt x="15587" y="100339"/>
                </a:lnTo>
                <a:lnTo>
                  <a:pt x="17624" y="102375"/>
                </a:lnTo>
                <a:lnTo>
                  <a:pt x="19660" y="104412"/>
                </a:lnTo>
                <a:lnTo>
                  <a:pt x="21853" y="106292"/>
                </a:lnTo>
                <a:lnTo>
                  <a:pt x="24125" y="108093"/>
                </a:lnTo>
                <a:lnTo>
                  <a:pt x="26475" y="109739"/>
                </a:lnTo>
                <a:lnTo>
                  <a:pt x="28903" y="111305"/>
                </a:lnTo>
                <a:lnTo>
                  <a:pt x="31410" y="112715"/>
                </a:lnTo>
                <a:lnTo>
                  <a:pt x="33994" y="114047"/>
                </a:lnTo>
                <a:lnTo>
                  <a:pt x="36657" y="115300"/>
                </a:lnTo>
                <a:lnTo>
                  <a:pt x="39399" y="116318"/>
                </a:lnTo>
                <a:lnTo>
                  <a:pt x="42141" y="117258"/>
                </a:lnTo>
                <a:lnTo>
                  <a:pt x="45039" y="118119"/>
                </a:lnTo>
                <a:lnTo>
                  <a:pt x="47937" y="118746"/>
                </a:lnTo>
                <a:lnTo>
                  <a:pt x="50835" y="119295"/>
                </a:lnTo>
                <a:lnTo>
                  <a:pt x="53890" y="119686"/>
                </a:lnTo>
                <a:lnTo>
                  <a:pt x="56945" y="119921"/>
                </a:lnTo>
                <a:lnTo>
                  <a:pt x="60000" y="120000"/>
                </a:lnTo>
                <a:lnTo>
                  <a:pt x="63055" y="119921"/>
                </a:lnTo>
                <a:lnTo>
                  <a:pt x="66109" y="119686"/>
                </a:lnTo>
                <a:lnTo>
                  <a:pt x="69164" y="119295"/>
                </a:lnTo>
                <a:lnTo>
                  <a:pt x="72062" y="118746"/>
                </a:lnTo>
                <a:lnTo>
                  <a:pt x="74960" y="118119"/>
                </a:lnTo>
                <a:lnTo>
                  <a:pt x="77858" y="117258"/>
                </a:lnTo>
                <a:lnTo>
                  <a:pt x="80600" y="116318"/>
                </a:lnTo>
                <a:lnTo>
                  <a:pt x="83342" y="115300"/>
                </a:lnTo>
                <a:lnTo>
                  <a:pt x="86005" y="114047"/>
                </a:lnTo>
                <a:lnTo>
                  <a:pt x="88589" y="112715"/>
                </a:lnTo>
                <a:lnTo>
                  <a:pt x="91096" y="111305"/>
                </a:lnTo>
                <a:lnTo>
                  <a:pt x="93524" y="109739"/>
                </a:lnTo>
                <a:lnTo>
                  <a:pt x="95874" y="108093"/>
                </a:lnTo>
                <a:lnTo>
                  <a:pt x="98146" y="106292"/>
                </a:lnTo>
                <a:lnTo>
                  <a:pt x="100339" y="104412"/>
                </a:lnTo>
                <a:lnTo>
                  <a:pt x="102375" y="102375"/>
                </a:lnTo>
                <a:lnTo>
                  <a:pt x="104412" y="100339"/>
                </a:lnTo>
                <a:lnTo>
                  <a:pt x="106292" y="98146"/>
                </a:lnTo>
                <a:lnTo>
                  <a:pt x="108093" y="95874"/>
                </a:lnTo>
                <a:lnTo>
                  <a:pt x="109739" y="93524"/>
                </a:lnTo>
                <a:lnTo>
                  <a:pt x="111305" y="91096"/>
                </a:lnTo>
                <a:lnTo>
                  <a:pt x="112715" y="88589"/>
                </a:lnTo>
                <a:lnTo>
                  <a:pt x="114047" y="86005"/>
                </a:lnTo>
                <a:lnTo>
                  <a:pt x="115300" y="83342"/>
                </a:lnTo>
                <a:lnTo>
                  <a:pt x="116318" y="80600"/>
                </a:lnTo>
                <a:lnTo>
                  <a:pt x="117258" y="77858"/>
                </a:lnTo>
                <a:lnTo>
                  <a:pt x="118119" y="74960"/>
                </a:lnTo>
                <a:lnTo>
                  <a:pt x="118746" y="72062"/>
                </a:lnTo>
                <a:lnTo>
                  <a:pt x="119295" y="69164"/>
                </a:lnTo>
                <a:lnTo>
                  <a:pt x="119686" y="66109"/>
                </a:lnTo>
                <a:lnTo>
                  <a:pt x="119921" y="63055"/>
                </a:lnTo>
                <a:lnTo>
                  <a:pt x="120000" y="60000"/>
                </a:lnTo>
                <a:lnTo>
                  <a:pt x="119921" y="56945"/>
                </a:lnTo>
                <a:lnTo>
                  <a:pt x="119686" y="53890"/>
                </a:lnTo>
                <a:lnTo>
                  <a:pt x="119295" y="50835"/>
                </a:lnTo>
                <a:lnTo>
                  <a:pt x="118746" y="47937"/>
                </a:lnTo>
                <a:lnTo>
                  <a:pt x="118119" y="45039"/>
                </a:lnTo>
                <a:lnTo>
                  <a:pt x="117258" y="42141"/>
                </a:lnTo>
                <a:lnTo>
                  <a:pt x="116318" y="39399"/>
                </a:lnTo>
                <a:lnTo>
                  <a:pt x="115300" y="36657"/>
                </a:lnTo>
                <a:lnTo>
                  <a:pt x="114047" y="33994"/>
                </a:lnTo>
                <a:lnTo>
                  <a:pt x="112715" y="31410"/>
                </a:lnTo>
                <a:lnTo>
                  <a:pt x="111305" y="28903"/>
                </a:lnTo>
                <a:lnTo>
                  <a:pt x="109739" y="26475"/>
                </a:lnTo>
                <a:lnTo>
                  <a:pt x="108093" y="24125"/>
                </a:lnTo>
                <a:lnTo>
                  <a:pt x="106292" y="21853"/>
                </a:lnTo>
                <a:lnTo>
                  <a:pt x="104412" y="19660"/>
                </a:lnTo>
                <a:lnTo>
                  <a:pt x="102375" y="17624"/>
                </a:lnTo>
                <a:lnTo>
                  <a:pt x="100339" y="15587"/>
                </a:lnTo>
                <a:lnTo>
                  <a:pt x="98146" y="13707"/>
                </a:lnTo>
                <a:lnTo>
                  <a:pt x="95874" y="11906"/>
                </a:lnTo>
                <a:lnTo>
                  <a:pt x="93524" y="10260"/>
                </a:lnTo>
                <a:lnTo>
                  <a:pt x="91096" y="8694"/>
                </a:lnTo>
                <a:lnTo>
                  <a:pt x="88589" y="7284"/>
                </a:lnTo>
                <a:lnTo>
                  <a:pt x="86005" y="5952"/>
                </a:lnTo>
                <a:lnTo>
                  <a:pt x="83342" y="4699"/>
                </a:lnTo>
                <a:lnTo>
                  <a:pt x="80600" y="3681"/>
                </a:lnTo>
                <a:lnTo>
                  <a:pt x="77858" y="2741"/>
                </a:lnTo>
                <a:lnTo>
                  <a:pt x="74960" y="1880"/>
                </a:lnTo>
                <a:lnTo>
                  <a:pt x="72062" y="1253"/>
                </a:lnTo>
                <a:lnTo>
                  <a:pt x="69164" y="704"/>
                </a:lnTo>
                <a:lnTo>
                  <a:pt x="66109" y="313"/>
                </a:lnTo>
                <a:lnTo>
                  <a:pt x="63055" y="78"/>
                </a:lnTo>
                <a:lnTo>
                  <a:pt x="600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FC3F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77"/>
          <p:cNvSpPr txBox="1"/>
          <p:nvPr>
            <p:ph idx="4294967295" type="title"/>
          </p:nvPr>
        </p:nvSpPr>
        <p:spPr>
          <a:xfrm>
            <a:off x="478575" y="99650"/>
            <a:ext cx="754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AdOps - Campaign Manager floodlights vs Google Analytics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723" name="Google Shape;723;p77"/>
          <p:cNvCxnSpPr/>
          <p:nvPr/>
        </p:nvCxnSpPr>
        <p:spPr>
          <a:xfrm>
            <a:off x="478575" y="-1950"/>
            <a:ext cx="0" cy="51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4" name="Google Shape;724;p77"/>
          <p:cNvSpPr txBox="1"/>
          <p:nvPr/>
        </p:nvSpPr>
        <p:spPr>
          <a:xfrm>
            <a:off x="282498" y="789797"/>
            <a:ext cx="856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Campaign Manager é uma solução de gerenciamento e veiculação de anúncios e ajuda no gerenciamento de todo o escopo </a:t>
            </a:r>
            <a:endParaRPr i="1"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relacionado a publicidade digital. Ele fornecerá uma medição de mídia abrangente e com métricas detalhadas.</a:t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78"/>
          <p:cNvSpPr txBox="1"/>
          <p:nvPr>
            <p:ph idx="11" type="ftr"/>
          </p:nvPr>
        </p:nvSpPr>
        <p:spPr>
          <a:xfrm>
            <a:off x="959644" y="4626769"/>
            <a:ext cx="337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78"/>
          <p:cNvSpPr txBox="1"/>
          <p:nvPr>
            <p:ph idx="1" type="body"/>
          </p:nvPr>
        </p:nvSpPr>
        <p:spPr>
          <a:xfrm>
            <a:off x="5218771" y="2576515"/>
            <a:ext cx="3704100" cy="25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1" marL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</a:pPr>
            <a:r>
              <a:rPr lang="pt-BR"/>
              <a:t>Sobre o processo de AdOps</a:t>
            </a:r>
            <a:endParaRPr/>
          </a:p>
        </p:txBody>
      </p:sp>
      <p:sp>
        <p:nvSpPr>
          <p:cNvPr id="731" name="Google Shape;731;p78"/>
          <p:cNvSpPr txBox="1"/>
          <p:nvPr>
            <p:ph idx="5" type="body"/>
          </p:nvPr>
        </p:nvSpPr>
        <p:spPr>
          <a:xfrm>
            <a:off x="581258" y="479096"/>
            <a:ext cx="1823700" cy="15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pt-BR"/>
              <a:t>01</a:t>
            </a:r>
            <a:endParaRPr/>
          </a:p>
        </p:txBody>
      </p:sp>
      <p:sp>
        <p:nvSpPr>
          <p:cNvPr id="732" name="Google Shape;732;p78"/>
          <p:cNvSpPr txBox="1"/>
          <p:nvPr>
            <p:ph idx="12" type="sldNum"/>
          </p:nvPr>
        </p:nvSpPr>
        <p:spPr>
          <a:xfrm>
            <a:off x="588946" y="4771724"/>
            <a:ext cx="370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733" name="Google Shape;733;p78"/>
          <p:cNvCxnSpPr/>
          <p:nvPr/>
        </p:nvCxnSpPr>
        <p:spPr>
          <a:xfrm>
            <a:off x="487348" y="511970"/>
            <a:ext cx="0" cy="2058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34" name="Google Shape;734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7449" y="0"/>
            <a:ext cx="6736552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5" name="Google Shape;735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571750"/>
            <a:ext cx="3867283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741" name="Google Shape;741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624" y="4536925"/>
            <a:ext cx="1056175" cy="47905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79"/>
          <p:cNvSpPr/>
          <p:nvPr/>
        </p:nvSpPr>
        <p:spPr>
          <a:xfrm>
            <a:off x="2549698" y="989164"/>
            <a:ext cx="2295000" cy="405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35000" lIns="135000" spcFirstLastPara="1" rIns="135000" wrap="square" tIns="13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latin typeface="Montserrat Medium"/>
                <a:ea typeface="Montserrat Medium"/>
                <a:cs typeface="Montserrat Medium"/>
                <a:sym typeface="Montserrat Medium"/>
              </a:rPr>
              <a:t>Plano da campanha é aprovado</a:t>
            </a:r>
            <a:endParaRPr sz="7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43" name="Google Shape;743;p79"/>
          <p:cNvSpPr/>
          <p:nvPr/>
        </p:nvSpPr>
        <p:spPr>
          <a:xfrm>
            <a:off x="536903" y="1999643"/>
            <a:ext cx="2295000" cy="405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35000" lIns="135000" spcFirstLastPara="1" rIns="135000" wrap="square" tIns="13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latin typeface="Montserrat Medium"/>
                <a:ea typeface="Montserrat Medium"/>
                <a:cs typeface="Montserrat Medium"/>
                <a:sym typeface="Montserrat Medium"/>
              </a:rPr>
              <a:t>AdOps é sinalizado sobre nova campanha</a:t>
            </a:r>
            <a:endParaRPr sz="7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44" name="Google Shape;744;p79"/>
          <p:cNvSpPr/>
          <p:nvPr/>
        </p:nvSpPr>
        <p:spPr>
          <a:xfrm>
            <a:off x="6438582" y="2484671"/>
            <a:ext cx="2295000" cy="405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35000" lIns="135000" spcFirstLastPara="1" rIns="135000" wrap="square" tIns="13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latin typeface="Montserrat Medium"/>
                <a:ea typeface="Montserrat Medium"/>
                <a:cs typeface="Montserrat Medium"/>
                <a:sym typeface="Montserrat Medium"/>
              </a:rPr>
              <a:t>Preenche ADP e enviar peças para o time de AdOps</a:t>
            </a:r>
            <a:endParaRPr sz="7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45" name="Google Shape;745;p79"/>
          <p:cNvSpPr/>
          <p:nvPr/>
        </p:nvSpPr>
        <p:spPr>
          <a:xfrm>
            <a:off x="543056" y="3272960"/>
            <a:ext cx="2295000" cy="405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35000" lIns="135000" spcFirstLastPara="1" rIns="135000" wrap="square" tIns="13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latin typeface="Montserrat Medium"/>
                <a:ea typeface="Montserrat Medium"/>
                <a:cs typeface="Montserrat Medium"/>
                <a:sym typeface="Montserrat Medium"/>
              </a:rPr>
              <a:t>Cria o pedido de material</a:t>
            </a:r>
            <a:endParaRPr sz="7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latin typeface="Montserrat Medium"/>
                <a:ea typeface="Montserrat Medium"/>
                <a:cs typeface="Montserrat Medium"/>
                <a:sym typeface="Montserrat Medium"/>
              </a:rPr>
              <a:t> e solicita a produção das peças</a:t>
            </a:r>
            <a:endParaRPr sz="7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46" name="Google Shape;746;p79"/>
          <p:cNvSpPr/>
          <p:nvPr/>
        </p:nvSpPr>
        <p:spPr>
          <a:xfrm>
            <a:off x="3128574" y="4238921"/>
            <a:ext cx="2295000" cy="405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35000" lIns="135000" spcFirstLastPara="1" rIns="135000" wrap="square" tIns="13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latin typeface="Montserrat Medium"/>
                <a:ea typeface="Montserrat Medium"/>
                <a:cs typeface="Montserrat Medium"/>
                <a:sym typeface="Montserrat Medium"/>
              </a:rPr>
              <a:t>Recebe as peças nomeadas conforme a planilha de produção</a:t>
            </a:r>
            <a:endParaRPr sz="7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47" name="Google Shape;747;p79"/>
          <p:cNvSpPr/>
          <p:nvPr/>
        </p:nvSpPr>
        <p:spPr>
          <a:xfrm>
            <a:off x="6023571" y="3567073"/>
            <a:ext cx="2295000" cy="405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35000" lIns="135000" spcFirstLastPara="1" rIns="135000" wrap="square" tIns="13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latin typeface="Montserrat Medium"/>
                <a:ea typeface="Montserrat Medium"/>
                <a:cs typeface="Montserrat Medium"/>
                <a:sym typeface="Montserrat Medium"/>
              </a:rPr>
              <a:t>Organiza a entrega na rede e encaminha para AdOps</a:t>
            </a:r>
            <a:endParaRPr sz="7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748" name="Google Shape;748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2777" y="1695384"/>
            <a:ext cx="2094824" cy="209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p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6060532">
            <a:off x="2033254" y="1575904"/>
            <a:ext cx="252035" cy="222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0" name="Google Shape;750;p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3737235">
            <a:off x="1782735" y="2703855"/>
            <a:ext cx="252035" cy="222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-164109">
            <a:off x="2290549" y="4091775"/>
            <a:ext cx="252035" cy="222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-7795370">
            <a:off x="7031678" y="1985726"/>
            <a:ext cx="252035" cy="222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-6307476">
            <a:off x="7009419" y="3188880"/>
            <a:ext cx="252035" cy="222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4" name="Google Shape;754;p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-3957571">
            <a:off x="6111386" y="4197698"/>
            <a:ext cx="252035" cy="222210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79"/>
          <p:cNvSpPr/>
          <p:nvPr/>
        </p:nvSpPr>
        <p:spPr>
          <a:xfrm>
            <a:off x="5743150" y="1323906"/>
            <a:ext cx="2295000" cy="405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35000" lIns="135000" spcFirstLastPara="1" rIns="135000" wrap="square" tIns="13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latin typeface="Montserrat Medium"/>
                <a:ea typeface="Montserrat Medium"/>
                <a:cs typeface="Montserrat Medium"/>
                <a:sym typeface="Montserrat Medium"/>
              </a:rPr>
              <a:t>Recebimento do material criado pelo time de AdOps</a:t>
            </a:r>
            <a:endParaRPr sz="7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56" name="Google Shape;756;p79"/>
          <p:cNvSpPr txBox="1"/>
          <p:nvPr>
            <p:ph idx="4294967295" type="title"/>
          </p:nvPr>
        </p:nvSpPr>
        <p:spPr>
          <a:xfrm>
            <a:off x="478575" y="99650"/>
            <a:ext cx="5885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Processos da área de Mídia/ Agências</a:t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757" name="Google Shape;757;p79"/>
          <p:cNvCxnSpPr/>
          <p:nvPr/>
        </p:nvCxnSpPr>
        <p:spPr>
          <a:xfrm>
            <a:off x="478575" y="-1950"/>
            <a:ext cx="0" cy="51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763" name="Google Shape;763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624" y="4536925"/>
            <a:ext cx="1056175" cy="479050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80"/>
          <p:cNvSpPr txBox="1"/>
          <p:nvPr/>
        </p:nvSpPr>
        <p:spPr>
          <a:xfrm>
            <a:off x="432000" y="699675"/>
            <a:ext cx="828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200">
              <a:solidFill>
                <a:srgbClr val="242424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765" name="Google Shape;765;p80"/>
          <p:cNvSpPr/>
          <p:nvPr/>
        </p:nvSpPr>
        <p:spPr>
          <a:xfrm>
            <a:off x="1147859" y="1437223"/>
            <a:ext cx="2295000" cy="405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35000" lIns="135000" spcFirstLastPara="1" rIns="135000" wrap="square" tIns="13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latin typeface="Montserrat Medium"/>
                <a:ea typeface="Montserrat Medium"/>
                <a:cs typeface="Montserrat Medium"/>
                <a:sym typeface="Montserrat Medium"/>
              </a:rPr>
              <a:t>Recebimento ADP e Peças</a:t>
            </a:r>
            <a:endParaRPr sz="7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66" name="Google Shape;766;p80"/>
          <p:cNvSpPr/>
          <p:nvPr/>
        </p:nvSpPr>
        <p:spPr>
          <a:xfrm>
            <a:off x="3442859" y="879673"/>
            <a:ext cx="2295000" cy="405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35000" lIns="135000" spcFirstLastPara="1" rIns="135000" wrap="square" tIns="13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latin typeface="Montserrat Medium"/>
                <a:ea typeface="Montserrat Medium"/>
                <a:cs typeface="Montserrat Medium"/>
                <a:sym typeface="Montserrat Medium"/>
              </a:rPr>
              <a:t>AdOps é sinalizado sobre nova campanha</a:t>
            </a:r>
            <a:endParaRPr sz="7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67" name="Google Shape;767;p80"/>
          <p:cNvSpPr/>
          <p:nvPr/>
        </p:nvSpPr>
        <p:spPr>
          <a:xfrm>
            <a:off x="730897" y="2194796"/>
            <a:ext cx="2295000" cy="405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35000" lIns="135000" spcFirstLastPara="1" rIns="135000" wrap="square" tIns="13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latin typeface="Montserrat Medium"/>
                <a:ea typeface="Montserrat Medium"/>
                <a:cs typeface="Montserrat Medium"/>
                <a:sym typeface="Montserrat Medium"/>
              </a:rPr>
              <a:t>Validação material / ADP</a:t>
            </a:r>
            <a:endParaRPr sz="7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68" name="Google Shape;768;p80"/>
          <p:cNvSpPr/>
          <p:nvPr/>
        </p:nvSpPr>
        <p:spPr>
          <a:xfrm>
            <a:off x="730897" y="2952373"/>
            <a:ext cx="2295000" cy="405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35000" lIns="135000" spcFirstLastPara="1" rIns="135000" wrap="square" tIns="13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latin typeface="Montserrat Medium"/>
                <a:ea typeface="Montserrat Medium"/>
                <a:cs typeface="Montserrat Medium"/>
                <a:sym typeface="Montserrat Medium"/>
              </a:rPr>
              <a:t>Cadastro na plataforma</a:t>
            </a:r>
            <a:endParaRPr sz="7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69" name="Google Shape;769;p80"/>
          <p:cNvSpPr/>
          <p:nvPr/>
        </p:nvSpPr>
        <p:spPr>
          <a:xfrm>
            <a:off x="3442859" y="4238921"/>
            <a:ext cx="2295000" cy="405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35000" lIns="135000" spcFirstLastPara="1" rIns="135000" wrap="square" tIns="13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latin typeface="Montserrat Medium"/>
                <a:ea typeface="Montserrat Medium"/>
                <a:cs typeface="Montserrat Medium"/>
                <a:sym typeface="Montserrat Medium"/>
              </a:rPr>
              <a:t>Homologação de campanha</a:t>
            </a:r>
            <a:endParaRPr sz="7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0" name="Google Shape;770;p80"/>
          <p:cNvSpPr/>
          <p:nvPr/>
        </p:nvSpPr>
        <p:spPr>
          <a:xfrm>
            <a:off x="1147859" y="3709948"/>
            <a:ext cx="2295000" cy="405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35000" lIns="135000" spcFirstLastPara="1" rIns="135000" wrap="square" tIns="13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latin typeface="Montserrat Medium"/>
                <a:ea typeface="Montserrat Medium"/>
                <a:cs typeface="Montserrat Medium"/>
                <a:sym typeface="Montserrat Medium"/>
              </a:rPr>
              <a:t>Envio para veículos / mídia responsável</a:t>
            </a:r>
            <a:endParaRPr sz="7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1" name="Google Shape;771;p80"/>
          <p:cNvSpPr/>
          <p:nvPr/>
        </p:nvSpPr>
        <p:spPr>
          <a:xfrm>
            <a:off x="5766430" y="3709948"/>
            <a:ext cx="2295000" cy="405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35000" lIns="135000" spcFirstLastPara="1" rIns="135000" wrap="square" tIns="13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latin typeface="Montserrat Medium"/>
                <a:ea typeface="Montserrat Medium"/>
                <a:cs typeface="Montserrat Medium"/>
                <a:sym typeface="Montserrat Medium"/>
              </a:rPr>
              <a:t>Acompanhamento de campanha</a:t>
            </a:r>
            <a:endParaRPr sz="7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latin typeface="Montserrat Medium"/>
                <a:ea typeface="Montserrat Medium"/>
                <a:cs typeface="Montserrat Medium"/>
                <a:sym typeface="Montserrat Medium"/>
              </a:rPr>
              <a:t>UxO / discrepância</a:t>
            </a:r>
            <a:endParaRPr sz="7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2" name="Google Shape;772;p80"/>
          <p:cNvSpPr/>
          <p:nvPr/>
        </p:nvSpPr>
        <p:spPr>
          <a:xfrm>
            <a:off x="6118068" y="2980948"/>
            <a:ext cx="2295000" cy="405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35000" lIns="135000" spcFirstLastPara="1" rIns="135000" wrap="square" tIns="13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700">
                <a:latin typeface="Montserrat Medium"/>
                <a:ea typeface="Montserrat Medium"/>
                <a:cs typeface="Montserrat Medium"/>
                <a:sym typeface="Montserrat Medium"/>
              </a:rPr>
              <a:t>Report viewabiity</a:t>
            </a:r>
            <a:r>
              <a:rPr lang="pt-BR" sz="700">
                <a:latin typeface="Montserrat Medium"/>
                <a:ea typeface="Montserrat Medium"/>
                <a:cs typeface="Montserrat Medium"/>
                <a:sym typeface="Montserrat Medium"/>
              </a:rPr>
              <a:t> / verificação de fraudes</a:t>
            </a:r>
            <a:endParaRPr sz="7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3" name="Google Shape;773;p80"/>
          <p:cNvSpPr/>
          <p:nvPr/>
        </p:nvSpPr>
        <p:spPr>
          <a:xfrm>
            <a:off x="6118068" y="2223371"/>
            <a:ext cx="2295000" cy="405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35000" lIns="135000" spcFirstLastPara="1" rIns="135000" wrap="square" tIns="13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latin typeface="Montserrat Medium"/>
                <a:ea typeface="Montserrat Medium"/>
                <a:cs typeface="Montserrat Medium"/>
                <a:sym typeface="Montserrat Medium"/>
              </a:rPr>
              <a:t>Envio de custos da ferramenta / AdOps para mídia</a:t>
            </a:r>
            <a:endParaRPr sz="7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4" name="Google Shape;774;p80"/>
          <p:cNvSpPr/>
          <p:nvPr/>
        </p:nvSpPr>
        <p:spPr>
          <a:xfrm>
            <a:off x="5766430" y="1465798"/>
            <a:ext cx="2295000" cy="405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35000" lIns="135000" spcFirstLastPara="1" rIns="135000" wrap="square" tIns="13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latin typeface="Montserrat Medium"/>
                <a:ea typeface="Montserrat Medium"/>
                <a:cs typeface="Montserrat Medium"/>
                <a:sym typeface="Montserrat Medium"/>
              </a:rPr>
              <a:t>------------</a:t>
            </a:r>
            <a:endParaRPr sz="7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775" name="Google Shape;775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2777" y="1695384"/>
            <a:ext cx="2094824" cy="209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6" name="Google Shape;776;p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6789957">
            <a:off x="2748146" y="1173587"/>
            <a:ext cx="252035" cy="222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7" name="Google Shape;777;p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5635908">
            <a:off x="2147694" y="1922674"/>
            <a:ext cx="252035" cy="222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8" name="Google Shape;778;p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4009555">
            <a:off x="1901973" y="2654621"/>
            <a:ext cx="252035" cy="222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9" name="Google Shape;779;p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1936170">
            <a:off x="2122097" y="3417489"/>
            <a:ext cx="252035" cy="222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" name="Google Shape;780;p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-297897">
            <a:off x="2731590" y="4140553"/>
            <a:ext cx="252035" cy="222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1" name="Google Shape;781;p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-8668174">
            <a:off x="6784111" y="1922658"/>
            <a:ext cx="252035" cy="222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2" name="Google Shape;782;p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-7416584">
            <a:off x="7055507" y="2683181"/>
            <a:ext cx="252035" cy="222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3" name="Google Shape;783;p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-6307476">
            <a:off x="6837991" y="3417480"/>
            <a:ext cx="252035" cy="222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4" name="Google Shape;784;p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-3957571">
            <a:off x="6197100" y="4140548"/>
            <a:ext cx="252035" cy="222210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80"/>
          <p:cNvSpPr txBox="1"/>
          <p:nvPr>
            <p:ph idx="4294967295" type="title"/>
          </p:nvPr>
        </p:nvSpPr>
        <p:spPr>
          <a:xfrm>
            <a:off x="478575" y="99650"/>
            <a:ext cx="5885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Processos da área de AdOps</a:t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786" name="Google Shape;786;p80"/>
          <p:cNvCxnSpPr/>
          <p:nvPr/>
        </p:nvCxnSpPr>
        <p:spPr>
          <a:xfrm>
            <a:off x="478575" y="-1950"/>
            <a:ext cx="0" cy="51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81"/>
          <p:cNvSpPr/>
          <p:nvPr/>
        </p:nvSpPr>
        <p:spPr>
          <a:xfrm>
            <a:off x="0" y="1545656"/>
            <a:ext cx="9144000" cy="495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793" name="Google Shape;793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193" y="4536925"/>
            <a:ext cx="1056175" cy="479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4" name="Google Shape;794;p81"/>
          <p:cNvGrpSpPr/>
          <p:nvPr/>
        </p:nvGrpSpPr>
        <p:grpSpPr>
          <a:xfrm>
            <a:off x="3900798" y="1280484"/>
            <a:ext cx="1079794" cy="1160978"/>
            <a:chOff x="1448990" y="4007438"/>
            <a:chExt cx="1776853" cy="2040742"/>
          </a:xfrm>
        </p:grpSpPr>
        <p:pic>
          <p:nvPicPr>
            <p:cNvPr id="795" name="Google Shape;795;p8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48990" y="4007438"/>
              <a:ext cx="1776853" cy="20407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6" name="Google Shape;796;p81"/>
            <p:cNvSpPr/>
            <p:nvPr/>
          </p:nvSpPr>
          <p:spPr>
            <a:xfrm>
              <a:off x="1572592" y="4135272"/>
              <a:ext cx="1529700" cy="1529100"/>
            </a:xfrm>
            <a:prstGeom prst="ellipse">
              <a:avLst/>
            </a:prstGeom>
            <a:solidFill>
              <a:srgbClr val="00859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rgbClr val="F2F2F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VIDEO &amp; AUDIO</a:t>
              </a:r>
              <a:endParaRPr sz="800">
                <a:solidFill>
                  <a:srgbClr val="FFFFF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797" name="Google Shape;797;p81"/>
          <p:cNvSpPr/>
          <p:nvPr/>
        </p:nvSpPr>
        <p:spPr>
          <a:xfrm>
            <a:off x="3765835" y="2753631"/>
            <a:ext cx="13497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Esse tipo de formato podemos usar via </a:t>
            </a:r>
            <a:r>
              <a:rPr b="1" lang="pt-BR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Standard</a:t>
            </a:r>
            <a:r>
              <a:rPr lang="pt-BR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b="1" lang="pt-BR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Rich Media</a:t>
            </a:r>
            <a:endParaRPr b="1"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798" name="Google Shape;798;p81"/>
          <p:cNvGrpSpPr/>
          <p:nvPr/>
        </p:nvGrpSpPr>
        <p:grpSpPr>
          <a:xfrm>
            <a:off x="5517762" y="1275297"/>
            <a:ext cx="1079794" cy="1160978"/>
            <a:chOff x="1448990" y="4007438"/>
            <a:chExt cx="1776853" cy="2040742"/>
          </a:xfrm>
        </p:grpSpPr>
        <p:pic>
          <p:nvPicPr>
            <p:cNvPr id="799" name="Google Shape;799;p8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48990" y="4007438"/>
              <a:ext cx="1776853" cy="20407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0" name="Google Shape;800;p81"/>
            <p:cNvSpPr/>
            <p:nvPr/>
          </p:nvSpPr>
          <p:spPr>
            <a:xfrm>
              <a:off x="1572592" y="4135272"/>
              <a:ext cx="1529700" cy="1529100"/>
            </a:xfrm>
            <a:prstGeom prst="ellipse">
              <a:avLst/>
            </a:prstGeom>
            <a:solidFill>
              <a:srgbClr val="00859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rgbClr val="F2F2F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CRIATIVOS</a:t>
              </a:r>
              <a:endParaRPr sz="8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rgbClr val="F2F2F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DINÂMICOS</a:t>
              </a:r>
              <a:endParaRPr sz="800">
                <a:solidFill>
                  <a:srgbClr val="FFFFF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01" name="Google Shape;801;p81"/>
          <p:cNvSpPr/>
          <p:nvPr/>
        </p:nvSpPr>
        <p:spPr>
          <a:xfrm>
            <a:off x="5382798" y="2753631"/>
            <a:ext cx="13497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A partir de um </a:t>
            </a:r>
            <a:r>
              <a:rPr b="1" lang="pt-BR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mesmo template</a:t>
            </a:r>
            <a:r>
              <a:rPr lang="pt-BR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, permite trocar as informações de forma dinâmica</a:t>
            </a: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02" name="Google Shape;802;p81"/>
          <p:cNvGrpSpPr/>
          <p:nvPr/>
        </p:nvGrpSpPr>
        <p:grpSpPr>
          <a:xfrm>
            <a:off x="7134726" y="1285624"/>
            <a:ext cx="1079794" cy="1160978"/>
            <a:chOff x="1448990" y="4007438"/>
            <a:chExt cx="1776853" cy="2040742"/>
          </a:xfrm>
        </p:grpSpPr>
        <p:pic>
          <p:nvPicPr>
            <p:cNvPr id="803" name="Google Shape;803;p8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48990" y="4007438"/>
              <a:ext cx="1776853" cy="20407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4" name="Google Shape;804;p81"/>
            <p:cNvSpPr/>
            <p:nvPr/>
          </p:nvSpPr>
          <p:spPr>
            <a:xfrm>
              <a:off x="1572592" y="4135272"/>
              <a:ext cx="1529700" cy="1529100"/>
            </a:xfrm>
            <a:prstGeom prst="ellipse">
              <a:avLst/>
            </a:prstGeom>
            <a:solidFill>
              <a:srgbClr val="00859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rgbClr val="F2F2F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RICH</a:t>
              </a:r>
              <a:endParaRPr sz="8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rgbClr val="F2F2F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MEDIA</a:t>
              </a:r>
              <a:endParaRPr sz="800">
                <a:solidFill>
                  <a:srgbClr val="FFFFF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05" name="Google Shape;805;p81"/>
          <p:cNvSpPr/>
          <p:nvPr/>
        </p:nvSpPr>
        <p:spPr>
          <a:xfrm>
            <a:off x="6999761" y="2753631"/>
            <a:ext cx="13497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Permite uma </a:t>
            </a:r>
            <a:r>
              <a:rPr b="1" lang="pt-BR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maior interação</a:t>
            </a:r>
            <a:r>
              <a:rPr lang="pt-BR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br>
              <a:rPr lang="pt-BR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Formatos Expansíveis ou Flutuantes</a:t>
            </a: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06" name="Google Shape;806;p81"/>
          <p:cNvGrpSpPr/>
          <p:nvPr/>
        </p:nvGrpSpPr>
        <p:grpSpPr>
          <a:xfrm>
            <a:off x="751732" y="1270036"/>
            <a:ext cx="1079794" cy="1160978"/>
            <a:chOff x="1448990" y="4007438"/>
            <a:chExt cx="1776853" cy="2040742"/>
          </a:xfrm>
        </p:grpSpPr>
        <p:pic>
          <p:nvPicPr>
            <p:cNvPr id="807" name="Google Shape;807;p8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48990" y="4007438"/>
              <a:ext cx="1776853" cy="20407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8" name="Google Shape;808;p81"/>
            <p:cNvSpPr/>
            <p:nvPr/>
          </p:nvSpPr>
          <p:spPr>
            <a:xfrm>
              <a:off x="1572592" y="4135272"/>
              <a:ext cx="1529700" cy="1529100"/>
            </a:xfrm>
            <a:prstGeom prst="ellipse">
              <a:avLst/>
            </a:prstGeom>
            <a:solidFill>
              <a:srgbClr val="00859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rgbClr val="F2F2F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TRACKING PIXEL </a:t>
              </a:r>
              <a:endParaRPr sz="8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rgbClr val="F2F2F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&amp; CLICK</a:t>
              </a:r>
              <a:endParaRPr sz="800">
                <a:solidFill>
                  <a:srgbClr val="FFFFF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09" name="Google Shape;809;p81"/>
          <p:cNvSpPr/>
          <p:nvPr/>
        </p:nvSpPr>
        <p:spPr>
          <a:xfrm>
            <a:off x="616766" y="2753631"/>
            <a:ext cx="13497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Linhas de código que permitem a contabilização de </a:t>
            </a:r>
            <a:r>
              <a:rPr b="1" lang="pt-BR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impressões</a:t>
            </a:r>
            <a:r>
              <a:rPr lang="pt-BR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b="1" lang="pt-BR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clicks</a:t>
            </a:r>
            <a:r>
              <a:rPr lang="pt-BR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 que acompanham o criativo</a:t>
            </a: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10" name="Google Shape;810;p81"/>
          <p:cNvGrpSpPr/>
          <p:nvPr/>
        </p:nvGrpSpPr>
        <p:grpSpPr>
          <a:xfrm>
            <a:off x="2283834" y="1292693"/>
            <a:ext cx="1079794" cy="1160978"/>
            <a:chOff x="1448990" y="4007438"/>
            <a:chExt cx="1776853" cy="2040742"/>
          </a:xfrm>
        </p:grpSpPr>
        <p:pic>
          <p:nvPicPr>
            <p:cNvPr id="811" name="Google Shape;811;p8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48990" y="4007438"/>
              <a:ext cx="1776853" cy="20407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2" name="Google Shape;812;p81"/>
            <p:cNvSpPr/>
            <p:nvPr/>
          </p:nvSpPr>
          <p:spPr>
            <a:xfrm>
              <a:off x="1572592" y="4135272"/>
              <a:ext cx="1529700" cy="1529100"/>
            </a:xfrm>
            <a:prstGeom prst="ellipse">
              <a:avLst/>
            </a:prstGeom>
            <a:solidFill>
              <a:srgbClr val="00859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rgbClr val="F2F2F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STANDARD</a:t>
              </a:r>
              <a:endParaRPr sz="8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rgbClr val="F2F2F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DISPLAY</a:t>
              </a:r>
              <a:endParaRPr sz="800">
                <a:solidFill>
                  <a:srgbClr val="FFFFF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13" name="Google Shape;813;p81"/>
          <p:cNvSpPr/>
          <p:nvPr/>
        </p:nvSpPr>
        <p:spPr>
          <a:xfrm>
            <a:off x="2148872" y="2753631"/>
            <a:ext cx="13497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Utiliza criativos </a:t>
            </a:r>
            <a:r>
              <a:rPr b="1" lang="pt-BR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estáticos</a:t>
            </a:r>
            <a:r>
              <a:rPr lang="pt-BR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b="1" lang="pt-BR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animados</a:t>
            </a:r>
            <a:r>
              <a:rPr lang="pt-BR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para vender</a:t>
            </a: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4" name="Google Shape;814;p81"/>
          <p:cNvSpPr txBox="1"/>
          <p:nvPr>
            <p:ph idx="4294967295" type="title"/>
          </p:nvPr>
        </p:nvSpPr>
        <p:spPr>
          <a:xfrm>
            <a:off x="478575" y="99650"/>
            <a:ext cx="5885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Formato que podemos subir no adserver.</a:t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815" name="Google Shape;815;p81"/>
          <p:cNvCxnSpPr/>
          <p:nvPr/>
        </p:nvCxnSpPr>
        <p:spPr>
          <a:xfrm>
            <a:off x="478575" y="-1950"/>
            <a:ext cx="0" cy="51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821" name="Google Shape;821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624" y="4536925"/>
            <a:ext cx="1056175" cy="47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3616" y="1142260"/>
            <a:ext cx="3352364" cy="3304745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82"/>
          <p:cNvSpPr/>
          <p:nvPr/>
        </p:nvSpPr>
        <p:spPr>
          <a:xfrm>
            <a:off x="5225292" y="1208095"/>
            <a:ext cx="2845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CONFIGURAR ADSERVER</a:t>
            </a:r>
            <a:endParaRPr sz="1100">
              <a:solidFill>
                <a:srgbClr val="4545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24" name="Google Shape;824;p82"/>
          <p:cNvCxnSpPr/>
          <p:nvPr/>
        </p:nvCxnSpPr>
        <p:spPr>
          <a:xfrm>
            <a:off x="2750020" y="1358113"/>
            <a:ext cx="21915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</p:cxnSp>
      <p:cxnSp>
        <p:nvCxnSpPr>
          <p:cNvPr id="825" name="Google Shape;825;p82"/>
          <p:cNvCxnSpPr/>
          <p:nvPr/>
        </p:nvCxnSpPr>
        <p:spPr>
          <a:xfrm>
            <a:off x="2750015" y="1688242"/>
            <a:ext cx="21915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</p:cxnSp>
      <p:cxnSp>
        <p:nvCxnSpPr>
          <p:cNvPr id="826" name="Google Shape;826;p82"/>
          <p:cNvCxnSpPr/>
          <p:nvPr/>
        </p:nvCxnSpPr>
        <p:spPr>
          <a:xfrm>
            <a:off x="2750015" y="2053322"/>
            <a:ext cx="21915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</p:cxnSp>
      <p:cxnSp>
        <p:nvCxnSpPr>
          <p:cNvPr id="827" name="Google Shape;827;p82"/>
          <p:cNvCxnSpPr/>
          <p:nvPr/>
        </p:nvCxnSpPr>
        <p:spPr>
          <a:xfrm>
            <a:off x="2750015" y="2414134"/>
            <a:ext cx="21915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</p:cxnSp>
      <p:cxnSp>
        <p:nvCxnSpPr>
          <p:cNvPr id="828" name="Google Shape;828;p82"/>
          <p:cNvCxnSpPr/>
          <p:nvPr/>
        </p:nvCxnSpPr>
        <p:spPr>
          <a:xfrm>
            <a:off x="2750015" y="2799259"/>
            <a:ext cx="21915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</p:cxnSp>
      <p:cxnSp>
        <p:nvCxnSpPr>
          <p:cNvPr id="829" name="Google Shape;829;p82"/>
          <p:cNvCxnSpPr/>
          <p:nvPr/>
        </p:nvCxnSpPr>
        <p:spPr>
          <a:xfrm>
            <a:off x="2750015" y="3208690"/>
            <a:ext cx="21915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</p:cxnSp>
      <p:cxnSp>
        <p:nvCxnSpPr>
          <p:cNvPr id="830" name="Google Shape;830;p82"/>
          <p:cNvCxnSpPr/>
          <p:nvPr/>
        </p:nvCxnSpPr>
        <p:spPr>
          <a:xfrm>
            <a:off x="2750015" y="3577177"/>
            <a:ext cx="21915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</p:cxnSp>
      <p:sp>
        <p:nvSpPr>
          <p:cNvPr id="831" name="Google Shape;831;p82"/>
          <p:cNvSpPr/>
          <p:nvPr/>
        </p:nvSpPr>
        <p:spPr>
          <a:xfrm>
            <a:off x="5225294" y="1537274"/>
            <a:ext cx="2845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CADASTRAMENTO DAS PEÇAS</a:t>
            </a:r>
            <a:endParaRPr sz="1100">
              <a:solidFill>
                <a:srgbClr val="4545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2" name="Google Shape;832;p82"/>
          <p:cNvSpPr/>
          <p:nvPr/>
        </p:nvSpPr>
        <p:spPr>
          <a:xfrm>
            <a:off x="5225294" y="1905049"/>
            <a:ext cx="2845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INTERFACE TÉCNICA COM VEÍCULOS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3" name="Google Shape;833;p82"/>
          <p:cNvSpPr/>
          <p:nvPr/>
        </p:nvSpPr>
        <p:spPr>
          <a:xfrm>
            <a:off x="5225294" y="2264092"/>
            <a:ext cx="2845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SUPORTE PARA DISCREPÂNCIAS</a:t>
            </a:r>
            <a:endParaRPr sz="1100">
              <a:solidFill>
                <a:srgbClr val="4545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4" name="Google Shape;834;p82"/>
          <p:cNvSpPr/>
          <p:nvPr/>
        </p:nvSpPr>
        <p:spPr>
          <a:xfrm>
            <a:off x="5225294" y="2649217"/>
            <a:ext cx="2845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DISPARO DE MATERIAIS</a:t>
            </a:r>
            <a:endParaRPr sz="1100">
              <a:solidFill>
                <a:srgbClr val="4545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5" name="Google Shape;835;p82"/>
          <p:cNvSpPr/>
          <p:nvPr/>
        </p:nvSpPr>
        <p:spPr>
          <a:xfrm>
            <a:off x="5225294" y="3058648"/>
            <a:ext cx="2845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CONTROLE DE </a:t>
            </a:r>
            <a:r>
              <a:rPr i="1" lang="pt-BR" sz="1100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UNDER E OVER</a:t>
            </a:r>
            <a:r>
              <a:rPr lang="pt-BR" sz="1100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100">
              <a:solidFill>
                <a:srgbClr val="4545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6" name="Google Shape;836;p82"/>
          <p:cNvSpPr/>
          <p:nvPr/>
        </p:nvSpPr>
        <p:spPr>
          <a:xfrm>
            <a:off x="5225294" y="3427135"/>
            <a:ext cx="2845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CHECKING DE VEICULAÇÃO</a:t>
            </a:r>
            <a:endParaRPr sz="1100">
              <a:solidFill>
                <a:srgbClr val="4545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37" name="Google Shape;837;p82"/>
          <p:cNvCxnSpPr/>
          <p:nvPr/>
        </p:nvCxnSpPr>
        <p:spPr>
          <a:xfrm>
            <a:off x="2778586" y="3891502"/>
            <a:ext cx="21915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</p:cxnSp>
      <p:sp>
        <p:nvSpPr>
          <p:cNvPr id="838" name="Google Shape;838;p82"/>
          <p:cNvSpPr/>
          <p:nvPr/>
        </p:nvSpPr>
        <p:spPr>
          <a:xfrm>
            <a:off x="5253865" y="3741460"/>
            <a:ext cx="2845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MONITORAMENTO DE FRAUDES</a:t>
            </a:r>
            <a:endParaRPr sz="1100">
              <a:solidFill>
                <a:srgbClr val="4545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39" name="Google Shape;839;p82"/>
          <p:cNvCxnSpPr/>
          <p:nvPr/>
        </p:nvCxnSpPr>
        <p:spPr>
          <a:xfrm>
            <a:off x="2778586" y="4205827"/>
            <a:ext cx="21915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</p:cxnSp>
      <p:sp>
        <p:nvSpPr>
          <p:cNvPr id="840" name="Google Shape;840;p82"/>
          <p:cNvSpPr/>
          <p:nvPr/>
        </p:nvSpPr>
        <p:spPr>
          <a:xfrm>
            <a:off x="5253865" y="4055785"/>
            <a:ext cx="2845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454545"/>
                </a:solidFill>
                <a:latin typeface="Montserrat"/>
                <a:ea typeface="Montserrat"/>
                <a:cs typeface="Montserrat"/>
                <a:sym typeface="Montserrat"/>
              </a:rPr>
              <a:t>CONTROLE DE VIEWABILITY</a:t>
            </a:r>
            <a:endParaRPr sz="1100">
              <a:solidFill>
                <a:srgbClr val="4545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1" name="Google Shape;841;p82"/>
          <p:cNvSpPr txBox="1"/>
          <p:nvPr>
            <p:ph idx="4294967295" type="title"/>
          </p:nvPr>
        </p:nvSpPr>
        <p:spPr>
          <a:xfrm>
            <a:off x="478575" y="99650"/>
            <a:ext cx="5885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Principais papéis da área</a:t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842" name="Google Shape;842;p82"/>
          <p:cNvCxnSpPr/>
          <p:nvPr/>
        </p:nvCxnSpPr>
        <p:spPr>
          <a:xfrm>
            <a:off x="478575" y="-1950"/>
            <a:ext cx="0" cy="51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48" name="Google Shape;848;p83"/>
          <p:cNvSpPr/>
          <p:nvPr/>
        </p:nvSpPr>
        <p:spPr>
          <a:xfrm>
            <a:off x="-8400" y="1022150"/>
            <a:ext cx="9160800" cy="3801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Controle de verificações</a:t>
            </a:r>
            <a:endParaRPr sz="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49" name="Google Shape;849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624" y="4536925"/>
            <a:ext cx="1056175" cy="479050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83"/>
          <p:cNvSpPr txBox="1"/>
          <p:nvPr/>
        </p:nvSpPr>
        <p:spPr>
          <a:xfrm>
            <a:off x="937246" y="1631673"/>
            <a:ext cx="2575200" cy="26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/>
              <a:t>Criação de Taxonomia/ADP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Validação de ADP (Taxonomia/URL</a:t>
            </a:r>
            <a:r>
              <a:rPr lang="pt-BR" sz="1000"/>
              <a:t>’s)</a:t>
            </a:r>
            <a:endParaRPr sz="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Validação de Peças</a:t>
            </a:r>
            <a:endParaRPr sz="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Homologação de campanha</a:t>
            </a:r>
            <a:endParaRPr sz="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Controle de Under x Over</a:t>
            </a:r>
            <a:endParaRPr sz="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Verificação de Viewability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Controle de Fraude</a:t>
            </a:r>
            <a:endParaRPr sz="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Checagem de discrepância</a:t>
            </a:r>
            <a:endParaRPr sz="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Envio de custos de Ferramenta / AdOps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1" name="Google Shape;851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2399" y="1663811"/>
            <a:ext cx="164846" cy="164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2" name="Google Shape;852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2399" y="1978136"/>
            <a:ext cx="164846" cy="164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2399" y="2292461"/>
            <a:ext cx="164846" cy="164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2399" y="2606786"/>
            <a:ext cx="164846" cy="164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5" name="Google Shape;855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2399" y="2907338"/>
            <a:ext cx="164846" cy="164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2399" y="3534960"/>
            <a:ext cx="164846" cy="164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Google Shape;857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2399" y="3221663"/>
            <a:ext cx="164846" cy="164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2399" y="3842912"/>
            <a:ext cx="164846" cy="164846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83"/>
          <p:cNvSpPr txBox="1"/>
          <p:nvPr/>
        </p:nvSpPr>
        <p:spPr>
          <a:xfrm>
            <a:off x="4752323" y="1639971"/>
            <a:ext cx="3204000" cy="29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Gestão de acessos (Ferramentas não listadas)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Criação de Floodlights (BI faz esse processo)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Criação de Pedido de Material (Specs)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Preenchimento de ADP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Criação das peças dinâmicas (DCO)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Criação do Feed (DCO)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Print de veiculações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b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0" name="Google Shape;860;p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53435" y="1686349"/>
            <a:ext cx="164847" cy="164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58779" y="1946308"/>
            <a:ext cx="164847" cy="164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2" name="Google Shape;862;p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64124" y="2207931"/>
            <a:ext cx="164847" cy="164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3" name="Google Shape;863;p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69468" y="2477348"/>
            <a:ext cx="164847" cy="164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68440" y="2752705"/>
            <a:ext cx="164847" cy="164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5" name="Google Shape;865;p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3784" y="3022515"/>
            <a:ext cx="164847" cy="164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6381" y="3282288"/>
            <a:ext cx="164847" cy="164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143" y="4099881"/>
            <a:ext cx="164846" cy="164846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83"/>
          <p:cNvSpPr txBox="1"/>
          <p:nvPr>
            <p:ph idx="4294967295" type="title"/>
          </p:nvPr>
        </p:nvSpPr>
        <p:spPr>
          <a:xfrm>
            <a:off x="478575" y="99650"/>
            <a:ext cx="5885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Acompanhamento   /   To do’s</a:t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869" name="Google Shape;869;p83"/>
          <p:cNvCxnSpPr/>
          <p:nvPr/>
        </p:nvCxnSpPr>
        <p:spPr>
          <a:xfrm>
            <a:off x="478575" y="-1950"/>
            <a:ext cx="0" cy="51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875" name="Google Shape;875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624" y="4536925"/>
            <a:ext cx="1056175" cy="479050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84"/>
          <p:cNvSpPr txBox="1"/>
          <p:nvPr/>
        </p:nvSpPr>
        <p:spPr>
          <a:xfrm>
            <a:off x="517986" y="1400344"/>
            <a:ext cx="3810900" cy="21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600">
                <a:solidFill>
                  <a:schemeClr val="dk1"/>
                </a:solidFill>
              </a:rPr>
              <a:t>Exemplo de Mídia, BI ou Atendimento à AdOps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600">
                <a:solidFill>
                  <a:schemeClr val="dk1"/>
                </a:solidFill>
              </a:rPr>
              <a:t> 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1" lang="pt-BR" sz="700">
                <a:solidFill>
                  <a:schemeClr val="dk1"/>
                </a:solidFill>
              </a:rPr>
              <a:t>Cliente | Campanha | Produto | Ação</a:t>
            </a:r>
            <a:endParaRPr b="1" i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1" lang="pt-BR" sz="700">
                <a:solidFill>
                  <a:schemeClr val="dk1"/>
                </a:solidFill>
              </a:rPr>
              <a:t>(Urgente) | Cliente | Campanha | Produto | Ação</a:t>
            </a:r>
            <a:endParaRPr b="1" i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600">
                <a:solidFill>
                  <a:schemeClr val="dk1"/>
                </a:solidFill>
              </a:rPr>
              <a:t> 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600">
                <a:solidFill>
                  <a:schemeClr val="dk1"/>
                </a:solidFill>
              </a:rPr>
              <a:t>As </a:t>
            </a:r>
            <a:r>
              <a:rPr b="1" i="1" lang="pt-BR" sz="600">
                <a:solidFill>
                  <a:schemeClr val="dk1"/>
                </a:solidFill>
              </a:rPr>
              <a:t>ações</a:t>
            </a:r>
            <a:r>
              <a:rPr i="1" lang="pt-BR" sz="600">
                <a:solidFill>
                  <a:schemeClr val="dk1"/>
                </a:solidFill>
              </a:rPr>
              <a:t> que temos listadas são:</a:t>
            </a:r>
            <a:r>
              <a:rPr b="1" i="1" lang="pt-BR" sz="600">
                <a:solidFill>
                  <a:schemeClr val="dk1"/>
                </a:solidFill>
              </a:rPr>
              <a:t> </a:t>
            </a:r>
            <a:endParaRPr b="1" i="1" sz="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chemeClr val="dk1"/>
                </a:solidFill>
              </a:rPr>
              <a:t>Nova Campanha</a:t>
            </a:r>
            <a:r>
              <a:rPr lang="pt-BR" sz="600">
                <a:solidFill>
                  <a:schemeClr val="dk1"/>
                </a:solidFill>
              </a:rPr>
              <a:t>: Para campanhas novas;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chemeClr val="dk1"/>
                </a:solidFill>
              </a:rPr>
              <a:t>Inserção de Placement</a:t>
            </a:r>
            <a:r>
              <a:rPr lang="pt-BR" sz="600">
                <a:solidFill>
                  <a:schemeClr val="dk1"/>
                </a:solidFill>
              </a:rPr>
              <a:t>: Para a inserção de placements novos em campanhas já implementadas;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chemeClr val="dk1"/>
                </a:solidFill>
              </a:rPr>
              <a:t>Inserção de Criativos</a:t>
            </a:r>
            <a:r>
              <a:rPr lang="pt-BR" sz="600">
                <a:solidFill>
                  <a:schemeClr val="dk1"/>
                </a:solidFill>
              </a:rPr>
              <a:t>: Para a inserção de criativos em placements já existentes;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chemeClr val="dk1"/>
                </a:solidFill>
              </a:rPr>
              <a:t>Troca de Criativos</a:t>
            </a:r>
            <a:r>
              <a:rPr lang="pt-BR" sz="600">
                <a:solidFill>
                  <a:schemeClr val="dk1"/>
                </a:solidFill>
              </a:rPr>
              <a:t>: Para a troca de criativos “velhos” por “novos” em um mesmo placement;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chemeClr val="dk1"/>
                </a:solidFill>
              </a:rPr>
              <a:t>Pack</a:t>
            </a:r>
            <a:r>
              <a:rPr lang="pt-BR" sz="600">
                <a:solidFill>
                  <a:schemeClr val="dk1"/>
                </a:solidFill>
              </a:rPr>
              <a:t>: Envio de material.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chemeClr val="dk1"/>
                </a:solidFill>
              </a:rPr>
              <a:t>Troca de url</a:t>
            </a:r>
            <a:r>
              <a:rPr lang="pt-BR" sz="600">
                <a:solidFill>
                  <a:schemeClr val="dk1"/>
                </a:solidFill>
              </a:rPr>
              <a:t>: Para a troca de url “velhas” por “novas” em um mesmo criativo;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1" lang="pt-BR" sz="600">
                <a:solidFill>
                  <a:schemeClr val="dk1"/>
                </a:solidFill>
              </a:rPr>
              <a:t>Alteração:</a:t>
            </a:r>
            <a:r>
              <a:rPr lang="pt-BR" sz="600">
                <a:solidFill>
                  <a:schemeClr val="dk1"/>
                </a:solidFill>
              </a:rPr>
              <a:t> Para ajustes de dados de placement ou campanha (Ex.: Nomenclatura, impressão etc) informando os dados de “Antes” e “Depois” (De -&gt; Para).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877" name="Google Shape;877;p84"/>
          <p:cNvSpPr txBox="1"/>
          <p:nvPr/>
        </p:nvSpPr>
        <p:spPr>
          <a:xfrm>
            <a:off x="4792485" y="1400344"/>
            <a:ext cx="33561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600">
                <a:solidFill>
                  <a:schemeClr val="dk1"/>
                </a:solidFill>
              </a:rPr>
              <a:t>Exemplo de </a:t>
            </a:r>
            <a:r>
              <a:rPr i="1" lang="pt-BR" sz="600">
                <a:solidFill>
                  <a:schemeClr val="dk1"/>
                </a:solidFill>
              </a:rPr>
              <a:t>subjetcs </a:t>
            </a:r>
            <a:r>
              <a:rPr b="1" lang="pt-BR" sz="600">
                <a:solidFill>
                  <a:schemeClr val="dk1"/>
                </a:solidFill>
              </a:rPr>
              <a:t>Adops</a:t>
            </a:r>
            <a:r>
              <a:rPr lang="pt-BR" sz="600">
                <a:solidFill>
                  <a:schemeClr val="dk1"/>
                </a:solidFill>
              </a:rPr>
              <a:t> à </a:t>
            </a:r>
            <a:r>
              <a:rPr b="1" lang="pt-BR" sz="600">
                <a:solidFill>
                  <a:schemeClr val="dk1"/>
                </a:solidFill>
              </a:rPr>
              <a:t>Veiculo</a:t>
            </a:r>
            <a:r>
              <a:rPr lang="pt-BR" sz="600">
                <a:solidFill>
                  <a:schemeClr val="dk1"/>
                </a:solidFill>
              </a:rPr>
              <a:t> ou </a:t>
            </a:r>
            <a:r>
              <a:rPr b="1" lang="pt-BR" sz="600">
                <a:solidFill>
                  <a:schemeClr val="dk1"/>
                </a:solidFill>
              </a:rPr>
              <a:t>Mídia</a:t>
            </a:r>
            <a:endParaRPr b="1" sz="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600">
                <a:solidFill>
                  <a:schemeClr val="dk1"/>
                </a:solidFill>
              </a:rPr>
              <a:t> 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1" lang="pt-BR" sz="700">
                <a:solidFill>
                  <a:schemeClr val="dk1"/>
                </a:solidFill>
              </a:rPr>
              <a:t>Agência | Cliente | Campanha | Produto | Veículo | Envio</a:t>
            </a:r>
            <a:endParaRPr b="1" i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1" i="1" lang="pt-BR" sz="700">
                <a:solidFill>
                  <a:schemeClr val="dk1"/>
                </a:solidFill>
              </a:rPr>
              <a:t>Agência | Cliente | Campanha | Produto | Veículo | Envio (Diária)</a:t>
            </a:r>
            <a:endParaRPr b="1" i="1" sz="700">
              <a:solidFill>
                <a:schemeClr val="dk1"/>
              </a:solidFill>
            </a:endParaRPr>
          </a:p>
        </p:txBody>
      </p:sp>
      <p:sp>
        <p:nvSpPr>
          <p:cNvPr id="878" name="Google Shape;878;p84"/>
          <p:cNvSpPr/>
          <p:nvPr/>
        </p:nvSpPr>
        <p:spPr>
          <a:xfrm>
            <a:off x="-8377" y="866263"/>
            <a:ext cx="9160800" cy="3801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400"/>
              <a:buFont typeface="Arial"/>
              <a:buNone/>
            </a:pPr>
            <a:r>
              <a:rPr lang="pt-BR" sz="900">
                <a:solidFill>
                  <a:schemeClr val="dk1"/>
                </a:solidFill>
              </a:rPr>
              <a:t>       Para facilitar o dia a dia e a organização dos clientes, é necessário que o padrão de </a:t>
            </a:r>
            <a:r>
              <a:rPr b="1" lang="pt-BR" sz="900">
                <a:solidFill>
                  <a:schemeClr val="dk1"/>
                </a:solidFill>
              </a:rPr>
              <a:t>subject</a:t>
            </a:r>
            <a:r>
              <a:rPr lang="pt-BR" sz="900">
                <a:solidFill>
                  <a:schemeClr val="dk1"/>
                </a:solidFill>
              </a:rPr>
              <a:t> seja seguido conforme exemplos abaixo:</a:t>
            </a:r>
            <a:endParaRPr sz="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9" name="Google Shape;879;p84"/>
          <p:cNvSpPr txBox="1"/>
          <p:nvPr/>
        </p:nvSpPr>
        <p:spPr>
          <a:xfrm>
            <a:off x="214594" y="3966216"/>
            <a:ext cx="8945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600">
                <a:solidFill>
                  <a:schemeClr val="dk1"/>
                </a:solidFill>
              </a:rPr>
              <a:t>Além disso, por favor, sempre copiem o email: </a:t>
            </a:r>
            <a:r>
              <a:rPr b="1" i="1" lang="pt-BR" sz="600">
                <a:solidFill>
                  <a:schemeClr val="dk1"/>
                </a:solidFill>
              </a:rPr>
              <a:t>adopsbrazil@essencemediacom.com.</a:t>
            </a:r>
            <a:r>
              <a:rPr i="1" lang="pt-BR" sz="600">
                <a:solidFill>
                  <a:schemeClr val="dk1"/>
                </a:solidFill>
              </a:rPr>
              <a:t> Esse email é a única garantia que a equipe de AdOps irá receber o que foi solicitado.</a:t>
            </a:r>
            <a:endParaRPr i="1" sz="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i="1" lang="pt-BR" sz="600">
                <a:solidFill>
                  <a:schemeClr val="dk1"/>
                </a:solidFill>
              </a:rPr>
              <a:t> </a:t>
            </a:r>
            <a:endParaRPr i="1" sz="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i="1" lang="pt-BR" sz="600">
                <a:solidFill>
                  <a:schemeClr val="dk1"/>
                </a:solidFill>
              </a:rPr>
              <a:t>Essas medidas são para melhorar a nossa organização e permitir que possamos absorver mais tarefas e mais clientes.</a:t>
            </a:r>
            <a:endParaRPr i="1" sz="600">
              <a:solidFill>
                <a:schemeClr val="dk1"/>
              </a:solidFill>
            </a:endParaRPr>
          </a:p>
        </p:txBody>
      </p:sp>
      <p:cxnSp>
        <p:nvCxnSpPr>
          <p:cNvPr id="880" name="Google Shape;880;p84"/>
          <p:cNvCxnSpPr/>
          <p:nvPr/>
        </p:nvCxnSpPr>
        <p:spPr>
          <a:xfrm>
            <a:off x="4328858" y="1420941"/>
            <a:ext cx="22200" cy="225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1" name="Google Shape;881;p84"/>
          <p:cNvSpPr txBox="1"/>
          <p:nvPr>
            <p:ph idx="4294967295" type="title"/>
          </p:nvPr>
        </p:nvSpPr>
        <p:spPr>
          <a:xfrm>
            <a:off x="478575" y="99650"/>
            <a:ext cx="5885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Padrões de Solicitações via e-mail</a:t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882" name="Google Shape;882;p84"/>
          <p:cNvCxnSpPr/>
          <p:nvPr/>
        </p:nvCxnSpPr>
        <p:spPr>
          <a:xfrm>
            <a:off x="478575" y="-1950"/>
            <a:ext cx="0" cy="51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7" name="Google Shape;887;p85"/>
          <p:cNvPicPr preferRelativeResize="0"/>
          <p:nvPr/>
        </p:nvPicPr>
        <p:blipFill>
          <a:blip r:embed="rId3">
            <a:alphaModFix amt="26000"/>
          </a:blip>
          <a:stretch>
            <a:fillRect/>
          </a:stretch>
        </p:blipFill>
        <p:spPr>
          <a:xfrm>
            <a:off x="200608" y="1417247"/>
            <a:ext cx="1849222" cy="888028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889" name="Google Shape;889;p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1624" y="4536925"/>
            <a:ext cx="1056175" cy="479050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85"/>
          <p:cNvSpPr/>
          <p:nvPr/>
        </p:nvSpPr>
        <p:spPr>
          <a:xfrm>
            <a:off x="-8377" y="866263"/>
            <a:ext cx="9160800" cy="3801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400"/>
              <a:buFont typeface="Arial"/>
              <a:buNone/>
            </a:pPr>
            <a:r>
              <a:rPr lang="pt-BR" sz="900">
                <a:solidFill>
                  <a:schemeClr val="dk1"/>
                </a:solidFill>
              </a:rPr>
              <a:t>       </a:t>
            </a:r>
            <a:r>
              <a:rPr b="1" lang="pt-BR" sz="900">
                <a:solidFill>
                  <a:schemeClr val="dk1"/>
                </a:solidFill>
              </a:rPr>
              <a:t>Exemplo </a:t>
            </a:r>
            <a:r>
              <a:rPr lang="pt-BR" sz="900">
                <a:solidFill>
                  <a:schemeClr val="dk1"/>
                </a:solidFill>
              </a:rPr>
              <a:t>de solicitação para o time de AdOps</a:t>
            </a:r>
            <a:endParaRPr sz="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91" name="Google Shape;891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71446" y="1378144"/>
            <a:ext cx="5873832" cy="3178882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85"/>
          <p:cNvSpPr txBox="1"/>
          <p:nvPr/>
        </p:nvSpPr>
        <p:spPr>
          <a:xfrm>
            <a:off x="174043" y="1595503"/>
            <a:ext cx="1902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1651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/>
              <a:t>Nome da campanha;</a:t>
            </a:r>
            <a:endParaRPr sz="600"/>
          </a:p>
          <a:p>
            <a:pPr indent="1651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/>
              <a:t>Informações do que devemos subir no ADP;</a:t>
            </a:r>
            <a:endParaRPr sz="600"/>
          </a:p>
          <a:p>
            <a:pPr indent="1651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/>
              <a:t>Link do ADP e anexo;</a:t>
            </a:r>
            <a:endParaRPr sz="600"/>
          </a:p>
          <a:p>
            <a:pPr indent="1651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/>
              <a:t>Link das peças; e</a:t>
            </a:r>
            <a:endParaRPr sz="600"/>
          </a:p>
          <a:p>
            <a:pPr indent="1651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/>
              <a:t>Caso exista algum site personalizado ou fora do padrão, por favor sinalizar.</a:t>
            </a:r>
            <a:endParaRPr sz="600"/>
          </a:p>
        </p:txBody>
      </p:sp>
      <p:sp>
        <p:nvSpPr>
          <p:cNvPr id="893" name="Google Shape;893;p85"/>
          <p:cNvSpPr txBox="1"/>
          <p:nvPr/>
        </p:nvSpPr>
        <p:spPr>
          <a:xfrm>
            <a:off x="200608" y="1401122"/>
            <a:ext cx="18273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/>
              <a:t>Check in</a:t>
            </a:r>
            <a:endParaRPr b="1" sz="700"/>
          </a:p>
        </p:txBody>
      </p:sp>
      <p:pic>
        <p:nvPicPr>
          <p:cNvPr id="894" name="Google Shape;894;p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1186" y="1714162"/>
            <a:ext cx="108088" cy="108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1186" y="1620375"/>
            <a:ext cx="108088" cy="108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1186" y="1809382"/>
            <a:ext cx="108088" cy="108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3841" y="1914904"/>
            <a:ext cx="108088" cy="108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1902" y="2000629"/>
            <a:ext cx="108088" cy="108088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85"/>
          <p:cNvSpPr txBox="1"/>
          <p:nvPr>
            <p:ph idx="4294967295" type="title"/>
          </p:nvPr>
        </p:nvSpPr>
        <p:spPr>
          <a:xfrm>
            <a:off x="478575" y="99650"/>
            <a:ext cx="5885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Padrões de Solicitações via e-mail</a:t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900" name="Google Shape;900;p85"/>
          <p:cNvCxnSpPr/>
          <p:nvPr/>
        </p:nvCxnSpPr>
        <p:spPr>
          <a:xfrm>
            <a:off x="478575" y="-1950"/>
            <a:ext cx="0" cy="51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06" name="Google Shape;906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624" y="4536925"/>
            <a:ext cx="1056175" cy="479050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86"/>
          <p:cNvSpPr/>
          <p:nvPr/>
        </p:nvSpPr>
        <p:spPr>
          <a:xfrm>
            <a:off x="-8377" y="866263"/>
            <a:ext cx="9160800" cy="3801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400"/>
              <a:buFont typeface="Arial"/>
              <a:buNone/>
            </a:pPr>
            <a:r>
              <a:rPr lang="pt-BR" sz="900">
                <a:solidFill>
                  <a:schemeClr val="dk1"/>
                </a:solidFill>
              </a:rPr>
              <a:t>       As peças </a:t>
            </a:r>
            <a:r>
              <a:rPr b="1" lang="pt-BR" sz="900">
                <a:solidFill>
                  <a:schemeClr val="dk1"/>
                </a:solidFill>
              </a:rPr>
              <a:t>devem </a:t>
            </a:r>
            <a:r>
              <a:rPr lang="pt-BR" sz="900">
                <a:solidFill>
                  <a:schemeClr val="dk1"/>
                </a:solidFill>
              </a:rPr>
              <a:t>vir com o mesmo nome que está no ADP, mais JPG e html zipado conforme print abaixo.</a:t>
            </a:r>
            <a:endParaRPr sz="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08" name="Google Shape;908;p86"/>
          <p:cNvPicPr preferRelativeResize="0"/>
          <p:nvPr/>
        </p:nvPicPr>
        <p:blipFill rotWithShape="1">
          <a:blip r:embed="rId4">
            <a:alphaModFix/>
          </a:blip>
          <a:srcRect b="0" l="3723" r="10076" t="2591"/>
          <a:stretch/>
        </p:blipFill>
        <p:spPr>
          <a:xfrm>
            <a:off x="5968707" y="1492312"/>
            <a:ext cx="2619785" cy="2217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86"/>
          <p:cNvPicPr preferRelativeResize="0"/>
          <p:nvPr/>
        </p:nvPicPr>
        <p:blipFill rotWithShape="1">
          <a:blip r:embed="rId5">
            <a:alphaModFix/>
          </a:blip>
          <a:srcRect b="0" l="0" r="11166" t="0"/>
          <a:stretch/>
        </p:blipFill>
        <p:spPr>
          <a:xfrm>
            <a:off x="247074" y="1777547"/>
            <a:ext cx="5548687" cy="1441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86"/>
          <p:cNvPicPr preferRelativeResize="0"/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2684051" y="1777547"/>
            <a:ext cx="1056181" cy="1450052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86"/>
          <p:cNvSpPr txBox="1"/>
          <p:nvPr>
            <p:ph idx="4294967295" type="title"/>
          </p:nvPr>
        </p:nvSpPr>
        <p:spPr>
          <a:xfrm>
            <a:off x="478575" y="99650"/>
            <a:ext cx="5885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Padrão de recebimento das peças</a:t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912" name="Google Shape;912;p86"/>
          <p:cNvCxnSpPr/>
          <p:nvPr/>
        </p:nvCxnSpPr>
        <p:spPr>
          <a:xfrm>
            <a:off x="478575" y="-1950"/>
            <a:ext cx="0" cy="51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18" name="Google Shape;918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624" y="4536925"/>
            <a:ext cx="1056175" cy="47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9992" y="1160672"/>
            <a:ext cx="5611830" cy="3582574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87"/>
          <p:cNvSpPr/>
          <p:nvPr/>
        </p:nvSpPr>
        <p:spPr>
          <a:xfrm>
            <a:off x="-8377" y="866263"/>
            <a:ext cx="9160800" cy="3801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400"/>
              <a:buFont typeface="Arial"/>
              <a:buNone/>
            </a:pPr>
            <a:r>
              <a:rPr lang="pt-BR" sz="900">
                <a:solidFill>
                  <a:schemeClr val="dk1"/>
                </a:solidFill>
              </a:rPr>
              <a:t>      O Report de Viewability server para verificar qual site seu criativo está sendo melhor aceito.</a:t>
            </a:r>
            <a:endParaRPr sz="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1" name="Google Shape;921;p87"/>
          <p:cNvSpPr txBox="1"/>
          <p:nvPr>
            <p:ph idx="4294967295" type="title"/>
          </p:nvPr>
        </p:nvSpPr>
        <p:spPr>
          <a:xfrm>
            <a:off x="478575" y="99650"/>
            <a:ext cx="5885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Viewability</a:t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922" name="Google Shape;922;p87"/>
          <p:cNvCxnSpPr/>
          <p:nvPr/>
        </p:nvCxnSpPr>
        <p:spPr>
          <a:xfrm>
            <a:off x="478575" y="-1950"/>
            <a:ext cx="0" cy="51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28" name="Google Shape;928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624" y="4536925"/>
            <a:ext cx="1056175" cy="479050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88"/>
          <p:cNvSpPr/>
          <p:nvPr/>
        </p:nvSpPr>
        <p:spPr>
          <a:xfrm>
            <a:off x="-8377" y="866263"/>
            <a:ext cx="9160800" cy="3801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400"/>
              <a:buFont typeface="Arial"/>
              <a:buNone/>
            </a:pPr>
            <a:r>
              <a:rPr lang="pt-BR" sz="900">
                <a:solidFill>
                  <a:schemeClr val="dk1"/>
                </a:solidFill>
              </a:rPr>
              <a:t>     A maioria das ferramentas de veiculação já possuem uma trava de brand safety, porém, o CM funciona como uma segunda validação, que nos dá informações mais detalhadas sobre o contexto de onde os anúncios foram veiculados.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930" name="Google Shape;930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953" y="1724292"/>
            <a:ext cx="4252340" cy="2512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02315" y="1724286"/>
            <a:ext cx="2827544" cy="2832315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88"/>
          <p:cNvSpPr txBox="1"/>
          <p:nvPr>
            <p:ph idx="4294967295" type="title"/>
          </p:nvPr>
        </p:nvSpPr>
        <p:spPr>
          <a:xfrm>
            <a:off x="478575" y="99650"/>
            <a:ext cx="5885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pt-BR" sz="2000"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PepsiCo - Campanha Dinamita - Brand Safety</a:t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933" name="Google Shape;933;p88"/>
          <p:cNvCxnSpPr/>
          <p:nvPr/>
        </p:nvCxnSpPr>
        <p:spPr>
          <a:xfrm>
            <a:off x="478575" y="-1950"/>
            <a:ext cx="0" cy="51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39" name="Google Shape;939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624" y="4536925"/>
            <a:ext cx="1056175" cy="479050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89"/>
          <p:cNvSpPr/>
          <p:nvPr/>
        </p:nvSpPr>
        <p:spPr>
          <a:xfrm>
            <a:off x="-8377" y="866263"/>
            <a:ext cx="9160800" cy="3801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400"/>
              <a:buFont typeface="Arial"/>
              <a:buNone/>
            </a:pPr>
            <a:r>
              <a:rPr lang="pt-BR" sz="900">
                <a:solidFill>
                  <a:schemeClr val="dk1"/>
                </a:solidFill>
              </a:rPr>
              <a:t>       Os padrões de taxonomia são confeccionados em nossa planilha (</a:t>
            </a:r>
            <a:r>
              <a:rPr lang="pt-BR" sz="900" u="sng">
                <a:solidFill>
                  <a:schemeClr val="hlink"/>
                </a:solidFill>
                <a:hlinkClick r:id="rId4"/>
              </a:rPr>
              <a:t>ADP</a:t>
            </a:r>
            <a:r>
              <a:rPr lang="pt-BR" sz="900">
                <a:solidFill>
                  <a:schemeClr val="dk1"/>
                </a:solidFill>
              </a:rPr>
              <a:t>), onde precisamos preencher cada coluna para gerar as padronizações de nomenclaturas de diversas plataformas, Campanhas, Grupo de Anúncio, Anúncio e parametrização de URL’s.</a:t>
            </a:r>
            <a:endParaRPr sz="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41" name="Google Shape;941;p89"/>
          <p:cNvPicPr preferRelativeResize="0"/>
          <p:nvPr/>
        </p:nvPicPr>
        <p:blipFill rotWithShape="1">
          <a:blip r:embed="rId5">
            <a:alphaModFix/>
          </a:blip>
          <a:srcRect b="8508" l="0" r="0" t="0"/>
          <a:stretch/>
        </p:blipFill>
        <p:spPr>
          <a:xfrm>
            <a:off x="384222" y="2462014"/>
            <a:ext cx="8193254" cy="926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2" name="Google Shape;942;p89"/>
          <p:cNvPicPr preferRelativeResize="0"/>
          <p:nvPr/>
        </p:nvPicPr>
        <p:blipFill rotWithShape="1">
          <a:blip r:embed="rId6">
            <a:alphaModFix/>
          </a:blip>
          <a:srcRect b="14595" l="0" r="0" t="0"/>
          <a:stretch/>
        </p:blipFill>
        <p:spPr>
          <a:xfrm>
            <a:off x="400856" y="1429828"/>
            <a:ext cx="8159983" cy="926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" name="Google Shape;943;p8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7583" y="3473145"/>
            <a:ext cx="8186532" cy="926299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89"/>
          <p:cNvSpPr txBox="1"/>
          <p:nvPr>
            <p:ph idx="4294967295" type="title"/>
          </p:nvPr>
        </p:nvSpPr>
        <p:spPr>
          <a:xfrm>
            <a:off x="478575" y="99650"/>
            <a:ext cx="5885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Padrão de taxonomia </a:t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945" name="Google Shape;945;p89"/>
          <p:cNvCxnSpPr/>
          <p:nvPr/>
        </p:nvCxnSpPr>
        <p:spPr>
          <a:xfrm>
            <a:off x="478575" y="-1950"/>
            <a:ext cx="0" cy="51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51" name="Google Shape;951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624" y="4536925"/>
            <a:ext cx="1056175" cy="479050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90"/>
          <p:cNvSpPr/>
          <p:nvPr/>
        </p:nvSpPr>
        <p:spPr>
          <a:xfrm>
            <a:off x="-8377" y="866263"/>
            <a:ext cx="9160800" cy="3801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400"/>
              <a:buFont typeface="Arial"/>
              <a:buNone/>
            </a:pPr>
            <a:r>
              <a:rPr lang="pt-BR" sz="900">
                <a:solidFill>
                  <a:schemeClr val="dk1"/>
                </a:solidFill>
              </a:rPr>
              <a:t>      A planilha de taxonomia ajuda na operação digital nos seguintes aspectos:</a:t>
            </a:r>
            <a:endParaRPr sz="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3" name="Google Shape;953;p90"/>
          <p:cNvSpPr txBox="1"/>
          <p:nvPr/>
        </p:nvSpPr>
        <p:spPr>
          <a:xfrm>
            <a:off x="929673" y="1630913"/>
            <a:ext cx="6704100" cy="25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-133350" lvl="0" marL="165100" rtl="0" algn="l">
              <a:spcBef>
                <a:spcPts val="0"/>
              </a:spcBef>
              <a:spcAft>
                <a:spcPts val="0"/>
              </a:spcAft>
              <a:buSzPts val="900"/>
              <a:buFont typeface="Roboto"/>
              <a:buChar char="-"/>
            </a:pPr>
            <a:r>
              <a:rPr lang="pt-BR" sz="900">
                <a:latin typeface="Roboto"/>
                <a:ea typeface="Roboto"/>
                <a:cs typeface="Roboto"/>
                <a:sym typeface="Roboto"/>
              </a:rPr>
              <a:t>Padronização de nomenclaturas, considerando as plataformas envolvidas (Analytics, plataforma de mídia e Adserver, se houver);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-133350" lvl="0" marL="165100" rtl="0" algn="l">
              <a:spcBef>
                <a:spcPts val="0"/>
              </a:spcBef>
              <a:spcAft>
                <a:spcPts val="0"/>
              </a:spcAft>
              <a:buSzPts val="900"/>
              <a:buFont typeface="Roboto"/>
              <a:buChar char="-"/>
            </a:pPr>
            <a:r>
              <a:rPr lang="pt-BR" sz="900">
                <a:latin typeface="Roboto"/>
                <a:ea typeface="Roboto"/>
                <a:cs typeface="Roboto"/>
                <a:sym typeface="Roboto"/>
              </a:rPr>
              <a:t>Dados padronizados nos ajudam na criação e escalabilidade de relatoria e consultas mais rápidas a dados;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-133350" lvl="0" marL="165100" rtl="0" algn="l">
              <a:spcBef>
                <a:spcPts val="0"/>
              </a:spcBef>
              <a:spcAft>
                <a:spcPts val="0"/>
              </a:spcAft>
              <a:buSzPts val="900"/>
              <a:buFont typeface="Roboto"/>
              <a:buChar char="-"/>
            </a:pPr>
            <a:r>
              <a:rPr lang="pt-BR" sz="900">
                <a:latin typeface="Roboto"/>
                <a:ea typeface="Roboto"/>
                <a:cs typeface="Roboto"/>
                <a:sym typeface="Roboto"/>
              </a:rPr>
              <a:t>Dados mais consistentes e confiáveis; 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-133350" lvl="0" marL="165100" rtl="0" algn="l">
              <a:spcBef>
                <a:spcPts val="0"/>
              </a:spcBef>
              <a:spcAft>
                <a:spcPts val="0"/>
              </a:spcAft>
              <a:buSzPts val="900"/>
              <a:buFont typeface="Roboto"/>
              <a:buChar char="-"/>
            </a:pPr>
            <a:r>
              <a:rPr lang="pt-BR" sz="900">
                <a:latin typeface="Roboto"/>
                <a:ea typeface="Roboto"/>
                <a:cs typeface="Roboto"/>
                <a:sym typeface="Roboto"/>
              </a:rPr>
              <a:t>Viabilização da manipulação de informações que transitam em diferentes plataformas. Ex: cruzamento de investimento com dados de analytics;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-133350" lvl="0" marL="165100" rtl="0" algn="l">
              <a:spcBef>
                <a:spcPts val="0"/>
              </a:spcBef>
              <a:spcAft>
                <a:spcPts val="0"/>
              </a:spcAft>
              <a:buSzPts val="900"/>
              <a:buFont typeface="Roboto"/>
              <a:buChar char="-"/>
            </a:pPr>
            <a:r>
              <a:rPr lang="pt-BR" sz="900">
                <a:latin typeface="Roboto"/>
                <a:ea typeface="Roboto"/>
                <a:cs typeface="Roboto"/>
                <a:sym typeface="Roboto"/>
              </a:rPr>
              <a:t>Documentação das nomenclaturas utilizadas;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-133350" lvl="0" marL="165100" rtl="0" algn="l">
              <a:spcBef>
                <a:spcPts val="0"/>
              </a:spcBef>
              <a:spcAft>
                <a:spcPts val="0"/>
              </a:spcAft>
              <a:buSzPts val="900"/>
              <a:buFont typeface="Roboto"/>
              <a:buChar char="-"/>
            </a:pPr>
            <a:r>
              <a:rPr lang="pt-BR" sz="900">
                <a:latin typeface="Roboto"/>
                <a:ea typeface="Roboto"/>
                <a:cs typeface="Roboto"/>
                <a:sym typeface="Roboto"/>
              </a:rPr>
              <a:t>Inclusão de maior quantidade de informações no parâmetro, que resulta em maior poder de análise. Ex: segmentação, criativo, formato usados, secundagem de vídeo, etc;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4" name="Google Shape;954;p90"/>
          <p:cNvSpPr txBox="1"/>
          <p:nvPr>
            <p:ph idx="4294967295" type="title"/>
          </p:nvPr>
        </p:nvSpPr>
        <p:spPr>
          <a:xfrm>
            <a:off x="478575" y="99650"/>
            <a:ext cx="5885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Por que devemos usar a planilha de taxonomia?</a:t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955" name="Google Shape;955;p90"/>
          <p:cNvCxnSpPr/>
          <p:nvPr/>
        </p:nvCxnSpPr>
        <p:spPr>
          <a:xfrm>
            <a:off x="478575" y="-1950"/>
            <a:ext cx="0" cy="51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91"/>
          <p:cNvSpPr/>
          <p:nvPr/>
        </p:nvSpPr>
        <p:spPr>
          <a:xfrm>
            <a:off x="6003437" y="1098038"/>
            <a:ext cx="2442600" cy="535500"/>
          </a:xfrm>
          <a:prstGeom prst="rect">
            <a:avLst/>
          </a:prstGeom>
          <a:solidFill>
            <a:srgbClr val="FD3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Automação</a:t>
            </a:r>
            <a:endParaRPr sz="800">
              <a:solidFill>
                <a:srgbClr val="242424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961" name="Google Shape;961;p91"/>
          <p:cNvSpPr/>
          <p:nvPr/>
        </p:nvSpPr>
        <p:spPr>
          <a:xfrm>
            <a:off x="3350699" y="1098038"/>
            <a:ext cx="2442600" cy="535500"/>
          </a:xfrm>
          <a:prstGeom prst="rect">
            <a:avLst/>
          </a:prstGeom>
          <a:solidFill>
            <a:srgbClr val="FD3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Mensuração</a:t>
            </a:r>
            <a:endParaRPr sz="800">
              <a:solidFill>
                <a:srgbClr val="242424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962" name="Google Shape;962;p91"/>
          <p:cNvSpPr/>
          <p:nvPr/>
        </p:nvSpPr>
        <p:spPr>
          <a:xfrm>
            <a:off x="697972" y="1098038"/>
            <a:ext cx="2442600" cy="535500"/>
          </a:xfrm>
          <a:prstGeom prst="rect">
            <a:avLst/>
          </a:prstGeom>
          <a:solidFill>
            <a:srgbClr val="FD3E81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Operação</a:t>
            </a:r>
            <a:endParaRPr b="1" sz="1300"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63" name="Google Shape;963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624" y="4536925"/>
            <a:ext cx="1056175" cy="479050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p91"/>
          <p:cNvSpPr/>
          <p:nvPr/>
        </p:nvSpPr>
        <p:spPr>
          <a:xfrm>
            <a:off x="697962" y="1707834"/>
            <a:ext cx="2442600" cy="2553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202475" lIns="202475" spcFirstLastPara="1" rIns="202475" wrap="square" tIns="2024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Arial"/>
              <a:buNone/>
            </a:pPr>
            <a:r>
              <a:t/>
            </a:r>
            <a:endParaRPr sz="1000">
              <a:solidFill>
                <a:srgbClr val="242424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42424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965" name="Google Shape;965;p91"/>
          <p:cNvSpPr/>
          <p:nvPr/>
        </p:nvSpPr>
        <p:spPr>
          <a:xfrm>
            <a:off x="6003419" y="1707834"/>
            <a:ext cx="2442600" cy="2553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202475" lIns="202475" spcFirstLastPara="1" rIns="202475" wrap="square" tIns="2024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42424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966" name="Google Shape;966;p91"/>
          <p:cNvSpPr/>
          <p:nvPr/>
        </p:nvSpPr>
        <p:spPr>
          <a:xfrm>
            <a:off x="3350686" y="1707834"/>
            <a:ext cx="2442600" cy="2553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202475" lIns="202475" spcFirstLastPara="1" rIns="202475" wrap="square" tIns="2024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Arial"/>
              <a:buNone/>
            </a:pPr>
            <a:r>
              <a:t/>
            </a:r>
            <a:endParaRPr sz="1000">
              <a:solidFill>
                <a:srgbClr val="242424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Arial"/>
              <a:buNone/>
            </a:pPr>
            <a:r>
              <a:t/>
            </a:r>
            <a:endParaRPr sz="1000">
              <a:solidFill>
                <a:srgbClr val="242424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42424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967" name="Google Shape;967;p91"/>
          <p:cNvSpPr txBox="1"/>
          <p:nvPr>
            <p:ph idx="4294967295" type="title"/>
          </p:nvPr>
        </p:nvSpPr>
        <p:spPr>
          <a:xfrm>
            <a:off x="478575" y="99650"/>
            <a:ext cx="588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Resumos das entregas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968" name="Google Shape;968;p91"/>
          <p:cNvCxnSpPr/>
          <p:nvPr/>
        </p:nvCxnSpPr>
        <p:spPr>
          <a:xfrm>
            <a:off x="478575" y="-1950"/>
            <a:ext cx="0" cy="51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9" name="Google Shape;969;p91"/>
          <p:cNvSpPr txBox="1"/>
          <p:nvPr/>
        </p:nvSpPr>
        <p:spPr>
          <a:xfrm>
            <a:off x="749199" y="1986200"/>
            <a:ext cx="22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-139700" lvl="0" marL="165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-"/>
            </a:pPr>
            <a:r>
              <a:rPr lang="pt-BR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Visão integrada entre Mídia, AdOps e BI para melhores análises</a:t>
            </a:r>
            <a:endParaRPr sz="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0" name="Google Shape;970;p91"/>
          <p:cNvSpPr txBox="1"/>
          <p:nvPr/>
        </p:nvSpPr>
        <p:spPr>
          <a:xfrm>
            <a:off x="749199" y="3143000"/>
            <a:ext cx="22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-139700" lvl="0" marL="165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-"/>
            </a:pPr>
            <a:r>
              <a:rPr lang="pt-BR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Controle de Checagem de Discrepância em Canais de Mídias</a:t>
            </a:r>
            <a:endParaRPr sz="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1" name="Google Shape;971;p91"/>
          <p:cNvSpPr txBox="1"/>
          <p:nvPr/>
        </p:nvSpPr>
        <p:spPr>
          <a:xfrm>
            <a:off x="749199" y="2640800"/>
            <a:ext cx="2244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-139700" lvl="0" marL="165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-"/>
            </a:pPr>
            <a:r>
              <a:rPr lang="pt-BR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Suporte com problema com Pixels de Terceiro.</a:t>
            </a:r>
            <a:endParaRPr sz="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2" name="Google Shape;972;p91"/>
          <p:cNvSpPr txBox="1"/>
          <p:nvPr/>
        </p:nvSpPr>
        <p:spPr>
          <a:xfrm>
            <a:off x="3504852" y="1922875"/>
            <a:ext cx="20892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-139700" lvl="0" marL="165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-"/>
            </a:pPr>
            <a:r>
              <a:rPr lang="pt-BR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Padronização de Taxonomia entre Adserver, Canais de Mídia e GA</a:t>
            </a:r>
            <a:endParaRPr sz="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3" name="Google Shape;973;p91"/>
          <p:cNvSpPr txBox="1"/>
          <p:nvPr/>
        </p:nvSpPr>
        <p:spPr>
          <a:xfrm>
            <a:off x="3504852" y="3169995"/>
            <a:ext cx="2089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-139700" lvl="0" marL="165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-"/>
            </a:pPr>
            <a:r>
              <a:rPr lang="pt-BR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Controle em Conteúdos Sensíveis</a:t>
            </a:r>
            <a:endParaRPr sz="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4" name="Google Shape;974;p91"/>
          <p:cNvSpPr txBox="1"/>
          <p:nvPr/>
        </p:nvSpPr>
        <p:spPr>
          <a:xfrm>
            <a:off x="3504852" y="2625832"/>
            <a:ext cx="20892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-139700" lvl="0" marL="165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-"/>
            </a:pPr>
            <a:r>
              <a:rPr lang="pt-BR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Controle de Verificação de Viewability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5" name="Google Shape;975;p91"/>
          <p:cNvSpPr txBox="1"/>
          <p:nvPr/>
        </p:nvSpPr>
        <p:spPr>
          <a:xfrm>
            <a:off x="6128316" y="1951320"/>
            <a:ext cx="203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-139700" lvl="0" marL="165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-"/>
            </a:pPr>
            <a:r>
              <a:rPr lang="pt-BR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Eficiência em Validações de Taxonomia, Parametrização de URL e Criativo</a:t>
            </a:r>
            <a:endParaRPr sz="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6" name="Google Shape;976;p91"/>
          <p:cNvSpPr txBox="1"/>
          <p:nvPr/>
        </p:nvSpPr>
        <p:spPr>
          <a:xfrm>
            <a:off x="6124852" y="2582187"/>
            <a:ext cx="203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-139700" lvl="0" marL="165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-"/>
            </a:pPr>
            <a:r>
              <a:rPr lang="pt-BR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Menor tempo de resposta para ajustes de Campanhas, Criativos e URL’s</a:t>
            </a:r>
            <a:endParaRPr sz="5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82" name="Google Shape;982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624" y="4536925"/>
            <a:ext cx="1056175" cy="479050"/>
          </a:xfrm>
          <a:prstGeom prst="rect">
            <a:avLst/>
          </a:prstGeom>
          <a:noFill/>
          <a:ln>
            <a:noFill/>
          </a:ln>
        </p:spPr>
      </p:pic>
      <p:sp>
        <p:nvSpPr>
          <p:cNvPr id="983" name="Google Shape;983;p92"/>
          <p:cNvSpPr txBox="1"/>
          <p:nvPr/>
        </p:nvSpPr>
        <p:spPr>
          <a:xfrm>
            <a:off x="1044202" y="2146055"/>
            <a:ext cx="15414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Dados de mídia em </a:t>
            </a:r>
            <a:r>
              <a:rPr b="1"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tempo real</a:t>
            </a:r>
            <a:r>
              <a:rPr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unificados por campanha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4" name="Google Shape;984;p92"/>
          <p:cNvSpPr txBox="1"/>
          <p:nvPr/>
        </p:nvSpPr>
        <p:spPr>
          <a:xfrm>
            <a:off x="3749802" y="2146055"/>
            <a:ext cx="15414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Cruzamentos com dados de </a:t>
            </a:r>
            <a:r>
              <a:rPr b="1"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conversão</a:t>
            </a:r>
            <a:r>
              <a:rPr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 entre veículos (</a:t>
            </a:r>
            <a:r>
              <a:rPr b="1"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sobreposição</a:t>
            </a:r>
            <a:r>
              <a:rPr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5" name="Google Shape;985;p92"/>
          <p:cNvSpPr txBox="1"/>
          <p:nvPr/>
        </p:nvSpPr>
        <p:spPr>
          <a:xfrm>
            <a:off x="6455403" y="2146055"/>
            <a:ext cx="15414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Imediatismo. Menor tempo de resposta em </a:t>
            </a:r>
            <a:r>
              <a:rPr b="1"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ajustes</a:t>
            </a:r>
            <a:r>
              <a:rPr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da campanha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6" name="Google Shape;986;p92"/>
          <p:cNvSpPr txBox="1"/>
          <p:nvPr/>
        </p:nvSpPr>
        <p:spPr>
          <a:xfrm>
            <a:off x="1044202" y="3837984"/>
            <a:ext cx="15414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Melhor </a:t>
            </a:r>
            <a:r>
              <a:rPr b="1"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qualidade de dados</a:t>
            </a:r>
            <a:r>
              <a:rPr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para tomada de decisão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7" name="Google Shape;987;p92"/>
          <p:cNvSpPr txBox="1"/>
          <p:nvPr/>
        </p:nvSpPr>
        <p:spPr>
          <a:xfrm>
            <a:off x="3749802" y="3837984"/>
            <a:ext cx="15414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Visão </a:t>
            </a:r>
            <a:r>
              <a:rPr b="1"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integrada</a:t>
            </a:r>
            <a:r>
              <a:rPr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entre mídia, AdOps e BI para melhores </a:t>
            </a:r>
            <a:r>
              <a:rPr b="1"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análises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8" name="Google Shape;988;p92"/>
          <p:cNvSpPr txBox="1"/>
          <p:nvPr/>
        </p:nvSpPr>
        <p:spPr>
          <a:xfrm>
            <a:off x="6455403" y="3837984"/>
            <a:ext cx="15414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SLA reduzido</a:t>
            </a:r>
            <a:r>
              <a:rPr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24h após o recebimento do material dentro do padrão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89" name="Google Shape;989;p92"/>
          <p:cNvPicPr preferRelativeResize="0"/>
          <p:nvPr/>
        </p:nvPicPr>
        <p:blipFill>
          <a:blip r:embed="rId4">
            <a:alphaModFix amt="42000"/>
          </a:blip>
          <a:stretch>
            <a:fillRect/>
          </a:stretch>
        </p:blipFill>
        <p:spPr>
          <a:xfrm>
            <a:off x="1426632" y="1225472"/>
            <a:ext cx="776529" cy="776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0" name="Google Shape;990;p92"/>
          <p:cNvPicPr preferRelativeResize="0"/>
          <p:nvPr/>
        </p:nvPicPr>
        <p:blipFill>
          <a:blip r:embed="rId5">
            <a:alphaModFix amt="42000"/>
          </a:blip>
          <a:stretch>
            <a:fillRect/>
          </a:stretch>
        </p:blipFill>
        <p:spPr>
          <a:xfrm>
            <a:off x="4122512" y="1225477"/>
            <a:ext cx="776524" cy="776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p92"/>
          <p:cNvPicPr preferRelativeResize="0"/>
          <p:nvPr/>
        </p:nvPicPr>
        <p:blipFill>
          <a:blip r:embed="rId6">
            <a:alphaModFix amt="42000"/>
          </a:blip>
          <a:stretch>
            <a:fillRect/>
          </a:stretch>
        </p:blipFill>
        <p:spPr>
          <a:xfrm>
            <a:off x="6837834" y="1225481"/>
            <a:ext cx="776524" cy="776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92"/>
          <p:cNvPicPr preferRelativeResize="0"/>
          <p:nvPr/>
        </p:nvPicPr>
        <p:blipFill>
          <a:blip r:embed="rId7">
            <a:alphaModFix amt="42000"/>
          </a:blip>
          <a:stretch>
            <a:fillRect/>
          </a:stretch>
        </p:blipFill>
        <p:spPr>
          <a:xfrm>
            <a:off x="1426632" y="2941247"/>
            <a:ext cx="776524" cy="776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3" name="Google Shape;993;p92"/>
          <p:cNvPicPr preferRelativeResize="0"/>
          <p:nvPr/>
        </p:nvPicPr>
        <p:blipFill>
          <a:blip r:embed="rId8">
            <a:alphaModFix amt="42000"/>
          </a:blip>
          <a:stretch>
            <a:fillRect/>
          </a:stretch>
        </p:blipFill>
        <p:spPr>
          <a:xfrm>
            <a:off x="4122512" y="2941247"/>
            <a:ext cx="776524" cy="776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4" name="Google Shape;994;p92"/>
          <p:cNvPicPr preferRelativeResize="0"/>
          <p:nvPr/>
        </p:nvPicPr>
        <p:blipFill>
          <a:blip r:embed="rId9">
            <a:alphaModFix amt="42000"/>
          </a:blip>
          <a:stretch>
            <a:fillRect/>
          </a:stretch>
        </p:blipFill>
        <p:spPr>
          <a:xfrm>
            <a:off x="6837834" y="2941247"/>
            <a:ext cx="776524" cy="776524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92"/>
          <p:cNvSpPr txBox="1"/>
          <p:nvPr>
            <p:ph idx="4294967295" type="title"/>
          </p:nvPr>
        </p:nvSpPr>
        <p:spPr>
          <a:xfrm>
            <a:off x="478575" y="99650"/>
            <a:ext cx="5885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Benefícios chave para utilização de AdOps</a:t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996" name="Google Shape;996;p92"/>
          <p:cNvCxnSpPr/>
          <p:nvPr/>
        </p:nvCxnSpPr>
        <p:spPr>
          <a:xfrm>
            <a:off x="478575" y="-1950"/>
            <a:ext cx="0" cy="51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93"/>
          <p:cNvSpPr txBox="1"/>
          <p:nvPr>
            <p:ph idx="4294967295" type="title"/>
          </p:nvPr>
        </p:nvSpPr>
        <p:spPr>
          <a:xfrm>
            <a:off x="478575" y="99650"/>
            <a:ext cx="549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800"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AdOps - Controle de entregas</a:t>
            </a:r>
            <a:endParaRPr sz="16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002" name="Google Shape;1002;p93"/>
          <p:cNvCxnSpPr/>
          <p:nvPr/>
        </p:nvCxnSpPr>
        <p:spPr>
          <a:xfrm>
            <a:off x="478575" y="-1950"/>
            <a:ext cx="0" cy="51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3" name="Google Shape;1003;p93"/>
          <p:cNvSpPr txBox="1"/>
          <p:nvPr/>
        </p:nvSpPr>
        <p:spPr>
          <a:xfrm>
            <a:off x="604350" y="792140"/>
            <a:ext cx="7935300" cy="585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300">
                <a:latin typeface="Century Gothic"/>
                <a:ea typeface="Century Gothic"/>
                <a:cs typeface="Century Gothic"/>
                <a:sym typeface="Century Gothic"/>
              </a:rPr>
              <a:t>Quando utilizado algum AdServer, AdOps gerencia a camada de visualização focada em verificação</a:t>
            </a:r>
            <a:endParaRPr i="1" sz="13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04" name="Google Shape;1004;p93"/>
          <p:cNvSpPr/>
          <p:nvPr/>
        </p:nvSpPr>
        <p:spPr>
          <a:xfrm>
            <a:off x="553035" y="1508376"/>
            <a:ext cx="3193800" cy="5049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36000" lIns="144000" spcFirstLastPara="1" rIns="144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entury Gothic"/>
              <a:buNone/>
            </a:pPr>
            <a:r>
              <a:rPr lang="pt-BR"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Under x Over</a:t>
            </a:r>
            <a:endParaRPr i="0" sz="10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05" name="Google Shape;1005;p93"/>
          <p:cNvSpPr/>
          <p:nvPr/>
        </p:nvSpPr>
        <p:spPr>
          <a:xfrm>
            <a:off x="553035" y="2106895"/>
            <a:ext cx="3193800" cy="504900"/>
          </a:xfrm>
          <a:prstGeom prst="roundRect">
            <a:avLst>
              <a:gd fmla="val 50000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36000" lIns="144000" spcFirstLastPara="1" rIns="144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entury Gothic"/>
              <a:buNone/>
            </a:pPr>
            <a:r>
              <a:rPr lang="pt-BR"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Discrepância parceiro </a:t>
            </a:r>
            <a:r>
              <a:rPr b="1" lang="pt-BR"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vs </a:t>
            </a:r>
            <a:r>
              <a:rPr lang="pt-BR"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Adserver </a:t>
            </a:r>
            <a:endParaRPr i="0" sz="10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06" name="Google Shape;1006;p93"/>
          <p:cNvSpPr/>
          <p:nvPr/>
        </p:nvSpPr>
        <p:spPr>
          <a:xfrm>
            <a:off x="553035" y="2705414"/>
            <a:ext cx="3193800" cy="504900"/>
          </a:xfrm>
          <a:prstGeom prst="roundRect">
            <a:avLst>
              <a:gd fmla="val 50000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36000" lIns="144000" spcFirstLastPara="1" rIns="144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entury Gothic"/>
              <a:buNone/>
            </a:pPr>
            <a:r>
              <a:rPr lang="pt-BR"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Níveis de viewability</a:t>
            </a:r>
            <a:endParaRPr i="0" sz="10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07" name="Google Shape;1007;p93"/>
          <p:cNvSpPr/>
          <p:nvPr/>
        </p:nvSpPr>
        <p:spPr>
          <a:xfrm>
            <a:off x="553035" y="3303933"/>
            <a:ext cx="3193800" cy="504900"/>
          </a:xfrm>
          <a:prstGeom prst="roundRect">
            <a:avLst>
              <a:gd fmla="val 50000" name="adj"/>
            </a:avLst>
          </a:prstGeom>
          <a:solidFill>
            <a:srgbClr val="999999"/>
          </a:solidFill>
          <a:ln>
            <a:noFill/>
          </a:ln>
        </p:spPr>
        <p:txBody>
          <a:bodyPr anchorCtr="0" anchor="ctr" bIns="36000" lIns="144000" spcFirstLastPara="1" rIns="144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Monitoramento geográfico</a:t>
            </a:r>
            <a:endParaRPr sz="10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08" name="Google Shape;1008;p93"/>
          <p:cNvSpPr/>
          <p:nvPr/>
        </p:nvSpPr>
        <p:spPr>
          <a:xfrm>
            <a:off x="553035" y="3902451"/>
            <a:ext cx="3193800" cy="504900"/>
          </a:xfrm>
          <a:prstGeom prst="roundRect">
            <a:avLst>
              <a:gd fmla="val 50000" name="adj"/>
            </a:avLst>
          </a:prstGeom>
          <a:solidFill>
            <a:srgbClr val="BF9000"/>
          </a:solidFill>
          <a:ln>
            <a:noFill/>
          </a:ln>
        </p:spPr>
        <p:txBody>
          <a:bodyPr anchorCtr="0" anchor="ctr" bIns="36000" lIns="144000" spcFirstLastPara="1" rIns="144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entury Gothic"/>
              <a:buNone/>
            </a:pPr>
            <a:r>
              <a:rPr lang="pt-BR"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Conteúdo associado à impressão</a:t>
            </a:r>
            <a:endParaRPr i="0" sz="10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009" name="Google Shape;1009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0125" y="1291125"/>
            <a:ext cx="4305025" cy="338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94"/>
          <p:cNvSpPr txBox="1"/>
          <p:nvPr>
            <p:ph type="title"/>
          </p:nvPr>
        </p:nvSpPr>
        <p:spPr>
          <a:xfrm>
            <a:off x="588946" y="251460"/>
            <a:ext cx="8073900" cy="774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Formas de Cobrança</a:t>
            </a:r>
            <a:endParaRPr/>
          </a:p>
        </p:txBody>
      </p:sp>
      <p:cxnSp>
        <p:nvCxnSpPr>
          <p:cNvPr id="1015" name="Google Shape;1015;p94"/>
          <p:cNvCxnSpPr/>
          <p:nvPr/>
        </p:nvCxnSpPr>
        <p:spPr>
          <a:xfrm>
            <a:off x="568140" y="4132463"/>
            <a:ext cx="8007600" cy="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6" name="Google Shape;1016;p94"/>
          <p:cNvSpPr/>
          <p:nvPr/>
        </p:nvSpPr>
        <p:spPr>
          <a:xfrm>
            <a:off x="6576325" y="57075"/>
            <a:ext cx="2178600" cy="916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Destacar </a:t>
            </a:r>
            <a:r>
              <a:rPr b="1" lang="pt-BR"/>
              <a:t>vantagens </a:t>
            </a:r>
            <a:r>
              <a:rPr lang="pt-BR"/>
              <a:t>e </a:t>
            </a:r>
            <a:r>
              <a:rPr b="1" lang="pt-BR"/>
              <a:t>desvantagens </a:t>
            </a:r>
            <a:r>
              <a:rPr lang="pt-BR"/>
              <a:t>dessa forma de cobrança</a:t>
            </a:r>
            <a:endParaRPr/>
          </a:p>
        </p:txBody>
      </p:sp>
      <p:sp>
        <p:nvSpPr>
          <p:cNvPr id="1017" name="Google Shape;1017;p94"/>
          <p:cNvSpPr/>
          <p:nvPr/>
        </p:nvSpPr>
        <p:spPr>
          <a:xfrm>
            <a:off x="2995238" y="1510088"/>
            <a:ext cx="3828000" cy="2622300"/>
          </a:xfrm>
          <a:prstGeom prst="rect">
            <a:avLst/>
          </a:prstGeom>
          <a:solidFill>
            <a:srgbClr val="38761D">
              <a:alpha val="96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8" name="Google Shape;1018;p94"/>
          <p:cNvCxnSpPr/>
          <p:nvPr/>
        </p:nvCxnSpPr>
        <p:spPr>
          <a:xfrm>
            <a:off x="568140" y="2116322"/>
            <a:ext cx="8007600" cy="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9" name="Google Shape;1019;p94"/>
          <p:cNvCxnSpPr/>
          <p:nvPr/>
        </p:nvCxnSpPr>
        <p:spPr>
          <a:xfrm>
            <a:off x="568140" y="2620357"/>
            <a:ext cx="8007600" cy="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0" name="Google Shape;1020;p94"/>
          <p:cNvCxnSpPr/>
          <p:nvPr/>
        </p:nvCxnSpPr>
        <p:spPr>
          <a:xfrm>
            <a:off x="568140" y="3124392"/>
            <a:ext cx="8007600" cy="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1" name="Google Shape;1021;p94"/>
          <p:cNvCxnSpPr/>
          <p:nvPr/>
        </p:nvCxnSpPr>
        <p:spPr>
          <a:xfrm>
            <a:off x="568140" y="3628427"/>
            <a:ext cx="8007600" cy="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2" name="Google Shape;1022;p94"/>
          <p:cNvCxnSpPr/>
          <p:nvPr/>
        </p:nvCxnSpPr>
        <p:spPr>
          <a:xfrm>
            <a:off x="568140" y="4132463"/>
            <a:ext cx="8007600" cy="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3" name="Google Shape;1023;p94"/>
          <p:cNvSpPr/>
          <p:nvPr/>
        </p:nvSpPr>
        <p:spPr>
          <a:xfrm>
            <a:off x="658939" y="2227617"/>
            <a:ext cx="12615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Display CPM	</a:t>
            </a:r>
            <a:endParaRPr sz="11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Video CPM</a:t>
            </a:r>
            <a:endParaRPr sz="11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Adv Display</a:t>
            </a:r>
            <a:endParaRPr sz="11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Display CPC</a:t>
            </a:r>
            <a:endParaRPr sz="11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4" name="Google Shape;1024;p94"/>
          <p:cNvSpPr/>
          <p:nvPr/>
        </p:nvSpPr>
        <p:spPr>
          <a:xfrm>
            <a:off x="3246317" y="2227622"/>
            <a:ext cx="3330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latin typeface="Montserrat"/>
                <a:ea typeface="Montserrat"/>
                <a:cs typeface="Montserrat"/>
                <a:sym typeface="Montserrat"/>
              </a:rPr>
              <a:t>R$ 0,09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latin typeface="Montserrat"/>
                <a:ea typeface="Montserrat"/>
                <a:cs typeface="Montserrat"/>
                <a:sym typeface="Montserrat"/>
              </a:rPr>
              <a:t>R$ 0,35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latin typeface="Montserrat"/>
                <a:ea typeface="Montserrat"/>
                <a:cs typeface="Montserrat"/>
                <a:sym typeface="Montserrat"/>
              </a:rPr>
              <a:t>R$ 0,20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latin typeface="Montserrat"/>
                <a:ea typeface="Montserrat"/>
                <a:cs typeface="Montserrat"/>
                <a:sym typeface="Montserrat"/>
              </a:rPr>
              <a:t>R$ 0,02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5" name="Google Shape;1025;p94"/>
          <p:cNvSpPr/>
          <p:nvPr/>
        </p:nvSpPr>
        <p:spPr>
          <a:xfrm rot="5400000">
            <a:off x="4861852" y="-518348"/>
            <a:ext cx="101400" cy="3729300"/>
          </a:xfrm>
          <a:prstGeom prst="rightBrace">
            <a:avLst>
              <a:gd fmla="val 47387" name="adj1"/>
              <a:gd fmla="val 50000" name="adj2"/>
            </a:avLst>
          </a:prstGeom>
          <a:noFill/>
          <a:ln cap="flat" cmpd="sng" w="19050">
            <a:solidFill>
              <a:srgbClr val="DF4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6" name="Google Shape;1026;p94"/>
          <p:cNvPicPr preferRelativeResize="0"/>
          <p:nvPr/>
        </p:nvPicPr>
        <p:blipFill rotWithShape="1">
          <a:blip r:embed="rId3">
            <a:alphaModFix/>
          </a:blip>
          <a:srcRect b="17688" l="0" r="0" t="17682"/>
          <a:stretch/>
        </p:blipFill>
        <p:spPr>
          <a:xfrm>
            <a:off x="3532100" y="1644275"/>
            <a:ext cx="1217897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7" name="Google Shape;1027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3815" y="1617320"/>
            <a:ext cx="1295500" cy="393600"/>
          </a:xfrm>
          <a:prstGeom prst="rect">
            <a:avLst/>
          </a:prstGeom>
          <a:solidFill>
            <a:srgbClr val="38761D">
              <a:alpha val="9620"/>
            </a:srgbClr>
          </a:solidFill>
          <a:ln>
            <a:noFill/>
          </a:ln>
        </p:spPr>
      </p:pic>
      <p:sp>
        <p:nvSpPr>
          <p:cNvPr id="1028" name="Google Shape;1028;p94"/>
          <p:cNvSpPr txBox="1"/>
          <p:nvPr/>
        </p:nvSpPr>
        <p:spPr>
          <a:xfrm>
            <a:off x="432000" y="1447800"/>
            <a:ext cx="2616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pt-BR">
                <a:solidFill>
                  <a:srgbClr val="242424"/>
                </a:solidFill>
                <a:latin typeface="Spectral"/>
                <a:ea typeface="Spectral"/>
                <a:cs typeface="Spectral"/>
                <a:sym typeface="Spectral"/>
              </a:rPr>
              <a:t>Volumetria</a:t>
            </a:r>
            <a:endParaRPr b="1" i="1">
              <a:solidFill>
                <a:srgbClr val="242424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200">
              <a:solidFill>
                <a:srgbClr val="242424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200">
              <a:solidFill>
                <a:srgbClr val="242424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029" name="Google Shape;1029;p94"/>
          <p:cNvSpPr/>
          <p:nvPr/>
        </p:nvSpPr>
        <p:spPr>
          <a:xfrm>
            <a:off x="3048003" y="1078561"/>
            <a:ext cx="3729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000">
                <a:solidFill>
                  <a:srgbClr val="DF402E"/>
                </a:solidFill>
                <a:latin typeface="Montserrat"/>
                <a:ea typeface="Montserrat"/>
                <a:cs typeface="Montserrat"/>
                <a:sym typeface="Montserrat"/>
              </a:rPr>
              <a:t>Custo AdOps</a:t>
            </a:r>
            <a:endParaRPr i="1" sz="1000">
              <a:solidFill>
                <a:srgbClr val="DF402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95"/>
          <p:cNvSpPr txBox="1"/>
          <p:nvPr>
            <p:ph type="title"/>
          </p:nvPr>
        </p:nvSpPr>
        <p:spPr>
          <a:xfrm>
            <a:off x="588946" y="251460"/>
            <a:ext cx="8073900" cy="774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Formas de Cobrança</a:t>
            </a:r>
            <a:endParaRPr/>
          </a:p>
        </p:txBody>
      </p:sp>
      <p:sp>
        <p:nvSpPr>
          <p:cNvPr id="1035" name="Google Shape;1035;p95"/>
          <p:cNvSpPr/>
          <p:nvPr/>
        </p:nvSpPr>
        <p:spPr>
          <a:xfrm>
            <a:off x="2995250" y="1510098"/>
            <a:ext cx="3820200" cy="2118300"/>
          </a:xfrm>
          <a:prstGeom prst="rect">
            <a:avLst/>
          </a:prstGeom>
          <a:solidFill>
            <a:srgbClr val="38761D">
              <a:alpha val="96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36" name="Google Shape;1036;p95"/>
          <p:cNvCxnSpPr/>
          <p:nvPr/>
        </p:nvCxnSpPr>
        <p:spPr>
          <a:xfrm>
            <a:off x="568140" y="2116322"/>
            <a:ext cx="8007600" cy="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7" name="Google Shape;1037;p95"/>
          <p:cNvCxnSpPr/>
          <p:nvPr/>
        </p:nvCxnSpPr>
        <p:spPr>
          <a:xfrm>
            <a:off x="568140" y="2620357"/>
            <a:ext cx="8007600" cy="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8" name="Google Shape;1038;p95"/>
          <p:cNvCxnSpPr/>
          <p:nvPr/>
        </p:nvCxnSpPr>
        <p:spPr>
          <a:xfrm>
            <a:off x="568140" y="3124392"/>
            <a:ext cx="8007600" cy="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9" name="Google Shape;1039;p95"/>
          <p:cNvCxnSpPr/>
          <p:nvPr/>
        </p:nvCxnSpPr>
        <p:spPr>
          <a:xfrm>
            <a:off x="568140" y="3628427"/>
            <a:ext cx="8007600" cy="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0" name="Google Shape;1040;p95"/>
          <p:cNvCxnSpPr/>
          <p:nvPr/>
        </p:nvCxnSpPr>
        <p:spPr>
          <a:xfrm>
            <a:off x="568140" y="4132463"/>
            <a:ext cx="8007600" cy="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1" name="Google Shape;1041;p95"/>
          <p:cNvSpPr/>
          <p:nvPr/>
        </p:nvSpPr>
        <p:spPr>
          <a:xfrm>
            <a:off x="658957" y="2227625"/>
            <a:ext cx="20262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Criação de Tags</a:t>
            </a:r>
            <a:endParaRPr sz="11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Criação de Contadores</a:t>
            </a:r>
            <a:endParaRPr sz="11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Reajustes</a:t>
            </a:r>
            <a:endParaRPr sz="11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2" name="Google Shape;1042;p95"/>
          <p:cNvSpPr/>
          <p:nvPr/>
        </p:nvSpPr>
        <p:spPr>
          <a:xfrm>
            <a:off x="3246317" y="2227622"/>
            <a:ext cx="3330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latin typeface="Montserrat"/>
                <a:ea typeface="Montserrat"/>
                <a:cs typeface="Montserrat"/>
                <a:sym typeface="Montserrat"/>
              </a:rPr>
              <a:t>R$ 250,00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latin typeface="Montserrat"/>
                <a:ea typeface="Montserrat"/>
                <a:cs typeface="Montserrat"/>
                <a:sym typeface="Montserrat"/>
              </a:rPr>
              <a:t>R$ 250,00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latin typeface="Montserrat"/>
                <a:ea typeface="Montserrat"/>
                <a:cs typeface="Montserrat"/>
                <a:sym typeface="Montserrat"/>
              </a:rPr>
              <a:t>R$ 100,00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3" name="Google Shape;1043;p95"/>
          <p:cNvSpPr/>
          <p:nvPr/>
        </p:nvSpPr>
        <p:spPr>
          <a:xfrm rot="5400000">
            <a:off x="4861852" y="-518348"/>
            <a:ext cx="101400" cy="3729300"/>
          </a:xfrm>
          <a:prstGeom prst="rightBrace">
            <a:avLst>
              <a:gd fmla="val 47387" name="adj1"/>
              <a:gd fmla="val 50000" name="adj2"/>
            </a:avLst>
          </a:prstGeom>
          <a:noFill/>
          <a:ln cap="flat" cmpd="sng" w="19050">
            <a:solidFill>
              <a:srgbClr val="DF4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4" name="Google Shape;1044;p95"/>
          <p:cNvPicPr preferRelativeResize="0"/>
          <p:nvPr/>
        </p:nvPicPr>
        <p:blipFill rotWithShape="1">
          <a:blip r:embed="rId3">
            <a:alphaModFix/>
          </a:blip>
          <a:srcRect b="17688" l="0" r="0" t="17682"/>
          <a:stretch/>
        </p:blipFill>
        <p:spPr>
          <a:xfrm>
            <a:off x="3532100" y="1644275"/>
            <a:ext cx="1217897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5" name="Google Shape;1045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3815" y="1617320"/>
            <a:ext cx="1295500" cy="393600"/>
          </a:xfrm>
          <a:prstGeom prst="rect">
            <a:avLst/>
          </a:prstGeom>
          <a:solidFill>
            <a:srgbClr val="38761D">
              <a:alpha val="9620"/>
            </a:srgbClr>
          </a:solidFill>
          <a:ln>
            <a:noFill/>
          </a:ln>
        </p:spPr>
      </p:pic>
      <p:sp>
        <p:nvSpPr>
          <p:cNvPr id="1046" name="Google Shape;1046;p95"/>
          <p:cNvSpPr txBox="1"/>
          <p:nvPr/>
        </p:nvSpPr>
        <p:spPr>
          <a:xfrm>
            <a:off x="432000" y="1447800"/>
            <a:ext cx="2616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pt-BR">
                <a:solidFill>
                  <a:srgbClr val="242424"/>
                </a:solidFill>
                <a:latin typeface="Spectral"/>
                <a:ea typeface="Spectral"/>
                <a:cs typeface="Spectral"/>
                <a:sym typeface="Spectral"/>
              </a:rPr>
              <a:t>Criação por Tags/Contadores</a:t>
            </a:r>
            <a:endParaRPr b="1" i="1">
              <a:solidFill>
                <a:srgbClr val="242424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200">
              <a:solidFill>
                <a:srgbClr val="242424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200">
              <a:solidFill>
                <a:srgbClr val="242424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047" name="Google Shape;1047;p95"/>
          <p:cNvSpPr/>
          <p:nvPr/>
        </p:nvSpPr>
        <p:spPr>
          <a:xfrm>
            <a:off x="2027800" y="3946675"/>
            <a:ext cx="5462100" cy="916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Adicionar observação de que esta forma de cobrança é apenas para quando for utilizado o AdServer do cliente</a:t>
            </a:r>
            <a:endParaRPr/>
          </a:p>
        </p:txBody>
      </p:sp>
      <p:sp>
        <p:nvSpPr>
          <p:cNvPr id="1048" name="Google Shape;1048;p95"/>
          <p:cNvSpPr/>
          <p:nvPr/>
        </p:nvSpPr>
        <p:spPr>
          <a:xfrm>
            <a:off x="3048003" y="1078561"/>
            <a:ext cx="3729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000">
                <a:solidFill>
                  <a:srgbClr val="DF402E"/>
                </a:solidFill>
                <a:latin typeface="Montserrat"/>
                <a:ea typeface="Montserrat"/>
                <a:cs typeface="Montserrat"/>
                <a:sym typeface="Montserrat"/>
              </a:rPr>
              <a:t>Custo AdOps</a:t>
            </a:r>
            <a:endParaRPr i="1" sz="1000">
              <a:solidFill>
                <a:srgbClr val="DF402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96"/>
          <p:cNvSpPr txBox="1"/>
          <p:nvPr>
            <p:ph type="title"/>
          </p:nvPr>
        </p:nvSpPr>
        <p:spPr>
          <a:xfrm>
            <a:off x="588946" y="251460"/>
            <a:ext cx="8073900" cy="774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Formas de Cobrança</a:t>
            </a:r>
            <a:endParaRPr/>
          </a:p>
        </p:txBody>
      </p:sp>
      <p:sp>
        <p:nvSpPr>
          <p:cNvPr id="1054" name="Google Shape;1054;p96"/>
          <p:cNvSpPr/>
          <p:nvPr/>
        </p:nvSpPr>
        <p:spPr>
          <a:xfrm>
            <a:off x="2995250" y="1510098"/>
            <a:ext cx="3820200" cy="2118300"/>
          </a:xfrm>
          <a:prstGeom prst="rect">
            <a:avLst/>
          </a:prstGeom>
          <a:solidFill>
            <a:srgbClr val="38761D">
              <a:alpha val="96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55" name="Google Shape;1055;p96"/>
          <p:cNvCxnSpPr/>
          <p:nvPr/>
        </p:nvCxnSpPr>
        <p:spPr>
          <a:xfrm>
            <a:off x="568140" y="2116322"/>
            <a:ext cx="8007600" cy="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6" name="Google Shape;1056;p96"/>
          <p:cNvCxnSpPr/>
          <p:nvPr/>
        </p:nvCxnSpPr>
        <p:spPr>
          <a:xfrm>
            <a:off x="568140" y="2620357"/>
            <a:ext cx="8007600" cy="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7" name="Google Shape;1057;p96"/>
          <p:cNvCxnSpPr/>
          <p:nvPr/>
        </p:nvCxnSpPr>
        <p:spPr>
          <a:xfrm>
            <a:off x="568140" y="3124392"/>
            <a:ext cx="8007600" cy="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8" name="Google Shape;1058;p96"/>
          <p:cNvCxnSpPr/>
          <p:nvPr/>
        </p:nvCxnSpPr>
        <p:spPr>
          <a:xfrm>
            <a:off x="568140" y="3628427"/>
            <a:ext cx="8007600" cy="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9" name="Google Shape;1059;p96"/>
          <p:cNvCxnSpPr/>
          <p:nvPr/>
        </p:nvCxnSpPr>
        <p:spPr>
          <a:xfrm>
            <a:off x="568140" y="4132463"/>
            <a:ext cx="8007600" cy="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0" name="Google Shape;1060;p96"/>
          <p:cNvSpPr/>
          <p:nvPr/>
        </p:nvSpPr>
        <p:spPr>
          <a:xfrm>
            <a:off x="658957" y="2227625"/>
            <a:ext cx="20262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Estagiário</a:t>
            </a:r>
            <a:endParaRPr sz="11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Analista</a:t>
            </a:r>
            <a:endParaRPr sz="11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Supervisor</a:t>
            </a:r>
            <a:endParaRPr sz="11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1" name="Google Shape;1061;p96"/>
          <p:cNvSpPr/>
          <p:nvPr/>
        </p:nvSpPr>
        <p:spPr>
          <a:xfrm>
            <a:off x="3246317" y="2227622"/>
            <a:ext cx="3330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latin typeface="Montserrat"/>
                <a:ea typeface="Montserrat"/>
                <a:cs typeface="Montserrat"/>
                <a:sym typeface="Montserrat"/>
              </a:rPr>
              <a:t>R$ 250,00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latin typeface="Montserrat"/>
                <a:ea typeface="Montserrat"/>
                <a:cs typeface="Montserrat"/>
                <a:sym typeface="Montserrat"/>
              </a:rPr>
              <a:t>R$ 250,00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latin typeface="Montserrat"/>
                <a:ea typeface="Montserrat"/>
                <a:cs typeface="Montserrat"/>
                <a:sym typeface="Montserrat"/>
              </a:rPr>
              <a:t>R$ 100,00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2" name="Google Shape;1062;p96"/>
          <p:cNvSpPr/>
          <p:nvPr/>
        </p:nvSpPr>
        <p:spPr>
          <a:xfrm rot="5400000">
            <a:off x="4861852" y="-518348"/>
            <a:ext cx="101400" cy="3729300"/>
          </a:xfrm>
          <a:prstGeom prst="rightBrace">
            <a:avLst>
              <a:gd fmla="val 47387" name="adj1"/>
              <a:gd fmla="val 50000" name="adj2"/>
            </a:avLst>
          </a:prstGeom>
          <a:noFill/>
          <a:ln cap="flat" cmpd="sng" w="19050">
            <a:solidFill>
              <a:srgbClr val="DF4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63" name="Google Shape;1063;p96"/>
          <p:cNvPicPr preferRelativeResize="0"/>
          <p:nvPr/>
        </p:nvPicPr>
        <p:blipFill rotWithShape="1">
          <a:blip r:embed="rId3">
            <a:alphaModFix/>
          </a:blip>
          <a:srcRect b="17688" l="0" r="0" t="17682"/>
          <a:stretch/>
        </p:blipFill>
        <p:spPr>
          <a:xfrm>
            <a:off x="3532100" y="1644275"/>
            <a:ext cx="1217897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4" name="Google Shape;1064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3815" y="1617320"/>
            <a:ext cx="1295500" cy="393600"/>
          </a:xfrm>
          <a:prstGeom prst="rect">
            <a:avLst/>
          </a:prstGeom>
          <a:solidFill>
            <a:srgbClr val="38761D">
              <a:alpha val="9620"/>
            </a:srgbClr>
          </a:solidFill>
          <a:ln>
            <a:noFill/>
          </a:ln>
        </p:spPr>
      </p:pic>
      <p:sp>
        <p:nvSpPr>
          <p:cNvPr id="1065" name="Google Shape;1065;p96"/>
          <p:cNvSpPr txBox="1"/>
          <p:nvPr/>
        </p:nvSpPr>
        <p:spPr>
          <a:xfrm>
            <a:off x="432000" y="1447800"/>
            <a:ext cx="2616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pt-BR">
                <a:solidFill>
                  <a:srgbClr val="242424"/>
                </a:solidFill>
                <a:latin typeface="Spectral"/>
                <a:ea typeface="Spectral"/>
                <a:cs typeface="Spectral"/>
                <a:sym typeface="Spectral"/>
              </a:rPr>
              <a:t>HeadCount</a:t>
            </a:r>
            <a:endParaRPr b="1" i="1">
              <a:solidFill>
                <a:srgbClr val="242424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200">
              <a:solidFill>
                <a:srgbClr val="242424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200">
              <a:solidFill>
                <a:srgbClr val="242424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066" name="Google Shape;1066;p96"/>
          <p:cNvSpPr/>
          <p:nvPr/>
        </p:nvSpPr>
        <p:spPr>
          <a:xfrm>
            <a:off x="6576325" y="57075"/>
            <a:ext cx="2178600" cy="916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Destacar </a:t>
            </a:r>
            <a:r>
              <a:rPr b="1" lang="pt-BR"/>
              <a:t>vantagens </a:t>
            </a:r>
            <a:r>
              <a:rPr lang="pt-BR"/>
              <a:t>e </a:t>
            </a:r>
            <a:r>
              <a:rPr b="1" lang="pt-BR"/>
              <a:t>desvantagens </a:t>
            </a:r>
            <a:r>
              <a:rPr lang="pt-BR"/>
              <a:t>dessa forma de cobrança</a:t>
            </a:r>
            <a:endParaRPr/>
          </a:p>
        </p:txBody>
      </p:sp>
      <p:sp>
        <p:nvSpPr>
          <p:cNvPr id="1067" name="Google Shape;1067;p96"/>
          <p:cNvSpPr/>
          <p:nvPr/>
        </p:nvSpPr>
        <p:spPr>
          <a:xfrm>
            <a:off x="3048003" y="1078561"/>
            <a:ext cx="3729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000">
                <a:solidFill>
                  <a:srgbClr val="DF402E"/>
                </a:solidFill>
                <a:latin typeface="Montserrat"/>
                <a:ea typeface="Montserrat"/>
                <a:cs typeface="Montserrat"/>
                <a:sym typeface="Montserrat"/>
              </a:rPr>
              <a:t>Custo AdOps</a:t>
            </a:r>
            <a:endParaRPr i="1" sz="1000">
              <a:solidFill>
                <a:srgbClr val="DF402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2" name="Google Shape;1072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90725" cy="516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" y="1773500"/>
            <a:ext cx="5450477" cy="339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4" name="Google Shape;1074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5000" y="2108949"/>
            <a:ext cx="1995149" cy="17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5" name="Google Shape;1075;p9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483100" y="2062800"/>
            <a:ext cx="13809" cy="310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6" name="Google Shape;1076;p97"/>
          <p:cNvSpPr txBox="1"/>
          <p:nvPr/>
        </p:nvSpPr>
        <p:spPr>
          <a:xfrm>
            <a:off x="695000" y="2528200"/>
            <a:ext cx="4695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3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Thank you!</a:t>
            </a:r>
            <a:endParaRPr sz="37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98"/>
          <p:cNvSpPr txBox="1"/>
          <p:nvPr>
            <p:ph type="title"/>
          </p:nvPr>
        </p:nvSpPr>
        <p:spPr>
          <a:xfrm>
            <a:off x="588946" y="251460"/>
            <a:ext cx="8073900" cy="774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AdOps - Custos</a:t>
            </a:r>
            <a:endParaRPr/>
          </a:p>
        </p:txBody>
      </p:sp>
      <p:sp>
        <p:nvSpPr>
          <p:cNvPr id="1082" name="Google Shape;1082;p98"/>
          <p:cNvSpPr txBox="1"/>
          <p:nvPr/>
        </p:nvSpPr>
        <p:spPr>
          <a:xfrm>
            <a:off x="604350" y="843150"/>
            <a:ext cx="7935300" cy="384900"/>
          </a:xfrm>
          <a:prstGeom prst="rect">
            <a:avLst/>
          </a:prstGeom>
          <a:solidFill>
            <a:srgbClr val="E3DCD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300">
                <a:latin typeface="Century Gothic"/>
                <a:ea typeface="Century Gothic"/>
                <a:cs typeface="Century Gothic"/>
                <a:sym typeface="Century Gothic"/>
              </a:rPr>
              <a:t>Temos duas variações de custos.</a:t>
            </a:r>
            <a:endParaRPr i="1" sz="13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83" name="Google Shape;1083;p98"/>
          <p:cNvSpPr/>
          <p:nvPr/>
        </p:nvSpPr>
        <p:spPr>
          <a:xfrm>
            <a:off x="612560" y="1497825"/>
            <a:ext cx="3913200" cy="535500"/>
          </a:xfrm>
          <a:prstGeom prst="rect">
            <a:avLst/>
          </a:prstGeom>
          <a:solidFill>
            <a:srgbClr val="FD3E81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Básico</a:t>
            </a:r>
            <a:endParaRPr b="1" sz="1300"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4" name="Google Shape;1084;p98"/>
          <p:cNvSpPr/>
          <p:nvPr/>
        </p:nvSpPr>
        <p:spPr>
          <a:xfrm>
            <a:off x="612545" y="2107621"/>
            <a:ext cx="3913200" cy="2553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202475" lIns="202475" spcFirstLastPara="1" rIns="202475" wrap="square" tIns="2024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Arial"/>
              <a:buNone/>
            </a:pPr>
            <a:r>
              <a:t/>
            </a:r>
            <a:endParaRPr sz="1000">
              <a:solidFill>
                <a:srgbClr val="242424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42424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085" name="Google Shape;1085;p98"/>
          <p:cNvSpPr/>
          <p:nvPr/>
        </p:nvSpPr>
        <p:spPr>
          <a:xfrm>
            <a:off x="4612547" y="1504147"/>
            <a:ext cx="3913200" cy="535500"/>
          </a:xfrm>
          <a:prstGeom prst="rect">
            <a:avLst/>
          </a:prstGeom>
          <a:solidFill>
            <a:srgbClr val="FD3E81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Avançado</a:t>
            </a:r>
            <a:endParaRPr b="1" sz="1300"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6" name="Google Shape;1086;p98"/>
          <p:cNvSpPr/>
          <p:nvPr/>
        </p:nvSpPr>
        <p:spPr>
          <a:xfrm>
            <a:off x="4612532" y="2113943"/>
            <a:ext cx="3913200" cy="2553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202475" lIns="202475" spcFirstLastPara="1" rIns="202475" wrap="square" tIns="2024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Arial"/>
              <a:buNone/>
            </a:pPr>
            <a:r>
              <a:t/>
            </a:r>
            <a:endParaRPr sz="1000">
              <a:solidFill>
                <a:srgbClr val="242424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42424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087" name="Google Shape;1087;p98"/>
          <p:cNvSpPr txBox="1"/>
          <p:nvPr/>
        </p:nvSpPr>
        <p:spPr>
          <a:xfrm>
            <a:off x="4681627" y="2392307"/>
            <a:ext cx="3025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-139700" lvl="0" marL="165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-"/>
            </a:pPr>
            <a:r>
              <a:rPr lang="pt-BR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Visão integrada entre Mídia, AdOps e BI para melhores análises</a:t>
            </a:r>
            <a:endParaRPr sz="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8" name="Google Shape;1088;p98"/>
          <p:cNvSpPr txBox="1"/>
          <p:nvPr/>
        </p:nvSpPr>
        <p:spPr>
          <a:xfrm>
            <a:off x="4681627" y="3549103"/>
            <a:ext cx="3025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-139700" lvl="0" marL="165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-"/>
            </a:pPr>
            <a:r>
              <a:rPr lang="pt-BR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Controle de Checagem de Discrepância em Canais de Mídias</a:t>
            </a:r>
            <a:endParaRPr sz="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9" name="Google Shape;1089;p98"/>
          <p:cNvSpPr txBox="1"/>
          <p:nvPr/>
        </p:nvSpPr>
        <p:spPr>
          <a:xfrm>
            <a:off x="4681627" y="3046905"/>
            <a:ext cx="3025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-139700" lvl="0" marL="165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-"/>
            </a:pPr>
            <a:r>
              <a:rPr lang="pt-BR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Suporte com problema com Pixels de Terceiro.</a:t>
            </a:r>
            <a:endParaRPr sz="5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99"/>
          <p:cNvSpPr txBox="1"/>
          <p:nvPr>
            <p:ph type="title"/>
          </p:nvPr>
        </p:nvSpPr>
        <p:spPr>
          <a:xfrm>
            <a:off x="588946" y="251460"/>
            <a:ext cx="8073900" cy="774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AdOps - Entregas</a:t>
            </a:r>
            <a:endParaRPr/>
          </a:p>
        </p:txBody>
      </p:sp>
      <p:sp>
        <p:nvSpPr>
          <p:cNvPr id="1095" name="Google Shape;1095;p99"/>
          <p:cNvSpPr txBox="1"/>
          <p:nvPr/>
        </p:nvSpPr>
        <p:spPr>
          <a:xfrm>
            <a:off x="604350" y="843150"/>
            <a:ext cx="7935300" cy="585000"/>
          </a:xfrm>
          <a:prstGeom prst="rect">
            <a:avLst/>
          </a:prstGeom>
          <a:solidFill>
            <a:srgbClr val="E3DCD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300">
                <a:latin typeface="Century Gothic"/>
                <a:ea typeface="Century Gothic"/>
                <a:cs typeface="Century Gothic"/>
                <a:sym typeface="Century Gothic"/>
              </a:rPr>
              <a:t>Os Valores cobrados são feito pelo volume de entregar que são disparadas no Campaign Manager, e nesse valor está contemplado as seguintes entregas:</a:t>
            </a:r>
            <a:endParaRPr i="1" sz="13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96" name="Google Shape;1096;p99"/>
          <p:cNvSpPr/>
          <p:nvPr/>
        </p:nvSpPr>
        <p:spPr>
          <a:xfrm>
            <a:off x="613243" y="1497825"/>
            <a:ext cx="3913200" cy="535500"/>
          </a:xfrm>
          <a:prstGeom prst="rect">
            <a:avLst/>
          </a:prstGeom>
          <a:solidFill>
            <a:srgbClr val="FD3E81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Básico</a:t>
            </a:r>
            <a:endParaRPr b="1" sz="1300"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7" name="Google Shape;1097;p99"/>
          <p:cNvSpPr/>
          <p:nvPr/>
        </p:nvSpPr>
        <p:spPr>
          <a:xfrm>
            <a:off x="588615" y="2107621"/>
            <a:ext cx="3913200" cy="2553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202475" lIns="202475" spcFirstLastPara="1" rIns="202475" wrap="square" tIns="2024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Arial"/>
              <a:buNone/>
            </a:pPr>
            <a:r>
              <a:t/>
            </a:r>
            <a:endParaRPr sz="1000">
              <a:solidFill>
                <a:srgbClr val="242424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42424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098" name="Google Shape;1098;p99"/>
          <p:cNvSpPr txBox="1"/>
          <p:nvPr/>
        </p:nvSpPr>
        <p:spPr>
          <a:xfrm>
            <a:off x="640665" y="2125455"/>
            <a:ext cx="380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-133350" lvl="0" marL="165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-"/>
            </a:pPr>
            <a:r>
              <a:rPr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Equipe de Adops</a:t>
            </a:r>
            <a:endParaRPr sz="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9" name="Google Shape;1099;p99"/>
          <p:cNvSpPr txBox="1"/>
          <p:nvPr/>
        </p:nvSpPr>
        <p:spPr>
          <a:xfrm>
            <a:off x="649365" y="2521585"/>
            <a:ext cx="379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-133350" lvl="0" marL="165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-"/>
            </a:pPr>
            <a:r>
              <a:rPr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Configuração de Adserver</a:t>
            </a:r>
            <a:endParaRPr sz="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0" name="Google Shape;1100;p99"/>
          <p:cNvSpPr txBox="1"/>
          <p:nvPr/>
        </p:nvSpPr>
        <p:spPr>
          <a:xfrm>
            <a:off x="649365" y="2319228"/>
            <a:ext cx="379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-133350" lvl="0" marL="165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-"/>
            </a:pPr>
            <a:r>
              <a:rPr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Criação de padronização de taxonomia</a:t>
            </a:r>
            <a:endParaRPr sz="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1" name="Google Shape;1101;p99"/>
          <p:cNvSpPr/>
          <p:nvPr/>
        </p:nvSpPr>
        <p:spPr>
          <a:xfrm>
            <a:off x="4613231" y="1504147"/>
            <a:ext cx="3913200" cy="535500"/>
          </a:xfrm>
          <a:prstGeom prst="rect">
            <a:avLst/>
          </a:prstGeom>
          <a:solidFill>
            <a:srgbClr val="FD3E81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Avançado</a:t>
            </a:r>
            <a:endParaRPr b="1" sz="1300"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2" name="Google Shape;1102;p99"/>
          <p:cNvSpPr/>
          <p:nvPr/>
        </p:nvSpPr>
        <p:spPr>
          <a:xfrm>
            <a:off x="4613216" y="2113943"/>
            <a:ext cx="3913200" cy="2553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202475" lIns="202475" spcFirstLastPara="1" rIns="202475" wrap="square" tIns="2024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Arial"/>
              <a:buNone/>
            </a:pPr>
            <a:r>
              <a:t/>
            </a:r>
            <a:endParaRPr sz="1000">
              <a:solidFill>
                <a:srgbClr val="242424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42424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103" name="Google Shape;1103;p99"/>
          <p:cNvSpPr txBox="1"/>
          <p:nvPr/>
        </p:nvSpPr>
        <p:spPr>
          <a:xfrm>
            <a:off x="640665" y="2718311"/>
            <a:ext cx="380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-133350" lvl="0" marL="165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-"/>
            </a:pPr>
            <a:r>
              <a:rPr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SLA de 24hrs para criação de Campanhas, tag e contadores</a:t>
            </a:r>
            <a:endParaRPr sz="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4" name="Google Shape;1104;p99"/>
          <p:cNvSpPr txBox="1"/>
          <p:nvPr/>
        </p:nvSpPr>
        <p:spPr>
          <a:xfrm>
            <a:off x="649365" y="3097704"/>
            <a:ext cx="379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-133350" lvl="0" marL="165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-"/>
            </a:pPr>
            <a:r>
              <a:rPr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Disparo de Materiais</a:t>
            </a:r>
            <a:endParaRPr sz="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5" name="Google Shape;1105;p99"/>
          <p:cNvSpPr txBox="1"/>
          <p:nvPr/>
        </p:nvSpPr>
        <p:spPr>
          <a:xfrm>
            <a:off x="649365" y="2903036"/>
            <a:ext cx="379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-133350" lvl="0" marL="165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-"/>
            </a:pPr>
            <a:r>
              <a:rPr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Interface Técnica com Veículos</a:t>
            </a:r>
            <a:endParaRPr sz="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6" name="Google Shape;1106;p99"/>
          <p:cNvSpPr txBox="1"/>
          <p:nvPr/>
        </p:nvSpPr>
        <p:spPr>
          <a:xfrm>
            <a:off x="4665266" y="2131776"/>
            <a:ext cx="380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-133350" lvl="0" marL="165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-"/>
            </a:pPr>
            <a:r>
              <a:rPr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Equipe de Adops</a:t>
            </a:r>
            <a:endParaRPr sz="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7" name="Google Shape;1107;p99"/>
          <p:cNvSpPr txBox="1"/>
          <p:nvPr/>
        </p:nvSpPr>
        <p:spPr>
          <a:xfrm>
            <a:off x="4673966" y="2527906"/>
            <a:ext cx="379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-133350" lvl="0" marL="165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-"/>
            </a:pPr>
            <a:r>
              <a:rPr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Configuração de Adserver</a:t>
            </a:r>
            <a:endParaRPr sz="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8" name="Google Shape;1108;p99"/>
          <p:cNvSpPr txBox="1"/>
          <p:nvPr/>
        </p:nvSpPr>
        <p:spPr>
          <a:xfrm>
            <a:off x="4673966" y="2325550"/>
            <a:ext cx="379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-133350" lvl="0" marL="165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-"/>
            </a:pPr>
            <a:r>
              <a:rPr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Criação de padronização de taxonomia</a:t>
            </a:r>
            <a:endParaRPr sz="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9" name="Google Shape;1109;p99"/>
          <p:cNvSpPr txBox="1"/>
          <p:nvPr/>
        </p:nvSpPr>
        <p:spPr>
          <a:xfrm>
            <a:off x="4665266" y="2724633"/>
            <a:ext cx="380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-133350" lvl="0" marL="165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-"/>
            </a:pPr>
            <a:r>
              <a:rPr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SLA de 24hrs para criação de Campanhas, tag e contadores</a:t>
            </a:r>
            <a:endParaRPr sz="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0" name="Google Shape;1110;p99"/>
          <p:cNvSpPr txBox="1"/>
          <p:nvPr/>
        </p:nvSpPr>
        <p:spPr>
          <a:xfrm>
            <a:off x="4673966" y="3104025"/>
            <a:ext cx="379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-133350" lvl="0" marL="165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-"/>
            </a:pPr>
            <a:r>
              <a:rPr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Disparo de Materiais</a:t>
            </a:r>
            <a:endParaRPr sz="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1" name="Google Shape;1111;p99"/>
          <p:cNvSpPr txBox="1"/>
          <p:nvPr/>
        </p:nvSpPr>
        <p:spPr>
          <a:xfrm>
            <a:off x="4673966" y="2909357"/>
            <a:ext cx="379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-133350" lvl="0" marL="165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-"/>
            </a:pPr>
            <a:r>
              <a:rPr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Interface Técnica com Veículos</a:t>
            </a:r>
            <a:endParaRPr sz="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2" name="Google Shape;1112;p99"/>
          <p:cNvSpPr txBox="1"/>
          <p:nvPr/>
        </p:nvSpPr>
        <p:spPr>
          <a:xfrm>
            <a:off x="4665266" y="3286856"/>
            <a:ext cx="380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-133350" lvl="0" marL="165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-"/>
            </a:pPr>
            <a:r>
              <a:rPr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Controle de Under e Over</a:t>
            </a:r>
            <a:endParaRPr sz="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3" name="Google Shape;1113;p99"/>
          <p:cNvSpPr txBox="1"/>
          <p:nvPr/>
        </p:nvSpPr>
        <p:spPr>
          <a:xfrm>
            <a:off x="4673966" y="3682986"/>
            <a:ext cx="379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-133350" lvl="0" marL="165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-"/>
            </a:pPr>
            <a:r>
              <a:rPr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Controle de Discrepância</a:t>
            </a:r>
            <a:endParaRPr sz="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4" name="Google Shape;1114;p99"/>
          <p:cNvSpPr txBox="1"/>
          <p:nvPr/>
        </p:nvSpPr>
        <p:spPr>
          <a:xfrm>
            <a:off x="4673966" y="3480630"/>
            <a:ext cx="379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-133350" lvl="0" marL="165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-"/>
            </a:pPr>
            <a:r>
              <a:rPr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Checking de Veiculação</a:t>
            </a:r>
            <a:endParaRPr sz="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5" name="Google Shape;1115;p99"/>
          <p:cNvSpPr txBox="1"/>
          <p:nvPr/>
        </p:nvSpPr>
        <p:spPr>
          <a:xfrm>
            <a:off x="4665266" y="3879713"/>
            <a:ext cx="380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-133350" lvl="0" marL="165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-"/>
            </a:pPr>
            <a:r>
              <a:rPr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Níveis de Viewability</a:t>
            </a:r>
            <a:endParaRPr sz="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6" name="Google Shape;1116;p99"/>
          <p:cNvSpPr txBox="1"/>
          <p:nvPr/>
        </p:nvSpPr>
        <p:spPr>
          <a:xfrm>
            <a:off x="4673966" y="4289859"/>
            <a:ext cx="379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-133350" lvl="0" marL="165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-"/>
            </a:pPr>
            <a:r>
              <a:rPr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Verificação de conteúdos sensíveis</a:t>
            </a:r>
            <a:endParaRPr sz="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7" name="Google Shape;1117;p99"/>
          <p:cNvSpPr txBox="1"/>
          <p:nvPr/>
        </p:nvSpPr>
        <p:spPr>
          <a:xfrm>
            <a:off x="4673966" y="4079814"/>
            <a:ext cx="379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-133350" lvl="0" marL="165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-"/>
            </a:pPr>
            <a:r>
              <a:rPr lang="pt-B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Monitoramento Geográfico</a:t>
            </a:r>
            <a:endParaRPr sz="4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00"/>
          <p:cNvSpPr txBox="1"/>
          <p:nvPr>
            <p:ph type="title"/>
          </p:nvPr>
        </p:nvSpPr>
        <p:spPr>
          <a:xfrm>
            <a:off x="588946" y="251460"/>
            <a:ext cx="8073900" cy="774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AdOps - Pacotes</a:t>
            </a:r>
            <a:endParaRPr/>
          </a:p>
        </p:txBody>
      </p:sp>
      <p:sp>
        <p:nvSpPr>
          <p:cNvPr id="1123" name="Google Shape;1123;p100"/>
          <p:cNvSpPr/>
          <p:nvPr/>
        </p:nvSpPr>
        <p:spPr>
          <a:xfrm>
            <a:off x="6068050" y="843450"/>
            <a:ext cx="2487000" cy="3736200"/>
          </a:xfrm>
          <a:prstGeom prst="roundRect">
            <a:avLst>
              <a:gd fmla="val 11943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57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Dedicated resources for the contracting operation. Focus on key objectives, but also acts on other data-related needs.</a:t>
            </a:r>
            <a:endParaRPr sz="75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50">
              <a:solidFill>
                <a:srgbClr val="FFFFFF"/>
              </a:solidFill>
              <a:highlight>
                <a:srgbClr val="666666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A0F0D"/>
              </a:buClr>
              <a:buSzPts val="1100"/>
              <a:buFont typeface="Arial"/>
              <a:buNone/>
            </a:pPr>
            <a:r>
              <a:rPr b="1" lang="pt-BR" sz="750">
                <a:solidFill>
                  <a:srgbClr val="FD3E8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» </a:t>
            </a:r>
            <a:r>
              <a:rPr b="1" lang="pt-BR" sz="75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Lift Studies</a:t>
            </a:r>
            <a:endParaRPr b="1" sz="75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A0F0D"/>
              </a:buClr>
              <a:buSzPts val="1100"/>
              <a:buFont typeface="Arial"/>
              <a:buNone/>
            </a:pPr>
            <a:r>
              <a:rPr b="1" lang="pt-BR" sz="750">
                <a:solidFill>
                  <a:srgbClr val="FD3E8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» </a:t>
            </a:r>
            <a:r>
              <a:rPr b="1" lang="pt-BR" sz="75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Analysis</a:t>
            </a:r>
            <a:endParaRPr b="1" sz="75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5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50">
              <a:solidFill>
                <a:srgbClr val="66666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50">
              <a:solidFill>
                <a:srgbClr val="66666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50">
              <a:solidFill>
                <a:srgbClr val="FFFFFF"/>
              </a:solidFill>
              <a:highlight>
                <a:srgbClr val="FD3E81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4" name="Google Shape;1124;p100"/>
          <p:cNvSpPr/>
          <p:nvPr/>
        </p:nvSpPr>
        <p:spPr>
          <a:xfrm>
            <a:off x="3328500" y="843450"/>
            <a:ext cx="2487000" cy="3736200"/>
          </a:xfrm>
          <a:prstGeom prst="roundRect">
            <a:avLst>
              <a:gd fmla="val 11943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57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Projects that enhance operations, elevate digital maturity, and enable new Martech use cases for agency's clients.</a:t>
            </a:r>
            <a:endParaRPr sz="75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50">
              <a:solidFill>
                <a:srgbClr val="FFFFFF"/>
              </a:solidFill>
              <a:highlight>
                <a:srgbClr val="666666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50">
                <a:solidFill>
                  <a:srgbClr val="FD3E8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» </a:t>
            </a:r>
            <a:r>
              <a:rPr b="1" lang="pt-BR" sz="75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Bulkdozer for AdOps</a:t>
            </a:r>
            <a:endParaRPr b="1" sz="75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A0F0D"/>
              </a:buClr>
              <a:buSzPts val="1100"/>
              <a:buFont typeface="Arial"/>
              <a:buNone/>
            </a:pPr>
            <a:r>
              <a:rPr b="1" lang="pt-BR" sz="750">
                <a:solidFill>
                  <a:srgbClr val="FD3E8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» </a:t>
            </a:r>
            <a:r>
              <a:rPr b="1" lang="pt-BR" sz="75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Best Practice Checker</a:t>
            </a:r>
            <a:endParaRPr b="1" sz="75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A0F0D"/>
              </a:buClr>
              <a:buSzPts val="1100"/>
              <a:buFont typeface="Arial"/>
              <a:buNone/>
            </a:pPr>
            <a:r>
              <a:rPr b="1" lang="pt-BR" sz="750">
                <a:solidFill>
                  <a:srgbClr val="FD3E8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» </a:t>
            </a:r>
            <a:r>
              <a:rPr b="1" lang="pt-BR" sz="75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Triple Checking for AdOps</a:t>
            </a:r>
            <a:endParaRPr b="1" sz="75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A0F0D"/>
              </a:buClr>
              <a:buSzPts val="1100"/>
              <a:buFont typeface="Arial"/>
              <a:buNone/>
            </a:pPr>
            <a:r>
              <a:rPr b="1" lang="pt-BR" sz="750">
                <a:solidFill>
                  <a:srgbClr val="FD3E8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» </a:t>
            </a:r>
            <a:r>
              <a:rPr b="1" lang="pt-BR" sz="75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Merchant Excellence</a:t>
            </a:r>
            <a:endParaRPr b="1" sz="75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A0F0D"/>
              </a:buClr>
              <a:buSzPts val="1100"/>
              <a:buFont typeface="Arial"/>
              <a:buNone/>
            </a:pPr>
            <a:r>
              <a:rPr b="1" lang="pt-BR" sz="750">
                <a:solidFill>
                  <a:srgbClr val="FD3E8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» </a:t>
            </a:r>
            <a:r>
              <a:rPr b="1" lang="pt-BR" sz="75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Taxonomy Checker</a:t>
            </a:r>
            <a:endParaRPr b="1" sz="75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A0F0D"/>
              </a:buClr>
              <a:buSzPts val="1100"/>
              <a:buFont typeface="Arial"/>
              <a:buNone/>
            </a:pPr>
            <a:r>
              <a:rPr b="1" lang="pt-BR" sz="750">
                <a:solidFill>
                  <a:srgbClr val="FD3E8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» </a:t>
            </a:r>
            <a:r>
              <a:rPr b="1" lang="pt-BR" sz="75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Price tracker</a:t>
            </a:r>
            <a:endParaRPr b="1" sz="75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A0F0D"/>
              </a:buClr>
              <a:buSzPts val="1100"/>
              <a:buFont typeface="Arial"/>
              <a:buNone/>
            </a:pPr>
            <a:r>
              <a:rPr b="1" lang="pt-BR" sz="750">
                <a:solidFill>
                  <a:srgbClr val="FD3E8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» </a:t>
            </a:r>
            <a:r>
              <a:rPr b="1" lang="pt-BR" sz="75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Weather Ads</a:t>
            </a:r>
            <a:endParaRPr b="1" sz="75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A0F0D"/>
              </a:buClr>
              <a:buSzPts val="1100"/>
              <a:buFont typeface="Arial"/>
              <a:buNone/>
            </a:pPr>
            <a:r>
              <a:rPr b="1" lang="pt-BR" sz="750">
                <a:solidFill>
                  <a:srgbClr val="FD3E8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» </a:t>
            </a:r>
            <a:r>
              <a:rPr b="1" lang="pt-BR" sz="75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Combined coverage</a:t>
            </a:r>
            <a:endParaRPr b="1" sz="75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A0F0D"/>
              </a:buClr>
              <a:buSzPts val="1100"/>
              <a:buFont typeface="Arial"/>
              <a:buNone/>
            </a:pPr>
            <a:r>
              <a:rPr b="1" lang="pt-BR" sz="750">
                <a:solidFill>
                  <a:srgbClr val="FD3E8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» </a:t>
            </a:r>
            <a:r>
              <a:rPr b="1" lang="pt-BR" sz="75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MTA via Ads Data Hub</a:t>
            </a:r>
            <a:endParaRPr b="1" sz="75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A0F0D"/>
              </a:buClr>
              <a:buSzPts val="1100"/>
              <a:buFont typeface="Arial"/>
              <a:buNone/>
            </a:pPr>
            <a:r>
              <a:rPr b="1" lang="pt-BR" sz="750">
                <a:solidFill>
                  <a:srgbClr val="FD3E8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» </a:t>
            </a:r>
            <a:r>
              <a:rPr b="1" lang="pt-BR" sz="75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Audience activation</a:t>
            </a:r>
            <a:endParaRPr b="1" sz="75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A0F0D"/>
              </a:buClr>
              <a:buSzPts val="1100"/>
              <a:buFont typeface="Arial"/>
              <a:buNone/>
            </a:pPr>
            <a:r>
              <a:rPr b="1" lang="pt-BR" sz="750">
                <a:solidFill>
                  <a:srgbClr val="FD3E8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» </a:t>
            </a:r>
            <a:r>
              <a:rPr b="1" lang="pt-BR" sz="75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Meta Geolift</a:t>
            </a:r>
            <a:endParaRPr b="1" sz="75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A0F0D"/>
              </a:buClr>
              <a:buSzPts val="1100"/>
              <a:buFont typeface="Arial"/>
              <a:buNone/>
            </a:pPr>
            <a:r>
              <a:rPr b="1" lang="pt-BR" sz="750">
                <a:solidFill>
                  <a:srgbClr val="FD3E8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» </a:t>
            </a:r>
            <a:r>
              <a:rPr b="1" lang="pt-BR" sz="75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Digital Share of Voice</a:t>
            </a:r>
            <a:endParaRPr b="1" sz="75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A0F0D"/>
              </a:buClr>
              <a:buSzPts val="1100"/>
              <a:buFont typeface="Arial"/>
              <a:buNone/>
            </a:pPr>
            <a:r>
              <a:rPr b="1" lang="pt-BR" sz="750">
                <a:solidFill>
                  <a:srgbClr val="FD3E8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» </a:t>
            </a:r>
            <a:r>
              <a:rPr b="1" lang="pt-BR" sz="75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DCR - Data Clean Room</a:t>
            </a:r>
            <a:endParaRPr b="1" sz="75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A0F0D"/>
              </a:buClr>
              <a:buSzPts val="1100"/>
              <a:buFont typeface="Arial"/>
              <a:buNone/>
            </a:pPr>
            <a:r>
              <a:rPr b="1" lang="pt-BR" sz="750">
                <a:solidFill>
                  <a:srgbClr val="FD3E8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» </a:t>
            </a:r>
            <a:r>
              <a:rPr b="1" lang="pt-BR" sz="75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MMM via Robyn</a:t>
            </a:r>
            <a:endParaRPr b="1" sz="75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5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50">
              <a:solidFill>
                <a:srgbClr val="66666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5" name="Google Shape;1125;p100"/>
          <p:cNvSpPr/>
          <p:nvPr/>
        </p:nvSpPr>
        <p:spPr>
          <a:xfrm>
            <a:off x="588950" y="843450"/>
            <a:ext cx="2487000" cy="3736200"/>
          </a:xfrm>
          <a:prstGeom prst="roundRect">
            <a:avLst>
              <a:gd fmla="val 11943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57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Projects with a SOW without dedicated resources. Projects are mostly continuous and part of the operation's routine.</a:t>
            </a:r>
            <a:endParaRPr sz="75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50">
              <a:solidFill>
                <a:srgbClr val="FFFFFF"/>
              </a:solidFill>
              <a:highlight>
                <a:srgbClr val="666666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50">
                <a:solidFill>
                  <a:srgbClr val="FD3E8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» </a:t>
            </a:r>
            <a:r>
              <a:rPr b="1" lang="pt-BR" sz="75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layer setup</a:t>
            </a:r>
            <a:endParaRPr b="1" sz="75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50">
                <a:solidFill>
                  <a:srgbClr val="FD3E8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» </a:t>
            </a:r>
            <a:r>
              <a:rPr b="1" lang="pt-BR" sz="75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Media pixels</a:t>
            </a:r>
            <a:endParaRPr b="1" sz="75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50">
                <a:solidFill>
                  <a:srgbClr val="FD3E8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» </a:t>
            </a:r>
            <a:r>
              <a:rPr b="1" lang="pt-BR" sz="75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URL Checker</a:t>
            </a:r>
            <a:endParaRPr b="1" sz="75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50">
                <a:solidFill>
                  <a:srgbClr val="FD3E8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» </a:t>
            </a:r>
            <a:r>
              <a:rPr b="1" lang="pt-BR" sz="75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 Trafficking Monitoring</a:t>
            </a:r>
            <a:endParaRPr b="1" sz="75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50">
                <a:solidFill>
                  <a:srgbClr val="FD3E8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» </a:t>
            </a:r>
            <a:r>
              <a:rPr b="1" lang="pt-BR" sz="75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Taxonomy Standardization</a:t>
            </a:r>
            <a:endParaRPr b="1" sz="75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50">
                <a:solidFill>
                  <a:srgbClr val="FD3E8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» </a:t>
            </a:r>
            <a:r>
              <a:rPr b="1" lang="pt-BR" sz="75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Brand Safety</a:t>
            </a:r>
            <a:endParaRPr b="1" sz="75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50">
                <a:solidFill>
                  <a:srgbClr val="FD3E8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» </a:t>
            </a:r>
            <a:r>
              <a:rPr b="1" lang="pt-BR" sz="75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GA4 implementation</a:t>
            </a:r>
            <a:endParaRPr b="1" sz="75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50">
                <a:solidFill>
                  <a:srgbClr val="FD3E8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» </a:t>
            </a:r>
            <a:r>
              <a:rPr b="1" lang="pt-BR" sz="75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 Trafficking</a:t>
            </a:r>
            <a:endParaRPr b="1" sz="75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50">
                <a:solidFill>
                  <a:srgbClr val="FD3E8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» </a:t>
            </a:r>
            <a:r>
              <a:rPr b="1" lang="pt-BR" sz="75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Dashboards</a:t>
            </a:r>
            <a:endParaRPr b="1" sz="75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50">
                <a:solidFill>
                  <a:srgbClr val="FD3E8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» </a:t>
            </a:r>
            <a:r>
              <a:rPr b="1" lang="pt-BR" sz="75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CAPI (Conversion API)</a:t>
            </a:r>
            <a:endParaRPr b="1" sz="75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50">
                <a:solidFill>
                  <a:srgbClr val="FD3E8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» </a:t>
            </a:r>
            <a:r>
              <a:rPr b="1" lang="pt-BR" sz="75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DMP stewardship</a:t>
            </a:r>
            <a:endParaRPr b="1" sz="75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50">
                <a:solidFill>
                  <a:srgbClr val="FD3E8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» </a:t>
            </a:r>
            <a:r>
              <a:rPr b="1" lang="pt-BR" sz="75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Media data automation</a:t>
            </a:r>
            <a:endParaRPr b="1" sz="75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50">
              <a:solidFill>
                <a:srgbClr val="FD3E8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66666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6" name="Google Shape;1126;p100"/>
          <p:cNvSpPr/>
          <p:nvPr/>
        </p:nvSpPr>
        <p:spPr>
          <a:xfrm>
            <a:off x="3413700" y="917125"/>
            <a:ext cx="2316600" cy="486900"/>
          </a:xfrm>
          <a:prstGeom prst="roundRect">
            <a:avLst>
              <a:gd fmla="val 50000" name="adj"/>
            </a:avLst>
          </a:prstGeom>
          <a:solidFill>
            <a:srgbClr val="E3DCDB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TECH FEE</a:t>
            </a:r>
            <a:endParaRPr b="1" sz="100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7" name="Google Shape;1127;p100"/>
          <p:cNvSpPr/>
          <p:nvPr/>
        </p:nvSpPr>
        <p:spPr>
          <a:xfrm>
            <a:off x="674150" y="917125"/>
            <a:ext cx="2316600" cy="486900"/>
          </a:xfrm>
          <a:prstGeom prst="roundRect">
            <a:avLst>
              <a:gd fmla="val 50000" name="adj"/>
            </a:avLst>
          </a:prstGeom>
          <a:solidFill>
            <a:srgbClr val="E3DCDB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FIXED FEE</a:t>
            </a:r>
            <a:endParaRPr b="1" sz="100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8" name="Google Shape;1128;p100"/>
          <p:cNvSpPr/>
          <p:nvPr/>
        </p:nvSpPr>
        <p:spPr>
          <a:xfrm>
            <a:off x="6153250" y="917125"/>
            <a:ext cx="2316600" cy="486900"/>
          </a:xfrm>
          <a:prstGeom prst="roundRect">
            <a:avLst>
              <a:gd fmla="val 50000" name="adj"/>
            </a:avLst>
          </a:prstGeom>
          <a:solidFill>
            <a:srgbClr val="E3DCDB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FULL-TIME EQUIVALENT</a:t>
            </a:r>
            <a:endParaRPr b="1" sz="100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9" name="Google Shape;1129;p100"/>
          <p:cNvSpPr/>
          <p:nvPr/>
        </p:nvSpPr>
        <p:spPr>
          <a:xfrm>
            <a:off x="674150" y="3823902"/>
            <a:ext cx="2316600" cy="690300"/>
          </a:xfrm>
          <a:prstGeom prst="roundRect">
            <a:avLst>
              <a:gd fmla="val 37813" name="adj"/>
            </a:avLst>
          </a:prstGeom>
          <a:solidFill>
            <a:srgbClr val="FD3F81"/>
          </a:solidFill>
          <a:ln>
            <a:noFill/>
          </a:ln>
        </p:spPr>
        <p:txBody>
          <a:bodyPr anchorCtr="0" anchor="ctr" bIns="0" lIns="180000" spcFirstLastPara="1" rIns="180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Range of annual values:</a:t>
            </a:r>
            <a:endParaRPr sz="6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US$ X to US$ YY</a:t>
            </a:r>
            <a:endParaRPr sz="6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0" name="Google Shape;1130;p100"/>
          <p:cNvSpPr/>
          <p:nvPr/>
        </p:nvSpPr>
        <p:spPr>
          <a:xfrm>
            <a:off x="3413700" y="3823902"/>
            <a:ext cx="2316600" cy="690300"/>
          </a:xfrm>
          <a:prstGeom prst="roundRect">
            <a:avLst>
              <a:gd fmla="val 37813" name="adj"/>
            </a:avLst>
          </a:prstGeom>
          <a:solidFill>
            <a:srgbClr val="FD3F81"/>
          </a:solidFill>
          <a:ln>
            <a:noFill/>
          </a:ln>
        </p:spPr>
        <p:txBody>
          <a:bodyPr anchorCtr="0" anchor="ctr" bIns="0" lIns="180000" spcFirstLastPara="1" rIns="180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Tech fee over media investment:</a:t>
            </a:r>
            <a:endParaRPr sz="6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X% to Y%</a:t>
            </a:r>
            <a:br>
              <a:rPr b="1" lang="pt-BR"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pt-BR" sz="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with an annual minimum </a:t>
            </a:r>
            <a:endParaRPr sz="6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from US$ XX to US$ YY</a:t>
            </a:r>
            <a:endParaRPr sz="6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1" name="Google Shape;1131;p100"/>
          <p:cNvSpPr/>
          <p:nvPr/>
        </p:nvSpPr>
        <p:spPr>
          <a:xfrm>
            <a:off x="6153250" y="3823902"/>
            <a:ext cx="2316600" cy="690300"/>
          </a:xfrm>
          <a:prstGeom prst="roundRect">
            <a:avLst>
              <a:gd fmla="val 37813" name="adj"/>
            </a:avLst>
          </a:prstGeom>
          <a:solidFill>
            <a:srgbClr val="FD3F81"/>
          </a:solidFill>
          <a:ln>
            <a:noFill/>
          </a:ln>
        </p:spPr>
        <p:txBody>
          <a:bodyPr anchorCtr="0" anchor="ctr" bIns="0" lIns="180000" spcFirstLastPara="1" rIns="180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Annual value profiles</a:t>
            </a:r>
            <a:endParaRPr sz="6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Jr Analyst - US$ XX</a:t>
            </a:r>
            <a:endParaRPr b="1"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 Analyst - US$ YY</a:t>
            </a:r>
            <a:endParaRPr b="1"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mTemplate // Jan 2023">
  <a:themeElements>
    <a:clrScheme name="Custom 4">
      <a:dk1>
        <a:srgbClr val="0A0F0D"/>
      </a:dk1>
      <a:lt1>
        <a:srgbClr val="FFFFFF"/>
      </a:lt1>
      <a:dk2>
        <a:srgbClr val="FD3E81"/>
      </a:dk2>
      <a:lt2>
        <a:srgbClr val="E3DCDB"/>
      </a:lt2>
      <a:accent1>
        <a:srgbClr val="61E1E0"/>
      </a:accent1>
      <a:accent2>
        <a:srgbClr val="3454D1"/>
      </a:accent2>
      <a:accent3>
        <a:srgbClr val="FAA916"/>
      </a:accent3>
      <a:accent4>
        <a:srgbClr val="792359"/>
      </a:accent4>
      <a:accent5>
        <a:srgbClr val="B8B8FF"/>
      </a:accent5>
      <a:accent6>
        <a:srgbClr val="CEC3C1"/>
      </a:accent6>
      <a:hlink>
        <a:srgbClr val="FC3D80"/>
      </a:hlink>
      <a:folHlink>
        <a:srgbClr val="FD3E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