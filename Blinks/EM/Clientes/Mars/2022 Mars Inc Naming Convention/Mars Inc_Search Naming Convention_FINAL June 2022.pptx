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fntdata" ContentType="application/x-fontdata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95" r:id="rId2"/>
  </p:sldMasterIdLst>
  <p:notesMasterIdLst>
    <p:notesMasterId r:id="rId7"/>
  </p:notesMasterIdLst>
  <p:sldIdLst>
    <p:sldId id="267" r:id="rId3"/>
    <p:sldId id="270" r:id="rId4"/>
    <p:sldId id="269" r:id="rId5"/>
    <p:sldId id="268" r:id="rId6"/>
  </p:sldIdLst>
  <p:sldSz cx="12192000" cy="6858000"/>
  <p:notesSz cx="6858000" cy="9144000"/>
  <p:embeddedFontLst>
    <p:embeddedFont>
      <p:font typeface="Arial Black" panose="020B0A04020102020204" pitchFamily="34" charset="0"/>
      <p:regular r:id="rId8"/>
      <p:bold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Century Gothic" panose="020B0502020202020204" pitchFamily="34" charset="0"/>
      <p:regular r:id="rId14"/>
      <p:bold r:id="rId15"/>
      <p:italic r:id="rId16"/>
      <p:boldItalic r:id="rId17"/>
    </p:embeddedFont>
    <p:embeddedFont>
      <p:font typeface="Poppins" panose="000005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hy0/hG/1tdFD+FeZa5zpUmido9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62689B4-D567-4568-B50D-067DFF705C96}">
  <a:tblStyle styleId="{162689B4-D567-4568-B50D-067DFF705C9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1.xml"/><Relationship Id="rId21" Type="http://schemas.openxmlformats.org/officeDocument/2006/relationships/font" Target="fonts/font14.fntdata"/><Relationship Id="rId34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4.fntdata"/><Relationship Id="rId32" Type="http://schemas.openxmlformats.org/officeDocument/2006/relationships/viewProps" Target="viewProps.xml"/><Relationship Id="rId37" Type="http://schemas.openxmlformats.org/officeDocument/2006/relationships/customXml" Target="../customXml/item3.xml"/><Relationship Id="rId5" Type="http://schemas.openxmlformats.org/officeDocument/2006/relationships/slide" Target="slides/slide3.xml"/><Relationship Id="rId15" Type="http://schemas.openxmlformats.org/officeDocument/2006/relationships/font" Target="fonts/font8.fntdata"/><Relationship Id="rId36" Type="http://schemas.openxmlformats.org/officeDocument/2006/relationships/customXml" Target="../customXml/item2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30" Type="http://customschemas.google.com/relationships/presentationmetadata" Target="metadata"/><Relationship Id="rId35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3" name="Google Shape;97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3" name="Google Shape;97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913773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3" name="Google Shape;97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28575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3" name="Google Shape;97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7820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7"/>
          <p:cNvSpPr txBox="1">
            <a:spLocks noGrp="1"/>
          </p:cNvSpPr>
          <p:nvPr>
            <p:ph type="title"/>
          </p:nvPr>
        </p:nvSpPr>
        <p:spPr>
          <a:xfrm>
            <a:off x="407989" y="320400"/>
            <a:ext cx="11376024" cy="8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body" idx="1"/>
          </p:nvPr>
        </p:nvSpPr>
        <p:spPr>
          <a:xfrm>
            <a:off x="407989" y="1296000"/>
            <a:ext cx="11376024" cy="4595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A0"/>
              </a:buClr>
              <a:buSzPts val="18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dt" idx="10"/>
          </p:nvPr>
        </p:nvSpPr>
        <p:spPr>
          <a:xfrm>
            <a:off x="7795859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sldNum" idx="12"/>
          </p:nvPr>
        </p:nvSpPr>
        <p:spPr>
          <a:xfrm>
            <a:off x="11448319" y="6563021"/>
            <a:ext cx="3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>
            <a:spLocks noGrp="1"/>
          </p:cNvSpPr>
          <p:nvPr>
            <p:ph type="title"/>
          </p:nvPr>
        </p:nvSpPr>
        <p:spPr>
          <a:xfrm>
            <a:off x="407989" y="320400"/>
            <a:ext cx="11376024" cy="8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body" idx="1"/>
          </p:nvPr>
        </p:nvSpPr>
        <p:spPr>
          <a:xfrm>
            <a:off x="407988" y="1293813"/>
            <a:ext cx="7920000" cy="45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A0"/>
              </a:buClr>
              <a:buSzPts val="18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dt" idx="10"/>
          </p:nvPr>
        </p:nvSpPr>
        <p:spPr>
          <a:xfrm>
            <a:off x="7795859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sldNum" idx="12"/>
          </p:nvPr>
        </p:nvSpPr>
        <p:spPr>
          <a:xfrm>
            <a:off x="11448319" y="6563021"/>
            <a:ext cx="3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9"/>
          <p:cNvSpPr txBox="1">
            <a:spLocks noGrp="1"/>
          </p:cNvSpPr>
          <p:nvPr>
            <p:ph type="title"/>
          </p:nvPr>
        </p:nvSpPr>
        <p:spPr>
          <a:xfrm>
            <a:off x="407989" y="320400"/>
            <a:ext cx="11376024" cy="8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1"/>
          </p:nvPr>
        </p:nvSpPr>
        <p:spPr>
          <a:xfrm>
            <a:off x="407988" y="1293814"/>
            <a:ext cx="5263200" cy="45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A0"/>
              </a:buClr>
              <a:buSzPts val="18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body" idx="2"/>
          </p:nvPr>
        </p:nvSpPr>
        <p:spPr>
          <a:xfrm>
            <a:off x="6642053" y="1293814"/>
            <a:ext cx="5184000" cy="45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A0"/>
              </a:buClr>
              <a:buSzPts val="18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dt" idx="10"/>
          </p:nvPr>
        </p:nvSpPr>
        <p:spPr>
          <a:xfrm>
            <a:off x="7795859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11448319" y="6563021"/>
            <a:ext cx="3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">
  <p:cSld name="Three colum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>
            <a:spLocks noGrp="1"/>
          </p:cNvSpPr>
          <p:nvPr>
            <p:ph type="title"/>
          </p:nvPr>
        </p:nvSpPr>
        <p:spPr>
          <a:xfrm>
            <a:off x="407989" y="320400"/>
            <a:ext cx="11376024" cy="8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body" idx="1"/>
          </p:nvPr>
        </p:nvSpPr>
        <p:spPr>
          <a:xfrm>
            <a:off x="407988" y="1293813"/>
            <a:ext cx="10483850" cy="45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0000A0"/>
              </a:buClr>
              <a:buSzPts val="1300"/>
              <a:buNone/>
              <a:defRPr sz="1300"/>
            </a:lvl1pPr>
            <a:lvl2pPr marL="914400" lvl="1" indent="-22860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SzPts val="1300"/>
              <a:buNone/>
              <a:defRPr sz="1300"/>
            </a:lvl2pPr>
            <a:lvl3pPr marL="1371600" lvl="2" indent="-31115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SzPts val="1300"/>
              <a:buChar char="•"/>
              <a:defRPr sz="1300"/>
            </a:lvl3pPr>
            <a:lvl4pPr marL="1828800" lvl="3" indent="-304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Arial"/>
              <a:buChar char="–"/>
              <a:defRPr sz="1200"/>
            </a:lvl4pPr>
            <a:lvl5pPr marL="2286000" lvl="4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dt" idx="10"/>
          </p:nvPr>
        </p:nvSpPr>
        <p:spPr>
          <a:xfrm>
            <a:off x="7795859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sldNum" idx="12"/>
          </p:nvPr>
        </p:nvSpPr>
        <p:spPr>
          <a:xfrm>
            <a:off x="11448319" y="6563021"/>
            <a:ext cx="3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">
  <p:cSld name="Introduc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>
            <a:spLocks noGrp="1"/>
          </p:cNvSpPr>
          <p:nvPr>
            <p:ph type="title"/>
          </p:nvPr>
        </p:nvSpPr>
        <p:spPr>
          <a:xfrm>
            <a:off x="407989" y="320400"/>
            <a:ext cx="11376024" cy="8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1"/>
          </p:nvPr>
        </p:nvSpPr>
        <p:spPr>
          <a:xfrm>
            <a:off x="407989" y="1423988"/>
            <a:ext cx="6610350" cy="447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NTR"/>
              <a:buNone/>
              <a:defRPr sz="2600" b="0">
                <a:solidFill>
                  <a:schemeClr val="accent3"/>
                </a:solidFill>
                <a:latin typeface="NTR"/>
                <a:ea typeface="NTR"/>
                <a:cs typeface="NTR"/>
                <a:sym typeface="NTR"/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NTR"/>
              <a:buNone/>
              <a:defRPr sz="26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defRPr>
            </a:lvl2pPr>
            <a:lvl3pPr marL="1371600" lvl="2" indent="-228600" algn="l">
              <a:lnSpc>
                <a:spcPct val="83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</a:defRPr>
            </a:lvl3pPr>
            <a:lvl4pPr marL="1828800" lvl="3" indent="-228600" algn="l">
              <a:lnSpc>
                <a:spcPct val="83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4pPr>
            <a:lvl5pPr marL="2286000" lvl="4" indent="-228600" algn="l">
              <a:lnSpc>
                <a:spcPct val="83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7795859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sldNum" idx="12"/>
          </p:nvPr>
        </p:nvSpPr>
        <p:spPr>
          <a:xfrm>
            <a:off x="11448319" y="6563021"/>
            <a:ext cx="3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">
  <p:cSld name="Bulle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2"/>
          <p:cNvSpPr txBox="1">
            <a:spLocks noGrp="1"/>
          </p:cNvSpPr>
          <p:nvPr>
            <p:ph type="title"/>
          </p:nvPr>
        </p:nvSpPr>
        <p:spPr>
          <a:xfrm>
            <a:off x="407989" y="320400"/>
            <a:ext cx="11376024" cy="8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body" idx="1"/>
          </p:nvPr>
        </p:nvSpPr>
        <p:spPr>
          <a:xfrm>
            <a:off x="407988" y="1293814"/>
            <a:ext cx="7564437" cy="4597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NTR"/>
              <a:buNone/>
              <a:defRPr sz="2200" b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defRPr>
            </a:lvl1pPr>
            <a:lvl2pPr marL="914400" lvl="1" indent="-3683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Char char="•"/>
              <a:defRPr sz="22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defRPr>
            </a:lvl2pPr>
            <a:lvl3pPr marL="1371600" lvl="2" indent="-3683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Char char="–"/>
              <a:defRPr sz="2200">
                <a:solidFill>
                  <a:schemeClr val="dk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–"/>
              <a:defRPr sz="16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dt" idx="10"/>
          </p:nvPr>
        </p:nvSpPr>
        <p:spPr>
          <a:xfrm>
            <a:off x="7795859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sldNum" idx="12"/>
          </p:nvPr>
        </p:nvSpPr>
        <p:spPr>
          <a:xfrm>
            <a:off x="11448319" y="6563021"/>
            <a:ext cx="3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3"/>
          <p:cNvSpPr txBox="1">
            <a:spLocks noGrp="1"/>
          </p:cNvSpPr>
          <p:nvPr>
            <p:ph type="title"/>
          </p:nvPr>
        </p:nvSpPr>
        <p:spPr>
          <a:xfrm>
            <a:off x="407989" y="320400"/>
            <a:ext cx="11376024" cy="8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dt" idx="10"/>
          </p:nvPr>
        </p:nvSpPr>
        <p:spPr>
          <a:xfrm>
            <a:off x="7795859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3"/>
          <p:cNvSpPr txBox="1">
            <a:spLocks noGrp="1"/>
          </p:cNvSpPr>
          <p:nvPr>
            <p:ph type="sldNum" idx="12"/>
          </p:nvPr>
        </p:nvSpPr>
        <p:spPr>
          <a:xfrm>
            <a:off x="11448319" y="6563021"/>
            <a:ext cx="3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4"/>
          <p:cNvSpPr txBox="1">
            <a:spLocks noGrp="1"/>
          </p:cNvSpPr>
          <p:nvPr>
            <p:ph type="dt" idx="10"/>
          </p:nvPr>
        </p:nvSpPr>
        <p:spPr>
          <a:xfrm>
            <a:off x="7795859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sldNum" idx="12"/>
          </p:nvPr>
        </p:nvSpPr>
        <p:spPr>
          <a:xfrm>
            <a:off x="11448319" y="6563021"/>
            <a:ext cx="3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narrow">
  <p:cSld name="One column narrow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>
            <a:spLocks noGrp="1"/>
          </p:cNvSpPr>
          <p:nvPr>
            <p:ph type="title"/>
          </p:nvPr>
        </p:nvSpPr>
        <p:spPr>
          <a:xfrm>
            <a:off x="407989" y="320400"/>
            <a:ext cx="11376024" cy="8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body" idx="1"/>
          </p:nvPr>
        </p:nvSpPr>
        <p:spPr>
          <a:xfrm>
            <a:off x="407988" y="1293813"/>
            <a:ext cx="3375736" cy="45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rgbClr val="0000A0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3175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Char char="–"/>
              <a:defRPr sz="1400"/>
            </a:lvl4pPr>
            <a:lvl5pPr marL="2286000" lvl="4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dt" idx="10"/>
          </p:nvPr>
        </p:nvSpPr>
        <p:spPr>
          <a:xfrm>
            <a:off x="7795859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sldNum" idx="12"/>
          </p:nvPr>
        </p:nvSpPr>
        <p:spPr>
          <a:xfrm>
            <a:off x="11448319" y="6563021"/>
            <a:ext cx="3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">
  <p:cSld name="Content and image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6"/>
          <p:cNvSpPr>
            <a:spLocks noGrp="1"/>
          </p:cNvSpPr>
          <p:nvPr>
            <p:ph type="pic" idx="2"/>
          </p:nvPr>
        </p:nvSpPr>
        <p:spPr>
          <a:xfrm>
            <a:off x="5676900" y="0"/>
            <a:ext cx="65151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5" name="Google Shape;65;p26"/>
          <p:cNvSpPr txBox="1">
            <a:spLocks noGrp="1"/>
          </p:cNvSpPr>
          <p:nvPr>
            <p:ph type="body" idx="1"/>
          </p:nvPr>
        </p:nvSpPr>
        <p:spPr>
          <a:xfrm>
            <a:off x="409575" y="1293814"/>
            <a:ext cx="4810607" cy="45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A0"/>
              </a:buClr>
              <a:buSzPts val="1800"/>
              <a:buNone/>
              <a:defRPr sz="1800" b="1">
                <a:solidFill>
                  <a:srgbClr val="0000A0"/>
                </a:solidFill>
                <a:latin typeface="NTR"/>
                <a:ea typeface="NTR"/>
                <a:cs typeface="NTR"/>
                <a:sym typeface="NTR"/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26"/>
          <p:cNvSpPr txBox="1">
            <a:spLocks noGrp="1"/>
          </p:cNvSpPr>
          <p:nvPr>
            <p:ph type="title"/>
          </p:nvPr>
        </p:nvSpPr>
        <p:spPr>
          <a:xfrm>
            <a:off x="407989" y="320400"/>
            <a:ext cx="4812055" cy="8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 txBox="1">
            <a:spLocks noGrp="1"/>
          </p:cNvSpPr>
          <p:nvPr>
            <p:ph type="dt" idx="10"/>
          </p:nvPr>
        </p:nvSpPr>
        <p:spPr>
          <a:xfrm>
            <a:off x="7795859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6"/>
          <p:cNvSpPr txBox="1">
            <a:spLocks noGrp="1"/>
          </p:cNvSpPr>
          <p:nvPr>
            <p:ph type="sldNum" idx="12"/>
          </p:nvPr>
        </p:nvSpPr>
        <p:spPr>
          <a:xfrm>
            <a:off x="11448319" y="6563021"/>
            <a:ext cx="3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 and image">
  <p:cSld name="1_Content and imag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7"/>
          <p:cNvSpPr>
            <a:spLocks noGrp="1"/>
          </p:cNvSpPr>
          <p:nvPr>
            <p:ph type="pic" idx="2"/>
          </p:nvPr>
        </p:nvSpPr>
        <p:spPr>
          <a:xfrm>
            <a:off x="4074289" y="0"/>
            <a:ext cx="8117709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1" name="Google Shape;71;p27"/>
          <p:cNvSpPr txBox="1">
            <a:spLocks noGrp="1"/>
          </p:cNvSpPr>
          <p:nvPr>
            <p:ph type="body" idx="1"/>
          </p:nvPr>
        </p:nvSpPr>
        <p:spPr>
          <a:xfrm>
            <a:off x="409576" y="1293814"/>
            <a:ext cx="3248024" cy="45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A0"/>
              </a:buClr>
              <a:buSzPts val="1800"/>
              <a:buNone/>
              <a:defRPr sz="1800" b="1">
                <a:solidFill>
                  <a:srgbClr val="0000A0"/>
                </a:solidFill>
                <a:latin typeface="NTR"/>
                <a:ea typeface="NTR"/>
                <a:cs typeface="NTR"/>
                <a:sym typeface="NTR"/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27"/>
          <p:cNvSpPr txBox="1">
            <a:spLocks noGrp="1"/>
          </p:cNvSpPr>
          <p:nvPr>
            <p:ph type="title"/>
          </p:nvPr>
        </p:nvSpPr>
        <p:spPr>
          <a:xfrm>
            <a:off x="407990" y="320400"/>
            <a:ext cx="3248024" cy="8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7"/>
          <p:cNvSpPr txBox="1">
            <a:spLocks noGrp="1"/>
          </p:cNvSpPr>
          <p:nvPr>
            <p:ph type="dt" idx="10"/>
          </p:nvPr>
        </p:nvSpPr>
        <p:spPr>
          <a:xfrm>
            <a:off x="7795859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sldNum" idx="12"/>
          </p:nvPr>
        </p:nvSpPr>
        <p:spPr>
          <a:xfrm>
            <a:off x="11448319" y="6563021"/>
            <a:ext cx="3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nd Content no title">
  <p:cSld name="Image and Content no title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8"/>
          <p:cNvSpPr>
            <a:spLocks noGrp="1"/>
          </p:cNvSpPr>
          <p:nvPr>
            <p:ph type="pic" idx="2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7" name="Google Shape;77;p28"/>
          <p:cNvSpPr txBox="1">
            <a:spLocks noGrp="1"/>
          </p:cNvSpPr>
          <p:nvPr>
            <p:ph type="body" idx="1"/>
          </p:nvPr>
        </p:nvSpPr>
        <p:spPr>
          <a:xfrm>
            <a:off x="6616800" y="1293814"/>
            <a:ext cx="5267325" cy="45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  <a:latin typeface="NTR"/>
                <a:ea typeface="NTR"/>
                <a:cs typeface="NTR"/>
                <a:sym typeface="NTR"/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8"/>
          <p:cNvSpPr txBox="1">
            <a:spLocks noGrp="1"/>
          </p:cNvSpPr>
          <p:nvPr>
            <p:ph type="dt" idx="10"/>
          </p:nvPr>
        </p:nvSpPr>
        <p:spPr>
          <a:xfrm>
            <a:off x="7795859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8"/>
          <p:cNvSpPr txBox="1">
            <a:spLocks noGrp="1"/>
          </p:cNvSpPr>
          <p:nvPr>
            <p:ph type="sldNum" idx="12"/>
          </p:nvPr>
        </p:nvSpPr>
        <p:spPr>
          <a:xfrm>
            <a:off x="11448319" y="6563021"/>
            <a:ext cx="3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 x2">
  <p:cSld name="Content and image x2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9"/>
          <p:cNvSpPr>
            <a:spLocks noGrp="1"/>
          </p:cNvSpPr>
          <p:nvPr>
            <p:ph type="pic" idx="2"/>
          </p:nvPr>
        </p:nvSpPr>
        <p:spPr>
          <a:xfrm>
            <a:off x="6097200" y="0"/>
            <a:ext cx="6094800" cy="34308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82" name="Google Shape;82;p29"/>
          <p:cNvSpPr>
            <a:spLocks noGrp="1"/>
          </p:cNvSpPr>
          <p:nvPr>
            <p:ph type="pic" idx="3"/>
          </p:nvPr>
        </p:nvSpPr>
        <p:spPr>
          <a:xfrm>
            <a:off x="6097200" y="3427200"/>
            <a:ext cx="6094800" cy="34308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83" name="Google Shape;83;p29"/>
          <p:cNvSpPr txBox="1">
            <a:spLocks noGrp="1"/>
          </p:cNvSpPr>
          <p:nvPr>
            <p:ph type="body" idx="1"/>
          </p:nvPr>
        </p:nvSpPr>
        <p:spPr>
          <a:xfrm>
            <a:off x="409575" y="1293814"/>
            <a:ext cx="5267325" cy="45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A0"/>
              </a:buClr>
              <a:buSzPts val="2000"/>
              <a:buNone/>
              <a:defRPr sz="2000" b="1">
                <a:latin typeface="NTR"/>
                <a:ea typeface="NTR"/>
                <a:cs typeface="NTR"/>
                <a:sym typeface="NTR"/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/>
            </a:lvl2pPr>
            <a:lvl3pPr marL="1371600" lvl="2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9"/>
          <p:cNvSpPr txBox="1">
            <a:spLocks noGrp="1"/>
          </p:cNvSpPr>
          <p:nvPr>
            <p:ph type="title"/>
          </p:nvPr>
        </p:nvSpPr>
        <p:spPr>
          <a:xfrm>
            <a:off x="407989" y="320400"/>
            <a:ext cx="5345111" cy="8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9"/>
          <p:cNvSpPr txBox="1">
            <a:spLocks noGrp="1"/>
          </p:cNvSpPr>
          <p:nvPr>
            <p:ph type="dt" idx="10"/>
          </p:nvPr>
        </p:nvSpPr>
        <p:spPr>
          <a:xfrm>
            <a:off x="7795859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9"/>
          <p:cNvSpPr txBox="1">
            <a:spLocks noGrp="1"/>
          </p:cNvSpPr>
          <p:nvPr>
            <p:ph type="sldNum" idx="12"/>
          </p:nvPr>
        </p:nvSpPr>
        <p:spPr>
          <a:xfrm>
            <a:off x="11448319" y="6563021"/>
            <a:ext cx="3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x images">
  <p:cSld name="4x images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0"/>
          <p:cNvSpPr>
            <a:spLocks noGrp="1"/>
          </p:cNvSpPr>
          <p:nvPr>
            <p:ph type="pic" idx="2"/>
          </p:nvPr>
        </p:nvSpPr>
        <p:spPr>
          <a:xfrm>
            <a:off x="6097200" y="3427200"/>
            <a:ext cx="6094800" cy="3430800"/>
          </a:xfrm>
          <a:prstGeom prst="rect">
            <a:avLst/>
          </a:prstGeom>
          <a:solidFill>
            <a:srgbClr val="E3E0E0"/>
          </a:solidFill>
          <a:ln>
            <a:noFill/>
          </a:ln>
        </p:spPr>
      </p:sp>
      <p:sp>
        <p:nvSpPr>
          <p:cNvPr id="89" name="Google Shape;89;p30"/>
          <p:cNvSpPr>
            <a:spLocks noGrp="1"/>
          </p:cNvSpPr>
          <p:nvPr>
            <p:ph type="pic" idx="3"/>
          </p:nvPr>
        </p:nvSpPr>
        <p:spPr>
          <a:xfrm>
            <a:off x="0" y="0"/>
            <a:ext cx="6094800" cy="3430800"/>
          </a:xfrm>
          <a:prstGeom prst="rect">
            <a:avLst/>
          </a:prstGeom>
          <a:solidFill>
            <a:srgbClr val="E3E0E0"/>
          </a:solidFill>
          <a:ln>
            <a:noFill/>
          </a:ln>
        </p:spPr>
      </p:sp>
      <p:sp>
        <p:nvSpPr>
          <p:cNvPr id="90" name="Google Shape;90;p30"/>
          <p:cNvSpPr>
            <a:spLocks noGrp="1"/>
          </p:cNvSpPr>
          <p:nvPr>
            <p:ph type="pic" idx="4"/>
          </p:nvPr>
        </p:nvSpPr>
        <p:spPr>
          <a:xfrm>
            <a:off x="0" y="3427200"/>
            <a:ext cx="6094800" cy="3430800"/>
          </a:xfrm>
          <a:prstGeom prst="rect">
            <a:avLst/>
          </a:prstGeom>
          <a:solidFill>
            <a:srgbClr val="E3E0E0"/>
          </a:solidFill>
          <a:ln>
            <a:noFill/>
          </a:ln>
        </p:spPr>
      </p:sp>
      <p:sp>
        <p:nvSpPr>
          <p:cNvPr id="91" name="Google Shape;91;p30"/>
          <p:cNvSpPr>
            <a:spLocks noGrp="1"/>
          </p:cNvSpPr>
          <p:nvPr>
            <p:ph type="pic" idx="5"/>
          </p:nvPr>
        </p:nvSpPr>
        <p:spPr>
          <a:xfrm>
            <a:off x="6097200" y="0"/>
            <a:ext cx="6094800" cy="3430800"/>
          </a:xfrm>
          <a:prstGeom prst="rect">
            <a:avLst/>
          </a:prstGeom>
          <a:solidFill>
            <a:srgbClr val="E3E0E0"/>
          </a:solidFill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gest quote alt 1">
  <p:cSld name="Biggest quote alt 1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31"/>
          <p:cNvGrpSpPr/>
          <p:nvPr/>
        </p:nvGrpSpPr>
        <p:grpSpPr>
          <a:xfrm>
            <a:off x="0" y="0"/>
            <a:ext cx="12192001" cy="6858000"/>
            <a:chOff x="0" y="0"/>
            <a:chExt cx="7680" cy="4320"/>
          </a:xfrm>
        </p:grpSpPr>
        <p:sp>
          <p:nvSpPr>
            <p:cNvPr id="94" name="Google Shape;94;p31"/>
            <p:cNvSpPr/>
            <p:nvPr/>
          </p:nvSpPr>
          <p:spPr>
            <a:xfrm>
              <a:off x="3861" y="0"/>
              <a:ext cx="3819" cy="3038"/>
            </a:xfrm>
            <a:custGeom>
              <a:avLst/>
              <a:gdLst/>
              <a:ahLst/>
              <a:cxnLst/>
              <a:rect l="l" t="t" r="r" b="b"/>
              <a:pathLst>
                <a:path w="10495" h="8349" extrusionOk="0">
                  <a:moveTo>
                    <a:pt x="1807" y="7082"/>
                  </a:moveTo>
                  <a:cubicBezTo>
                    <a:pt x="2346" y="7469"/>
                    <a:pt x="2990" y="7683"/>
                    <a:pt x="3636" y="7832"/>
                  </a:cubicBezTo>
                  <a:cubicBezTo>
                    <a:pt x="5876" y="8349"/>
                    <a:pt x="8207" y="8142"/>
                    <a:pt x="10495" y="7870"/>
                  </a:cubicBezTo>
                  <a:cubicBezTo>
                    <a:pt x="10495" y="0"/>
                    <a:pt x="10495" y="0"/>
                    <a:pt x="10495" y="0"/>
                  </a:cubicBezTo>
                  <a:cubicBezTo>
                    <a:pt x="1085" y="0"/>
                    <a:pt x="1085" y="0"/>
                    <a:pt x="1085" y="0"/>
                  </a:cubicBezTo>
                  <a:cubicBezTo>
                    <a:pt x="755" y="674"/>
                    <a:pt x="510" y="1394"/>
                    <a:pt x="359" y="2142"/>
                  </a:cubicBezTo>
                  <a:cubicBezTo>
                    <a:pt x="0" y="3921"/>
                    <a:pt x="334" y="6022"/>
                    <a:pt x="1807" y="7082"/>
                  </a:cubicBezTo>
                  <a:close/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95" name="Google Shape;95;p31"/>
            <p:cNvSpPr/>
            <p:nvPr/>
          </p:nvSpPr>
          <p:spPr>
            <a:xfrm>
              <a:off x="0" y="3718"/>
              <a:ext cx="1859" cy="602"/>
            </a:xfrm>
            <a:custGeom>
              <a:avLst/>
              <a:gdLst/>
              <a:ahLst/>
              <a:cxnLst/>
              <a:rect l="l" t="t" r="r" b="b"/>
              <a:pathLst>
                <a:path w="3846" h="1927" extrusionOk="0">
                  <a:moveTo>
                    <a:pt x="3845" y="1851"/>
                  </a:moveTo>
                  <a:cubicBezTo>
                    <a:pt x="3836" y="1391"/>
                    <a:pt x="3699" y="906"/>
                    <a:pt x="3383" y="559"/>
                  </a:cubicBezTo>
                  <a:cubicBezTo>
                    <a:pt x="3003" y="143"/>
                    <a:pt x="2447" y="101"/>
                    <a:pt x="1918" y="61"/>
                  </a:cubicBezTo>
                  <a:cubicBezTo>
                    <a:pt x="1395" y="21"/>
                    <a:pt x="836" y="0"/>
                    <a:pt x="345" y="212"/>
                  </a:cubicBezTo>
                  <a:cubicBezTo>
                    <a:pt x="218" y="267"/>
                    <a:pt x="104" y="337"/>
                    <a:pt x="0" y="419"/>
                  </a:cubicBezTo>
                  <a:cubicBezTo>
                    <a:pt x="0" y="1927"/>
                    <a:pt x="0" y="1927"/>
                    <a:pt x="0" y="1927"/>
                  </a:cubicBezTo>
                  <a:cubicBezTo>
                    <a:pt x="3846" y="1927"/>
                    <a:pt x="3846" y="1927"/>
                    <a:pt x="3846" y="1927"/>
                  </a:cubicBezTo>
                  <a:cubicBezTo>
                    <a:pt x="3846" y="1902"/>
                    <a:pt x="3846" y="1877"/>
                    <a:pt x="3845" y="1851"/>
                  </a:cubicBezTo>
                  <a:close/>
                </a:path>
              </a:pathLst>
            </a:custGeom>
            <a:solidFill>
              <a:srgbClr val="FF191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</p:grpSp>
      <p:sp>
        <p:nvSpPr>
          <p:cNvPr id="96" name="Google Shape;96;p31"/>
          <p:cNvSpPr txBox="1">
            <a:spLocks noGrp="1"/>
          </p:cNvSpPr>
          <p:nvPr>
            <p:ph type="dt" idx="10"/>
          </p:nvPr>
        </p:nvSpPr>
        <p:spPr>
          <a:xfrm>
            <a:off x="7795859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31"/>
          <p:cNvSpPr txBox="1">
            <a:spLocks noGrp="1"/>
          </p:cNvSpPr>
          <p:nvPr>
            <p:ph type="sldNum" idx="12"/>
          </p:nvPr>
        </p:nvSpPr>
        <p:spPr>
          <a:xfrm>
            <a:off x="11448319" y="6563021"/>
            <a:ext cx="3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8" name="Google Shape;98;p31"/>
          <p:cNvSpPr txBox="1">
            <a:spLocks noGrp="1"/>
          </p:cNvSpPr>
          <p:nvPr>
            <p:ph type="body" idx="1"/>
          </p:nvPr>
        </p:nvSpPr>
        <p:spPr>
          <a:xfrm>
            <a:off x="407989" y="852758"/>
            <a:ext cx="8016820" cy="4127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 b="0">
                <a:solidFill>
                  <a:schemeClr val="dk2"/>
                </a:solidFill>
                <a:latin typeface="NTR"/>
                <a:ea typeface="NTR"/>
                <a:cs typeface="NTR"/>
                <a:sym typeface="NTR"/>
              </a:defRPr>
            </a:lvl1pPr>
            <a:lvl2pPr marL="914400" lvl="1" indent="-228600" algn="l">
              <a:lnSpc>
                <a:spcPct val="85000"/>
              </a:lnSpc>
              <a:spcBef>
                <a:spcPts val="4200"/>
              </a:spcBef>
              <a:spcAft>
                <a:spcPts val="0"/>
              </a:spcAft>
              <a:buSzPts val="1450"/>
              <a:buFont typeface="Arial"/>
              <a:buNone/>
              <a:defRPr sz="1450" b="1">
                <a:solidFill>
                  <a:schemeClr val="dk1"/>
                </a:solidFill>
              </a:defRPr>
            </a:lvl2pPr>
            <a:lvl3pPr marL="1371600" lvl="2" indent="-2286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50"/>
              <a:buNone/>
              <a:defRPr sz="1450">
                <a:solidFill>
                  <a:schemeClr val="dk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99" name="Google Shape;99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4215" y="6244202"/>
            <a:ext cx="1979735" cy="433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quote image">
  <p:cSld name="Big quote image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2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32"/>
          <p:cNvSpPr txBox="1">
            <a:spLocks noGrp="1"/>
          </p:cNvSpPr>
          <p:nvPr>
            <p:ph type="body" idx="1"/>
          </p:nvPr>
        </p:nvSpPr>
        <p:spPr>
          <a:xfrm>
            <a:off x="407989" y="540000"/>
            <a:ext cx="6805611" cy="5346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 b="0">
                <a:solidFill>
                  <a:schemeClr val="dk2"/>
                </a:solidFill>
                <a:latin typeface="NTR"/>
                <a:ea typeface="NTR"/>
                <a:cs typeface="NTR"/>
                <a:sym typeface="NTR"/>
              </a:defRPr>
            </a:lvl1pPr>
            <a:lvl2pPr marL="914400" lvl="1" indent="-228600" algn="l">
              <a:lnSpc>
                <a:spcPct val="85000"/>
              </a:lnSpc>
              <a:spcBef>
                <a:spcPts val="4200"/>
              </a:spcBef>
              <a:spcAft>
                <a:spcPts val="0"/>
              </a:spcAft>
              <a:buSzPts val="1450"/>
              <a:buFont typeface="Arial"/>
              <a:buNone/>
              <a:defRPr sz="1450" b="1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defRPr>
            </a:lvl2pPr>
            <a:lvl3pPr marL="1371600" lvl="2" indent="-2286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50"/>
              <a:buNone/>
              <a:defRPr sz="145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32"/>
          <p:cNvSpPr txBox="1">
            <a:spLocks noGrp="1"/>
          </p:cNvSpPr>
          <p:nvPr>
            <p:ph type="dt" idx="10"/>
          </p:nvPr>
        </p:nvSpPr>
        <p:spPr>
          <a:xfrm>
            <a:off x="7795859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32"/>
          <p:cNvSpPr txBox="1">
            <a:spLocks noGrp="1"/>
          </p:cNvSpPr>
          <p:nvPr>
            <p:ph type="sldNum" idx="12"/>
          </p:nvPr>
        </p:nvSpPr>
        <p:spPr>
          <a:xfrm>
            <a:off x="11448319" y="6563021"/>
            <a:ext cx="3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1pPr>
            <a:lvl2pPr marL="0" lvl="1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2pPr>
            <a:lvl3pPr marL="0" lvl="2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3pPr>
            <a:lvl4pPr marL="0" lvl="3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4pPr>
            <a:lvl5pPr marL="0" lvl="4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5pPr>
            <a:lvl6pPr marL="0" lvl="5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6pPr>
            <a:lvl7pPr marL="0" lvl="6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7pPr>
            <a:lvl8pPr marL="0" lvl="7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8pPr>
            <a:lvl9pPr marL="0" lvl="8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or quote">
  <p:cSld name="2 color quote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3"/>
          <p:cNvSpPr txBox="1">
            <a:spLocks noGrp="1"/>
          </p:cNvSpPr>
          <p:nvPr>
            <p:ph type="body" idx="1"/>
          </p:nvPr>
        </p:nvSpPr>
        <p:spPr>
          <a:xfrm>
            <a:off x="1300163" y="1407600"/>
            <a:ext cx="95916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 b="0">
                <a:solidFill>
                  <a:schemeClr val="dk2"/>
                </a:solidFill>
                <a:latin typeface="NTR"/>
                <a:ea typeface="NTR"/>
                <a:cs typeface="NTR"/>
                <a:sym typeface="NTR"/>
              </a:defRPr>
            </a:lvl1pPr>
            <a:lvl2pPr marL="914400" lvl="1" indent="-22860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 b="0">
                <a:solidFill>
                  <a:srgbClr val="0000A0"/>
                </a:solidFill>
                <a:latin typeface="NTR"/>
                <a:ea typeface="NTR"/>
                <a:cs typeface="NTR"/>
                <a:sym typeface="NTR"/>
              </a:defRPr>
            </a:lvl2pPr>
            <a:lvl3pPr marL="1371600" lvl="2" indent="-228600" algn="ctr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1450"/>
              <a:buFont typeface="Arial"/>
              <a:buNone/>
              <a:defRPr sz="1450"/>
            </a:lvl3pPr>
            <a:lvl4pPr marL="1828800" lvl="3" indent="-2286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50"/>
              <a:buNone/>
              <a:defRPr sz="1450"/>
            </a:lvl4pPr>
            <a:lvl5pPr marL="2286000" lvl="4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45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33"/>
          <p:cNvSpPr txBox="1">
            <a:spLocks noGrp="1"/>
          </p:cNvSpPr>
          <p:nvPr>
            <p:ph type="dt" idx="10"/>
          </p:nvPr>
        </p:nvSpPr>
        <p:spPr>
          <a:xfrm>
            <a:off x="7795859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33"/>
          <p:cNvSpPr txBox="1">
            <a:spLocks noGrp="1"/>
          </p:cNvSpPr>
          <p:nvPr>
            <p:ph type="sldNum" idx="12"/>
          </p:nvPr>
        </p:nvSpPr>
        <p:spPr>
          <a:xfrm>
            <a:off x="11448319" y="6563021"/>
            <a:ext cx="3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alt 1">
  <p:cSld name="Title Slide alt 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4"/>
          <p:cNvSpPr/>
          <p:nvPr/>
        </p:nvSpPr>
        <p:spPr>
          <a:xfrm>
            <a:off x="0" y="0"/>
            <a:ext cx="1898650" cy="1598613"/>
          </a:xfrm>
          <a:custGeom>
            <a:avLst/>
            <a:gdLst/>
            <a:ahLst/>
            <a:cxnLst/>
            <a:rect l="l" t="t" r="r" b="b"/>
            <a:pathLst>
              <a:path w="3220" h="2710" extrusionOk="0">
                <a:moveTo>
                  <a:pt x="1837" y="2568"/>
                </a:moveTo>
                <a:cubicBezTo>
                  <a:pt x="2034" y="2544"/>
                  <a:pt x="2235" y="2518"/>
                  <a:pt x="2413" y="2430"/>
                </a:cubicBezTo>
                <a:cubicBezTo>
                  <a:pt x="2847" y="2215"/>
                  <a:pt x="3027" y="1696"/>
                  <a:pt x="3122" y="1221"/>
                </a:cubicBezTo>
                <a:cubicBezTo>
                  <a:pt x="3184" y="909"/>
                  <a:pt x="3220" y="558"/>
                  <a:pt x="3039" y="296"/>
                </a:cubicBezTo>
                <a:cubicBezTo>
                  <a:pt x="2942" y="156"/>
                  <a:pt x="2800" y="65"/>
                  <a:pt x="2641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569"/>
                  <a:pt x="0" y="2569"/>
                  <a:pt x="0" y="2569"/>
                </a:cubicBezTo>
                <a:cubicBezTo>
                  <a:pt x="5" y="2570"/>
                  <a:pt x="10" y="2571"/>
                  <a:pt x="15" y="2572"/>
                </a:cubicBezTo>
                <a:cubicBezTo>
                  <a:pt x="610" y="2710"/>
                  <a:pt x="1231" y="2641"/>
                  <a:pt x="1837" y="2568"/>
                </a:cubicBezTo>
                <a:close/>
              </a:path>
            </a:pathLst>
          </a:custGeom>
          <a:solidFill>
            <a:srgbClr val="F5F0E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111" name="Google Shape;111;p34"/>
          <p:cNvSpPr/>
          <p:nvPr/>
        </p:nvSpPr>
        <p:spPr>
          <a:xfrm>
            <a:off x="10310813" y="0"/>
            <a:ext cx="1881188" cy="1757363"/>
          </a:xfrm>
          <a:custGeom>
            <a:avLst/>
            <a:gdLst/>
            <a:ahLst/>
            <a:cxnLst/>
            <a:rect l="l" t="t" r="r" b="b"/>
            <a:pathLst>
              <a:path w="3189" h="2981" extrusionOk="0">
                <a:moveTo>
                  <a:pt x="300" y="1693"/>
                </a:moveTo>
                <a:cubicBezTo>
                  <a:pt x="654" y="2257"/>
                  <a:pt x="1332" y="2518"/>
                  <a:pt x="1974" y="2697"/>
                </a:cubicBezTo>
                <a:cubicBezTo>
                  <a:pt x="2375" y="2809"/>
                  <a:pt x="2780" y="2904"/>
                  <a:pt x="3189" y="2981"/>
                </a:cubicBezTo>
                <a:cubicBezTo>
                  <a:pt x="3189" y="0"/>
                  <a:pt x="3189" y="0"/>
                  <a:pt x="3189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57" y="96"/>
                  <a:pt x="46" y="192"/>
                  <a:pt x="39" y="288"/>
                </a:cubicBezTo>
                <a:cubicBezTo>
                  <a:pt x="0" y="771"/>
                  <a:pt x="42" y="1282"/>
                  <a:pt x="300" y="1693"/>
                </a:cubicBezTo>
                <a:close/>
              </a:path>
            </a:pathLst>
          </a:custGeom>
          <a:solidFill>
            <a:srgbClr val="FF191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112" name="Google Shape;112;p34"/>
          <p:cNvSpPr/>
          <p:nvPr/>
        </p:nvSpPr>
        <p:spPr>
          <a:xfrm>
            <a:off x="10047288" y="3781425"/>
            <a:ext cx="2144713" cy="3076575"/>
          </a:xfrm>
          <a:custGeom>
            <a:avLst/>
            <a:gdLst/>
            <a:ahLst/>
            <a:cxnLst/>
            <a:rect l="l" t="t" r="r" b="b"/>
            <a:pathLst>
              <a:path w="3638" h="5217" extrusionOk="0">
                <a:moveTo>
                  <a:pt x="2637" y="180"/>
                </a:moveTo>
                <a:cubicBezTo>
                  <a:pt x="1313" y="647"/>
                  <a:pt x="419" y="1743"/>
                  <a:pt x="158" y="3035"/>
                </a:cubicBezTo>
                <a:cubicBezTo>
                  <a:pt x="0" y="3817"/>
                  <a:pt x="146" y="4741"/>
                  <a:pt x="794" y="5207"/>
                </a:cubicBezTo>
                <a:cubicBezTo>
                  <a:pt x="799" y="5210"/>
                  <a:pt x="804" y="5214"/>
                  <a:pt x="808" y="5217"/>
                </a:cubicBezTo>
                <a:cubicBezTo>
                  <a:pt x="3638" y="5217"/>
                  <a:pt x="3638" y="5217"/>
                  <a:pt x="3638" y="5217"/>
                </a:cubicBezTo>
                <a:cubicBezTo>
                  <a:pt x="3638" y="0"/>
                  <a:pt x="3638" y="0"/>
                  <a:pt x="3638" y="0"/>
                </a:cubicBezTo>
                <a:cubicBezTo>
                  <a:pt x="3329" y="1"/>
                  <a:pt x="2996" y="53"/>
                  <a:pt x="2637" y="180"/>
                </a:cubicBezTo>
                <a:close/>
              </a:path>
            </a:pathLst>
          </a:custGeom>
          <a:solidFill>
            <a:srgbClr val="F5F0E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113" name="Google Shape;113;p34"/>
          <p:cNvSpPr/>
          <p:nvPr/>
        </p:nvSpPr>
        <p:spPr>
          <a:xfrm>
            <a:off x="0" y="4354514"/>
            <a:ext cx="1321788" cy="2503487"/>
          </a:xfrm>
          <a:custGeom>
            <a:avLst/>
            <a:gdLst/>
            <a:ahLst/>
            <a:cxnLst/>
            <a:rect l="l" t="t" r="r" b="b"/>
            <a:pathLst>
              <a:path w="1321788" h="2503487" extrusionOk="0">
                <a:moveTo>
                  <a:pt x="0" y="0"/>
                </a:moveTo>
                <a:cubicBezTo>
                  <a:pt x="336224" y="192778"/>
                  <a:pt x="632337" y="453943"/>
                  <a:pt x="855896" y="771703"/>
                </a:cubicBezTo>
                <a:cubicBezTo>
                  <a:pt x="1191677" y="1248785"/>
                  <a:pt x="1352268" y="1844584"/>
                  <a:pt x="1317014" y="2425793"/>
                </a:cubicBezTo>
                <a:lnTo>
                  <a:pt x="1307855" y="2503487"/>
                </a:lnTo>
                <a:lnTo>
                  <a:pt x="0" y="2503487"/>
                </a:lnTo>
                <a:lnTo>
                  <a:pt x="0" y="2463763"/>
                </a:lnTo>
                <a:cubicBezTo>
                  <a:pt x="0" y="2048867"/>
                  <a:pt x="0" y="1311275"/>
                  <a:pt x="0" y="0"/>
                </a:cubicBezTo>
                <a:close/>
              </a:path>
            </a:pathLst>
          </a:custGeom>
          <a:solidFill>
            <a:srgbClr val="F5F0E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114" name="Google Shape;114;p34"/>
          <p:cNvSpPr/>
          <p:nvPr/>
        </p:nvSpPr>
        <p:spPr>
          <a:xfrm>
            <a:off x="0" y="6259072"/>
            <a:ext cx="2130286" cy="598928"/>
          </a:xfrm>
          <a:custGeom>
            <a:avLst/>
            <a:gdLst/>
            <a:ahLst/>
            <a:cxnLst/>
            <a:rect l="l" t="t" r="r" b="b"/>
            <a:pathLst>
              <a:path w="2130286" h="598928" extrusionOk="0">
                <a:moveTo>
                  <a:pt x="877871" y="1612"/>
                </a:moveTo>
                <a:cubicBezTo>
                  <a:pt x="954994" y="4117"/>
                  <a:pt x="1031749" y="9275"/>
                  <a:pt x="1107214" y="15169"/>
                </a:cubicBezTo>
                <a:cubicBezTo>
                  <a:pt x="1413201" y="38157"/>
                  <a:pt x="1733928" y="62323"/>
                  <a:pt x="1953838" y="302809"/>
                </a:cubicBezTo>
                <a:cubicBezTo>
                  <a:pt x="1999382" y="352763"/>
                  <a:pt x="2038478" y="407764"/>
                  <a:pt x="2071586" y="466320"/>
                </a:cubicBezTo>
                <a:lnTo>
                  <a:pt x="2130286" y="598928"/>
                </a:lnTo>
                <a:lnTo>
                  <a:pt x="0" y="598928"/>
                </a:lnTo>
                <a:lnTo>
                  <a:pt x="0" y="509418"/>
                </a:lnTo>
                <a:cubicBezTo>
                  <a:pt x="0" y="426101"/>
                  <a:pt x="0" y="330881"/>
                  <a:pt x="0" y="222058"/>
                </a:cubicBezTo>
                <a:cubicBezTo>
                  <a:pt x="59547" y="174904"/>
                  <a:pt x="125579" y="134233"/>
                  <a:pt x="198685" y="102404"/>
                </a:cubicBezTo>
                <a:cubicBezTo>
                  <a:pt x="411815" y="10454"/>
                  <a:pt x="646501" y="-5903"/>
                  <a:pt x="877871" y="1612"/>
                </a:cubicBezTo>
                <a:close/>
              </a:path>
            </a:pathLst>
          </a:custGeom>
          <a:solidFill>
            <a:srgbClr val="FF191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115" name="Google Shape;115;p34"/>
          <p:cNvSpPr txBox="1">
            <a:spLocks noGrp="1"/>
          </p:cNvSpPr>
          <p:nvPr>
            <p:ph type="ctrTitle"/>
          </p:nvPr>
        </p:nvSpPr>
        <p:spPr>
          <a:xfrm>
            <a:off x="1319212" y="674896"/>
            <a:ext cx="6610350" cy="1226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TR"/>
              <a:buNone/>
              <a:defRPr sz="2600" b="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34"/>
          <p:cNvSpPr txBox="1">
            <a:spLocks noGrp="1"/>
          </p:cNvSpPr>
          <p:nvPr>
            <p:ph type="subTitle" idx="1"/>
          </p:nvPr>
        </p:nvSpPr>
        <p:spPr>
          <a:xfrm>
            <a:off x="1319211" y="4914900"/>
            <a:ext cx="6653213" cy="98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defRPr>
            </a:lvl1pPr>
            <a:lvl2pPr lvl="1" algn="ctr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17" name="Google Shape;117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19212" y="2434038"/>
            <a:ext cx="3519487" cy="197442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34"/>
          <p:cNvSpPr txBox="1">
            <a:spLocks noGrp="1"/>
          </p:cNvSpPr>
          <p:nvPr>
            <p:ph type="dt" idx="10"/>
          </p:nvPr>
        </p:nvSpPr>
        <p:spPr>
          <a:xfrm>
            <a:off x="1319212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Better world fixed">
  <p:cSld name="Section Header Better world fixed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35"/>
          <p:cNvGrpSpPr/>
          <p:nvPr/>
        </p:nvGrpSpPr>
        <p:grpSpPr>
          <a:xfrm>
            <a:off x="0" y="0"/>
            <a:ext cx="12192000" cy="6858000"/>
            <a:chOff x="0" y="0"/>
            <a:chExt cx="7680" cy="4320"/>
          </a:xfrm>
        </p:grpSpPr>
        <p:sp>
          <p:nvSpPr>
            <p:cNvPr id="121" name="Google Shape;121;p35"/>
            <p:cNvSpPr/>
            <p:nvPr/>
          </p:nvSpPr>
          <p:spPr>
            <a:xfrm>
              <a:off x="0" y="0"/>
              <a:ext cx="962" cy="1002"/>
            </a:xfrm>
            <a:custGeom>
              <a:avLst/>
              <a:gdLst/>
              <a:ahLst/>
              <a:cxnLst/>
              <a:rect l="l" t="t" r="r" b="b"/>
              <a:pathLst>
                <a:path w="2403" h="2502" extrusionOk="0">
                  <a:moveTo>
                    <a:pt x="0" y="2502"/>
                  </a:moveTo>
                  <a:cubicBezTo>
                    <a:pt x="108" y="2484"/>
                    <a:pt x="214" y="2454"/>
                    <a:pt x="317" y="2410"/>
                  </a:cubicBezTo>
                  <a:cubicBezTo>
                    <a:pt x="646" y="2273"/>
                    <a:pt x="911" y="2043"/>
                    <a:pt x="1135" y="1769"/>
                  </a:cubicBezTo>
                  <a:cubicBezTo>
                    <a:pt x="1567" y="1239"/>
                    <a:pt x="1827" y="574"/>
                    <a:pt x="2311" y="87"/>
                  </a:cubicBezTo>
                  <a:cubicBezTo>
                    <a:pt x="2340" y="56"/>
                    <a:pt x="2371" y="27"/>
                    <a:pt x="2403" y="0"/>
                  </a:cubicBezTo>
                  <a:cubicBezTo>
                    <a:pt x="1609" y="0"/>
                    <a:pt x="1609" y="0"/>
                    <a:pt x="1609" y="0"/>
                  </a:cubicBezTo>
                  <a:cubicBezTo>
                    <a:pt x="1123" y="679"/>
                    <a:pt x="737" y="1649"/>
                    <a:pt x="0" y="1874"/>
                  </a:cubicBezTo>
                  <a:lnTo>
                    <a:pt x="0" y="2502"/>
                  </a:lnTo>
                  <a:close/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122" name="Google Shape;122;p35"/>
            <p:cNvSpPr/>
            <p:nvPr/>
          </p:nvSpPr>
          <p:spPr>
            <a:xfrm>
              <a:off x="1300" y="0"/>
              <a:ext cx="6380" cy="1393"/>
            </a:xfrm>
            <a:custGeom>
              <a:avLst/>
              <a:gdLst/>
              <a:ahLst/>
              <a:cxnLst/>
              <a:rect l="l" t="t" r="r" b="b"/>
              <a:pathLst>
                <a:path w="15931" h="3477" extrusionOk="0">
                  <a:moveTo>
                    <a:pt x="15931" y="0"/>
                  </a:moveTo>
                  <a:cubicBezTo>
                    <a:pt x="15881" y="0"/>
                    <a:pt x="15881" y="0"/>
                    <a:pt x="15881" y="0"/>
                  </a:cubicBezTo>
                  <a:cubicBezTo>
                    <a:pt x="15796" y="48"/>
                    <a:pt x="15719" y="114"/>
                    <a:pt x="15652" y="201"/>
                  </a:cubicBezTo>
                  <a:cubicBezTo>
                    <a:pt x="15487" y="417"/>
                    <a:pt x="15533" y="749"/>
                    <a:pt x="15604" y="990"/>
                  </a:cubicBezTo>
                  <a:cubicBezTo>
                    <a:pt x="15665" y="1195"/>
                    <a:pt x="15755" y="1399"/>
                    <a:pt x="15867" y="1594"/>
                  </a:cubicBezTo>
                  <a:cubicBezTo>
                    <a:pt x="15756" y="1820"/>
                    <a:pt x="15616" y="2029"/>
                    <a:pt x="15445" y="2210"/>
                  </a:cubicBezTo>
                  <a:cubicBezTo>
                    <a:pt x="14943" y="2739"/>
                    <a:pt x="14143" y="2788"/>
                    <a:pt x="13568" y="2337"/>
                  </a:cubicBezTo>
                  <a:cubicBezTo>
                    <a:pt x="12962" y="1862"/>
                    <a:pt x="12636" y="1119"/>
                    <a:pt x="12092" y="582"/>
                  </a:cubicBezTo>
                  <a:cubicBezTo>
                    <a:pt x="11825" y="317"/>
                    <a:pt x="11481" y="104"/>
                    <a:pt x="11114" y="0"/>
                  </a:cubicBezTo>
                  <a:cubicBezTo>
                    <a:pt x="10170" y="0"/>
                    <a:pt x="10170" y="0"/>
                    <a:pt x="10170" y="0"/>
                  </a:cubicBezTo>
                  <a:cubicBezTo>
                    <a:pt x="10099" y="22"/>
                    <a:pt x="10029" y="51"/>
                    <a:pt x="9961" y="86"/>
                  </a:cubicBezTo>
                  <a:cubicBezTo>
                    <a:pt x="9355" y="394"/>
                    <a:pt x="9066" y="1125"/>
                    <a:pt x="8737" y="1676"/>
                  </a:cubicBezTo>
                  <a:cubicBezTo>
                    <a:pt x="8544" y="1998"/>
                    <a:pt x="8314" y="2294"/>
                    <a:pt x="7984" y="2487"/>
                  </a:cubicBezTo>
                  <a:cubicBezTo>
                    <a:pt x="7689" y="2659"/>
                    <a:pt x="7408" y="2562"/>
                    <a:pt x="7168" y="2349"/>
                  </a:cubicBezTo>
                  <a:cubicBezTo>
                    <a:pt x="6864" y="2077"/>
                    <a:pt x="6648" y="1714"/>
                    <a:pt x="6435" y="1371"/>
                  </a:cubicBezTo>
                  <a:cubicBezTo>
                    <a:pt x="6238" y="1056"/>
                    <a:pt x="6056" y="732"/>
                    <a:pt x="5859" y="418"/>
                  </a:cubicBezTo>
                  <a:cubicBezTo>
                    <a:pt x="5771" y="278"/>
                    <a:pt x="5674" y="133"/>
                    <a:pt x="5564" y="0"/>
                  </a:cubicBezTo>
                  <a:cubicBezTo>
                    <a:pt x="3912" y="0"/>
                    <a:pt x="3912" y="0"/>
                    <a:pt x="3912" y="0"/>
                  </a:cubicBezTo>
                  <a:cubicBezTo>
                    <a:pt x="3714" y="270"/>
                    <a:pt x="3579" y="582"/>
                    <a:pt x="3431" y="881"/>
                  </a:cubicBezTo>
                  <a:cubicBezTo>
                    <a:pt x="3263" y="1224"/>
                    <a:pt x="3031" y="1516"/>
                    <a:pt x="2739" y="1763"/>
                  </a:cubicBezTo>
                  <a:cubicBezTo>
                    <a:pt x="2497" y="1967"/>
                    <a:pt x="2191" y="2107"/>
                    <a:pt x="1877" y="2085"/>
                  </a:cubicBezTo>
                  <a:cubicBezTo>
                    <a:pt x="1557" y="2063"/>
                    <a:pt x="1328" y="1741"/>
                    <a:pt x="1191" y="1469"/>
                  </a:cubicBezTo>
                  <a:cubicBezTo>
                    <a:pt x="957" y="1003"/>
                    <a:pt x="876" y="477"/>
                    <a:pt x="67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7" y="92"/>
                    <a:pt x="105" y="191"/>
                    <a:pt x="146" y="289"/>
                  </a:cubicBezTo>
                  <a:cubicBezTo>
                    <a:pt x="428" y="963"/>
                    <a:pt x="509" y="1742"/>
                    <a:pt x="1034" y="2289"/>
                  </a:cubicBezTo>
                  <a:cubicBezTo>
                    <a:pt x="1620" y="2900"/>
                    <a:pt x="2485" y="2716"/>
                    <a:pt x="3088" y="2245"/>
                  </a:cubicBezTo>
                  <a:cubicBezTo>
                    <a:pt x="3404" y="1999"/>
                    <a:pt x="3682" y="1679"/>
                    <a:pt x="3875" y="1328"/>
                  </a:cubicBezTo>
                  <a:cubicBezTo>
                    <a:pt x="4055" y="999"/>
                    <a:pt x="4189" y="647"/>
                    <a:pt x="4405" y="337"/>
                  </a:cubicBezTo>
                  <a:cubicBezTo>
                    <a:pt x="4584" y="80"/>
                    <a:pt x="4740" y="31"/>
                    <a:pt x="4968" y="241"/>
                  </a:cubicBezTo>
                  <a:cubicBezTo>
                    <a:pt x="5249" y="500"/>
                    <a:pt x="5430" y="861"/>
                    <a:pt x="5619" y="1188"/>
                  </a:cubicBezTo>
                  <a:cubicBezTo>
                    <a:pt x="5817" y="1531"/>
                    <a:pt x="6029" y="1870"/>
                    <a:pt x="6257" y="2194"/>
                  </a:cubicBezTo>
                  <a:cubicBezTo>
                    <a:pt x="6488" y="2523"/>
                    <a:pt x="6759" y="2852"/>
                    <a:pt x="7121" y="3043"/>
                  </a:cubicBezTo>
                  <a:cubicBezTo>
                    <a:pt x="7949" y="3477"/>
                    <a:pt x="8735" y="2780"/>
                    <a:pt x="9167" y="2118"/>
                  </a:cubicBezTo>
                  <a:cubicBezTo>
                    <a:pt x="9493" y="1618"/>
                    <a:pt x="9728" y="898"/>
                    <a:pt x="10263" y="603"/>
                  </a:cubicBezTo>
                  <a:cubicBezTo>
                    <a:pt x="10873" y="267"/>
                    <a:pt x="11598" y="883"/>
                    <a:pt x="11974" y="1345"/>
                  </a:cubicBezTo>
                  <a:cubicBezTo>
                    <a:pt x="12458" y="1942"/>
                    <a:pt x="12832" y="2658"/>
                    <a:pt x="13541" y="3025"/>
                  </a:cubicBezTo>
                  <a:cubicBezTo>
                    <a:pt x="14359" y="3450"/>
                    <a:pt x="15319" y="3239"/>
                    <a:pt x="15929" y="2569"/>
                  </a:cubicBezTo>
                  <a:cubicBezTo>
                    <a:pt x="15930" y="2568"/>
                    <a:pt x="15930" y="2568"/>
                    <a:pt x="15931" y="2567"/>
                  </a:cubicBezTo>
                  <a:lnTo>
                    <a:pt x="15931" y="0"/>
                  </a:lnTo>
                  <a:close/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123" name="Google Shape;123;p35"/>
            <p:cNvSpPr/>
            <p:nvPr/>
          </p:nvSpPr>
          <p:spPr>
            <a:xfrm>
              <a:off x="0" y="1640"/>
              <a:ext cx="7680" cy="1636"/>
            </a:xfrm>
            <a:custGeom>
              <a:avLst/>
              <a:gdLst/>
              <a:ahLst/>
              <a:cxnLst/>
              <a:rect l="l" t="t" r="r" b="b"/>
              <a:pathLst>
                <a:path w="19177" h="4085" extrusionOk="0">
                  <a:moveTo>
                    <a:pt x="1340" y="2796"/>
                  </a:moveTo>
                  <a:cubicBezTo>
                    <a:pt x="1656" y="2549"/>
                    <a:pt x="1934" y="2229"/>
                    <a:pt x="2127" y="1878"/>
                  </a:cubicBezTo>
                  <a:cubicBezTo>
                    <a:pt x="2307" y="1549"/>
                    <a:pt x="2441" y="1197"/>
                    <a:pt x="2657" y="888"/>
                  </a:cubicBezTo>
                  <a:cubicBezTo>
                    <a:pt x="2836" y="630"/>
                    <a:pt x="2992" y="581"/>
                    <a:pt x="3220" y="791"/>
                  </a:cubicBezTo>
                  <a:cubicBezTo>
                    <a:pt x="3501" y="1050"/>
                    <a:pt x="3682" y="1412"/>
                    <a:pt x="3871" y="1738"/>
                  </a:cubicBezTo>
                  <a:cubicBezTo>
                    <a:pt x="4069" y="2081"/>
                    <a:pt x="4282" y="2420"/>
                    <a:pt x="4509" y="2744"/>
                  </a:cubicBezTo>
                  <a:cubicBezTo>
                    <a:pt x="4740" y="3074"/>
                    <a:pt x="5011" y="3403"/>
                    <a:pt x="5373" y="3593"/>
                  </a:cubicBezTo>
                  <a:cubicBezTo>
                    <a:pt x="6201" y="4027"/>
                    <a:pt x="6987" y="3330"/>
                    <a:pt x="7419" y="2668"/>
                  </a:cubicBezTo>
                  <a:cubicBezTo>
                    <a:pt x="7745" y="2169"/>
                    <a:pt x="7980" y="1448"/>
                    <a:pt x="8515" y="1154"/>
                  </a:cubicBezTo>
                  <a:cubicBezTo>
                    <a:pt x="9125" y="818"/>
                    <a:pt x="9850" y="1433"/>
                    <a:pt x="10226" y="1895"/>
                  </a:cubicBezTo>
                  <a:cubicBezTo>
                    <a:pt x="10710" y="2492"/>
                    <a:pt x="11084" y="3208"/>
                    <a:pt x="11793" y="3576"/>
                  </a:cubicBezTo>
                  <a:cubicBezTo>
                    <a:pt x="12776" y="4085"/>
                    <a:pt x="13807" y="3518"/>
                    <a:pt x="14558" y="2786"/>
                  </a:cubicBezTo>
                  <a:cubicBezTo>
                    <a:pt x="14703" y="2944"/>
                    <a:pt x="14858" y="3090"/>
                    <a:pt x="15020" y="3216"/>
                  </a:cubicBezTo>
                  <a:cubicBezTo>
                    <a:pt x="15699" y="3745"/>
                    <a:pt x="16735" y="3764"/>
                    <a:pt x="17506" y="3441"/>
                  </a:cubicBezTo>
                  <a:cubicBezTo>
                    <a:pt x="18291" y="3112"/>
                    <a:pt x="18762" y="2486"/>
                    <a:pt x="19177" y="1785"/>
                  </a:cubicBezTo>
                  <a:cubicBezTo>
                    <a:pt x="19177" y="623"/>
                    <a:pt x="19177" y="623"/>
                    <a:pt x="19177" y="623"/>
                  </a:cubicBezTo>
                  <a:cubicBezTo>
                    <a:pt x="18955" y="951"/>
                    <a:pt x="18766" y="1306"/>
                    <a:pt x="18568" y="1641"/>
                  </a:cubicBezTo>
                  <a:cubicBezTo>
                    <a:pt x="18129" y="2384"/>
                    <a:pt x="17500" y="2989"/>
                    <a:pt x="16594" y="3048"/>
                  </a:cubicBezTo>
                  <a:cubicBezTo>
                    <a:pt x="16226" y="3072"/>
                    <a:pt x="15784" y="3014"/>
                    <a:pt x="15471" y="2808"/>
                  </a:cubicBezTo>
                  <a:cubicBezTo>
                    <a:pt x="15399" y="2761"/>
                    <a:pt x="15431" y="2783"/>
                    <a:pt x="15375" y="2737"/>
                  </a:cubicBezTo>
                  <a:cubicBezTo>
                    <a:pt x="15326" y="2697"/>
                    <a:pt x="15279" y="2653"/>
                    <a:pt x="15232" y="2610"/>
                  </a:cubicBezTo>
                  <a:cubicBezTo>
                    <a:pt x="15140" y="2523"/>
                    <a:pt x="15054" y="2430"/>
                    <a:pt x="14971" y="2335"/>
                  </a:cubicBezTo>
                  <a:cubicBezTo>
                    <a:pt x="15027" y="2266"/>
                    <a:pt x="15081" y="2198"/>
                    <a:pt x="15132" y="2130"/>
                  </a:cubicBezTo>
                  <a:cubicBezTo>
                    <a:pt x="15421" y="1742"/>
                    <a:pt x="15744" y="1186"/>
                    <a:pt x="15603" y="683"/>
                  </a:cubicBezTo>
                  <a:cubicBezTo>
                    <a:pt x="15434" y="81"/>
                    <a:pt x="14613" y="53"/>
                    <a:pt x="14140" y="260"/>
                  </a:cubicBezTo>
                  <a:cubicBezTo>
                    <a:pt x="13512" y="534"/>
                    <a:pt x="13648" y="1264"/>
                    <a:pt x="13876" y="1764"/>
                  </a:cubicBezTo>
                  <a:cubicBezTo>
                    <a:pt x="13961" y="1951"/>
                    <a:pt x="14066" y="2136"/>
                    <a:pt x="14186" y="2314"/>
                  </a:cubicBezTo>
                  <a:cubicBezTo>
                    <a:pt x="13857" y="2639"/>
                    <a:pt x="13469" y="2925"/>
                    <a:pt x="13065" y="3079"/>
                  </a:cubicBezTo>
                  <a:cubicBezTo>
                    <a:pt x="12807" y="3177"/>
                    <a:pt x="12585" y="3207"/>
                    <a:pt x="12370" y="3156"/>
                  </a:cubicBezTo>
                  <a:cubicBezTo>
                    <a:pt x="12015" y="3073"/>
                    <a:pt x="11737" y="2841"/>
                    <a:pt x="11497" y="2577"/>
                  </a:cubicBezTo>
                  <a:cubicBezTo>
                    <a:pt x="10971" y="2000"/>
                    <a:pt x="10628" y="1285"/>
                    <a:pt x="9973" y="829"/>
                  </a:cubicBezTo>
                  <a:cubicBezTo>
                    <a:pt x="9336" y="385"/>
                    <a:pt x="8483" y="338"/>
                    <a:pt x="7893" y="870"/>
                  </a:cubicBezTo>
                  <a:cubicBezTo>
                    <a:pt x="7386" y="1326"/>
                    <a:pt x="7162" y="2024"/>
                    <a:pt x="6764" y="2564"/>
                  </a:cubicBezTo>
                  <a:cubicBezTo>
                    <a:pt x="6561" y="2840"/>
                    <a:pt x="6233" y="3140"/>
                    <a:pt x="5871" y="3130"/>
                  </a:cubicBezTo>
                  <a:cubicBezTo>
                    <a:pt x="5562" y="3121"/>
                    <a:pt x="5288" y="2789"/>
                    <a:pt x="5116" y="2565"/>
                  </a:cubicBezTo>
                  <a:cubicBezTo>
                    <a:pt x="4627" y="1925"/>
                    <a:pt x="4308" y="1168"/>
                    <a:pt x="3803" y="541"/>
                  </a:cubicBezTo>
                  <a:cubicBezTo>
                    <a:pt x="3550" y="226"/>
                    <a:pt x="3211" y="0"/>
                    <a:pt x="2795" y="71"/>
                  </a:cubicBezTo>
                  <a:cubicBezTo>
                    <a:pt x="2424" y="134"/>
                    <a:pt x="2166" y="517"/>
                    <a:pt x="1994" y="816"/>
                  </a:cubicBezTo>
                  <a:cubicBezTo>
                    <a:pt x="1814" y="1128"/>
                    <a:pt x="1693" y="1473"/>
                    <a:pt x="1489" y="1771"/>
                  </a:cubicBezTo>
                  <a:cubicBezTo>
                    <a:pt x="1272" y="2090"/>
                    <a:pt x="980" y="2366"/>
                    <a:pt x="634" y="2539"/>
                  </a:cubicBezTo>
                  <a:cubicBezTo>
                    <a:pt x="426" y="2643"/>
                    <a:pt x="206" y="2670"/>
                    <a:pt x="0" y="2600"/>
                  </a:cubicBezTo>
                  <a:cubicBezTo>
                    <a:pt x="0" y="3214"/>
                    <a:pt x="0" y="3214"/>
                    <a:pt x="0" y="3214"/>
                  </a:cubicBezTo>
                  <a:cubicBezTo>
                    <a:pt x="459" y="3281"/>
                    <a:pt x="954" y="3097"/>
                    <a:pt x="1340" y="2796"/>
                  </a:cubicBezTo>
                  <a:close/>
                  <a:moveTo>
                    <a:pt x="14287" y="904"/>
                  </a:moveTo>
                  <a:cubicBezTo>
                    <a:pt x="14283" y="918"/>
                    <a:pt x="14319" y="856"/>
                    <a:pt x="14310" y="861"/>
                  </a:cubicBezTo>
                  <a:cubicBezTo>
                    <a:pt x="14321" y="850"/>
                    <a:pt x="14341" y="832"/>
                    <a:pt x="14340" y="831"/>
                  </a:cubicBezTo>
                  <a:cubicBezTo>
                    <a:pt x="14356" y="820"/>
                    <a:pt x="14373" y="811"/>
                    <a:pt x="14389" y="802"/>
                  </a:cubicBezTo>
                  <a:cubicBezTo>
                    <a:pt x="14409" y="791"/>
                    <a:pt x="14465" y="775"/>
                    <a:pt x="14529" y="761"/>
                  </a:cubicBezTo>
                  <a:cubicBezTo>
                    <a:pt x="14599" y="746"/>
                    <a:pt x="14686" y="746"/>
                    <a:pt x="14766" y="747"/>
                  </a:cubicBezTo>
                  <a:cubicBezTo>
                    <a:pt x="14794" y="747"/>
                    <a:pt x="14822" y="749"/>
                    <a:pt x="14850" y="752"/>
                  </a:cubicBezTo>
                  <a:cubicBezTo>
                    <a:pt x="14800" y="748"/>
                    <a:pt x="14878" y="757"/>
                    <a:pt x="14886" y="759"/>
                  </a:cubicBezTo>
                  <a:cubicBezTo>
                    <a:pt x="14910" y="764"/>
                    <a:pt x="14934" y="772"/>
                    <a:pt x="14957" y="779"/>
                  </a:cubicBezTo>
                  <a:cubicBezTo>
                    <a:pt x="14958" y="779"/>
                    <a:pt x="14958" y="779"/>
                    <a:pt x="14958" y="780"/>
                  </a:cubicBezTo>
                  <a:cubicBezTo>
                    <a:pt x="14960" y="781"/>
                    <a:pt x="14964" y="783"/>
                    <a:pt x="14968" y="785"/>
                  </a:cubicBezTo>
                  <a:cubicBezTo>
                    <a:pt x="14981" y="792"/>
                    <a:pt x="14988" y="795"/>
                    <a:pt x="14992" y="796"/>
                  </a:cubicBezTo>
                  <a:cubicBezTo>
                    <a:pt x="14992" y="795"/>
                    <a:pt x="14992" y="795"/>
                    <a:pt x="14992" y="796"/>
                  </a:cubicBezTo>
                  <a:cubicBezTo>
                    <a:pt x="14993" y="796"/>
                    <a:pt x="14993" y="796"/>
                    <a:pt x="14994" y="796"/>
                  </a:cubicBezTo>
                  <a:cubicBezTo>
                    <a:pt x="14995" y="798"/>
                    <a:pt x="14997" y="801"/>
                    <a:pt x="15000" y="804"/>
                  </a:cubicBezTo>
                  <a:cubicBezTo>
                    <a:pt x="15002" y="806"/>
                    <a:pt x="15003" y="808"/>
                    <a:pt x="15005" y="810"/>
                  </a:cubicBezTo>
                  <a:cubicBezTo>
                    <a:pt x="15009" y="814"/>
                    <a:pt x="15013" y="819"/>
                    <a:pt x="15019" y="825"/>
                  </a:cubicBezTo>
                  <a:cubicBezTo>
                    <a:pt x="15014" y="820"/>
                    <a:pt x="15011" y="816"/>
                    <a:pt x="15007" y="813"/>
                  </a:cubicBezTo>
                  <a:cubicBezTo>
                    <a:pt x="15011" y="817"/>
                    <a:pt x="15014" y="822"/>
                    <a:pt x="15017" y="826"/>
                  </a:cubicBezTo>
                  <a:cubicBezTo>
                    <a:pt x="15019" y="829"/>
                    <a:pt x="15021" y="832"/>
                    <a:pt x="15023" y="835"/>
                  </a:cubicBezTo>
                  <a:cubicBezTo>
                    <a:pt x="15023" y="837"/>
                    <a:pt x="15024" y="839"/>
                    <a:pt x="15025" y="842"/>
                  </a:cubicBezTo>
                  <a:cubicBezTo>
                    <a:pt x="15031" y="859"/>
                    <a:pt x="15035" y="870"/>
                    <a:pt x="15037" y="876"/>
                  </a:cubicBezTo>
                  <a:cubicBezTo>
                    <a:pt x="15036" y="878"/>
                    <a:pt x="15035" y="886"/>
                    <a:pt x="15036" y="904"/>
                  </a:cubicBezTo>
                  <a:cubicBezTo>
                    <a:pt x="15037" y="927"/>
                    <a:pt x="15036" y="949"/>
                    <a:pt x="15035" y="971"/>
                  </a:cubicBezTo>
                  <a:cubicBezTo>
                    <a:pt x="15034" y="977"/>
                    <a:pt x="15034" y="981"/>
                    <a:pt x="15034" y="985"/>
                  </a:cubicBezTo>
                  <a:cubicBezTo>
                    <a:pt x="15034" y="985"/>
                    <a:pt x="15034" y="985"/>
                    <a:pt x="15034" y="986"/>
                  </a:cubicBezTo>
                  <a:cubicBezTo>
                    <a:pt x="15018" y="1088"/>
                    <a:pt x="14963" y="1238"/>
                    <a:pt x="14945" y="1280"/>
                  </a:cubicBezTo>
                  <a:cubicBezTo>
                    <a:pt x="14855" y="1480"/>
                    <a:pt x="14734" y="1670"/>
                    <a:pt x="14602" y="1842"/>
                  </a:cubicBezTo>
                  <a:cubicBezTo>
                    <a:pt x="14532" y="1730"/>
                    <a:pt x="14467" y="1614"/>
                    <a:pt x="14409" y="1495"/>
                  </a:cubicBezTo>
                  <a:cubicBezTo>
                    <a:pt x="14361" y="1397"/>
                    <a:pt x="14318" y="1277"/>
                    <a:pt x="14289" y="1154"/>
                  </a:cubicBezTo>
                  <a:cubicBezTo>
                    <a:pt x="14269" y="1070"/>
                    <a:pt x="14266" y="979"/>
                    <a:pt x="14287" y="904"/>
                  </a:cubicBezTo>
                  <a:close/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124" name="Google Shape;124;p35"/>
            <p:cNvSpPr/>
            <p:nvPr/>
          </p:nvSpPr>
          <p:spPr>
            <a:xfrm>
              <a:off x="6004" y="1959"/>
              <a:ext cx="6" cy="6"/>
            </a:xfrm>
            <a:custGeom>
              <a:avLst/>
              <a:gdLst/>
              <a:ahLst/>
              <a:cxnLst/>
              <a:rect l="l" t="t" r="r" b="b"/>
              <a:pathLst>
                <a:path w="15" h="17" extrusionOk="0">
                  <a:moveTo>
                    <a:pt x="13" y="14"/>
                  </a:moveTo>
                  <a:cubicBezTo>
                    <a:pt x="11" y="12"/>
                    <a:pt x="10" y="10"/>
                    <a:pt x="8" y="8"/>
                  </a:cubicBezTo>
                  <a:cubicBezTo>
                    <a:pt x="4" y="4"/>
                    <a:pt x="2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5" y="6"/>
                    <a:pt x="15" y="17"/>
                  </a:cubicBezTo>
                  <a:cubicBezTo>
                    <a:pt x="15" y="16"/>
                    <a:pt x="14" y="15"/>
                    <a:pt x="13" y="14"/>
                  </a:cubicBezTo>
                  <a:close/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125" name="Google Shape;125;p35"/>
            <p:cNvSpPr/>
            <p:nvPr/>
          </p:nvSpPr>
          <p:spPr>
            <a:xfrm>
              <a:off x="0" y="3115"/>
              <a:ext cx="1314" cy="1205"/>
            </a:xfrm>
            <a:custGeom>
              <a:avLst/>
              <a:gdLst/>
              <a:ahLst/>
              <a:cxnLst/>
              <a:rect l="l" t="t" r="r" b="b"/>
              <a:pathLst>
                <a:path w="3281" h="3008" extrusionOk="0">
                  <a:moveTo>
                    <a:pt x="1239" y="812"/>
                  </a:moveTo>
                  <a:cubicBezTo>
                    <a:pt x="1259" y="803"/>
                    <a:pt x="1370" y="781"/>
                    <a:pt x="1359" y="781"/>
                  </a:cubicBezTo>
                  <a:cubicBezTo>
                    <a:pt x="1387" y="779"/>
                    <a:pt x="1416" y="781"/>
                    <a:pt x="1444" y="783"/>
                  </a:cubicBezTo>
                  <a:cubicBezTo>
                    <a:pt x="1371" y="777"/>
                    <a:pt x="1511" y="812"/>
                    <a:pt x="1465" y="790"/>
                  </a:cubicBezTo>
                  <a:cubicBezTo>
                    <a:pt x="1557" y="831"/>
                    <a:pt x="1614" y="891"/>
                    <a:pt x="1665" y="961"/>
                  </a:cubicBezTo>
                  <a:cubicBezTo>
                    <a:pt x="1750" y="1077"/>
                    <a:pt x="1818" y="1210"/>
                    <a:pt x="1873" y="1342"/>
                  </a:cubicBezTo>
                  <a:cubicBezTo>
                    <a:pt x="2102" y="1888"/>
                    <a:pt x="2198" y="2503"/>
                    <a:pt x="2506" y="3008"/>
                  </a:cubicBezTo>
                  <a:cubicBezTo>
                    <a:pt x="3281" y="3008"/>
                    <a:pt x="3281" y="3008"/>
                    <a:pt x="3281" y="3008"/>
                  </a:cubicBezTo>
                  <a:cubicBezTo>
                    <a:pt x="2860" y="2710"/>
                    <a:pt x="2736" y="2004"/>
                    <a:pt x="2588" y="1557"/>
                  </a:cubicBezTo>
                  <a:cubicBezTo>
                    <a:pt x="2436" y="1095"/>
                    <a:pt x="2223" y="466"/>
                    <a:pt x="1734" y="258"/>
                  </a:cubicBezTo>
                  <a:cubicBezTo>
                    <a:pt x="1126" y="0"/>
                    <a:pt x="527" y="491"/>
                    <a:pt x="166" y="944"/>
                  </a:cubicBezTo>
                  <a:cubicBezTo>
                    <a:pt x="108" y="1017"/>
                    <a:pt x="53" y="1092"/>
                    <a:pt x="0" y="1168"/>
                  </a:cubicBezTo>
                  <a:cubicBezTo>
                    <a:pt x="0" y="2267"/>
                    <a:pt x="0" y="2267"/>
                    <a:pt x="0" y="2267"/>
                  </a:cubicBezTo>
                  <a:cubicBezTo>
                    <a:pt x="243" y="1874"/>
                    <a:pt x="467" y="1467"/>
                    <a:pt x="792" y="1140"/>
                  </a:cubicBezTo>
                  <a:cubicBezTo>
                    <a:pt x="923" y="1007"/>
                    <a:pt x="1070" y="894"/>
                    <a:pt x="1239" y="812"/>
                  </a:cubicBezTo>
                  <a:close/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126" name="Google Shape;126;p35"/>
            <p:cNvSpPr/>
            <p:nvPr/>
          </p:nvSpPr>
          <p:spPr>
            <a:xfrm>
              <a:off x="6636" y="3348"/>
              <a:ext cx="888" cy="972"/>
            </a:xfrm>
            <a:custGeom>
              <a:avLst/>
              <a:gdLst/>
              <a:ahLst/>
              <a:cxnLst/>
              <a:rect l="l" t="t" r="r" b="b"/>
              <a:pathLst>
                <a:path w="2218" h="2426" extrusionOk="0">
                  <a:moveTo>
                    <a:pt x="2167" y="1307"/>
                  </a:moveTo>
                  <a:cubicBezTo>
                    <a:pt x="2218" y="1033"/>
                    <a:pt x="2203" y="739"/>
                    <a:pt x="2052" y="497"/>
                  </a:cubicBezTo>
                  <a:cubicBezTo>
                    <a:pt x="1881" y="225"/>
                    <a:pt x="1592" y="116"/>
                    <a:pt x="1288" y="76"/>
                  </a:cubicBezTo>
                  <a:cubicBezTo>
                    <a:pt x="708" y="0"/>
                    <a:pt x="0" y="286"/>
                    <a:pt x="77" y="972"/>
                  </a:cubicBezTo>
                  <a:cubicBezTo>
                    <a:pt x="136" y="1492"/>
                    <a:pt x="465" y="1966"/>
                    <a:pt x="812" y="2366"/>
                  </a:cubicBezTo>
                  <a:cubicBezTo>
                    <a:pt x="786" y="2387"/>
                    <a:pt x="761" y="2407"/>
                    <a:pt x="735" y="2426"/>
                  </a:cubicBezTo>
                  <a:cubicBezTo>
                    <a:pt x="1696" y="2426"/>
                    <a:pt x="1696" y="2426"/>
                    <a:pt x="1696" y="2426"/>
                  </a:cubicBezTo>
                  <a:cubicBezTo>
                    <a:pt x="1681" y="2412"/>
                    <a:pt x="1665" y="2397"/>
                    <a:pt x="1649" y="2382"/>
                  </a:cubicBezTo>
                  <a:cubicBezTo>
                    <a:pt x="1910" y="2059"/>
                    <a:pt x="2096" y="1688"/>
                    <a:pt x="2167" y="1307"/>
                  </a:cubicBezTo>
                  <a:close/>
                  <a:moveTo>
                    <a:pt x="671" y="926"/>
                  </a:moveTo>
                  <a:cubicBezTo>
                    <a:pt x="677" y="957"/>
                    <a:pt x="673" y="889"/>
                    <a:pt x="672" y="847"/>
                  </a:cubicBezTo>
                  <a:cubicBezTo>
                    <a:pt x="674" y="835"/>
                    <a:pt x="677" y="816"/>
                    <a:pt x="679" y="809"/>
                  </a:cubicBezTo>
                  <a:cubicBezTo>
                    <a:pt x="680" y="805"/>
                    <a:pt x="680" y="803"/>
                    <a:pt x="681" y="801"/>
                  </a:cubicBezTo>
                  <a:cubicBezTo>
                    <a:pt x="682" y="799"/>
                    <a:pt x="682" y="798"/>
                    <a:pt x="683" y="797"/>
                  </a:cubicBezTo>
                  <a:cubicBezTo>
                    <a:pt x="690" y="782"/>
                    <a:pt x="735" y="728"/>
                    <a:pt x="689" y="783"/>
                  </a:cubicBezTo>
                  <a:cubicBezTo>
                    <a:pt x="699" y="771"/>
                    <a:pt x="705" y="763"/>
                    <a:pt x="708" y="759"/>
                  </a:cubicBezTo>
                  <a:cubicBezTo>
                    <a:pt x="710" y="758"/>
                    <a:pt x="714" y="756"/>
                    <a:pt x="721" y="751"/>
                  </a:cubicBezTo>
                  <a:cubicBezTo>
                    <a:pt x="880" y="643"/>
                    <a:pt x="1216" y="640"/>
                    <a:pt x="1427" y="715"/>
                  </a:cubicBezTo>
                  <a:cubicBezTo>
                    <a:pt x="1375" y="697"/>
                    <a:pt x="1518" y="782"/>
                    <a:pt x="1490" y="754"/>
                  </a:cubicBezTo>
                  <a:cubicBezTo>
                    <a:pt x="1503" y="766"/>
                    <a:pt x="1515" y="779"/>
                    <a:pt x="1527" y="792"/>
                  </a:cubicBezTo>
                  <a:cubicBezTo>
                    <a:pt x="1498" y="760"/>
                    <a:pt x="1541" y="810"/>
                    <a:pt x="1547" y="820"/>
                  </a:cubicBezTo>
                  <a:cubicBezTo>
                    <a:pt x="1551" y="826"/>
                    <a:pt x="1566" y="858"/>
                    <a:pt x="1570" y="864"/>
                  </a:cubicBezTo>
                  <a:cubicBezTo>
                    <a:pt x="1575" y="880"/>
                    <a:pt x="1579" y="896"/>
                    <a:pt x="1584" y="912"/>
                  </a:cubicBezTo>
                  <a:cubicBezTo>
                    <a:pt x="1585" y="919"/>
                    <a:pt x="1593" y="963"/>
                    <a:pt x="1594" y="964"/>
                  </a:cubicBezTo>
                  <a:cubicBezTo>
                    <a:pt x="1596" y="993"/>
                    <a:pt x="1596" y="1021"/>
                    <a:pt x="1596" y="1049"/>
                  </a:cubicBezTo>
                  <a:cubicBezTo>
                    <a:pt x="1595" y="1261"/>
                    <a:pt x="1481" y="1531"/>
                    <a:pt x="1345" y="1754"/>
                  </a:cubicBezTo>
                  <a:cubicBezTo>
                    <a:pt x="1307" y="1815"/>
                    <a:pt x="1267" y="1875"/>
                    <a:pt x="1223" y="1934"/>
                  </a:cubicBezTo>
                  <a:cubicBezTo>
                    <a:pt x="998" y="1666"/>
                    <a:pt x="806" y="1372"/>
                    <a:pt x="710" y="1085"/>
                  </a:cubicBezTo>
                  <a:cubicBezTo>
                    <a:pt x="693" y="1033"/>
                    <a:pt x="680" y="980"/>
                    <a:pt x="671" y="926"/>
                  </a:cubicBezTo>
                  <a:close/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127" name="Google Shape;127;p35"/>
            <p:cNvSpPr/>
            <p:nvPr/>
          </p:nvSpPr>
          <p:spPr>
            <a:xfrm>
              <a:off x="1685" y="3295"/>
              <a:ext cx="1732" cy="1025"/>
            </a:xfrm>
            <a:custGeom>
              <a:avLst/>
              <a:gdLst/>
              <a:ahLst/>
              <a:cxnLst/>
              <a:rect l="l" t="t" r="r" b="b"/>
              <a:pathLst>
                <a:path w="4324" h="2558" extrusionOk="0">
                  <a:moveTo>
                    <a:pt x="2471" y="140"/>
                  </a:moveTo>
                  <a:cubicBezTo>
                    <a:pt x="2105" y="0"/>
                    <a:pt x="1728" y="232"/>
                    <a:pt x="1505" y="508"/>
                  </a:cubicBezTo>
                  <a:cubicBezTo>
                    <a:pt x="1258" y="812"/>
                    <a:pt x="1106" y="1174"/>
                    <a:pt x="932" y="1522"/>
                  </a:cubicBezTo>
                  <a:cubicBezTo>
                    <a:pt x="754" y="1877"/>
                    <a:pt x="406" y="2333"/>
                    <a:pt x="0" y="2558"/>
                  </a:cubicBezTo>
                  <a:cubicBezTo>
                    <a:pt x="929" y="2558"/>
                    <a:pt x="929" y="2558"/>
                    <a:pt x="929" y="2558"/>
                  </a:cubicBezTo>
                  <a:cubicBezTo>
                    <a:pt x="1110" y="2370"/>
                    <a:pt x="1270" y="2157"/>
                    <a:pt x="1394" y="1931"/>
                  </a:cubicBezTo>
                  <a:cubicBezTo>
                    <a:pt x="1574" y="1602"/>
                    <a:pt x="1708" y="1250"/>
                    <a:pt x="1924" y="940"/>
                  </a:cubicBezTo>
                  <a:cubicBezTo>
                    <a:pt x="2102" y="683"/>
                    <a:pt x="2259" y="634"/>
                    <a:pt x="2487" y="844"/>
                  </a:cubicBezTo>
                  <a:cubicBezTo>
                    <a:pt x="2767" y="1103"/>
                    <a:pt x="2949" y="1465"/>
                    <a:pt x="3138" y="1791"/>
                  </a:cubicBezTo>
                  <a:cubicBezTo>
                    <a:pt x="3287" y="2050"/>
                    <a:pt x="3446" y="2308"/>
                    <a:pt x="3613" y="2558"/>
                  </a:cubicBezTo>
                  <a:cubicBezTo>
                    <a:pt x="4324" y="2558"/>
                    <a:pt x="4324" y="2558"/>
                    <a:pt x="4324" y="2558"/>
                  </a:cubicBezTo>
                  <a:cubicBezTo>
                    <a:pt x="4160" y="2330"/>
                    <a:pt x="4025" y="2089"/>
                    <a:pt x="3927" y="1931"/>
                  </a:cubicBezTo>
                  <a:cubicBezTo>
                    <a:pt x="3544" y="1313"/>
                    <a:pt x="3194" y="419"/>
                    <a:pt x="2471" y="140"/>
                  </a:cubicBezTo>
                  <a:close/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128" name="Google Shape;128;p35"/>
            <p:cNvSpPr/>
            <p:nvPr/>
          </p:nvSpPr>
          <p:spPr>
            <a:xfrm>
              <a:off x="4117" y="3491"/>
              <a:ext cx="1962" cy="829"/>
            </a:xfrm>
            <a:custGeom>
              <a:avLst/>
              <a:gdLst/>
              <a:ahLst/>
              <a:cxnLst/>
              <a:rect l="l" t="t" r="r" b="b"/>
              <a:pathLst>
                <a:path w="4899" h="2070" extrusionOk="0">
                  <a:moveTo>
                    <a:pt x="4323" y="1481"/>
                  </a:moveTo>
                  <a:cubicBezTo>
                    <a:pt x="3793" y="895"/>
                    <a:pt x="3249" y="274"/>
                    <a:pt x="2447" y="86"/>
                  </a:cubicBezTo>
                  <a:cubicBezTo>
                    <a:pt x="2081" y="0"/>
                    <a:pt x="1707" y="36"/>
                    <a:pt x="1377" y="218"/>
                  </a:cubicBezTo>
                  <a:cubicBezTo>
                    <a:pt x="1082" y="380"/>
                    <a:pt x="864" y="661"/>
                    <a:pt x="682" y="936"/>
                  </a:cubicBezTo>
                  <a:cubicBezTo>
                    <a:pt x="443" y="1299"/>
                    <a:pt x="259" y="1718"/>
                    <a:pt x="0" y="2070"/>
                  </a:cubicBezTo>
                  <a:cubicBezTo>
                    <a:pt x="713" y="2070"/>
                    <a:pt x="713" y="2070"/>
                    <a:pt x="713" y="2070"/>
                  </a:cubicBezTo>
                  <a:cubicBezTo>
                    <a:pt x="992" y="1588"/>
                    <a:pt x="1231" y="982"/>
                    <a:pt x="1710" y="718"/>
                  </a:cubicBezTo>
                  <a:cubicBezTo>
                    <a:pt x="2307" y="390"/>
                    <a:pt x="3039" y="994"/>
                    <a:pt x="3448" y="1414"/>
                  </a:cubicBezTo>
                  <a:cubicBezTo>
                    <a:pt x="3651" y="1621"/>
                    <a:pt x="3844" y="1850"/>
                    <a:pt x="4046" y="2070"/>
                  </a:cubicBezTo>
                  <a:cubicBezTo>
                    <a:pt x="4899" y="2070"/>
                    <a:pt x="4899" y="2070"/>
                    <a:pt x="4899" y="2070"/>
                  </a:cubicBezTo>
                  <a:cubicBezTo>
                    <a:pt x="4690" y="1890"/>
                    <a:pt x="4502" y="1677"/>
                    <a:pt x="4323" y="1481"/>
                  </a:cubicBezTo>
                  <a:close/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</p:grpSp>
      <p:grpSp>
        <p:nvGrpSpPr>
          <p:cNvPr id="129" name="Google Shape;129;p35"/>
          <p:cNvGrpSpPr/>
          <p:nvPr/>
        </p:nvGrpSpPr>
        <p:grpSpPr>
          <a:xfrm>
            <a:off x="0" y="0"/>
            <a:ext cx="12192000" cy="6858000"/>
            <a:chOff x="0" y="0"/>
            <a:chExt cx="7680" cy="4320"/>
          </a:xfrm>
        </p:grpSpPr>
        <p:sp>
          <p:nvSpPr>
            <p:cNvPr id="130" name="Google Shape;130;p35"/>
            <p:cNvSpPr/>
            <p:nvPr/>
          </p:nvSpPr>
          <p:spPr>
            <a:xfrm>
              <a:off x="1685" y="3335"/>
              <a:ext cx="1732" cy="985"/>
            </a:xfrm>
            <a:custGeom>
              <a:avLst/>
              <a:gdLst/>
              <a:ahLst/>
              <a:cxnLst/>
              <a:rect l="l" t="t" r="r" b="b"/>
              <a:pathLst>
                <a:path w="4730" h="2692" extrusionOk="0">
                  <a:moveTo>
                    <a:pt x="2454" y="0"/>
                  </a:moveTo>
                  <a:cubicBezTo>
                    <a:pt x="2139" y="0"/>
                    <a:pt x="1840" y="209"/>
                    <a:pt x="1646" y="448"/>
                  </a:cubicBezTo>
                  <a:cubicBezTo>
                    <a:pt x="1376" y="781"/>
                    <a:pt x="1209" y="1177"/>
                    <a:pt x="1019" y="1557"/>
                  </a:cubicBezTo>
                  <a:cubicBezTo>
                    <a:pt x="824" y="1946"/>
                    <a:pt x="444" y="2445"/>
                    <a:pt x="0" y="2692"/>
                  </a:cubicBezTo>
                  <a:cubicBezTo>
                    <a:pt x="1015" y="2692"/>
                    <a:pt x="1015" y="2692"/>
                    <a:pt x="1015" y="2692"/>
                  </a:cubicBezTo>
                  <a:cubicBezTo>
                    <a:pt x="1214" y="2485"/>
                    <a:pt x="1389" y="2252"/>
                    <a:pt x="1524" y="2005"/>
                  </a:cubicBezTo>
                  <a:cubicBezTo>
                    <a:pt x="1722" y="1645"/>
                    <a:pt x="1868" y="1260"/>
                    <a:pt x="2104" y="921"/>
                  </a:cubicBezTo>
                  <a:cubicBezTo>
                    <a:pt x="2217" y="759"/>
                    <a:pt x="2322" y="672"/>
                    <a:pt x="2438" y="672"/>
                  </a:cubicBezTo>
                  <a:cubicBezTo>
                    <a:pt x="2523" y="672"/>
                    <a:pt x="2615" y="719"/>
                    <a:pt x="2720" y="816"/>
                  </a:cubicBezTo>
                  <a:cubicBezTo>
                    <a:pt x="3027" y="1099"/>
                    <a:pt x="3226" y="1495"/>
                    <a:pt x="3432" y="1852"/>
                  </a:cubicBezTo>
                  <a:cubicBezTo>
                    <a:pt x="3596" y="2136"/>
                    <a:pt x="3769" y="2418"/>
                    <a:pt x="3952" y="2692"/>
                  </a:cubicBezTo>
                  <a:cubicBezTo>
                    <a:pt x="4730" y="2692"/>
                    <a:pt x="4730" y="2692"/>
                    <a:pt x="4730" y="2692"/>
                  </a:cubicBezTo>
                  <a:cubicBezTo>
                    <a:pt x="4551" y="2442"/>
                    <a:pt x="4403" y="2178"/>
                    <a:pt x="4295" y="2005"/>
                  </a:cubicBezTo>
                  <a:cubicBezTo>
                    <a:pt x="3876" y="1329"/>
                    <a:pt x="3494" y="351"/>
                    <a:pt x="2703" y="46"/>
                  </a:cubicBezTo>
                  <a:cubicBezTo>
                    <a:pt x="2620" y="14"/>
                    <a:pt x="2536" y="0"/>
                    <a:pt x="2454" y="0"/>
                  </a:cubicBezTo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131" name="Google Shape;131;p35"/>
            <p:cNvSpPr/>
            <p:nvPr/>
          </p:nvSpPr>
          <p:spPr>
            <a:xfrm>
              <a:off x="6638" y="3374"/>
              <a:ext cx="886" cy="946"/>
            </a:xfrm>
            <a:custGeom>
              <a:avLst/>
              <a:gdLst/>
              <a:ahLst/>
              <a:cxnLst/>
              <a:rect l="l" t="t" r="r" b="b"/>
              <a:pathLst>
                <a:path w="2418" h="2585" extrusionOk="0">
                  <a:moveTo>
                    <a:pt x="745" y="787"/>
                  </a:moveTo>
                  <a:cubicBezTo>
                    <a:pt x="757" y="773"/>
                    <a:pt x="763" y="765"/>
                    <a:pt x="766" y="761"/>
                  </a:cubicBezTo>
                  <a:cubicBezTo>
                    <a:pt x="768" y="760"/>
                    <a:pt x="773" y="757"/>
                    <a:pt x="780" y="752"/>
                  </a:cubicBezTo>
                  <a:cubicBezTo>
                    <a:pt x="876" y="687"/>
                    <a:pt x="1032" y="656"/>
                    <a:pt x="1191" y="656"/>
                  </a:cubicBezTo>
                  <a:cubicBezTo>
                    <a:pt x="1319" y="656"/>
                    <a:pt x="1449" y="676"/>
                    <a:pt x="1552" y="713"/>
                  </a:cubicBezTo>
                  <a:cubicBezTo>
                    <a:pt x="1547" y="711"/>
                    <a:pt x="1543" y="710"/>
                    <a:pt x="1542" y="710"/>
                  </a:cubicBezTo>
                  <a:cubicBezTo>
                    <a:pt x="1535" y="710"/>
                    <a:pt x="1553" y="723"/>
                    <a:pt x="1574" y="736"/>
                  </a:cubicBezTo>
                  <a:cubicBezTo>
                    <a:pt x="1595" y="749"/>
                    <a:pt x="1619" y="761"/>
                    <a:pt x="1625" y="761"/>
                  </a:cubicBezTo>
                  <a:cubicBezTo>
                    <a:pt x="1627" y="761"/>
                    <a:pt x="1626" y="760"/>
                    <a:pt x="1622" y="755"/>
                  </a:cubicBezTo>
                  <a:cubicBezTo>
                    <a:pt x="1636" y="768"/>
                    <a:pt x="1650" y="782"/>
                    <a:pt x="1663" y="796"/>
                  </a:cubicBezTo>
                  <a:cubicBezTo>
                    <a:pt x="1655" y="788"/>
                    <a:pt x="1652" y="785"/>
                    <a:pt x="1652" y="785"/>
                  </a:cubicBezTo>
                  <a:cubicBezTo>
                    <a:pt x="1650" y="785"/>
                    <a:pt x="1679" y="819"/>
                    <a:pt x="1685" y="828"/>
                  </a:cubicBezTo>
                  <a:cubicBezTo>
                    <a:pt x="1689" y="834"/>
                    <a:pt x="1705" y="869"/>
                    <a:pt x="1709" y="876"/>
                  </a:cubicBezTo>
                  <a:cubicBezTo>
                    <a:pt x="1715" y="893"/>
                    <a:pt x="1720" y="911"/>
                    <a:pt x="1724" y="928"/>
                  </a:cubicBezTo>
                  <a:cubicBezTo>
                    <a:pt x="1726" y="936"/>
                    <a:pt x="1734" y="984"/>
                    <a:pt x="1736" y="985"/>
                  </a:cubicBezTo>
                  <a:cubicBezTo>
                    <a:pt x="1738" y="1016"/>
                    <a:pt x="1738" y="1047"/>
                    <a:pt x="1738" y="1078"/>
                  </a:cubicBezTo>
                  <a:cubicBezTo>
                    <a:pt x="1737" y="1310"/>
                    <a:pt x="1612" y="1605"/>
                    <a:pt x="1463" y="1849"/>
                  </a:cubicBezTo>
                  <a:cubicBezTo>
                    <a:pt x="1422" y="1916"/>
                    <a:pt x="1378" y="1982"/>
                    <a:pt x="1330" y="2046"/>
                  </a:cubicBezTo>
                  <a:cubicBezTo>
                    <a:pt x="1084" y="1752"/>
                    <a:pt x="874" y="1432"/>
                    <a:pt x="769" y="1117"/>
                  </a:cubicBezTo>
                  <a:cubicBezTo>
                    <a:pt x="750" y="1060"/>
                    <a:pt x="736" y="1002"/>
                    <a:pt x="726" y="943"/>
                  </a:cubicBezTo>
                  <a:cubicBezTo>
                    <a:pt x="727" y="949"/>
                    <a:pt x="728" y="952"/>
                    <a:pt x="729" y="952"/>
                  </a:cubicBezTo>
                  <a:cubicBezTo>
                    <a:pt x="731" y="952"/>
                    <a:pt x="728" y="895"/>
                    <a:pt x="728" y="856"/>
                  </a:cubicBezTo>
                  <a:cubicBezTo>
                    <a:pt x="729" y="844"/>
                    <a:pt x="732" y="823"/>
                    <a:pt x="735" y="815"/>
                  </a:cubicBezTo>
                  <a:cubicBezTo>
                    <a:pt x="736" y="811"/>
                    <a:pt x="736" y="809"/>
                    <a:pt x="737" y="806"/>
                  </a:cubicBezTo>
                  <a:cubicBezTo>
                    <a:pt x="738" y="805"/>
                    <a:pt x="738" y="803"/>
                    <a:pt x="739" y="802"/>
                  </a:cubicBezTo>
                  <a:cubicBezTo>
                    <a:pt x="745" y="791"/>
                    <a:pt x="768" y="761"/>
                    <a:pt x="768" y="761"/>
                  </a:cubicBezTo>
                  <a:cubicBezTo>
                    <a:pt x="767" y="761"/>
                    <a:pt x="761" y="768"/>
                    <a:pt x="745" y="787"/>
                  </a:cubicBezTo>
                  <a:moveTo>
                    <a:pt x="1199" y="0"/>
                  </a:moveTo>
                  <a:cubicBezTo>
                    <a:pt x="614" y="0"/>
                    <a:pt x="0" y="321"/>
                    <a:pt x="76" y="993"/>
                  </a:cubicBezTo>
                  <a:cubicBezTo>
                    <a:pt x="140" y="1563"/>
                    <a:pt x="501" y="2081"/>
                    <a:pt x="880" y="2519"/>
                  </a:cubicBezTo>
                  <a:cubicBezTo>
                    <a:pt x="852" y="2541"/>
                    <a:pt x="824" y="2563"/>
                    <a:pt x="796" y="2585"/>
                  </a:cubicBezTo>
                  <a:cubicBezTo>
                    <a:pt x="1848" y="2585"/>
                    <a:pt x="1848" y="2585"/>
                    <a:pt x="1848" y="2585"/>
                  </a:cubicBezTo>
                  <a:cubicBezTo>
                    <a:pt x="1830" y="2569"/>
                    <a:pt x="1813" y="2552"/>
                    <a:pt x="1795" y="2536"/>
                  </a:cubicBezTo>
                  <a:cubicBezTo>
                    <a:pt x="2081" y="2182"/>
                    <a:pt x="2285" y="1777"/>
                    <a:pt x="2363" y="1360"/>
                  </a:cubicBezTo>
                  <a:cubicBezTo>
                    <a:pt x="2418" y="1060"/>
                    <a:pt x="2402" y="739"/>
                    <a:pt x="2236" y="474"/>
                  </a:cubicBezTo>
                  <a:cubicBezTo>
                    <a:pt x="2050" y="176"/>
                    <a:pt x="1733" y="57"/>
                    <a:pt x="1401" y="13"/>
                  </a:cubicBezTo>
                  <a:cubicBezTo>
                    <a:pt x="1335" y="5"/>
                    <a:pt x="1267" y="0"/>
                    <a:pt x="1199" y="0"/>
                  </a:cubicBezTo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132" name="Google Shape;132;p35"/>
            <p:cNvSpPr/>
            <p:nvPr/>
          </p:nvSpPr>
          <p:spPr>
            <a:xfrm>
              <a:off x="4117" y="3507"/>
              <a:ext cx="1962" cy="813"/>
            </a:xfrm>
            <a:custGeom>
              <a:avLst/>
              <a:gdLst/>
              <a:ahLst/>
              <a:cxnLst/>
              <a:rect l="l" t="t" r="r" b="b"/>
              <a:pathLst>
                <a:path w="5359" h="2220" extrusionOk="0">
                  <a:moveTo>
                    <a:pt x="2267" y="0"/>
                  </a:moveTo>
                  <a:cubicBezTo>
                    <a:pt x="2004" y="0"/>
                    <a:pt x="1744" y="62"/>
                    <a:pt x="1506" y="193"/>
                  </a:cubicBezTo>
                  <a:cubicBezTo>
                    <a:pt x="1183" y="371"/>
                    <a:pt x="945" y="678"/>
                    <a:pt x="747" y="979"/>
                  </a:cubicBezTo>
                  <a:cubicBezTo>
                    <a:pt x="485" y="1375"/>
                    <a:pt x="283" y="1834"/>
                    <a:pt x="0" y="2220"/>
                  </a:cubicBezTo>
                  <a:cubicBezTo>
                    <a:pt x="780" y="2220"/>
                    <a:pt x="780" y="2220"/>
                    <a:pt x="780" y="2220"/>
                  </a:cubicBezTo>
                  <a:cubicBezTo>
                    <a:pt x="1085" y="1692"/>
                    <a:pt x="1347" y="1029"/>
                    <a:pt x="1871" y="741"/>
                  </a:cubicBezTo>
                  <a:cubicBezTo>
                    <a:pt x="2002" y="669"/>
                    <a:pt x="2138" y="637"/>
                    <a:pt x="2277" y="637"/>
                  </a:cubicBezTo>
                  <a:cubicBezTo>
                    <a:pt x="2831" y="637"/>
                    <a:pt x="3415" y="1134"/>
                    <a:pt x="3773" y="1501"/>
                  </a:cubicBezTo>
                  <a:cubicBezTo>
                    <a:pt x="3994" y="1728"/>
                    <a:pt x="4205" y="1978"/>
                    <a:pt x="4426" y="2220"/>
                  </a:cubicBezTo>
                  <a:cubicBezTo>
                    <a:pt x="5359" y="2220"/>
                    <a:pt x="5359" y="2220"/>
                    <a:pt x="5359" y="2220"/>
                  </a:cubicBezTo>
                  <a:cubicBezTo>
                    <a:pt x="5131" y="2023"/>
                    <a:pt x="4925" y="1790"/>
                    <a:pt x="4730" y="1574"/>
                  </a:cubicBezTo>
                  <a:cubicBezTo>
                    <a:pt x="4149" y="933"/>
                    <a:pt x="3555" y="254"/>
                    <a:pt x="2676" y="48"/>
                  </a:cubicBezTo>
                  <a:cubicBezTo>
                    <a:pt x="2541" y="17"/>
                    <a:pt x="2403" y="0"/>
                    <a:pt x="2267" y="0"/>
                  </a:cubicBezTo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133" name="Google Shape;133;p35"/>
            <p:cNvSpPr/>
            <p:nvPr/>
          </p:nvSpPr>
          <p:spPr>
            <a:xfrm>
              <a:off x="0" y="3190"/>
              <a:ext cx="1314" cy="1130"/>
            </a:xfrm>
            <a:custGeom>
              <a:avLst/>
              <a:gdLst/>
              <a:ahLst/>
              <a:cxnLst/>
              <a:rect l="l" t="t" r="r" b="b"/>
              <a:pathLst>
                <a:path w="3589" h="3087" extrusionOk="0">
                  <a:moveTo>
                    <a:pt x="1518" y="0"/>
                  </a:moveTo>
                  <a:cubicBezTo>
                    <a:pt x="991" y="0"/>
                    <a:pt x="501" y="428"/>
                    <a:pt x="182" y="829"/>
                  </a:cubicBezTo>
                  <a:cubicBezTo>
                    <a:pt x="118" y="908"/>
                    <a:pt x="58" y="990"/>
                    <a:pt x="0" y="1073"/>
                  </a:cubicBezTo>
                  <a:cubicBezTo>
                    <a:pt x="0" y="2276"/>
                    <a:pt x="0" y="2276"/>
                    <a:pt x="0" y="2276"/>
                  </a:cubicBezTo>
                  <a:cubicBezTo>
                    <a:pt x="266" y="1846"/>
                    <a:pt x="511" y="1400"/>
                    <a:pt x="866" y="1042"/>
                  </a:cubicBezTo>
                  <a:cubicBezTo>
                    <a:pt x="1011" y="897"/>
                    <a:pt x="1171" y="773"/>
                    <a:pt x="1356" y="684"/>
                  </a:cubicBezTo>
                  <a:cubicBezTo>
                    <a:pt x="1377" y="674"/>
                    <a:pt x="1499" y="650"/>
                    <a:pt x="1487" y="650"/>
                  </a:cubicBezTo>
                  <a:cubicBezTo>
                    <a:pt x="1496" y="649"/>
                    <a:pt x="1506" y="649"/>
                    <a:pt x="1516" y="649"/>
                  </a:cubicBezTo>
                  <a:cubicBezTo>
                    <a:pt x="1537" y="649"/>
                    <a:pt x="1559" y="650"/>
                    <a:pt x="1580" y="652"/>
                  </a:cubicBezTo>
                  <a:cubicBezTo>
                    <a:pt x="1574" y="652"/>
                    <a:pt x="1570" y="651"/>
                    <a:pt x="1566" y="651"/>
                  </a:cubicBezTo>
                  <a:cubicBezTo>
                    <a:pt x="1550" y="651"/>
                    <a:pt x="1557" y="656"/>
                    <a:pt x="1570" y="660"/>
                  </a:cubicBezTo>
                  <a:cubicBezTo>
                    <a:pt x="1583" y="664"/>
                    <a:pt x="1602" y="668"/>
                    <a:pt x="1610" y="668"/>
                  </a:cubicBezTo>
                  <a:cubicBezTo>
                    <a:pt x="1616" y="668"/>
                    <a:pt x="1615" y="666"/>
                    <a:pt x="1603" y="660"/>
                  </a:cubicBezTo>
                  <a:cubicBezTo>
                    <a:pt x="1703" y="705"/>
                    <a:pt x="1766" y="770"/>
                    <a:pt x="1822" y="847"/>
                  </a:cubicBezTo>
                  <a:cubicBezTo>
                    <a:pt x="1914" y="974"/>
                    <a:pt x="1989" y="1120"/>
                    <a:pt x="2050" y="1264"/>
                  </a:cubicBezTo>
                  <a:cubicBezTo>
                    <a:pt x="2299" y="1861"/>
                    <a:pt x="2405" y="2534"/>
                    <a:pt x="2742" y="3087"/>
                  </a:cubicBezTo>
                  <a:cubicBezTo>
                    <a:pt x="3589" y="3087"/>
                    <a:pt x="3589" y="3087"/>
                    <a:pt x="3589" y="3087"/>
                  </a:cubicBezTo>
                  <a:cubicBezTo>
                    <a:pt x="3129" y="2761"/>
                    <a:pt x="2994" y="1988"/>
                    <a:pt x="2832" y="1499"/>
                  </a:cubicBezTo>
                  <a:cubicBezTo>
                    <a:pt x="2665" y="994"/>
                    <a:pt x="2433" y="305"/>
                    <a:pt x="1897" y="78"/>
                  </a:cubicBezTo>
                  <a:cubicBezTo>
                    <a:pt x="1770" y="24"/>
                    <a:pt x="1643" y="0"/>
                    <a:pt x="1518" y="0"/>
                  </a:cubicBezTo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134" name="Google Shape;134;p35"/>
            <p:cNvSpPr/>
            <p:nvPr/>
          </p:nvSpPr>
          <p:spPr>
            <a:xfrm>
              <a:off x="6004" y="1959"/>
              <a:ext cx="6" cy="6"/>
            </a:xfrm>
            <a:custGeom>
              <a:avLst/>
              <a:gdLst/>
              <a:ahLst/>
              <a:cxnLst/>
              <a:rect l="l" t="t" r="r" b="b"/>
              <a:pathLst>
                <a:path w="17" h="19" extrusionOk="0">
                  <a:moveTo>
                    <a:pt x="0" y="0"/>
                  </a:moveTo>
                  <a:cubicBezTo>
                    <a:pt x="1" y="1"/>
                    <a:pt x="6" y="7"/>
                    <a:pt x="17" y="19"/>
                  </a:cubicBezTo>
                  <a:cubicBezTo>
                    <a:pt x="16" y="17"/>
                    <a:pt x="15" y="16"/>
                    <a:pt x="14" y="15"/>
                  </a:cubicBezTo>
                  <a:cubicBezTo>
                    <a:pt x="12" y="13"/>
                    <a:pt x="10" y="11"/>
                    <a:pt x="9" y="9"/>
                  </a:cubicBezTo>
                  <a:cubicBezTo>
                    <a:pt x="5" y="5"/>
                    <a:pt x="1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135" name="Google Shape;135;p35"/>
            <p:cNvSpPr/>
            <p:nvPr/>
          </p:nvSpPr>
          <p:spPr>
            <a:xfrm>
              <a:off x="0" y="1663"/>
              <a:ext cx="7680" cy="1487"/>
            </a:xfrm>
            <a:custGeom>
              <a:avLst/>
              <a:gdLst/>
              <a:ahLst/>
              <a:cxnLst/>
              <a:rect l="l" t="t" r="r" b="b"/>
              <a:pathLst>
                <a:path w="20979" h="4062" extrusionOk="0">
                  <a:moveTo>
                    <a:pt x="15655" y="878"/>
                  </a:moveTo>
                  <a:cubicBezTo>
                    <a:pt x="15667" y="867"/>
                    <a:pt x="15689" y="846"/>
                    <a:pt x="15687" y="845"/>
                  </a:cubicBezTo>
                  <a:cubicBezTo>
                    <a:pt x="15705" y="834"/>
                    <a:pt x="15723" y="824"/>
                    <a:pt x="15742" y="814"/>
                  </a:cubicBezTo>
                  <a:cubicBezTo>
                    <a:pt x="15763" y="802"/>
                    <a:pt x="15824" y="784"/>
                    <a:pt x="15895" y="769"/>
                  </a:cubicBezTo>
                  <a:cubicBezTo>
                    <a:pt x="15955" y="756"/>
                    <a:pt x="16027" y="753"/>
                    <a:pt x="16098" y="753"/>
                  </a:cubicBezTo>
                  <a:cubicBezTo>
                    <a:pt x="16117" y="753"/>
                    <a:pt x="16135" y="753"/>
                    <a:pt x="16153" y="754"/>
                  </a:cubicBezTo>
                  <a:cubicBezTo>
                    <a:pt x="16184" y="754"/>
                    <a:pt x="16215" y="756"/>
                    <a:pt x="16246" y="759"/>
                  </a:cubicBezTo>
                  <a:cubicBezTo>
                    <a:pt x="16236" y="758"/>
                    <a:pt x="16231" y="758"/>
                    <a:pt x="16228" y="758"/>
                  </a:cubicBezTo>
                  <a:cubicBezTo>
                    <a:pt x="16218" y="758"/>
                    <a:pt x="16277" y="765"/>
                    <a:pt x="16285" y="767"/>
                  </a:cubicBezTo>
                  <a:cubicBezTo>
                    <a:pt x="16311" y="773"/>
                    <a:pt x="16337" y="781"/>
                    <a:pt x="16363" y="789"/>
                  </a:cubicBezTo>
                  <a:cubicBezTo>
                    <a:pt x="16363" y="789"/>
                    <a:pt x="16363" y="789"/>
                    <a:pt x="16363" y="789"/>
                  </a:cubicBezTo>
                  <a:cubicBezTo>
                    <a:pt x="16366" y="791"/>
                    <a:pt x="16370" y="793"/>
                    <a:pt x="16375" y="796"/>
                  </a:cubicBezTo>
                  <a:cubicBezTo>
                    <a:pt x="16389" y="803"/>
                    <a:pt x="16397" y="806"/>
                    <a:pt x="16401" y="807"/>
                  </a:cubicBezTo>
                  <a:cubicBezTo>
                    <a:pt x="16401" y="807"/>
                    <a:pt x="16401" y="807"/>
                    <a:pt x="16401" y="807"/>
                  </a:cubicBezTo>
                  <a:cubicBezTo>
                    <a:pt x="16401" y="807"/>
                    <a:pt x="16401" y="807"/>
                    <a:pt x="16401" y="807"/>
                  </a:cubicBezTo>
                  <a:cubicBezTo>
                    <a:pt x="16402" y="807"/>
                    <a:pt x="16402" y="807"/>
                    <a:pt x="16403" y="807"/>
                  </a:cubicBezTo>
                  <a:cubicBezTo>
                    <a:pt x="16404" y="809"/>
                    <a:pt x="16407" y="812"/>
                    <a:pt x="16410" y="816"/>
                  </a:cubicBezTo>
                  <a:cubicBezTo>
                    <a:pt x="16411" y="818"/>
                    <a:pt x="16413" y="820"/>
                    <a:pt x="16415" y="822"/>
                  </a:cubicBezTo>
                  <a:cubicBezTo>
                    <a:pt x="16419" y="827"/>
                    <a:pt x="16424" y="832"/>
                    <a:pt x="16430" y="839"/>
                  </a:cubicBezTo>
                  <a:cubicBezTo>
                    <a:pt x="16425" y="834"/>
                    <a:pt x="16421" y="829"/>
                    <a:pt x="16418" y="826"/>
                  </a:cubicBezTo>
                  <a:cubicBezTo>
                    <a:pt x="16422" y="830"/>
                    <a:pt x="16425" y="835"/>
                    <a:pt x="16428" y="840"/>
                  </a:cubicBezTo>
                  <a:cubicBezTo>
                    <a:pt x="16430" y="844"/>
                    <a:pt x="16433" y="847"/>
                    <a:pt x="16434" y="850"/>
                  </a:cubicBezTo>
                  <a:cubicBezTo>
                    <a:pt x="16435" y="852"/>
                    <a:pt x="16436" y="854"/>
                    <a:pt x="16437" y="858"/>
                  </a:cubicBezTo>
                  <a:cubicBezTo>
                    <a:pt x="16443" y="877"/>
                    <a:pt x="16447" y="888"/>
                    <a:pt x="16450" y="895"/>
                  </a:cubicBezTo>
                  <a:cubicBezTo>
                    <a:pt x="16449" y="898"/>
                    <a:pt x="16448" y="906"/>
                    <a:pt x="16449" y="926"/>
                  </a:cubicBezTo>
                  <a:cubicBezTo>
                    <a:pt x="16450" y="950"/>
                    <a:pt x="16449" y="975"/>
                    <a:pt x="16447" y="999"/>
                  </a:cubicBezTo>
                  <a:cubicBezTo>
                    <a:pt x="16447" y="1005"/>
                    <a:pt x="16447" y="1010"/>
                    <a:pt x="16447" y="1014"/>
                  </a:cubicBezTo>
                  <a:cubicBezTo>
                    <a:pt x="16447" y="1014"/>
                    <a:pt x="16447" y="1015"/>
                    <a:pt x="16447" y="1015"/>
                  </a:cubicBezTo>
                  <a:cubicBezTo>
                    <a:pt x="16429" y="1126"/>
                    <a:pt x="16369" y="1291"/>
                    <a:pt x="16349" y="1336"/>
                  </a:cubicBezTo>
                  <a:cubicBezTo>
                    <a:pt x="16251" y="1556"/>
                    <a:pt x="16119" y="1763"/>
                    <a:pt x="15974" y="1952"/>
                  </a:cubicBezTo>
                  <a:cubicBezTo>
                    <a:pt x="15897" y="1829"/>
                    <a:pt x="15826" y="1702"/>
                    <a:pt x="15763" y="1571"/>
                  </a:cubicBezTo>
                  <a:cubicBezTo>
                    <a:pt x="15711" y="1465"/>
                    <a:pt x="15664" y="1333"/>
                    <a:pt x="15632" y="1198"/>
                  </a:cubicBezTo>
                  <a:cubicBezTo>
                    <a:pt x="15610" y="1107"/>
                    <a:pt x="15607" y="1007"/>
                    <a:pt x="15630" y="926"/>
                  </a:cubicBezTo>
                  <a:cubicBezTo>
                    <a:pt x="15630" y="927"/>
                    <a:pt x="15630" y="928"/>
                    <a:pt x="15630" y="928"/>
                  </a:cubicBezTo>
                  <a:cubicBezTo>
                    <a:pt x="15631" y="928"/>
                    <a:pt x="15639" y="915"/>
                    <a:pt x="15646" y="903"/>
                  </a:cubicBezTo>
                  <a:cubicBezTo>
                    <a:pt x="15652" y="890"/>
                    <a:pt x="15658" y="878"/>
                    <a:pt x="15656" y="878"/>
                  </a:cubicBezTo>
                  <a:cubicBezTo>
                    <a:pt x="15656" y="878"/>
                    <a:pt x="15655" y="878"/>
                    <a:pt x="15655" y="878"/>
                  </a:cubicBezTo>
                  <a:moveTo>
                    <a:pt x="3224" y="0"/>
                  </a:moveTo>
                  <a:cubicBezTo>
                    <a:pt x="3170" y="0"/>
                    <a:pt x="3115" y="4"/>
                    <a:pt x="3058" y="14"/>
                  </a:cubicBezTo>
                  <a:cubicBezTo>
                    <a:pt x="2652" y="83"/>
                    <a:pt x="2370" y="502"/>
                    <a:pt x="2181" y="829"/>
                  </a:cubicBezTo>
                  <a:cubicBezTo>
                    <a:pt x="1985" y="1171"/>
                    <a:pt x="1852" y="1548"/>
                    <a:pt x="1629" y="1874"/>
                  </a:cubicBezTo>
                  <a:cubicBezTo>
                    <a:pt x="1391" y="2223"/>
                    <a:pt x="1073" y="2524"/>
                    <a:pt x="694" y="2714"/>
                  </a:cubicBezTo>
                  <a:cubicBezTo>
                    <a:pt x="551" y="2785"/>
                    <a:pt x="404" y="2823"/>
                    <a:pt x="258" y="2823"/>
                  </a:cubicBezTo>
                  <a:cubicBezTo>
                    <a:pt x="171" y="2823"/>
                    <a:pt x="84" y="2810"/>
                    <a:pt x="0" y="2781"/>
                  </a:cubicBezTo>
                  <a:cubicBezTo>
                    <a:pt x="0" y="3452"/>
                    <a:pt x="0" y="3452"/>
                    <a:pt x="0" y="3452"/>
                  </a:cubicBezTo>
                  <a:cubicBezTo>
                    <a:pt x="70" y="3462"/>
                    <a:pt x="141" y="3467"/>
                    <a:pt x="213" y="3467"/>
                  </a:cubicBezTo>
                  <a:cubicBezTo>
                    <a:pt x="652" y="3467"/>
                    <a:pt x="1103" y="3279"/>
                    <a:pt x="1467" y="2995"/>
                  </a:cubicBezTo>
                  <a:cubicBezTo>
                    <a:pt x="1812" y="2725"/>
                    <a:pt x="2116" y="2375"/>
                    <a:pt x="2327" y="1991"/>
                  </a:cubicBezTo>
                  <a:cubicBezTo>
                    <a:pt x="2524" y="1631"/>
                    <a:pt x="2671" y="1246"/>
                    <a:pt x="2907" y="907"/>
                  </a:cubicBezTo>
                  <a:cubicBezTo>
                    <a:pt x="3020" y="745"/>
                    <a:pt x="3124" y="658"/>
                    <a:pt x="3241" y="658"/>
                  </a:cubicBezTo>
                  <a:cubicBezTo>
                    <a:pt x="3326" y="658"/>
                    <a:pt x="3417" y="705"/>
                    <a:pt x="3523" y="802"/>
                  </a:cubicBezTo>
                  <a:cubicBezTo>
                    <a:pt x="3830" y="1085"/>
                    <a:pt x="4028" y="1481"/>
                    <a:pt x="4235" y="1838"/>
                  </a:cubicBezTo>
                  <a:cubicBezTo>
                    <a:pt x="4451" y="2213"/>
                    <a:pt x="4684" y="2584"/>
                    <a:pt x="4933" y="2938"/>
                  </a:cubicBezTo>
                  <a:cubicBezTo>
                    <a:pt x="5186" y="3299"/>
                    <a:pt x="5482" y="3659"/>
                    <a:pt x="5878" y="3867"/>
                  </a:cubicBezTo>
                  <a:cubicBezTo>
                    <a:pt x="6074" y="3970"/>
                    <a:pt x="6268" y="4014"/>
                    <a:pt x="6455" y="4014"/>
                  </a:cubicBezTo>
                  <a:cubicBezTo>
                    <a:pt x="7138" y="4014"/>
                    <a:pt x="7746" y="3423"/>
                    <a:pt x="8117" y="2855"/>
                  </a:cubicBezTo>
                  <a:cubicBezTo>
                    <a:pt x="8473" y="2309"/>
                    <a:pt x="8730" y="1521"/>
                    <a:pt x="9315" y="1199"/>
                  </a:cubicBezTo>
                  <a:cubicBezTo>
                    <a:pt x="9449" y="1125"/>
                    <a:pt x="9587" y="1093"/>
                    <a:pt x="9726" y="1093"/>
                  </a:cubicBezTo>
                  <a:cubicBezTo>
                    <a:pt x="10284" y="1093"/>
                    <a:pt x="10858" y="1605"/>
                    <a:pt x="11187" y="2010"/>
                  </a:cubicBezTo>
                  <a:cubicBezTo>
                    <a:pt x="11717" y="2663"/>
                    <a:pt x="12125" y="3446"/>
                    <a:pt x="12901" y="3848"/>
                  </a:cubicBezTo>
                  <a:cubicBezTo>
                    <a:pt x="13188" y="3997"/>
                    <a:pt x="13479" y="4062"/>
                    <a:pt x="13766" y="4062"/>
                  </a:cubicBezTo>
                  <a:cubicBezTo>
                    <a:pt x="14557" y="4062"/>
                    <a:pt x="15324" y="3571"/>
                    <a:pt x="15926" y="2984"/>
                  </a:cubicBezTo>
                  <a:cubicBezTo>
                    <a:pt x="16084" y="3158"/>
                    <a:pt x="16254" y="3317"/>
                    <a:pt x="16432" y="3455"/>
                  </a:cubicBezTo>
                  <a:cubicBezTo>
                    <a:pt x="16857" y="3786"/>
                    <a:pt x="17410" y="3934"/>
                    <a:pt x="17964" y="3934"/>
                  </a:cubicBezTo>
                  <a:cubicBezTo>
                    <a:pt x="18377" y="3934"/>
                    <a:pt x="18790" y="3851"/>
                    <a:pt x="19150" y="3700"/>
                  </a:cubicBezTo>
                  <a:cubicBezTo>
                    <a:pt x="20010" y="3340"/>
                    <a:pt x="20525" y="2656"/>
                    <a:pt x="20979" y="1889"/>
                  </a:cubicBezTo>
                  <a:cubicBezTo>
                    <a:pt x="20979" y="618"/>
                    <a:pt x="20979" y="618"/>
                    <a:pt x="20979" y="618"/>
                  </a:cubicBezTo>
                  <a:cubicBezTo>
                    <a:pt x="20736" y="977"/>
                    <a:pt x="20529" y="1365"/>
                    <a:pt x="20313" y="1731"/>
                  </a:cubicBezTo>
                  <a:cubicBezTo>
                    <a:pt x="19833" y="2545"/>
                    <a:pt x="19144" y="3206"/>
                    <a:pt x="18153" y="3271"/>
                  </a:cubicBezTo>
                  <a:cubicBezTo>
                    <a:pt x="18097" y="3275"/>
                    <a:pt x="18040" y="3277"/>
                    <a:pt x="17982" y="3277"/>
                  </a:cubicBezTo>
                  <a:cubicBezTo>
                    <a:pt x="17620" y="3277"/>
                    <a:pt x="17220" y="3202"/>
                    <a:pt x="16924" y="3009"/>
                  </a:cubicBezTo>
                  <a:cubicBezTo>
                    <a:pt x="16846" y="2957"/>
                    <a:pt x="16881" y="2981"/>
                    <a:pt x="16820" y="2931"/>
                  </a:cubicBezTo>
                  <a:cubicBezTo>
                    <a:pt x="16766" y="2887"/>
                    <a:pt x="16715" y="2839"/>
                    <a:pt x="16664" y="2791"/>
                  </a:cubicBezTo>
                  <a:cubicBezTo>
                    <a:pt x="16563" y="2696"/>
                    <a:pt x="16469" y="2595"/>
                    <a:pt x="16378" y="2491"/>
                  </a:cubicBezTo>
                  <a:cubicBezTo>
                    <a:pt x="16439" y="2416"/>
                    <a:pt x="16498" y="2341"/>
                    <a:pt x="16553" y="2266"/>
                  </a:cubicBezTo>
                  <a:cubicBezTo>
                    <a:pt x="16870" y="1842"/>
                    <a:pt x="17224" y="1233"/>
                    <a:pt x="17069" y="683"/>
                  </a:cubicBezTo>
                  <a:cubicBezTo>
                    <a:pt x="16949" y="256"/>
                    <a:pt x="16529" y="94"/>
                    <a:pt x="16108" y="94"/>
                  </a:cubicBezTo>
                  <a:cubicBezTo>
                    <a:pt x="15880" y="94"/>
                    <a:pt x="15651" y="141"/>
                    <a:pt x="15469" y="221"/>
                  </a:cubicBezTo>
                  <a:cubicBezTo>
                    <a:pt x="14782" y="521"/>
                    <a:pt x="14931" y="1320"/>
                    <a:pt x="15180" y="1867"/>
                  </a:cubicBezTo>
                  <a:cubicBezTo>
                    <a:pt x="15273" y="2071"/>
                    <a:pt x="15388" y="2273"/>
                    <a:pt x="15519" y="2468"/>
                  </a:cubicBezTo>
                  <a:cubicBezTo>
                    <a:pt x="15159" y="2824"/>
                    <a:pt x="14735" y="3137"/>
                    <a:pt x="14293" y="3305"/>
                  </a:cubicBezTo>
                  <a:cubicBezTo>
                    <a:pt x="14102" y="3377"/>
                    <a:pt x="13928" y="3416"/>
                    <a:pt x="13763" y="3416"/>
                  </a:cubicBezTo>
                  <a:cubicBezTo>
                    <a:pt x="13685" y="3416"/>
                    <a:pt x="13608" y="3407"/>
                    <a:pt x="13532" y="3389"/>
                  </a:cubicBezTo>
                  <a:cubicBezTo>
                    <a:pt x="13144" y="3298"/>
                    <a:pt x="12839" y="3044"/>
                    <a:pt x="12577" y="2756"/>
                  </a:cubicBezTo>
                  <a:cubicBezTo>
                    <a:pt x="12002" y="2125"/>
                    <a:pt x="11627" y="1342"/>
                    <a:pt x="10910" y="843"/>
                  </a:cubicBezTo>
                  <a:cubicBezTo>
                    <a:pt x="10561" y="600"/>
                    <a:pt x="10152" y="466"/>
                    <a:pt x="9749" y="465"/>
                  </a:cubicBezTo>
                  <a:cubicBezTo>
                    <a:pt x="9349" y="465"/>
                    <a:pt x="8956" y="598"/>
                    <a:pt x="8635" y="888"/>
                  </a:cubicBezTo>
                  <a:cubicBezTo>
                    <a:pt x="8080" y="1387"/>
                    <a:pt x="7836" y="2150"/>
                    <a:pt x="7400" y="2742"/>
                  </a:cubicBezTo>
                  <a:cubicBezTo>
                    <a:pt x="7182" y="3038"/>
                    <a:pt x="6831" y="3361"/>
                    <a:pt x="6442" y="3361"/>
                  </a:cubicBezTo>
                  <a:cubicBezTo>
                    <a:pt x="6436" y="3361"/>
                    <a:pt x="6429" y="3361"/>
                    <a:pt x="6423" y="3360"/>
                  </a:cubicBezTo>
                  <a:cubicBezTo>
                    <a:pt x="6085" y="3351"/>
                    <a:pt x="5785" y="2987"/>
                    <a:pt x="5597" y="2742"/>
                  </a:cubicBezTo>
                  <a:cubicBezTo>
                    <a:pt x="5062" y="2042"/>
                    <a:pt x="4713" y="1215"/>
                    <a:pt x="4161" y="529"/>
                  </a:cubicBezTo>
                  <a:cubicBezTo>
                    <a:pt x="3918" y="227"/>
                    <a:pt x="3604" y="0"/>
                    <a:pt x="3224" y="0"/>
                  </a:cubicBezTo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136" name="Google Shape;136;p35"/>
            <p:cNvSpPr/>
            <p:nvPr/>
          </p:nvSpPr>
          <p:spPr>
            <a:xfrm>
              <a:off x="0" y="0"/>
              <a:ext cx="962" cy="1002"/>
            </a:xfrm>
            <a:custGeom>
              <a:avLst/>
              <a:gdLst/>
              <a:ahLst/>
              <a:cxnLst/>
              <a:rect l="l" t="t" r="r" b="b"/>
              <a:pathLst>
                <a:path w="2629" h="2738" extrusionOk="0">
                  <a:moveTo>
                    <a:pt x="2629" y="0"/>
                  </a:moveTo>
                  <a:cubicBezTo>
                    <a:pt x="1760" y="0"/>
                    <a:pt x="1760" y="0"/>
                    <a:pt x="1760" y="0"/>
                  </a:cubicBezTo>
                  <a:cubicBezTo>
                    <a:pt x="1229" y="744"/>
                    <a:pt x="806" y="1805"/>
                    <a:pt x="0" y="2051"/>
                  </a:cubicBezTo>
                  <a:cubicBezTo>
                    <a:pt x="0" y="2738"/>
                    <a:pt x="0" y="2738"/>
                    <a:pt x="0" y="2738"/>
                  </a:cubicBezTo>
                  <a:cubicBezTo>
                    <a:pt x="118" y="2718"/>
                    <a:pt x="234" y="2685"/>
                    <a:pt x="348" y="2638"/>
                  </a:cubicBezTo>
                  <a:cubicBezTo>
                    <a:pt x="707" y="2487"/>
                    <a:pt x="997" y="2236"/>
                    <a:pt x="1242" y="1936"/>
                  </a:cubicBezTo>
                  <a:cubicBezTo>
                    <a:pt x="1714" y="1356"/>
                    <a:pt x="1999" y="628"/>
                    <a:pt x="2528" y="96"/>
                  </a:cubicBezTo>
                  <a:cubicBezTo>
                    <a:pt x="2561" y="63"/>
                    <a:pt x="2594" y="31"/>
                    <a:pt x="2629" y="0"/>
                  </a:cubicBezTo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137" name="Google Shape;137;p35"/>
            <p:cNvSpPr/>
            <p:nvPr/>
          </p:nvSpPr>
          <p:spPr>
            <a:xfrm>
              <a:off x="1300" y="0"/>
              <a:ext cx="6380" cy="1300"/>
            </a:xfrm>
            <a:custGeom>
              <a:avLst/>
              <a:gdLst/>
              <a:ahLst/>
              <a:cxnLst/>
              <a:rect l="l" t="t" r="r" b="b"/>
              <a:pathLst>
                <a:path w="17428" h="3551" extrusionOk="0">
                  <a:moveTo>
                    <a:pt x="17428" y="0"/>
                  </a:moveTo>
                  <a:cubicBezTo>
                    <a:pt x="17373" y="0"/>
                    <a:pt x="17373" y="0"/>
                    <a:pt x="17373" y="0"/>
                  </a:cubicBezTo>
                  <a:cubicBezTo>
                    <a:pt x="17280" y="53"/>
                    <a:pt x="17196" y="125"/>
                    <a:pt x="17123" y="221"/>
                  </a:cubicBezTo>
                  <a:cubicBezTo>
                    <a:pt x="16942" y="457"/>
                    <a:pt x="16993" y="821"/>
                    <a:pt x="17070" y="1083"/>
                  </a:cubicBezTo>
                  <a:cubicBezTo>
                    <a:pt x="17137" y="1308"/>
                    <a:pt x="17236" y="1531"/>
                    <a:pt x="17358" y="1744"/>
                  </a:cubicBezTo>
                  <a:cubicBezTo>
                    <a:pt x="17237" y="1992"/>
                    <a:pt x="17084" y="2221"/>
                    <a:pt x="16896" y="2419"/>
                  </a:cubicBezTo>
                  <a:cubicBezTo>
                    <a:pt x="16597" y="2734"/>
                    <a:pt x="16201" y="2893"/>
                    <a:pt x="15801" y="2893"/>
                  </a:cubicBezTo>
                  <a:cubicBezTo>
                    <a:pt x="15467" y="2893"/>
                    <a:pt x="15129" y="2782"/>
                    <a:pt x="14843" y="2558"/>
                  </a:cubicBezTo>
                  <a:cubicBezTo>
                    <a:pt x="14181" y="2038"/>
                    <a:pt x="13823" y="1225"/>
                    <a:pt x="13229" y="637"/>
                  </a:cubicBezTo>
                  <a:cubicBezTo>
                    <a:pt x="12936" y="348"/>
                    <a:pt x="12560" y="115"/>
                    <a:pt x="12158" y="0"/>
                  </a:cubicBezTo>
                  <a:cubicBezTo>
                    <a:pt x="11125" y="0"/>
                    <a:pt x="11125" y="0"/>
                    <a:pt x="11125" y="0"/>
                  </a:cubicBezTo>
                  <a:cubicBezTo>
                    <a:pt x="11048" y="25"/>
                    <a:pt x="10972" y="57"/>
                    <a:pt x="10897" y="95"/>
                  </a:cubicBezTo>
                  <a:cubicBezTo>
                    <a:pt x="10234" y="432"/>
                    <a:pt x="9918" y="1231"/>
                    <a:pt x="9558" y="1834"/>
                  </a:cubicBezTo>
                  <a:cubicBezTo>
                    <a:pt x="9346" y="2187"/>
                    <a:pt x="9095" y="2510"/>
                    <a:pt x="8734" y="2721"/>
                  </a:cubicBezTo>
                  <a:cubicBezTo>
                    <a:pt x="8619" y="2788"/>
                    <a:pt x="8507" y="2818"/>
                    <a:pt x="8397" y="2818"/>
                  </a:cubicBezTo>
                  <a:cubicBezTo>
                    <a:pt x="8199" y="2818"/>
                    <a:pt x="8011" y="2721"/>
                    <a:pt x="7842" y="2570"/>
                  </a:cubicBezTo>
                  <a:cubicBezTo>
                    <a:pt x="7509" y="2273"/>
                    <a:pt x="7273" y="1876"/>
                    <a:pt x="7039" y="1501"/>
                  </a:cubicBezTo>
                  <a:cubicBezTo>
                    <a:pt x="6825" y="1156"/>
                    <a:pt x="6626" y="802"/>
                    <a:pt x="6409" y="458"/>
                  </a:cubicBezTo>
                  <a:cubicBezTo>
                    <a:pt x="6313" y="305"/>
                    <a:pt x="6208" y="146"/>
                    <a:pt x="6087" y="0"/>
                  </a:cubicBezTo>
                  <a:cubicBezTo>
                    <a:pt x="4279" y="0"/>
                    <a:pt x="4279" y="0"/>
                    <a:pt x="4279" y="0"/>
                  </a:cubicBezTo>
                  <a:cubicBezTo>
                    <a:pt x="4063" y="296"/>
                    <a:pt x="3915" y="638"/>
                    <a:pt x="3754" y="965"/>
                  </a:cubicBezTo>
                  <a:cubicBezTo>
                    <a:pt x="3569" y="1339"/>
                    <a:pt x="3316" y="1659"/>
                    <a:pt x="2996" y="1929"/>
                  </a:cubicBezTo>
                  <a:cubicBezTo>
                    <a:pt x="2749" y="2137"/>
                    <a:pt x="2442" y="2284"/>
                    <a:pt x="2124" y="2284"/>
                  </a:cubicBezTo>
                  <a:cubicBezTo>
                    <a:pt x="2100" y="2284"/>
                    <a:pt x="2077" y="2284"/>
                    <a:pt x="2054" y="2282"/>
                  </a:cubicBezTo>
                  <a:cubicBezTo>
                    <a:pt x="1703" y="2258"/>
                    <a:pt x="1453" y="1906"/>
                    <a:pt x="1303" y="1607"/>
                  </a:cubicBezTo>
                  <a:cubicBezTo>
                    <a:pt x="1047" y="1098"/>
                    <a:pt x="959" y="522"/>
                    <a:pt x="73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2" y="101"/>
                    <a:pt x="116" y="210"/>
                    <a:pt x="160" y="317"/>
                  </a:cubicBezTo>
                  <a:cubicBezTo>
                    <a:pt x="469" y="1054"/>
                    <a:pt x="557" y="1906"/>
                    <a:pt x="1131" y="2505"/>
                  </a:cubicBezTo>
                  <a:cubicBezTo>
                    <a:pt x="1419" y="2805"/>
                    <a:pt x="1768" y="2930"/>
                    <a:pt x="2125" y="2930"/>
                  </a:cubicBezTo>
                  <a:cubicBezTo>
                    <a:pt x="2564" y="2930"/>
                    <a:pt x="3015" y="2741"/>
                    <a:pt x="3379" y="2457"/>
                  </a:cubicBezTo>
                  <a:cubicBezTo>
                    <a:pt x="3724" y="2188"/>
                    <a:pt x="4028" y="1838"/>
                    <a:pt x="4239" y="1453"/>
                  </a:cubicBezTo>
                  <a:cubicBezTo>
                    <a:pt x="4437" y="1093"/>
                    <a:pt x="4583" y="709"/>
                    <a:pt x="4819" y="370"/>
                  </a:cubicBezTo>
                  <a:cubicBezTo>
                    <a:pt x="4932" y="207"/>
                    <a:pt x="5036" y="121"/>
                    <a:pt x="5153" y="121"/>
                  </a:cubicBezTo>
                  <a:cubicBezTo>
                    <a:pt x="5238" y="121"/>
                    <a:pt x="5329" y="167"/>
                    <a:pt x="5435" y="264"/>
                  </a:cubicBezTo>
                  <a:cubicBezTo>
                    <a:pt x="5742" y="548"/>
                    <a:pt x="5940" y="943"/>
                    <a:pt x="6147" y="1300"/>
                  </a:cubicBezTo>
                  <a:cubicBezTo>
                    <a:pt x="6363" y="1675"/>
                    <a:pt x="6596" y="2046"/>
                    <a:pt x="6845" y="2401"/>
                  </a:cubicBezTo>
                  <a:cubicBezTo>
                    <a:pt x="7098" y="2761"/>
                    <a:pt x="7394" y="3121"/>
                    <a:pt x="7791" y="3329"/>
                  </a:cubicBezTo>
                  <a:cubicBezTo>
                    <a:pt x="7986" y="3432"/>
                    <a:pt x="8180" y="3477"/>
                    <a:pt x="8368" y="3477"/>
                  </a:cubicBezTo>
                  <a:cubicBezTo>
                    <a:pt x="9050" y="3477"/>
                    <a:pt x="9658" y="2886"/>
                    <a:pt x="10029" y="2317"/>
                  </a:cubicBezTo>
                  <a:cubicBezTo>
                    <a:pt x="10385" y="1771"/>
                    <a:pt x="10643" y="983"/>
                    <a:pt x="11228" y="661"/>
                  </a:cubicBezTo>
                  <a:cubicBezTo>
                    <a:pt x="11361" y="587"/>
                    <a:pt x="11499" y="556"/>
                    <a:pt x="11638" y="556"/>
                  </a:cubicBezTo>
                  <a:cubicBezTo>
                    <a:pt x="12196" y="556"/>
                    <a:pt x="12770" y="1067"/>
                    <a:pt x="13099" y="1472"/>
                  </a:cubicBezTo>
                  <a:cubicBezTo>
                    <a:pt x="13629" y="2125"/>
                    <a:pt x="14038" y="2908"/>
                    <a:pt x="14813" y="3310"/>
                  </a:cubicBezTo>
                  <a:cubicBezTo>
                    <a:pt x="15128" y="3473"/>
                    <a:pt x="15461" y="3551"/>
                    <a:pt x="15791" y="3551"/>
                  </a:cubicBezTo>
                  <a:cubicBezTo>
                    <a:pt x="16399" y="3551"/>
                    <a:pt x="16993" y="3287"/>
                    <a:pt x="17426" y="2811"/>
                  </a:cubicBezTo>
                  <a:cubicBezTo>
                    <a:pt x="17427" y="2810"/>
                    <a:pt x="17427" y="2810"/>
                    <a:pt x="17428" y="2809"/>
                  </a:cubicBezTo>
                  <a:cubicBezTo>
                    <a:pt x="17428" y="0"/>
                    <a:pt x="17428" y="0"/>
                    <a:pt x="17428" y="0"/>
                  </a:cubicBezTo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</p:grpSp>
      <p:grpSp>
        <p:nvGrpSpPr>
          <p:cNvPr id="138" name="Google Shape;138;p35"/>
          <p:cNvGrpSpPr/>
          <p:nvPr/>
        </p:nvGrpSpPr>
        <p:grpSpPr>
          <a:xfrm>
            <a:off x="2787650" y="1847852"/>
            <a:ext cx="6618288" cy="3160713"/>
            <a:chOff x="1756" y="1164"/>
            <a:chExt cx="4169" cy="1991"/>
          </a:xfrm>
        </p:grpSpPr>
        <p:sp>
          <p:nvSpPr>
            <p:cNvPr id="139" name="Google Shape;139;p35"/>
            <p:cNvSpPr/>
            <p:nvPr/>
          </p:nvSpPr>
          <p:spPr>
            <a:xfrm>
              <a:off x="2374" y="1249"/>
              <a:ext cx="538" cy="820"/>
            </a:xfrm>
            <a:custGeom>
              <a:avLst/>
              <a:gdLst/>
              <a:ahLst/>
              <a:cxnLst/>
              <a:rect l="l" t="t" r="r" b="b"/>
              <a:pathLst>
                <a:path w="1476" h="2248" extrusionOk="0">
                  <a:moveTo>
                    <a:pt x="803" y="1208"/>
                  </a:moveTo>
                  <a:cubicBezTo>
                    <a:pt x="772" y="1208"/>
                    <a:pt x="737" y="1208"/>
                    <a:pt x="697" y="1211"/>
                  </a:cubicBezTo>
                  <a:cubicBezTo>
                    <a:pt x="809" y="917"/>
                    <a:pt x="872" y="788"/>
                    <a:pt x="944" y="564"/>
                  </a:cubicBezTo>
                  <a:cubicBezTo>
                    <a:pt x="947" y="756"/>
                    <a:pt x="981" y="972"/>
                    <a:pt x="1005" y="1211"/>
                  </a:cubicBezTo>
                  <a:cubicBezTo>
                    <a:pt x="921" y="1211"/>
                    <a:pt x="866" y="1208"/>
                    <a:pt x="803" y="1208"/>
                  </a:cubicBezTo>
                  <a:moveTo>
                    <a:pt x="1449" y="1237"/>
                  </a:moveTo>
                  <a:cubicBezTo>
                    <a:pt x="1405" y="1224"/>
                    <a:pt x="1346" y="1224"/>
                    <a:pt x="1301" y="1225"/>
                  </a:cubicBezTo>
                  <a:cubicBezTo>
                    <a:pt x="1275" y="992"/>
                    <a:pt x="1192" y="402"/>
                    <a:pt x="1169" y="269"/>
                  </a:cubicBezTo>
                  <a:cubicBezTo>
                    <a:pt x="1134" y="59"/>
                    <a:pt x="1040" y="0"/>
                    <a:pt x="901" y="17"/>
                  </a:cubicBezTo>
                  <a:cubicBezTo>
                    <a:pt x="687" y="45"/>
                    <a:pt x="554" y="403"/>
                    <a:pt x="484" y="549"/>
                  </a:cubicBezTo>
                  <a:cubicBezTo>
                    <a:pt x="411" y="700"/>
                    <a:pt x="227" y="1168"/>
                    <a:pt x="165" y="1337"/>
                  </a:cubicBezTo>
                  <a:cubicBezTo>
                    <a:pt x="133" y="1423"/>
                    <a:pt x="62" y="1621"/>
                    <a:pt x="47" y="1714"/>
                  </a:cubicBezTo>
                  <a:cubicBezTo>
                    <a:pt x="47" y="1714"/>
                    <a:pt x="47" y="1714"/>
                    <a:pt x="47" y="1714"/>
                  </a:cubicBezTo>
                  <a:cubicBezTo>
                    <a:pt x="23" y="1813"/>
                    <a:pt x="0" y="2011"/>
                    <a:pt x="194" y="2046"/>
                  </a:cubicBezTo>
                  <a:cubicBezTo>
                    <a:pt x="197" y="2046"/>
                    <a:pt x="200" y="2047"/>
                    <a:pt x="203" y="2047"/>
                  </a:cubicBezTo>
                  <a:cubicBezTo>
                    <a:pt x="246" y="2054"/>
                    <a:pt x="299" y="2052"/>
                    <a:pt x="364" y="2041"/>
                  </a:cubicBezTo>
                  <a:cubicBezTo>
                    <a:pt x="379" y="2038"/>
                    <a:pt x="392" y="2028"/>
                    <a:pt x="397" y="2013"/>
                  </a:cubicBezTo>
                  <a:cubicBezTo>
                    <a:pt x="466" y="1816"/>
                    <a:pt x="564" y="1584"/>
                    <a:pt x="622" y="1429"/>
                  </a:cubicBezTo>
                  <a:cubicBezTo>
                    <a:pt x="680" y="1421"/>
                    <a:pt x="935" y="1418"/>
                    <a:pt x="1022" y="1418"/>
                  </a:cubicBezTo>
                  <a:cubicBezTo>
                    <a:pt x="1039" y="1606"/>
                    <a:pt x="1061" y="1785"/>
                    <a:pt x="1085" y="1965"/>
                  </a:cubicBezTo>
                  <a:cubicBezTo>
                    <a:pt x="1085" y="1965"/>
                    <a:pt x="1085" y="1965"/>
                    <a:pt x="1085" y="1965"/>
                  </a:cubicBezTo>
                  <a:cubicBezTo>
                    <a:pt x="1096" y="2041"/>
                    <a:pt x="1107" y="2143"/>
                    <a:pt x="1123" y="2213"/>
                  </a:cubicBezTo>
                  <a:cubicBezTo>
                    <a:pt x="1129" y="2236"/>
                    <a:pt x="1155" y="2248"/>
                    <a:pt x="1176" y="2237"/>
                  </a:cubicBezTo>
                  <a:cubicBezTo>
                    <a:pt x="1313" y="2166"/>
                    <a:pt x="1375" y="2031"/>
                    <a:pt x="1364" y="1910"/>
                  </a:cubicBezTo>
                  <a:cubicBezTo>
                    <a:pt x="1350" y="1754"/>
                    <a:pt x="1332" y="1579"/>
                    <a:pt x="1321" y="1424"/>
                  </a:cubicBezTo>
                  <a:cubicBezTo>
                    <a:pt x="1339" y="1422"/>
                    <a:pt x="1355" y="1419"/>
                    <a:pt x="1369" y="1414"/>
                  </a:cubicBezTo>
                  <a:cubicBezTo>
                    <a:pt x="1371" y="1413"/>
                    <a:pt x="1373" y="1413"/>
                    <a:pt x="1375" y="1412"/>
                  </a:cubicBezTo>
                  <a:cubicBezTo>
                    <a:pt x="1376" y="1412"/>
                    <a:pt x="1375" y="1412"/>
                    <a:pt x="1375" y="1411"/>
                  </a:cubicBezTo>
                  <a:cubicBezTo>
                    <a:pt x="1419" y="1393"/>
                    <a:pt x="1446" y="1355"/>
                    <a:pt x="1471" y="1276"/>
                  </a:cubicBezTo>
                  <a:cubicBezTo>
                    <a:pt x="1476" y="1259"/>
                    <a:pt x="1466" y="1242"/>
                    <a:pt x="1449" y="1237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140" name="Google Shape;140;p35"/>
            <p:cNvSpPr/>
            <p:nvPr/>
          </p:nvSpPr>
          <p:spPr>
            <a:xfrm>
              <a:off x="3034" y="1254"/>
              <a:ext cx="507" cy="799"/>
            </a:xfrm>
            <a:custGeom>
              <a:avLst/>
              <a:gdLst/>
              <a:ahLst/>
              <a:cxnLst/>
              <a:rect l="l" t="t" r="r" b="b"/>
              <a:pathLst>
                <a:path w="1389" h="2189" extrusionOk="0">
                  <a:moveTo>
                    <a:pt x="1113" y="1384"/>
                  </a:moveTo>
                  <a:cubicBezTo>
                    <a:pt x="1093" y="1585"/>
                    <a:pt x="860" y="1697"/>
                    <a:pt x="604" y="1700"/>
                  </a:cubicBezTo>
                  <a:cubicBezTo>
                    <a:pt x="624" y="1487"/>
                    <a:pt x="656" y="1300"/>
                    <a:pt x="687" y="1099"/>
                  </a:cubicBezTo>
                  <a:cubicBezTo>
                    <a:pt x="702" y="1099"/>
                    <a:pt x="716" y="1096"/>
                    <a:pt x="730" y="1096"/>
                  </a:cubicBezTo>
                  <a:cubicBezTo>
                    <a:pt x="932" y="1096"/>
                    <a:pt x="1113" y="1220"/>
                    <a:pt x="1113" y="1364"/>
                  </a:cubicBezTo>
                  <a:lnTo>
                    <a:pt x="1113" y="1384"/>
                  </a:lnTo>
                  <a:close/>
                  <a:moveTo>
                    <a:pt x="831" y="271"/>
                  </a:moveTo>
                  <a:cubicBezTo>
                    <a:pt x="845" y="268"/>
                    <a:pt x="857" y="268"/>
                    <a:pt x="868" y="268"/>
                  </a:cubicBezTo>
                  <a:cubicBezTo>
                    <a:pt x="978" y="268"/>
                    <a:pt x="1073" y="354"/>
                    <a:pt x="1073" y="472"/>
                  </a:cubicBezTo>
                  <a:cubicBezTo>
                    <a:pt x="1073" y="633"/>
                    <a:pt x="912" y="777"/>
                    <a:pt x="742" y="809"/>
                  </a:cubicBezTo>
                  <a:cubicBezTo>
                    <a:pt x="762" y="622"/>
                    <a:pt x="808" y="455"/>
                    <a:pt x="831" y="271"/>
                  </a:cubicBezTo>
                  <a:moveTo>
                    <a:pt x="981" y="926"/>
                  </a:moveTo>
                  <a:cubicBezTo>
                    <a:pt x="1139" y="834"/>
                    <a:pt x="1259" y="647"/>
                    <a:pt x="1262" y="489"/>
                  </a:cubicBezTo>
                  <a:cubicBezTo>
                    <a:pt x="1262" y="478"/>
                    <a:pt x="1262" y="478"/>
                    <a:pt x="1262" y="478"/>
                  </a:cubicBezTo>
                  <a:cubicBezTo>
                    <a:pt x="1262" y="328"/>
                    <a:pt x="1142" y="98"/>
                    <a:pt x="848" y="98"/>
                  </a:cubicBezTo>
                  <a:cubicBezTo>
                    <a:pt x="848" y="41"/>
                    <a:pt x="788" y="17"/>
                    <a:pt x="679" y="9"/>
                  </a:cubicBezTo>
                  <a:cubicBezTo>
                    <a:pt x="557" y="0"/>
                    <a:pt x="463" y="8"/>
                    <a:pt x="406" y="137"/>
                  </a:cubicBezTo>
                  <a:cubicBezTo>
                    <a:pt x="311" y="351"/>
                    <a:pt x="0" y="1843"/>
                    <a:pt x="183" y="2102"/>
                  </a:cubicBezTo>
                  <a:cubicBezTo>
                    <a:pt x="242" y="2186"/>
                    <a:pt x="398" y="2189"/>
                    <a:pt x="513" y="2145"/>
                  </a:cubicBezTo>
                  <a:cubicBezTo>
                    <a:pt x="578" y="2120"/>
                    <a:pt x="614" y="2052"/>
                    <a:pt x="601" y="1984"/>
                  </a:cubicBezTo>
                  <a:cubicBezTo>
                    <a:pt x="593" y="1940"/>
                    <a:pt x="591" y="1882"/>
                    <a:pt x="596" y="1813"/>
                  </a:cubicBezTo>
                  <a:cubicBezTo>
                    <a:pt x="666" y="1882"/>
                    <a:pt x="827" y="1910"/>
                    <a:pt x="1001" y="1879"/>
                  </a:cubicBezTo>
                  <a:cubicBezTo>
                    <a:pt x="1191" y="1846"/>
                    <a:pt x="1389" y="1640"/>
                    <a:pt x="1389" y="1389"/>
                  </a:cubicBezTo>
                  <a:cubicBezTo>
                    <a:pt x="1389" y="1151"/>
                    <a:pt x="1208" y="990"/>
                    <a:pt x="981" y="926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141" name="Google Shape;141;p35"/>
            <p:cNvSpPr/>
            <p:nvPr/>
          </p:nvSpPr>
          <p:spPr>
            <a:xfrm>
              <a:off x="4273" y="1392"/>
              <a:ext cx="682" cy="542"/>
            </a:xfrm>
            <a:custGeom>
              <a:avLst/>
              <a:gdLst/>
              <a:ahLst/>
              <a:cxnLst/>
              <a:rect l="l" t="t" r="r" b="b"/>
              <a:pathLst>
                <a:path w="1872" h="1486" extrusionOk="0">
                  <a:moveTo>
                    <a:pt x="1182" y="423"/>
                  </a:moveTo>
                  <a:cubicBezTo>
                    <a:pt x="1177" y="432"/>
                    <a:pt x="1177" y="432"/>
                    <a:pt x="1177" y="432"/>
                  </a:cubicBezTo>
                  <a:cubicBezTo>
                    <a:pt x="1174" y="420"/>
                    <a:pt x="1171" y="409"/>
                    <a:pt x="1171" y="394"/>
                  </a:cubicBezTo>
                  <a:cubicBezTo>
                    <a:pt x="1171" y="314"/>
                    <a:pt x="1229" y="199"/>
                    <a:pt x="1292" y="167"/>
                  </a:cubicBezTo>
                  <a:cubicBezTo>
                    <a:pt x="1283" y="259"/>
                    <a:pt x="1229" y="348"/>
                    <a:pt x="1182" y="423"/>
                  </a:cubicBezTo>
                  <a:moveTo>
                    <a:pt x="392" y="647"/>
                  </a:moveTo>
                  <a:cubicBezTo>
                    <a:pt x="423" y="621"/>
                    <a:pt x="466" y="593"/>
                    <a:pt x="512" y="593"/>
                  </a:cubicBezTo>
                  <a:cubicBezTo>
                    <a:pt x="524" y="593"/>
                    <a:pt x="533" y="593"/>
                    <a:pt x="541" y="595"/>
                  </a:cubicBezTo>
                  <a:cubicBezTo>
                    <a:pt x="512" y="713"/>
                    <a:pt x="317" y="805"/>
                    <a:pt x="274" y="837"/>
                  </a:cubicBezTo>
                  <a:cubicBezTo>
                    <a:pt x="297" y="771"/>
                    <a:pt x="343" y="702"/>
                    <a:pt x="392" y="647"/>
                  </a:cubicBezTo>
                  <a:moveTo>
                    <a:pt x="1829" y="726"/>
                  </a:moveTo>
                  <a:cubicBezTo>
                    <a:pt x="1792" y="786"/>
                    <a:pt x="1792" y="786"/>
                    <a:pt x="1792" y="786"/>
                  </a:cubicBezTo>
                  <a:cubicBezTo>
                    <a:pt x="1717" y="892"/>
                    <a:pt x="1494" y="1224"/>
                    <a:pt x="1349" y="1326"/>
                  </a:cubicBezTo>
                  <a:cubicBezTo>
                    <a:pt x="1344" y="1326"/>
                    <a:pt x="1338" y="1323"/>
                    <a:pt x="1338" y="1314"/>
                  </a:cubicBezTo>
                  <a:cubicBezTo>
                    <a:pt x="1338" y="1197"/>
                    <a:pt x="1576" y="883"/>
                    <a:pt x="1576" y="682"/>
                  </a:cubicBezTo>
                  <a:cubicBezTo>
                    <a:pt x="1576" y="535"/>
                    <a:pt x="1295" y="492"/>
                    <a:pt x="1300" y="469"/>
                  </a:cubicBezTo>
                  <a:cubicBezTo>
                    <a:pt x="1300" y="443"/>
                    <a:pt x="1421" y="265"/>
                    <a:pt x="1421" y="144"/>
                  </a:cubicBezTo>
                  <a:cubicBezTo>
                    <a:pt x="1421" y="95"/>
                    <a:pt x="1344" y="0"/>
                    <a:pt x="1234" y="0"/>
                  </a:cubicBezTo>
                  <a:cubicBezTo>
                    <a:pt x="1056" y="0"/>
                    <a:pt x="1016" y="305"/>
                    <a:pt x="1016" y="334"/>
                  </a:cubicBezTo>
                  <a:cubicBezTo>
                    <a:pt x="1016" y="466"/>
                    <a:pt x="1053" y="501"/>
                    <a:pt x="1113" y="541"/>
                  </a:cubicBezTo>
                  <a:cubicBezTo>
                    <a:pt x="1060" y="629"/>
                    <a:pt x="996" y="733"/>
                    <a:pt x="938" y="824"/>
                  </a:cubicBezTo>
                  <a:cubicBezTo>
                    <a:pt x="817" y="985"/>
                    <a:pt x="607" y="1220"/>
                    <a:pt x="406" y="1220"/>
                  </a:cubicBezTo>
                  <a:cubicBezTo>
                    <a:pt x="297" y="1220"/>
                    <a:pt x="219" y="1162"/>
                    <a:pt x="219" y="1050"/>
                  </a:cubicBezTo>
                  <a:cubicBezTo>
                    <a:pt x="219" y="1024"/>
                    <a:pt x="225" y="992"/>
                    <a:pt x="236" y="958"/>
                  </a:cubicBezTo>
                  <a:cubicBezTo>
                    <a:pt x="268" y="964"/>
                    <a:pt x="308" y="969"/>
                    <a:pt x="348" y="969"/>
                  </a:cubicBezTo>
                  <a:cubicBezTo>
                    <a:pt x="616" y="969"/>
                    <a:pt x="679" y="780"/>
                    <a:pt x="679" y="687"/>
                  </a:cubicBezTo>
                  <a:cubicBezTo>
                    <a:pt x="679" y="682"/>
                    <a:pt x="679" y="676"/>
                    <a:pt x="679" y="671"/>
                  </a:cubicBezTo>
                  <a:cubicBezTo>
                    <a:pt x="679" y="671"/>
                    <a:pt x="679" y="671"/>
                    <a:pt x="679" y="671"/>
                  </a:cubicBezTo>
                  <a:cubicBezTo>
                    <a:pt x="675" y="441"/>
                    <a:pt x="533" y="447"/>
                    <a:pt x="433" y="478"/>
                  </a:cubicBezTo>
                  <a:cubicBezTo>
                    <a:pt x="433" y="478"/>
                    <a:pt x="433" y="478"/>
                    <a:pt x="433" y="478"/>
                  </a:cubicBezTo>
                  <a:cubicBezTo>
                    <a:pt x="191" y="541"/>
                    <a:pt x="0" y="852"/>
                    <a:pt x="0" y="1070"/>
                  </a:cubicBezTo>
                  <a:cubicBezTo>
                    <a:pt x="0" y="1197"/>
                    <a:pt x="47" y="1317"/>
                    <a:pt x="129" y="1386"/>
                  </a:cubicBezTo>
                  <a:cubicBezTo>
                    <a:pt x="129" y="1387"/>
                    <a:pt x="129" y="1387"/>
                    <a:pt x="129" y="1387"/>
                  </a:cubicBezTo>
                  <a:cubicBezTo>
                    <a:pt x="205" y="1453"/>
                    <a:pt x="365" y="1486"/>
                    <a:pt x="521" y="1417"/>
                  </a:cubicBezTo>
                  <a:cubicBezTo>
                    <a:pt x="521" y="1417"/>
                    <a:pt x="521" y="1417"/>
                    <a:pt x="521" y="1417"/>
                  </a:cubicBezTo>
                  <a:cubicBezTo>
                    <a:pt x="699" y="1350"/>
                    <a:pt x="814" y="1204"/>
                    <a:pt x="855" y="1153"/>
                  </a:cubicBezTo>
                  <a:cubicBezTo>
                    <a:pt x="864" y="1144"/>
                    <a:pt x="1153" y="745"/>
                    <a:pt x="1229" y="587"/>
                  </a:cubicBezTo>
                  <a:cubicBezTo>
                    <a:pt x="1234" y="590"/>
                    <a:pt x="1309" y="610"/>
                    <a:pt x="1309" y="630"/>
                  </a:cubicBezTo>
                  <a:cubicBezTo>
                    <a:pt x="1309" y="708"/>
                    <a:pt x="1082" y="1027"/>
                    <a:pt x="1082" y="1211"/>
                  </a:cubicBezTo>
                  <a:cubicBezTo>
                    <a:pt x="1082" y="1343"/>
                    <a:pt x="1240" y="1418"/>
                    <a:pt x="1306" y="1418"/>
                  </a:cubicBezTo>
                  <a:cubicBezTo>
                    <a:pt x="1394" y="1418"/>
                    <a:pt x="1481" y="1357"/>
                    <a:pt x="1525" y="1317"/>
                  </a:cubicBezTo>
                  <a:cubicBezTo>
                    <a:pt x="1638" y="1233"/>
                    <a:pt x="1719" y="1137"/>
                    <a:pt x="1789" y="1048"/>
                  </a:cubicBezTo>
                  <a:cubicBezTo>
                    <a:pt x="1872" y="943"/>
                    <a:pt x="1872" y="838"/>
                    <a:pt x="1856" y="732"/>
                  </a:cubicBezTo>
                  <a:cubicBezTo>
                    <a:pt x="1854" y="718"/>
                    <a:pt x="1836" y="714"/>
                    <a:pt x="1829" y="726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142" name="Google Shape;142;p35"/>
            <p:cNvSpPr/>
            <p:nvPr/>
          </p:nvSpPr>
          <p:spPr>
            <a:xfrm>
              <a:off x="3509" y="1164"/>
              <a:ext cx="876" cy="980"/>
            </a:xfrm>
            <a:custGeom>
              <a:avLst/>
              <a:gdLst/>
              <a:ahLst/>
              <a:cxnLst/>
              <a:rect l="l" t="t" r="r" b="b"/>
              <a:pathLst>
                <a:path w="2403" h="2686" extrusionOk="0">
                  <a:moveTo>
                    <a:pt x="553" y="1271"/>
                  </a:moveTo>
                  <a:cubicBezTo>
                    <a:pt x="585" y="1245"/>
                    <a:pt x="628" y="1217"/>
                    <a:pt x="674" y="1217"/>
                  </a:cubicBezTo>
                  <a:cubicBezTo>
                    <a:pt x="685" y="1217"/>
                    <a:pt x="694" y="1217"/>
                    <a:pt x="702" y="1219"/>
                  </a:cubicBezTo>
                  <a:cubicBezTo>
                    <a:pt x="674" y="1337"/>
                    <a:pt x="478" y="1429"/>
                    <a:pt x="435" y="1461"/>
                  </a:cubicBezTo>
                  <a:cubicBezTo>
                    <a:pt x="458" y="1395"/>
                    <a:pt x="504" y="1326"/>
                    <a:pt x="553" y="1271"/>
                  </a:cubicBezTo>
                  <a:moveTo>
                    <a:pt x="2391" y="598"/>
                  </a:moveTo>
                  <a:cubicBezTo>
                    <a:pt x="2094" y="601"/>
                    <a:pt x="2094" y="601"/>
                    <a:pt x="2094" y="601"/>
                  </a:cubicBezTo>
                  <a:cubicBezTo>
                    <a:pt x="2099" y="545"/>
                    <a:pt x="2111" y="474"/>
                    <a:pt x="2121" y="403"/>
                  </a:cubicBezTo>
                  <a:cubicBezTo>
                    <a:pt x="2160" y="175"/>
                    <a:pt x="2164" y="82"/>
                    <a:pt x="2106" y="37"/>
                  </a:cubicBezTo>
                  <a:cubicBezTo>
                    <a:pt x="2059" y="0"/>
                    <a:pt x="1934" y="10"/>
                    <a:pt x="1833" y="40"/>
                  </a:cubicBezTo>
                  <a:cubicBezTo>
                    <a:pt x="1810" y="45"/>
                    <a:pt x="1783" y="60"/>
                    <a:pt x="1778" y="81"/>
                  </a:cubicBezTo>
                  <a:cubicBezTo>
                    <a:pt x="1749" y="213"/>
                    <a:pt x="1723" y="454"/>
                    <a:pt x="1700" y="604"/>
                  </a:cubicBezTo>
                  <a:cubicBezTo>
                    <a:pt x="1671" y="608"/>
                    <a:pt x="1601" y="606"/>
                    <a:pt x="1540" y="608"/>
                  </a:cubicBezTo>
                  <a:cubicBezTo>
                    <a:pt x="1545" y="552"/>
                    <a:pt x="1556" y="492"/>
                    <a:pt x="1562" y="416"/>
                  </a:cubicBezTo>
                  <a:cubicBezTo>
                    <a:pt x="1577" y="285"/>
                    <a:pt x="1578" y="224"/>
                    <a:pt x="1563" y="191"/>
                  </a:cubicBezTo>
                  <a:cubicBezTo>
                    <a:pt x="1561" y="186"/>
                    <a:pt x="1558" y="181"/>
                    <a:pt x="1553" y="177"/>
                  </a:cubicBezTo>
                  <a:cubicBezTo>
                    <a:pt x="1545" y="167"/>
                    <a:pt x="1533" y="161"/>
                    <a:pt x="1518" y="156"/>
                  </a:cubicBezTo>
                  <a:cubicBezTo>
                    <a:pt x="1476" y="140"/>
                    <a:pt x="1417" y="135"/>
                    <a:pt x="1387" y="135"/>
                  </a:cubicBezTo>
                  <a:cubicBezTo>
                    <a:pt x="1335" y="135"/>
                    <a:pt x="1278" y="150"/>
                    <a:pt x="1257" y="210"/>
                  </a:cubicBezTo>
                  <a:cubicBezTo>
                    <a:pt x="1226" y="311"/>
                    <a:pt x="1206" y="535"/>
                    <a:pt x="1186" y="610"/>
                  </a:cubicBezTo>
                  <a:cubicBezTo>
                    <a:pt x="1128" y="613"/>
                    <a:pt x="956" y="616"/>
                    <a:pt x="956" y="636"/>
                  </a:cubicBezTo>
                  <a:cubicBezTo>
                    <a:pt x="956" y="702"/>
                    <a:pt x="1071" y="725"/>
                    <a:pt x="1148" y="725"/>
                  </a:cubicBezTo>
                  <a:cubicBezTo>
                    <a:pt x="1168" y="725"/>
                    <a:pt x="1168" y="725"/>
                    <a:pt x="1168" y="725"/>
                  </a:cubicBezTo>
                  <a:cubicBezTo>
                    <a:pt x="1139" y="980"/>
                    <a:pt x="1120" y="1204"/>
                    <a:pt x="1102" y="1443"/>
                  </a:cubicBezTo>
                  <a:cubicBezTo>
                    <a:pt x="982" y="1604"/>
                    <a:pt x="771" y="1844"/>
                    <a:pt x="567" y="1844"/>
                  </a:cubicBezTo>
                  <a:cubicBezTo>
                    <a:pt x="458" y="1844"/>
                    <a:pt x="380" y="1786"/>
                    <a:pt x="380" y="1674"/>
                  </a:cubicBezTo>
                  <a:cubicBezTo>
                    <a:pt x="380" y="1648"/>
                    <a:pt x="386" y="1616"/>
                    <a:pt x="398" y="1582"/>
                  </a:cubicBezTo>
                  <a:cubicBezTo>
                    <a:pt x="429" y="1588"/>
                    <a:pt x="469" y="1593"/>
                    <a:pt x="510" y="1593"/>
                  </a:cubicBezTo>
                  <a:cubicBezTo>
                    <a:pt x="642" y="1593"/>
                    <a:pt x="725" y="1547"/>
                    <a:pt x="774" y="1488"/>
                  </a:cubicBezTo>
                  <a:cubicBezTo>
                    <a:pt x="774" y="1488"/>
                    <a:pt x="774" y="1488"/>
                    <a:pt x="774" y="1488"/>
                  </a:cubicBezTo>
                  <a:cubicBezTo>
                    <a:pt x="774" y="1488"/>
                    <a:pt x="774" y="1488"/>
                    <a:pt x="774" y="1488"/>
                  </a:cubicBezTo>
                  <a:cubicBezTo>
                    <a:pt x="775" y="1487"/>
                    <a:pt x="776" y="1486"/>
                    <a:pt x="777" y="1484"/>
                  </a:cubicBezTo>
                  <a:cubicBezTo>
                    <a:pt x="867" y="1377"/>
                    <a:pt x="864" y="1193"/>
                    <a:pt x="812" y="1133"/>
                  </a:cubicBezTo>
                  <a:cubicBezTo>
                    <a:pt x="765" y="1080"/>
                    <a:pt x="656" y="1076"/>
                    <a:pt x="554" y="1115"/>
                  </a:cubicBezTo>
                  <a:cubicBezTo>
                    <a:pt x="554" y="1115"/>
                    <a:pt x="554" y="1115"/>
                    <a:pt x="553" y="1115"/>
                  </a:cubicBezTo>
                  <a:cubicBezTo>
                    <a:pt x="546" y="1118"/>
                    <a:pt x="538" y="1121"/>
                    <a:pt x="531" y="1124"/>
                  </a:cubicBezTo>
                  <a:cubicBezTo>
                    <a:pt x="529" y="1125"/>
                    <a:pt x="527" y="1126"/>
                    <a:pt x="525" y="1127"/>
                  </a:cubicBezTo>
                  <a:cubicBezTo>
                    <a:pt x="520" y="1129"/>
                    <a:pt x="516" y="1131"/>
                    <a:pt x="512" y="1133"/>
                  </a:cubicBezTo>
                  <a:cubicBezTo>
                    <a:pt x="512" y="1133"/>
                    <a:pt x="512" y="1133"/>
                    <a:pt x="512" y="1133"/>
                  </a:cubicBezTo>
                  <a:cubicBezTo>
                    <a:pt x="259" y="1272"/>
                    <a:pt x="0" y="1760"/>
                    <a:pt x="301" y="2021"/>
                  </a:cubicBezTo>
                  <a:cubicBezTo>
                    <a:pt x="395" y="2103"/>
                    <a:pt x="559" y="2107"/>
                    <a:pt x="728" y="2021"/>
                  </a:cubicBezTo>
                  <a:cubicBezTo>
                    <a:pt x="779" y="1997"/>
                    <a:pt x="824" y="1966"/>
                    <a:pt x="863" y="1935"/>
                  </a:cubicBezTo>
                  <a:cubicBezTo>
                    <a:pt x="863" y="1935"/>
                    <a:pt x="863" y="1935"/>
                    <a:pt x="863" y="1935"/>
                  </a:cubicBezTo>
                  <a:cubicBezTo>
                    <a:pt x="962" y="1856"/>
                    <a:pt x="1038" y="1763"/>
                    <a:pt x="1083" y="1701"/>
                  </a:cubicBezTo>
                  <a:cubicBezTo>
                    <a:pt x="1081" y="1732"/>
                    <a:pt x="1079" y="1765"/>
                    <a:pt x="1076" y="1798"/>
                  </a:cubicBezTo>
                  <a:cubicBezTo>
                    <a:pt x="1076" y="1818"/>
                    <a:pt x="1073" y="1841"/>
                    <a:pt x="1073" y="1861"/>
                  </a:cubicBezTo>
                  <a:cubicBezTo>
                    <a:pt x="1073" y="1879"/>
                    <a:pt x="1074" y="1911"/>
                    <a:pt x="1076" y="1946"/>
                  </a:cubicBezTo>
                  <a:cubicBezTo>
                    <a:pt x="1080" y="2069"/>
                    <a:pt x="1081" y="2289"/>
                    <a:pt x="1253" y="2317"/>
                  </a:cubicBezTo>
                  <a:cubicBezTo>
                    <a:pt x="1289" y="2322"/>
                    <a:pt x="1322" y="2296"/>
                    <a:pt x="1326" y="2260"/>
                  </a:cubicBezTo>
                  <a:cubicBezTo>
                    <a:pt x="1329" y="2237"/>
                    <a:pt x="1332" y="2215"/>
                    <a:pt x="1335" y="2192"/>
                  </a:cubicBezTo>
                  <a:cubicBezTo>
                    <a:pt x="1336" y="2189"/>
                    <a:pt x="1337" y="2186"/>
                    <a:pt x="1338" y="2183"/>
                  </a:cubicBezTo>
                  <a:cubicBezTo>
                    <a:pt x="1410" y="1666"/>
                    <a:pt x="1467" y="1275"/>
                    <a:pt x="1525" y="730"/>
                  </a:cubicBezTo>
                  <a:cubicBezTo>
                    <a:pt x="1551" y="733"/>
                    <a:pt x="1568" y="736"/>
                    <a:pt x="1637" y="736"/>
                  </a:cubicBezTo>
                  <a:cubicBezTo>
                    <a:pt x="1689" y="736"/>
                    <a:pt x="1689" y="736"/>
                    <a:pt x="1689" y="736"/>
                  </a:cubicBezTo>
                  <a:cubicBezTo>
                    <a:pt x="1669" y="873"/>
                    <a:pt x="1567" y="1712"/>
                    <a:pt x="1535" y="2164"/>
                  </a:cubicBezTo>
                  <a:cubicBezTo>
                    <a:pt x="1511" y="2466"/>
                    <a:pt x="1499" y="2607"/>
                    <a:pt x="1808" y="2682"/>
                  </a:cubicBezTo>
                  <a:cubicBezTo>
                    <a:pt x="1824" y="2686"/>
                    <a:pt x="1840" y="2675"/>
                    <a:pt x="1842" y="2659"/>
                  </a:cubicBezTo>
                  <a:cubicBezTo>
                    <a:pt x="1847" y="2603"/>
                    <a:pt x="1852" y="2551"/>
                    <a:pt x="1857" y="2503"/>
                  </a:cubicBezTo>
                  <a:cubicBezTo>
                    <a:pt x="1858" y="2501"/>
                    <a:pt x="1858" y="2499"/>
                    <a:pt x="1858" y="2498"/>
                  </a:cubicBezTo>
                  <a:cubicBezTo>
                    <a:pt x="1876" y="2319"/>
                    <a:pt x="1889" y="2205"/>
                    <a:pt x="1889" y="2203"/>
                  </a:cubicBezTo>
                  <a:cubicBezTo>
                    <a:pt x="1944" y="1732"/>
                    <a:pt x="2038" y="1021"/>
                    <a:pt x="2080" y="728"/>
                  </a:cubicBezTo>
                  <a:cubicBezTo>
                    <a:pt x="2102" y="726"/>
                    <a:pt x="2164" y="725"/>
                    <a:pt x="2212" y="718"/>
                  </a:cubicBezTo>
                  <a:cubicBezTo>
                    <a:pt x="2275" y="711"/>
                    <a:pt x="2341" y="694"/>
                    <a:pt x="2399" y="613"/>
                  </a:cubicBezTo>
                  <a:cubicBezTo>
                    <a:pt x="2403" y="607"/>
                    <a:pt x="2399" y="598"/>
                    <a:pt x="2391" y="598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143" name="Google Shape;143;p35"/>
            <p:cNvSpPr/>
            <p:nvPr/>
          </p:nvSpPr>
          <p:spPr>
            <a:xfrm>
              <a:off x="3939" y="2354"/>
              <a:ext cx="442" cy="727"/>
            </a:xfrm>
            <a:custGeom>
              <a:avLst/>
              <a:gdLst/>
              <a:ahLst/>
              <a:cxnLst/>
              <a:rect l="l" t="t" r="r" b="b"/>
              <a:pathLst>
                <a:path w="1211" h="1995" extrusionOk="0">
                  <a:moveTo>
                    <a:pt x="1073" y="787"/>
                  </a:moveTo>
                  <a:cubicBezTo>
                    <a:pt x="1047" y="778"/>
                    <a:pt x="915" y="776"/>
                    <a:pt x="788" y="775"/>
                  </a:cubicBezTo>
                  <a:cubicBezTo>
                    <a:pt x="775" y="775"/>
                    <a:pt x="763" y="775"/>
                    <a:pt x="750" y="775"/>
                  </a:cubicBezTo>
                  <a:cubicBezTo>
                    <a:pt x="523" y="775"/>
                    <a:pt x="523" y="775"/>
                    <a:pt x="523" y="775"/>
                  </a:cubicBezTo>
                  <a:cubicBezTo>
                    <a:pt x="540" y="626"/>
                    <a:pt x="601" y="303"/>
                    <a:pt x="653" y="168"/>
                  </a:cubicBezTo>
                  <a:cubicBezTo>
                    <a:pt x="980" y="151"/>
                    <a:pt x="1164" y="228"/>
                    <a:pt x="1211" y="107"/>
                  </a:cubicBezTo>
                  <a:cubicBezTo>
                    <a:pt x="1192" y="93"/>
                    <a:pt x="1150" y="73"/>
                    <a:pt x="1082" y="54"/>
                  </a:cubicBezTo>
                  <a:cubicBezTo>
                    <a:pt x="1083" y="54"/>
                    <a:pt x="1084" y="54"/>
                    <a:pt x="1084" y="53"/>
                  </a:cubicBezTo>
                  <a:cubicBezTo>
                    <a:pt x="1079" y="53"/>
                    <a:pt x="1067" y="50"/>
                    <a:pt x="1058" y="48"/>
                  </a:cubicBezTo>
                  <a:cubicBezTo>
                    <a:pt x="1033" y="42"/>
                    <a:pt x="1004" y="36"/>
                    <a:pt x="972" y="30"/>
                  </a:cubicBezTo>
                  <a:cubicBezTo>
                    <a:pt x="887" y="14"/>
                    <a:pt x="799" y="4"/>
                    <a:pt x="710" y="1"/>
                  </a:cubicBezTo>
                  <a:cubicBezTo>
                    <a:pt x="670" y="1"/>
                    <a:pt x="670" y="1"/>
                    <a:pt x="670" y="1"/>
                  </a:cubicBezTo>
                  <a:cubicBezTo>
                    <a:pt x="641" y="1"/>
                    <a:pt x="612" y="2"/>
                    <a:pt x="583" y="3"/>
                  </a:cubicBezTo>
                  <a:cubicBezTo>
                    <a:pt x="584" y="3"/>
                    <a:pt x="584" y="3"/>
                    <a:pt x="584" y="3"/>
                  </a:cubicBezTo>
                  <a:cubicBezTo>
                    <a:pt x="373" y="0"/>
                    <a:pt x="142" y="46"/>
                    <a:pt x="84" y="68"/>
                  </a:cubicBezTo>
                  <a:cubicBezTo>
                    <a:pt x="84" y="68"/>
                    <a:pt x="84" y="68"/>
                    <a:pt x="84" y="68"/>
                  </a:cubicBezTo>
                  <a:cubicBezTo>
                    <a:pt x="75" y="70"/>
                    <a:pt x="71" y="75"/>
                    <a:pt x="69" y="88"/>
                  </a:cubicBezTo>
                  <a:cubicBezTo>
                    <a:pt x="72" y="131"/>
                    <a:pt x="215" y="148"/>
                    <a:pt x="215" y="151"/>
                  </a:cubicBezTo>
                  <a:cubicBezTo>
                    <a:pt x="204" y="151"/>
                    <a:pt x="204" y="151"/>
                    <a:pt x="204" y="151"/>
                  </a:cubicBezTo>
                  <a:cubicBezTo>
                    <a:pt x="204" y="154"/>
                    <a:pt x="213" y="154"/>
                    <a:pt x="213" y="157"/>
                  </a:cubicBezTo>
                  <a:cubicBezTo>
                    <a:pt x="89" y="608"/>
                    <a:pt x="8" y="1172"/>
                    <a:pt x="0" y="1621"/>
                  </a:cubicBezTo>
                  <a:cubicBezTo>
                    <a:pt x="0" y="1641"/>
                    <a:pt x="0" y="1641"/>
                    <a:pt x="0" y="1641"/>
                  </a:cubicBezTo>
                  <a:cubicBezTo>
                    <a:pt x="0" y="1684"/>
                    <a:pt x="4" y="1760"/>
                    <a:pt x="19" y="1822"/>
                  </a:cubicBezTo>
                  <a:cubicBezTo>
                    <a:pt x="19" y="1822"/>
                    <a:pt x="19" y="1822"/>
                    <a:pt x="19" y="1822"/>
                  </a:cubicBezTo>
                  <a:cubicBezTo>
                    <a:pt x="47" y="1976"/>
                    <a:pt x="185" y="1995"/>
                    <a:pt x="397" y="1940"/>
                  </a:cubicBezTo>
                  <a:cubicBezTo>
                    <a:pt x="425" y="1933"/>
                    <a:pt x="443" y="1905"/>
                    <a:pt x="436" y="1876"/>
                  </a:cubicBezTo>
                  <a:cubicBezTo>
                    <a:pt x="415" y="1787"/>
                    <a:pt x="405" y="1654"/>
                    <a:pt x="423" y="1463"/>
                  </a:cubicBezTo>
                  <a:cubicBezTo>
                    <a:pt x="423" y="1463"/>
                    <a:pt x="423" y="1463"/>
                    <a:pt x="423" y="1463"/>
                  </a:cubicBezTo>
                  <a:cubicBezTo>
                    <a:pt x="440" y="1284"/>
                    <a:pt x="471" y="1109"/>
                    <a:pt x="494" y="928"/>
                  </a:cubicBezTo>
                  <a:cubicBezTo>
                    <a:pt x="601" y="923"/>
                    <a:pt x="712" y="922"/>
                    <a:pt x="816" y="915"/>
                  </a:cubicBezTo>
                  <a:cubicBezTo>
                    <a:pt x="816" y="915"/>
                    <a:pt x="816" y="915"/>
                    <a:pt x="816" y="915"/>
                  </a:cubicBezTo>
                  <a:cubicBezTo>
                    <a:pt x="913" y="913"/>
                    <a:pt x="1030" y="892"/>
                    <a:pt x="1073" y="787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144" name="Google Shape;144;p35"/>
            <p:cNvSpPr/>
            <p:nvPr/>
          </p:nvSpPr>
          <p:spPr>
            <a:xfrm>
              <a:off x="1756" y="2319"/>
              <a:ext cx="914" cy="744"/>
            </a:xfrm>
            <a:custGeom>
              <a:avLst/>
              <a:gdLst/>
              <a:ahLst/>
              <a:cxnLst/>
              <a:rect l="l" t="t" r="r" b="b"/>
              <a:pathLst>
                <a:path w="2507" h="2040" extrusionOk="0">
                  <a:moveTo>
                    <a:pt x="2505" y="131"/>
                  </a:moveTo>
                  <a:cubicBezTo>
                    <a:pt x="2480" y="78"/>
                    <a:pt x="2331" y="102"/>
                    <a:pt x="2245" y="358"/>
                  </a:cubicBezTo>
                  <a:cubicBezTo>
                    <a:pt x="2245" y="358"/>
                    <a:pt x="2245" y="358"/>
                    <a:pt x="2245" y="358"/>
                  </a:cubicBezTo>
                  <a:cubicBezTo>
                    <a:pt x="2116" y="672"/>
                    <a:pt x="1958" y="1795"/>
                    <a:pt x="1783" y="1795"/>
                  </a:cubicBezTo>
                  <a:cubicBezTo>
                    <a:pt x="1754" y="1795"/>
                    <a:pt x="1751" y="1643"/>
                    <a:pt x="1751" y="1571"/>
                  </a:cubicBezTo>
                  <a:cubicBezTo>
                    <a:pt x="1751" y="1277"/>
                    <a:pt x="1763" y="1013"/>
                    <a:pt x="1771" y="751"/>
                  </a:cubicBezTo>
                  <a:cubicBezTo>
                    <a:pt x="1765" y="643"/>
                    <a:pt x="1772" y="514"/>
                    <a:pt x="1759" y="395"/>
                  </a:cubicBezTo>
                  <a:cubicBezTo>
                    <a:pt x="1759" y="395"/>
                    <a:pt x="1759" y="395"/>
                    <a:pt x="1759" y="395"/>
                  </a:cubicBezTo>
                  <a:cubicBezTo>
                    <a:pt x="1750" y="241"/>
                    <a:pt x="1695" y="51"/>
                    <a:pt x="1506" y="25"/>
                  </a:cubicBezTo>
                  <a:cubicBezTo>
                    <a:pt x="1318" y="0"/>
                    <a:pt x="1198" y="61"/>
                    <a:pt x="1103" y="261"/>
                  </a:cubicBezTo>
                  <a:cubicBezTo>
                    <a:pt x="983" y="492"/>
                    <a:pt x="874" y="889"/>
                    <a:pt x="724" y="1315"/>
                  </a:cubicBezTo>
                  <a:cubicBezTo>
                    <a:pt x="676" y="1450"/>
                    <a:pt x="612" y="1706"/>
                    <a:pt x="575" y="1732"/>
                  </a:cubicBezTo>
                  <a:cubicBezTo>
                    <a:pt x="535" y="1574"/>
                    <a:pt x="529" y="1416"/>
                    <a:pt x="529" y="1257"/>
                  </a:cubicBezTo>
                  <a:cubicBezTo>
                    <a:pt x="529" y="1068"/>
                    <a:pt x="529" y="1068"/>
                    <a:pt x="529" y="1068"/>
                  </a:cubicBezTo>
                  <a:cubicBezTo>
                    <a:pt x="529" y="812"/>
                    <a:pt x="565" y="432"/>
                    <a:pt x="586" y="340"/>
                  </a:cubicBezTo>
                  <a:cubicBezTo>
                    <a:pt x="629" y="155"/>
                    <a:pt x="462" y="47"/>
                    <a:pt x="328" y="47"/>
                  </a:cubicBezTo>
                  <a:cubicBezTo>
                    <a:pt x="193" y="47"/>
                    <a:pt x="97" y="116"/>
                    <a:pt x="74" y="248"/>
                  </a:cubicBezTo>
                  <a:cubicBezTo>
                    <a:pt x="31" y="478"/>
                    <a:pt x="0" y="760"/>
                    <a:pt x="0" y="1045"/>
                  </a:cubicBezTo>
                  <a:cubicBezTo>
                    <a:pt x="0" y="1470"/>
                    <a:pt x="74" y="2040"/>
                    <a:pt x="290" y="2040"/>
                  </a:cubicBezTo>
                  <a:cubicBezTo>
                    <a:pt x="670" y="2040"/>
                    <a:pt x="736" y="1925"/>
                    <a:pt x="808" y="1694"/>
                  </a:cubicBezTo>
                  <a:cubicBezTo>
                    <a:pt x="906" y="1479"/>
                    <a:pt x="1196" y="415"/>
                    <a:pt x="1282" y="297"/>
                  </a:cubicBezTo>
                  <a:cubicBezTo>
                    <a:pt x="1285" y="311"/>
                    <a:pt x="1285" y="326"/>
                    <a:pt x="1285" y="340"/>
                  </a:cubicBezTo>
                  <a:cubicBezTo>
                    <a:pt x="1285" y="369"/>
                    <a:pt x="1282" y="403"/>
                    <a:pt x="1282" y="435"/>
                  </a:cubicBezTo>
                  <a:cubicBezTo>
                    <a:pt x="1282" y="691"/>
                    <a:pt x="1256" y="1019"/>
                    <a:pt x="1256" y="1346"/>
                  </a:cubicBezTo>
                  <a:cubicBezTo>
                    <a:pt x="1256" y="1697"/>
                    <a:pt x="1308" y="2019"/>
                    <a:pt x="1607" y="2019"/>
                  </a:cubicBezTo>
                  <a:cubicBezTo>
                    <a:pt x="1636" y="2019"/>
                    <a:pt x="1777" y="2008"/>
                    <a:pt x="1849" y="1953"/>
                  </a:cubicBezTo>
                  <a:cubicBezTo>
                    <a:pt x="2177" y="1706"/>
                    <a:pt x="2243" y="1257"/>
                    <a:pt x="2318" y="978"/>
                  </a:cubicBezTo>
                  <a:cubicBezTo>
                    <a:pt x="2365" y="807"/>
                    <a:pt x="2440" y="313"/>
                    <a:pt x="2507" y="141"/>
                  </a:cubicBezTo>
                  <a:cubicBezTo>
                    <a:pt x="2507" y="137"/>
                    <a:pt x="2506" y="134"/>
                    <a:pt x="2505" y="13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145" name="Google Shape;145;p35"/>
            <p:cNvSpPr/>
            <p:nvPr/>
          </p:nvSpPr>
          <p:spPr>
            <a:xfrm>
              <a:off x="5675" y="2589"/>
              <a:ext cx="250" cy="398"/>
            </a:xfrm>
            <a:custGeom>
              <a:avLst/>
              <a:gdLst/>
              <a:ahLst/>
              <a:cxnLst/>
              <a:rect l="l" t="t" r="r" b="b"/>
              <a:pathLst>
                <a:path w="683" h="1090" extrusionOk="0">
                  <a:moveTo>
                    <a:pt x="511" y="0"/>
                  </a:moveTo>
                  <a:cubicBezTo>
                    <a:pt x="358" y="0"/>
                    <a:pt x="154" y="106"/>
                    <a:pt x="154" y="325"/>
                  </a:cubicBezTo>
                  <a:cubicBezTo>
                    <a:pt x="154" y="480"/>
                    <a:pt x="246" y="684"/>
                    <a:pt x="246" y="796"/>
                  </a:cubicBezTo>
                  <a:cubicBezTo>
                    <a:pt x="246" y="860"/>
                    <a:pt x="214" y="885"/>
                    <a:pt x="163" y="885"/>
                  </a:cubicBezTo>
                  <a:cubicBezTo>
                    <a:pt x="125" y="885"/>
                    <a:pt x="19" y="851"/>
                    <a:pt x="10" y="851"/>
                  </a:cubicBezTo>
                  <a:cubicBezTo>
                    <a:pt x="7" y="851"/>
                    <a:pt x="0" y="853"/>
                    <a:pt x="1" y="860"/>
                  </a:cubicBezTo>
                  <a:cubicBezTo>
                    <a:pt x="20" y="986"/>
                    <a:pt x="151" y="1090"/>
                    <a:pt x="278" y="1090"/>
                  </a:cubicBezTo>
                  <a:cubicBezTo>
                    <a:pt x="390" y="1090"/>
                    <a:pt x="536" y="1015"/>
                    <a:pt x="536" y="808"/>
                  </a:cubicBezTo>
                  <a:cubicBezTo>
                    <a:pt x="536" y="681"/>
                    <a:pt x="447" y="440"/>
                    <a:pt x="447" y="270"/>
                  </a:cubicBezTo>
                  <a:cubicBezTo>
                    <a:pt x="447" y="171"/>
                    <a:pt x="480" y="95"/>
                    <a:pt x="592" y="82"/>
                  </a:cubicBezTo>
                  <a:cubicBezTo>
                    <a:pt x="609" y="80"/>
                    <a:pt x="626" y="83"/>
                    <a:pt x="642" y="87"/>
                  </a:cubicBezTo>
                  <a:cubicBezTo>
                    <a:pt x="646" y="88"/>
                    <a:pt x="651" y="89"/>
                    <a:pt x="654" y="89"/>
                  </a:cubicBezTo>
                  <a:cubicBezTo>
                    <a:pt x="669" y="89"/>
                    <a:pt x="683" y="83"/>
                    <a:pt x="683" y="72"/>
                  </a:cubicBezTo>
                  <a:cubicBezTo>
                    <a:pt x="683" y="17"/>
                    <a:pt x="571" y="0"/>
                    <a:pt x="511" y="0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146" name="Google Shape;146;p35"/>
            <p:cNvSpPr/>
            <p:nvPr/>
          </p:nvSpPr>
          <p:spPr>
            <a:xfrm>
              <a:off x="4272" y="2549"/>
              <a:ext cx="553" cy="486"/>
            </a:xfrm>
            <a:custGeom>
              <a:avLst/>
              <a:gdLst/>
              <a:ahLst/>
              <a:cxnLst/>
              <a:rect l="l" t="t" r="r" b="b"/>
              <a:pathLst>
                <a:path w="1516" h="1332" extrusionOk="0">
                  <a:moveTo>
                    <a:pt x="1102" y="394"/>
                  </a:moveTo>
                  <a:cubicBezTo>
                    <a:pt x="1105" y="357"/>
                    <a:pt x="1113" y="331"/>
                    <a:pt x="1119" y="291"/>
                  </a:cubicBezTo>
                  <a:cubicBezTo>
                    <a:pt x="1134" y="265"/>
                    <a:pt x="1157" y="141"/>
                    <a:pt x="1157" y="107"/>
                  </a:cubicBezTo>
                  <a:cubicBezTo>
                    <a:pt x="1157" y="63"/>
                    <a:pt x="1146" y="15"/>
                    <a:pt x="1087" y="10"/>
                  </a:cubicBezTo>
                  <a:cubicBezTo>
                    <a:pt x="1087" y="9"/>
                    <a:pt x="1087" y="9"/>
                    <a:pt x="1087" y="9"/>
                  </a:cubicBezTo>
                  <a:cubicBezTo>
                    <a:pt x="1004" y="0"/>
                    <a:pt x="929" y="42"/>
                    <a:pt x="880" y="136"/>
                  </a:cubicBezTo>
                  <a:cubicBezTo>
                    <a:pt x="878" y="140"/>
                    <a:pt x="876" y="144"/>
                    <a:pt x="875" y="147"/>
                  </a:cubicBezTo>
                  <a:cubicBezTo>
                    <a:pt x="847" y="201"/>
                    <a:pt x="825" y="267"/>
                    <a:pt x="806" y="340"/>
                  </a:cubicBezTo>
                  <a:cubicBezTo>
                    <a:pt x="758" y="348"/>
                    <a:pt x="715" y="362"/>
                    <a:pt x="642" y="394"/>
                  </a:cubicBezTo>
                  <a:cubicBezTo>
                    <a:pt x="639" y="394"/>
                    <a:pt x="636" y="397"/>
                    <a:pt x="633" y="397"/>
                  </a:cubicBezTo>
                  <a:cubicBezTo>
                    <a:pt x="578" y="420"/>
                    <a:pt x="529" y="442"/>
                    <a:pt x="476" y="455"/>
                  </a:cubicBezTo>
                  <a:cubicBezTo>
                    <a:pt x="464" y="457"/>
                    <a:pt x="452" y="456"/>
                    <a:pt x="440" y="453"/>
                  </a:cubicBezTo>
                  <a:cubicBezTo>
                    <a:pt x="437" y="452"/>
                    <a:pt x="434" y="452"/>
                    <a:pt x="432" y="452"/>
                  </a:cubicBezTo>
                  <a:cubicBezTo>
                    <a:pt x="431" y="452"/>
                    <a:pt x="431" y="452"/>
                    <a:pt x="430" y="452"/>
                  </a:cubicBezTo>
                  <a:cubicBezTo>
                    <a:pt x="430" y="452"/>
                    <a:pt x="429" y="452"/>
                    <a:pt x="429" y="452"/>
                  </a:cubicBezTo>
                  <a:cubicBezTo>
                    <a:pt x="420" y="452"/>
                    <a:pt x="412" y="458"/>
                    <a:pt x="412" y="466"/>
                  </a:cubicBezTo>
                  <a:cubicBezTo>
                    <a:pt x="412" y="467"/>
                    <a:pt x="412" y="468"/>
                    <a:pt x="413" y="469"/>
                  </a:cubicBezTo>
                  <a:cubicBezTo>
                    <a:pt x="411" y="479"/>
                    <a:pt x="413" y="493"/>
                    <a:pt x="415" y="507"/>
                  </a:cubicBezTo>
                  <a:cubicBezTo>
                    <a:pt x="415" y="508"/>
                    <a:pt x="415" y="509"/>
                    <a:pt x="415" y="509"/>
                  </a:cubicBezTo>
                  <a:cubicBezTo>
                    <a:pt x="415" y="535"/>
                    <a:pt x="415" y="535"/>
                    <a:pt x="415" y="535"/>
                  </a:cubicBezTo>
                  <a:cubicBezTo>
                    <a:pt x="409" y="733"/>
                    <a:pt x="346" y="916"/>
                    <a:pt x="232" y="1082"/>
                  </a:cubicBezTo>
                  <a:cubicBezTo>
                    <a:pt x="224" y="1051"/>
                    <a:pt x="222" y="1023"/>
                    <a:pt x="222" y="993"/>
                  </a:cubicBezTo>
                  <a:cubicBezTo>
                    <a:pt x="222" y="938"/>
                    <a:pt x="233" y="880"/>
                    <a:pt x="242" y="832"/>
                  </a:cubicBezTo>
                  <a:cubicBezTo>
                    <a:pt x="245" y="823"/>
                    <a:pt x="245" y="817"/>
                    <a:pt x="245" y="809"/>
                  </a:cubicBezTo>
                  <a:cubicBezTo>
                    <a:pt x="292" y="576"/>
                    <a:pt x="400" y="369"/>
                    <a:pt x="553" y="274"/>
                  </a:cubicBezTo>
                  <a:cubicBezTo>
                    <a:pt x="583" y="258"/>
                    <a:pt x="611" y="256"/>
                    <a:pt x="632" y="256"/>
                  </a:cubicBezTo>
                  <a:cubicBezTo>
                    <a:pt x="633" y="256"/>
                    <a:pt x="634" y="256"/>
                    <a:pt x="636" y="256"/>
                  </a:cubicBezTo>
                  <a:cubicBezTo>
                    <a:pt x="637" y="256"/>
                    <a:pt x="638" y="256"/>
                    <a:pt x="638" y="256"/>
                  </a:cubicBezTo>
                  <a:cubicBezTo>
                    <a:pt x="639" y="256"/>
                    <a:pt x="639" y="256"/>
                    <a:pt x="639" y="256"/>
                  </a:cubicBezTo>
                  <a:cubicBezTo>
                    <a:pt x="640" y="256"/>
                    <a:pt x="642" y="256"/>
                    <a:pt x="643" y="256"/>
                  </a:cubicBezTo>
                  <a:cubicBezTo>
                    <a:pt x="644" y="256"/>
                    <a:pt x="644" y="256"/>
                    <a:pt x="644" y="256"/>
                  </a:cubicBezTo>
                  <a:cubicBezTo>
                    <a:pt x="644" y="256"/>
                    <a:pt x="644" y="256"/>
                    <a:pt x="644" y="256"/>
                  </a:cubicBezTo>
                  <a:cubicBezTo>
                    <a:pt x="646" y="256"/>
                    <a:pt x="648" y="256"/>
                    <a:pt x="651" y="256"/>
                  </a:cubicBezTo>
                  <a:cubicBezTo>
                    <a:pt x="656" y="255"/>
                    <a:pt x="661" y="251"/>
                    <a:pt x="664" y="247"/>
                  </a:cubicBezTo>
                  <a:cubicBezTo>
                    <a:pt x="666" y="243"/>
                    <a:pt x="667" y="240"/>
                    <a:pt x="667" y="236"/>
                  </a:cubicBezTo>
                  <a:cubicBezTo>
                    <a:pt x="667" y="199"/>
                    <a:pt x="532" y="179"/>
                    <a:pt x="503" y="179"/>
                  </a:cubicBezTo>
                  <a:cubicBezTo>
                    <a:pt x="475" y="179"/>
                    <a:pt x="475" y="179"/>
                    <a:pt x="475" y="179"/>
                  </a:cubicBezTo>
                  <a:cubicBezTo>
                    <a:pt x="225" y="179"/>
                    <a:pt x="61" y="515"/>
                    <a:pt x="18" y="740"/>
                  </a:cubicBezTo>
                  <a:cubicBezTo>
                    <a:pt x="6" y="791"/>
                    <a:pt x="0" y="849"/>
                    <a:pt x="0" y="909"/>
                  </a:cubicBezTo>
                  <a:cubicBezTo>
                    <a:pt x="0" y="981"/>
                    <a:pt x="12" y="1056"/>
                    <a:pt x="41" y="1119"/>
                  </a:cubicBezTo>
                  <a:cubicBezTo>
                    <a:pt x="63" y="1171"/>
                    <a:pt x="126" y="1208"/>
                    <a:pt x="165" y="1213"/>
                  </a:cubicBezTo>
                  <a:cubicBezTo>
                    <a:pt x="250" y="1236"/>
                    <a:pt x="366" y="1215"/>
                    <a:pt x="432" y="1088"/>
                  </a:cubicBezTo>
                  <a:cubicBezTo>
                    <a:pt x="488" y="979"/>
                    <a:pt x="503" y="760"/>
                    <a:pt x="487" y="645"/>
                  </a:cubicBezTo>
                  <a:cubicBezTo>
                    <a:pt x="487" y="645"/>
                    <a:pt x="487" y="645"/>
                    <a:pt x="487" y="645"/>
                  </a:cubicBezTo>
                  <a:cubicBezTo>
                    <a:pt x="484" y="609"/>
                    <a:pt x="478" y="571"/>
                    <a:pt x="472" y="530"/>
                  </a:cubicBezTo>
                  <a:cubicBezTo>
                    <a:pt x="504" y="549"/>
                    <a:pt x="595" y="543"/>
                    <a:pt x="635" y="521"/>
                  </a:cubicBezTo>
                  <a:cubicBezTo>
                    <a:pt x="702" y="484"/>
                    <a:pt x="708" y="450"/>
                    <a:pt x="790" y="410"/>
                  </a:cubicBezTo>
                  <a:cubicBezTo>
                    <a:pt x="759" y="560"/>
                    <a:pt x="741" y="732"/>
                    <a:pt x="730" y="898"/>
                  </a:cubicBezTo>
                  <a:cubicBezTo>
                    <a:pt x="730" y="898"/>
                    <a:pt x="730" y="898"/>
                    <a:pt x="730" y="898"/>
                  </a:cubicBezTo>
                  <a:cubicBezTo>
                    <a:pt x="730" y="899"/>
                    <a:pt x="730" y="900"/>
                    <a:pt x="730" y="901"/>
                  </a:cubicBezTo>
                  <a:cubicBezTo>
                    <a:pt x="726" y="955"/>
                    <a:pt x="718" y="1135"/>
                    <a:pt x="715" y="1245"/>
                  </a:cubicBezTo>
                  <a:cubicBezTo>
                    <a:pt x="713" y="1295"/>
                    <a:pt x="759" y="1332"/>
                    <a:pt x="807" y="1321"/>
                  </a:cubicBezTo>
                  <a:cubicBezTo>
                    <a:pt x="888" y="1303"/>
                    <a:pt x="976" y="1261"/>
                    <a:pt x="987" y="1197"/>
                  </a:cubicBezTo>
                  <a:cubicBezTo>
                    <a:pt x="993" y="1197"/>
                    <a:pt x="1027" y="906"/>
                    <a:pt x="1033" y="863"/>
                  </a:cubicBezTo>
                  <a:cubicBezTo>
                    <a:pt x="1062" y="662"/>
                    <a:pt x="1154" y="484"/>
                    <a:pt x="1300" y="331"/>
                  </a:cubicBezTo>
                  <a:cubicBezTo>
                    <a:pt x="1303" y="330"/>
                    <a:pt x="1304" y="327"/>
                    <a:pt x="1306" y="325"/>
                  </a:cubicBezTo>
                  <a:cubicBezTo>
                    <a:pt x="1334" y="295"/>
                    <a:pt x="1368" y="263"/>
                    <a:pt x="1401" y="234"/>
                  </a:cubicBezTo>
                  <a:cubicBezTo>
                    <a:pt x="1407" y="230"/>
                    <a:pt x="1412" y="226"/>
                    <a:pt x="1414" y="222"/>
                  </a:cubicBezTo>
                  <a:cubicBezTo>
                    <a:pt x="1460" y="182"/>
                    <a:pt x="1501" y="148"/>
                    <a:pt x="1516" y="136"/>
                  </a:cubicBezTo>
                  <a:cubicBezTo>
                    <a:pt x="1502" y="130"/>
                    <a:pt x="1484" y="127"/>
                    <a:pt x="1470" y="127"/>
                  </a:cubicBezTo>
                  <a:cubicBezTo>
                    <a:pt x="1338" y="127"/>
                    <a:pt x="1171" y="311"/>
                    <a:pt x="1102" y="394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147" name="Google Shape;147;p35"/>
            <p:cNvSpPr/>
            <p:nvPr/>
          </p:nvSpPr>
          <p:spPr>
            <a:xfrm>
              <a:off x="2629" y="2197"/>
              <a:ext cx="1172" cy="958"/>
            </a:xfrm>
            <a:custGeom>
              <a:avLst/>
              <a:gdLst/>
              <a:ahLst/>
              <a:cxnLst/>
              <a:rect l="l" t="t" r="r" b="b"/>
              <a:pathLst>
                <a:path w="3211" h="2627" extrusionOk="0">
                  <a:moveTo>
                    <a:pt x="2203" y="2123"/>
                  </a:moveTo>
                  <a:cubicBezTo>
                    <a:pt x="2189" y="2123"/>
                    <a:pt x="2186" y="2102"/>
                    <a:pt x="2186" y="2088"/>
                  </a:cubicBezTo>
                  <a:cubicBezTo>
                    <a:pt x="2244" y="1849"/>
                    <a:pt x="2370" y="1562"/>
                    <a:pt x="2603" y="1404"/>
                  </a:cubicBezTo>
                  <a:cubicBezTo>
                    <a:pt x="2534" y="1573"/>
                    <a:pt x="2413" y="2007"/>
                    <a:pt x="2203" y="2123"/>
                  </a:cubicBezTo>
                  <a:moveTo>
                    <a:pt x="1985" y="124"/>
                  </a:moveTo>
                  <a:cubicBezTo>
                    <a:pt x="1985" y="121"/>
                    <a:pt x="1988" y="147"/>
                    <a:pt x="1988" y="161"/>
                  </a:cubicBezTo>
                  <a:cubicBezTo>
                    <a:pt x="1933" y="506"/>
                    <a:pt x="1821" y="768"/>
                    <a:pt x="1686" y="1070"/>
                  </a:cubicBezTo>
                  <a:cubicBezTo>
                    <a:pt x="1694" y="869"/>
                    <a:pt x="1873" y="296"/>
                    <a:pt x="1985" y="124"/>
                  </a:cubicBezTo>
                  <a:moveTo>
                    <a:pt x="3096" y="144"/>
                  </a:moveTo>
                  <a:cubicBezTo>
                    <a:pt x="3096" y="144"/>
                    <a:pt x="3096" y="144"/>
                    <a:pt x="3096" y="144"/>
                  </a:cubicBezTo>
                  <a:cubicBezTo>
                    <a:pt x="3091" y="143"/>
                    <a:pt x="3086" y="142"/>
                    <a:pt x="3080" y="142"/>
                  </a:cubicBezTo>
                  <a:cubicBezTo>
                    <a:pt x="2960" y="125"/>
                    <a:pt x="2861" y="167"/>
                    <a:pt x="2825" y="224"/>
                  </a:cubicBezTo>
                  <a:cubicBezTo>
                    <a:pt x="2819" y="231"/>
                    <a:pt x="2815" y="239"/>
                    <a:pt x="2813" y="247"/>
                  </a:cubicBezTo>
                  <a:cubicBezTo>
                    <a:pt x="2736" y="489"/>
                    <a:pt x="2681" y="843"/>
                    <a:pt x="2652" y="1038"/>
                  </a:cubicBezTo>
                  <a:cubicBezTo>
                    <a:pt x="2652" y="1047"/>
                    <a:pt x="2649" y="1056"/>
                    <a:pt x="2649" y="1064"/>
                  </a:cubicBezTo>
                  <a:cubicBezTo>
                    <a:pt x="2644" y="1104"/>
                    <a:pt x="2644" y="1104"/>
                    <a:pt x="2644" y="1104"/>
                  </a:cubicBezTo>
                  <a:cubicBezTo>
                    <a:pt x="2407" y="1115"/>
                    <a:pt x="2177" y="1305"/>
                    <a:pt x="2067" y="1608"/>
                  </a:cubicBezTo>
                  <a:cubicBezTo>
                    <a:pt x="1913" y="1821"/>
                    <a:pt x="1742" y="2016"/>
                    <a:pt x="1689" y="2016"/>
                  </a:cubicBezTo>
                  <a:cubicBezTo>
                    <a:pt x="1686" y="2016"/>
                    <a:pt x="1683" y="2016"/>
                    <a:pt x="1680" y="2013"/>
                  </a:cubicBezTo>
                  <a:cubicBezTo>
                    <a:pt x="1657" y="1993"/>
                    <a:pt x="1648" y="1907"/>
                    <a:pt x="1648" y="1800"/>
                  </a:cubicBezTo>
                  <a:cubicBezTo>
                    <a:pt x="1648" y="1634"/>
                    <a:pt x="1663" y="1424"/>
                    <a:pt x="1669" y="1355"/>
                  </a:cubicBezTo>
                  <a:cubicBezTo>
                    <a:pt x="1855" y="1001"/>
                    <a:pt x="2017" y="762"/>
                    <a:pt x="2083" y="339"/>
                  </a:cubicBezTo>
                  <a:cubicBezTo>
                    <a:pt x="2088" y="299"/>
                    <a:pt x="2091" y="262"/>
                    <a:pt x="2091" y="230"/>
                  </a:cubicBezTo>
                  <a:cubicBezTo>
                    <a:pt x="2091" y="72"/>
                    <a:pt x="2025" y="0"/>
                    <a:pt x="1919" y="0"/>
                  </a:cubicBezTo>
                  <a:cubicBezTo>
                    <a:pt x="1904" y="0"/>
                    <a:pt x="1890" y="0"/>
                    <a:pt x="1873" y="3"/>
                  </a:cubicBezTo>
                  <a:cubicBezTo>
                    <a:pt x="1640" y="37"/>
                    <a:pt x="1390" y="607"/>
                    <a:pt x="1329" y="1116"/>
                  </a:cubicBezTo>
                  <a:cubicBezTo>
                    <a:pt x="1328" y="1127"/>
                    <a:pt x="1327" y="1137"/>
                    <a:pt x="1325" y="1147"/>
                  </a:cubicBezTo>
                  <a:cubicBezTo>
                    <a:pt x="1234" y="1208"/>
                    <a:pt x="1147" y="1306"/>
                    <a:pt x="1102" y="1360"/>
                  </a:cubicBezTo>
                  <a:cubicBezTo>
                    <a:pt x="1105" y="1323"/>
                    <a:pt x="1113" y="1297"/>
                    <a:pt x="1119" y="1257"/>
                  </a:cubicBezTo>
                  <a:cubicBezTo>
                    <a:pt x="1134" y="1231"/>
                    <a:pt x="1157" y="1107"/>
                    <a:pt x="1157" y="1073"/>
                  </a:cubicBezTo>
                  <a:cubicBezTo>
                    <a:pt x="1157" y="1027"/>
                    <a:pt x="1145" y="975"/>
                    <a:pt x="1076" y="975"/>
                  </a:cubicBezTo>
                  <a:cubicBezTo>
                    <a:pt x="1065" y="975"/>
                    <a:pt x="1050" y="978"/>
                    <a:pt x="1033" y="981"/>
                  </a:cubicBezTo>
                  <a:cubicBezTo>
                    <a:pt x="1010" y="981"/>
                    <a:pt x="975" y="1004"/>
                    <a:pt x="958" y="1018"/>
                  </a:cubicBezTo>
                  <a:cubicBezTo>
                    <a:pt x="932" y="1018"/>
                    <a:pt x="886" y="1087"/>
                    <a:pt x="875" y="1113"/>
                  </a:cubicBezTo>
                  <a:cubicBezTo>
                    <a:pt x="847" y="1167"/>
                    <a:pt x="825" y="1233"/>
                    <a:pt x="806" y="1306"/>
                  </a:cubicBezTo>
                  <a:cubicBezTo>
                    <a:pt x="758" y="1314"/>
                    <a:pt x="715" y="1328"/>
                    <a:pt x="642" y="1360"/>
                  </a:cubicBezTo>
                  <a:cubicBezTo>
                    <a:pt x="639" y="1360"/>
                    <a:pt x="636" y="1363"/>
                    <a:pt x="633" y="1363"/>
                  </a:cubicBezTo>
                  <a:cubicBezTo>
                    <a:pt x="580" y="1385"/>
                    <a:pt x="533" y="1407"/>
                    <a:pt x="482" y="1420"/>
                  </a:cubicBezTo>
                  <a:cubicBezTo>
                    <a:pt x="467" y="1424"/>
                    <a:pt x="452" y="1422"/>
                    <a:pt x="437" y="1419"/>
                  </a:cubicBezTo>
                  <a:cubicBezTo>
                    <a:pt x="435" y="1418"/>
                    <a:pt x="432" y="1418"/>
                    <a:pt x="429" y="1418"/>
                  </a:cubicBezTo>
                  <a:cubicBezTo>
                    <a:pt x="423" y="1418"/>
                    <a:pt x="418" y="1420"/>
                    <a:pt x="414" y="1425"/>
                  </a:cubicBezTo>
                  <a:cubicBezTo>
                    <a:pt x="414" y="1425"/>
                    <a:pt x="414" y="1426"/>
                    <a:pt x="413" y="1426"/>
                  </a:cubicBezTo>
                  <a:cubicBezTo>
                    <a:pt x="413" y="1426"/>
                    <a:pt x="413" y="1426"/>
                    <a:pt x="413" y="1426"/>
                  </a:cubicBezTo>
                  <a:cubicBezTo>
                    <a:pt x="405" y="1438"/>
                    <a:pt x="412" y="1464"/>
                    <a:pt x="415" y="1487"/>
                  </a:cubicBezTo>
                  <a:cubicBezTo>
                    <a:pt x="415" y="1501"/>
                    <a:pt x="415" y="1501"/>
                    <a:pt x="415" y="1501"/>
                  </a:cubicBezTo>
                  <a:cubicBezTo>
                    <a:pt x="409" y="1700"/>
                    <a:pt x="346" y="1884"/>
                    <a:pt x="231" y="2051"/>
                  </a:cubicBezTo>
                  <a:cubicBezTo>
                    <a:pt x="222" y="2019"/>
                    <a:pt x="219" y="1990"/>
                    <a:pt x="219" y="1959"/>
                  </a:cubicBezTo>
                  <a:cubicBezTo>
                    <a:pt x="219" y="1904"/>
                    <a:pt x="231" y="1846"/>
                    <a:pt x="239" y="1798"/>
                  </a:cubicBezTo>
                  <a:cubicBezTo>
                    <a:pt x="242" y="1789"/>
                    <a:pt x="242" y="1783"/>
                    <a:pt x="242" y="1775"/>
                  </a:cubicBezTo>
                  <a:cubicBezTo>
                    <a:pt x="290" y="1542"/>
                    <a:pt x="398" y="1335"/>
                    <a:pt x="550" y="1240"/>
                  </a:cubicBezTo>
                  <a:cubicBezTo>
                    <a:pt x="581" y="1223"/>
                    <a:pt x="611" y="1222"/>
                    <a:pt x="632" y="1222"/>
                  </a:cubicBezTo>
                  <a:cubicBezTo>
                    <a:pt x="633" y="1222"/>
                    <a:pt x="634" y="1222"/>
                    <a:pt x="636" y="1222"/>
                  </a:cubicBezTo>
                  <a:cubicBezTo>
                    <a:pt x="638" y="1222"/>
                    <a:pt x="639" y="1222"/>
                    <a:pt x="641" y="1222"/>
                  </a:cubicBezTo>
                  <a:cubicBezTo>
                    <a:pt x="641" y="1222"/>
                    <a:pt x="641" y="1222"/>
                    <a:pt x="641" y="1222"/>
                  </a:cubicBezTo>
                  <a:cubicBezTo>
                    <a:pt x="641" y="1222"/>
                    <a:pt x="641" y="1222"/>
                    <a:pt x="641" y="1222"/>
                  </a:cubicBezTo>
                  <a:cubicBezTo>
                    <a:pt x="643" y="1222"/>
                    <a:pt x="646" y="1222"/>
                    <a:pt x="648" y="1222"/>
                  </a:cubicBezTo>
                  <a:cubicBezTo>
                    <a:pt x="654" y="1221"/>
                    <a:pt x="659" y="1217"/>
                    <a:pt x="662" y="1213"/>
                  </a:cubicBezTo>
                  <a:cubicBezTo>
                    <a:pt x="664" y="1209"/>
                    <a:pt x="665" y="1206"/>
                    <a:pt x="665" y="1202"/>
                  </a:cubicBezTo>
                  <a:cubicBezTo>
                    <a:pt x="665" y="1165"/>
                    <a:pt x="530" y="1145"/>
                    <a:pt x="501" y="1145"/>
                  </a:cubicBezTo>
                  <a:cubicBezTo>
                    <a:pt x="475" y="1145"/>
                    <a:pt x="475" y="1145"/>
                    <a:pt x="475" y="1145"/>
                  </a:cubicBezTo>
                  <a:cubicBezTo>
                    <a:pt x="225" y="1145"/>
                    <a:pt x="61" y="1481"/>
                    <a:pt x="18" y="1705"/>
                  </a:cubicBezTo>
                  <a:cubicBezTo>
                    <a:pt x="6" y="1757"/>
                    <a:pt x="0" y="1815"/>
                    <a:pt x="0" y="1875"/>
                  </a:cubicBezTo>
                  <a:cubicBezTo>
                    <a:pt x="0" y="1947"/>
                    <a:pt x="12" y="2022"/>
                    <a:pt x="41" y="2085"/>
                  </a:cubicBezTo>
                  <a:cubicBezTo>
                    <a:pt x="61" y="2133"/>
                    <a:pt x="117" y="2168"/>
                    <a:pt x="155" y="2177"/>
                  </a:cubicBezTo>
                  <a:cubicBezTo>
                    <a:pt x="241" y="2203"/>
                    <a:pt x="361" y="2185"/>
                    <a:pt x="429" y="2054"/>
                  </a:cubicBezTo>
                  <a:cubicBezTo>
                    <a:pt x="486" y="1945"/>
                    <a:pt x="500" y="1726"/>
                    <a:pt x="485" y="1611"/>
                  </a:cubicBezTo>
                  <a:cubicBezTo>
                    <a:pt x="485" y="1611"/>
                    <a:pt x="485" y="1611"/>
                    <a:pt x="485" y="1611"/>
                  </a:cubicBezTo>
                  <a:cubicBezTo>
                    <a:pt x="481" y="1575"/>
                    <a:pt x="476" y="1537"/>
                    <a:pt x="469" y="1496"/>
                  </a:cubicBezTo>
                  <a:cubicBezTo>
                    <a:pt x="501" y="1515"/>
                    <a:pt x="592" y="1509"/>
                    <a:pt x="632" y="1487"/>
                  </a:cubicBezTo>
                  <a:cubicBezTo>
                    <a:pt x="700" y="1450"/>
                    <a:pt x="705" y="1415"/>
                    <a:pt x="790" y="1375"/>
                  </a:cubicBezTo>
                  <a:cubicBezTo>
                    <a:pt x="748" y="1577"/>
                    <a:pt x="731" y="1727"/>
                    <a:pt x="721" y="1908"/>
                  </a:cubicBezTo>
                  <a:cubicBezTo>
                    <a:pt x="716" y="1948"/>
                    <a:pt x="714" y="1985"/>
                    <a:pt x="715" y="2018"/>
                  </a:cubicBezTo>
                  <a:cubicBezTo>
                    <a:pt x="715" y="2023"/>
                    <a:pt x="715" y="2028"/>
                    <a:pt x="714" y="2034"/>
                  </a:cubicBezTo>
                  <a:cubicBezTo>
                    <a:pt x="716" y="2037"/>
                    <a:pt x="716" y="2037"/>
                    <a:pt x="716" y="2037"/>
                  </a:cubicBezTo>
                  <a:cubicBezTo>
                    <a:pt x="728" y="2261"/>
                    <a:pt x="859" y="2316"/>
                    <a:pt x="989" y="2235"/>
                  </a:cubicBezTo>
                  <a:cubicBezTo>
                    <a:pt x="989" y="2190"/>
                    <a:pt x="999" y="2100"/>
                    <a:pt x="1006" y="2041"/>
                  </a:cubicBezTo>
                  <a:cubicBezTo>
                    <a:pt x="1017" y="1956"/>
                    <a:pt x="1030" y="1853"/>
                    <a:pt x="1033" y="1829"/>
                  </a:cubicBezTo>
                  <a:cubicBezTo>
                    <a:pt x="1062" y="1628"/>
                    <a:pt x="1154" y="1450"/>
                    <a:pt x="1300" y="1297"/>
                  </a:cubicBezTo>
                  <a:cubicBezTo>
                    <a:pt x="1307" y="1293"/>
                    <a:pt x="1308" y="1283"/>
                    <a:pt x="1313" y="1275"/>
                  </a:cubicBezTo>
                  <a:cubicBezTo>
                    <a:pt x="1307" y="1356"/>
                    <a:pt x="1303" y="1433"/>
                    <a:pt x="1303" y="1507"/>
                  </a:cubicBezTo>
                  <a:cubicBezTo>
                    <a:pt x="1303" y="1743"/>
                    <a:pt x="1341" y="1927"/>
                    <a:pt x="1427" y="2007"/>
                  </a:cubicBezTo>
                  <a:cubicBezTo>
                    <a:pt x="1502" y="2077"/>
                    <a:pt x="1574" y="2117"/>
                    <a:pt x="1654" y="2117"/>
                  </a:cubicBezTo>
                  <a:cubicBezTo>
                    <a:pt x="1758" y="2117"/>
                    <a:pt x="1870" y="2050"/>
                    <a:pt x="2004" y="1899"/>
                  </a:cubicBezTo>
                  <a:cubicBezTo>
                    <a:pt x="2001" y="1934"/>
                    <a:pt x="1999" y="1970"/>
                    <a:pt x="1999" y="2007"/>
                  </a:cubicBezTo>
                  <a:cubicBezTo>
                    <a:pt x="1999" y="2117"/>
                    <a:pt x="2051" y="2275"/>
                    <a:pt x="2166" y="2275"/>
                  </a:cubicBezTo>
                  <a:cubicBezTo>
                    <a:pt x="2324" y="2275"/>
                    <a:pt x="2482" y="2048"/>
                    <a:pt x="2528" y="1944"/>
                  </a:cubicBezTo>
                  <a:cubicBezTo>
                    <a:pt x="2520" y="2030"/>
                    <a:pt x="2505" y="2171"/>
                    <a:pt x="2505" y="2304"/>
                  </a:cubicBezTo>
                  <a:cubicBezTo>
                    <a:pt x="2505" y="2329"/>
                    <a:pt x="2506" y="2354"/>
                    <a:pt x="2507" y="2378"/>
                  </a:cubicBezTo>
                  <a:cubicBezTo>
                    <a:pt x="2507" y="2378"/>
                    <a:pt x="2507" y="2378"/>
                    <a:pt x="2507" y="2378"/>
                  </a:cubicBezTo>
                  <a:cubicBezTo>
                    <a:pt x="2507" y="2393"/>
                    <a:pt x="2508" y="2408"/>
                    <a:pt x="2509" y="2422"/>
                  </a:cubicBezTo>
                  <a:cubicBezTo>
                    <a:pt x="2511" y="2468"/>
                    <a:pt x="2515" y="2520"/>
                    <a:pt x="2536" y="2559"/>
                  </a:cubicBezTo>
                  <a:cubicBezTo>
                    <a:pt x="2536" y="2560"/>
                    <a:pt x="2537" y="2561"/>
                    <a:pt x="2537" y="2563"/>
                  </a:cubicBezTo>
                  <a:cubicBezTo>
                    <a:pt x="2537" y="2561"/>
                    <a:pt x="2537" y="2561"/>
                    <a:pt x="2537" y="2561"/>
                  </a:cubicBezTo>
                  <a:cubicBezTo>
                    <a:pt x="2561" y="2603"/>
                    <a:pt x="2607" y="2627"/>
                    <a:pt x="2697" y="2607"/>
                  </a:cubicBezTo>
                  <a:cubicBezTo>
                    <a:pt x="2760" y="2588"/>
                    <a:pt x="2798" y="2565"/>
                    <a:pt x="2821" y="2547"/>
                  </a:cubicBezTo>
                  <a:cubicBezTo>
                    <a:pt x="2837" y="2534"/>
                    <a:pt x="2846" y="2514"/>
                    <a:pt x="2845" y="2493"/>
                  </a:cubicBezTo>
                  <a:cubicBezTo>
                    <a:pt x="2843" y="2435"/>
                    <a:pt x="2847" y="2299"/>
                    <a:pt x="2853" y="2255"/>
                  </a:cubicBezTo>
                  <a:cubicBezTo>
                    <a:pt x="2930" y="1669"/>
                    <a:pt x="3027" y="940"/>
                    <a:pt x="3146" y="320"/>
                  </a:cubicBezTo>
                  <a:cubicBezTo>
                    <a:pt x="3175" y="211"/>
                    <a:pt x="3211" y="164"/>
                    <a:pt x="3096" y="144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148" name="Google Shape;148;p35"/>
            <p:cNvSpPr/>
            <p:nvPr/>
          </p:nvSpPr>
          <p:spPr>
            <a:xfrm>
              <a:off x="4865" y="2320"/>
              <a:ext cx="450" cy="803"/>
            </a:xfrm>
            <a:custGeom>
              <a:avLst/>
              <a:gdLst/>
              <a:ahLst/>
              <a:cxnLst/>
              <a:rect l="l" t="t" r="r" b="b"/>
              <a:pathLst>
                <a:path w="1233" h="2201" extrusionOk="0">
                  <a:moveTo>
                    <a:pt x="698" y="642"/>
                  </a:moveTo>
                  <a:cubicBezTo>
                    <a:pt x="713" y="555"/>
                    <a:pt x="753" y="176"/>
                    <a:pt x="761" y="156"/>
                  </a:cubicBezTo>
                  <a:cubicBezTo>
                    <a:pt x="761" y="153"/>
                    <a:pt x="767" y="153"/>
                    <a:pt x="770" y="153"/>
                  </a:cubicBezTo>
                  <a:cubicBezTo>
                    <a:pt x="779" y="153"/>
                    <a:pt x="790" y="156"/>
                    <a:pt x="796" y="156"/>
                  </a:cubicBezTo>
                  <a:cubicBezTo>
                    <a:pt x="807" y="161"/>
                    <a:pt x="807" y="161"/>
                    <a:pt x="807" y="161"/>
                  </a:cubicBezTo>
                  <a:cubicBezTo>
                    <a:pt x="925" y="187"/>
                    <a:pt x="1006" y="259"/>
                    <a:pt x="1006" y="400"/>
                  </a:cubicBezTo>
                  <a:cubicBezTo>
                    <a:pt x="1000" y="550"/>
                    <a:pt x="833" y="613"/>
                    <a:pt x="698" y="642"/>
                  </a:cubicBezTo>
                  <a:moveTo>
                    <a:pt x="877" y="769"/>
                  </a:moveTo>
                  <a:cubicBezTo>
                    <a:pt x="877" y="769"/>
                    <a:pt x="877" y="769"/>
                    <a:pt x="877" y="769"/>
                  </a:cubicBezTo>
                  <a:cubicBezTo>
                    <a:pt x="877" y="769"/>
                    <a:pt x="877" y="769"/>
                    <a:pt x="877" y="769"/>
                  </a:cubicBezTo>
                  <a:cubicBezTo>
                    <a:pt x="1074" y="747"/>
                    <a:pt x="1233" y="566"/>
                    <a:pt x="1233" y="386"/>
                  </a:cubicBezTo>
                  <a:cubicBezTo>
                    <a:pt x="1233" y="78"/>
                    <a:pt x="802" y="0"/>
                    <a:pt x="580" y="0"/>
                  </a:cubicBezTo>
                  <a:cubicBezTo>
                    <a:pt x="359" y="0"/>
                    <a:pt x="232" y="26"/>
                    <a:pt x="151" y="54"/>
                  </a:cubicBezTo>
                  <a:cubicBezTo>
                    <a:pt x="53" y="87"/>
                    <a:pt x="7" y="132"/>
                    <a:pt x="1" y="180"/>
                  </a:cubicBezTo>
                  <a:cubicBezTo>
                    <a:pt x="0" y="189"/>
                    <a:pt x="8" y="198"/>
                    <a:pt x="17" y="197"/>
                  </a:cubicBezTo>
                  <a:cubicBezTo>
                    <a:pt x="107" y="188"/>
                    <a:pt x="247" y="164"/>
                    <a:pt x="301" y="167"/>
                  </a:cubicBezTo>
                  <a:cubicBezTo>
                    <a:pt x="304" y="170"/>
                    <a:pt x="304" y="176"/>
                    <a:pt x="304" y="187"/>
                  </a:cubicBezTo>
                  <a:cubicBezTo>
                    <a:pt x="304" y="461"/>
                    <a:pt x="235" y="754"/>
                    <a:pt x="212" y="1010"/>
                  </a:cubicBezTo>
                  <a:cubicBezTo>
                    <a:pt x="189" y="1283"/>
                    <a:pt x="140" y="1568"/>
                    <a:pt x="140" y="1835"/>
                  </a:cubicBezTo>
                  <a:cubicBezTo>
                    <a:pt x="140" y="1908"/>
                    <a:pt x="147" y="1992"/>
                    <a:pt x="163" y="2054"/>
                  </a:cubicBezTo>
                  <a:cubicBezTo>
                    <a:pt x="166" y="2068"/>
                    <a:pt x="170" y="2082"/>
                    <a:pt x="176" y="2095"/>
                  </a:cubicBezTo>
                  <a:cubicBezTo>
                    <a:pt x="184" y="2115"/>
                    <a:pt x="194" y="2131"/>
                    <a:pt x="207" y="2139"/>
                  </a:cubicBezTo>
                  <a:cubicBezTo>
                    <a:pt x="258" y="2188"/>
                    <a:pt x="362" y="2201"/>
                    <a:pt x="570" y="2115"/>
                  </a:cubicBezTo>
                  <a:cubicBezTo>
                    <a:pt x="570" y="2076"/>
                    <a:pt x="570" y="2028"/>
                    <a:pt x="571" y="1977"/>
                  </a:cubicBezTo>
                  <a:cubicBezTo>
                    <a:pt x="572" y="1977"/>
                    <a:pt x="572" y="1976"/>
                    <a:pt x="572" y="1976"/>
                  </a:cubicBezTo>
                  <a:cubicBezTo>
                    <a:pt x="572" y="1976"/>
                    <a:pt x="572" y="1976"/>
                    <a:pt x="572" y="1975"/>
                  </a:cubicBezTo>
                  <a:cubicBezTo>
                    <a:pt x="574" y="1889"/>
                    <a:pt x="578" y="1793"/>
                    <a:pt x="582" y="1711"/>
                  </a:cubicBezTo>
                  <a:cubicBezTo>
                    <a:pt x="584" y="1688"/>
                    <a:pt x="585" y="1665"/>
                    <a:pt x="586" y="1643"/>
                  </a:cubicBezTo>
                  <a:cubicBezTo>
                    <a:pt x="600" y="1330"/>
                    <a:pt x="645" y="1048"/>
                    <a:pt x="682" y="753"/>
                  </a:cubicBezTo>
                  <a:cubicBezTo>
                    <a:pt x="720" y="773"/>
                    <a:pt x="771" y="781"/>
                    <a:pt x="876" y="769"/>
                  </a:cubicBezTo>
                  <a:cubicBezTo>
                    <a:pt x="876" y="769"/>
                    <a:pt x="876" y="769"/>
                    <a:pt x="877" y="769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149" name="Google Shape;149;p35"/>
            <p:cNvSpPr/>
            <p:nvPr/>
          </p:nvSpPr>
          <p:spPr>
            <a:xfrm>
              <a:off x="5176" y="2275"/>
              <a:ext cx="624" cy="807"/>
            </a:xfrm>
            <a:custGeom>
              <a:avLst/>
              <a:gdLst/>
              <a:ahLst/>
              <a:cxnLst/>
              <a:rect l="l" t="t" r="r" b="b"/>
              <a:pathLst>
                <a:path w="1710" h="2211" extrusionOk="0">
                  <a:moveTo>
                    <a:pt x="392" y="1138"/>
                  </a:moveTo>
                  <a:cubicBezTo>
                    <a:pt x="423" y="1112"/>
                    <a:pt x="466" y="1084"/>
                    <a:pt x="512" y="1084"/>
                  </a:cubicBezTo>
                  <a:cubicBezTo>
                    <a:pt x="524" y="1084"/>
                    <a:pt x="532" y="1084"/>
                    <a:pt x="540" y="1086"/>
                  </a:cubicBezTo>
                  <a:cubicBezTo>
                    <a:pt x="510" y="1202"/>
                    <a:pt x="320" y="1292"/>
                    <a:pt x="275" y="1325"/>
                  </a:cubicBezTo>
                  <a:cubicBezTo>
                    <a:pt x="298" y="1260"/>
                    <a:pt x="344" y="1192"/>
                    <a:pt x="392" y="1138"/>
                  </a:cubicBezTo>
                  <a:moveTo>
                    <a:pt x="1710" y="504"/>
                  </a:moveTo>
                  <a:cubicBezTo>
                    <a:pt x="1633" y="493"/>
                    <a:pt x="1479" y="484"/>
                    <a:pt x="1378" y="481"/>
                  </a:cubicBezTo>
                  <a:cubicBezTo>
                    <a:pt x="1382" y="457"/>
                    <a:pt x="1425" y="129"/>
                    <a:pt x="1404" y="69"/>
                  </a:cubicBezTo>
                  <a:cubicBezTo>
                    <a:pt x="1404" y="11"/>
                    <a:pt x="1275" y="0"/>
                    <a:pt x="1226" y="0"/>
                  </a:cubicBezTo>
                  <a:cubicBezTo>
                    <a:pt x="1174" y="0"/>
                    <a:pt x="1116" y="14"/>
                    <a:pt x="1096" y="75"/>
                  </a:cubicBezTo>
                  <a:cubicBezTo>
                    <a:pt x="1065" y="175"/>
                    <a:pt x="1044" y="400"/>
                    <a:pt x="1024" y="474"/>
                  </a:cubicBezTo>
                  <a:cubicBezTo>
                    <a:pt x="967" y="477"/>
                    <a:pt x="794" y="480"/>
                    <a:pt x="794" y="500"/>
                  </a:cubicBezTo>
                  <a:cubicBezTo>
                    <a:pt x="794" y="566"/>
                    <a:pt x="909" y="589"/>
                    <a:pt x="987" y="589"/>
                  </a:cubicBezTo>
                  <a:cubicBezTo>
                    <a:pt x="1007" y="589"/>
                    <a:pt x="1007" y="589"/>
                    <a:pt x="1007" y="589"/>
                  </a:cubicBezTo>
                  <a:cubicBezTo>
                    <a:pt x="978" y="845"/>
                    <a:pt x="959" y="1069"/>
                    <a:pt x="941" y="1308"/>
                  </a:cubicBezTo>
                  <a:cubicBezTo>
                    <a:pt x="821" y="1469"/>
                    <a:pt x="609" y="1708"/>
                    <a:pt x="406" y="1708"/>
                  </a:cubicBezTo>
                  <a:cubicBezTo>
                    <a:pt x="297" y="1708"/>
                    <a:pt x="220" y="1651"/>
                    <a:pt x="219" y="1540"/>
                  </a:cubicBezTo>
                  <a:cubicBezTo>
                    <a:pt x="219" y="1514"/>
                    <a:pt x="225" y="1483"/>
                    <a:pt x="236" y="1449"/>
                  </a:cubicBezTo>
                  <a:cubicBezTo>
                    <a:pt x="268" y="1455"/>
                    <a:pt x="308" y="1460"/>
                    <a:pt x="348" y="1460"/>
                  </a:cubicBezTo>
                  <a:cubicBezTo>
                    <a:pt x="616" y="1460"/>
                    <a:pt x="679" y="1271"/>
                    <a:pt x="679" y="1179"/>
                  </a:cubicBezTo>
                  <a:cubicBezTo>
                    <a:pt x="679" y="1178"/>
                    <a:pt x="679" y="1178"/>
                    <a:pt x="679" y="1178"/>
                  </a:cubicBezTo>
                  <a:cubicBezTo>
                    <a:pt x="679" y="1177"/>
                    <a:pt x="679" y="1164"/>
                    <a:pt x="679" y="1158"/>
                  </a:cubicBezTo>
                  <a:cubicBezTo>
                    <a:pt x="675" y="965"/>
                    <a:pt x="571" y="941"/>
                    <a:pt x="479" y="957"/>
                  </a:cubicBezTo>
                  <a:cubicBezTo>
                    <a:pt x="216" y="991"/>
                    <a:pt x="0" y="1326"/>
                    <a:pt x="0" y="1559"/>
                  </a:cubicBezTo>
                  <a:cubicBezTo>
                    <a:pt x="0" y="1559"/>
                    <a:pt x="1" y="1559"/>
                    <a:pt x="1" y="1560"/>
                  </a:cubicBezTo>
                  <a:cubicBezTo>
                    <a:pt x="1" y="1560"/>
                    <a:pt x="0" y="1561"/>
                    <a:pt x="0" y="1561"/>
                  </a:cubicBezTo>
                  <a:cubicBezTo>
                    <a:pt x="0" y="1688"/>
                    <a:pt x="47" y="1808"/>
                    <a:pt x="129" y="1877"/>
                  </a:cubicBezTo>
                  <a:cubicBezTo>
                    <a:pt x="129" y="1878"/>
                    <a:pt x="129" y="1878"/>
                    <a:pt x="129" y="1878"/>
                  </a:cubicBezTo>
                  <a:cubicBezTo>
                    <a:pt x="133" y="1881"/>
                    <a:pt x="156" y="1897"/>
                    <a:pt x="156" y="1897"/>
                  </a:cubicBezTo>
                  <a:cubicBezTo>
                    <a:pt x="238" y="1950"/>
                    <a:pt x="381" y="1970"/>
                    <a:pt x="521" y="1908"/>
                  </a:cubicBezTo>
                  <a:cubicBezTo>
                    <a:pt x="521" y="1908"/>
                    <a:pt x="521" y="1908"/>
                    <a:pt x="521" y="1908"/>
                  </a:cubicBezTo>
                  <a:cubicBezTo>
                    <a:pt x="699" y="1841"/>
                    <a:pt x="814" y="1695"/>
                    <a:pt x="855" y="1645"/>
                  </a:cubicBezTo>
                  <a:cubicBezTo>
                    <a:pt x="856" y="1643"/>
                    <a:pt x="869" y="1626"/>
                    <a:pt x="889" y="1599"/>
                  </a:cubicBezTo>
                  <a:cubicBezTo>
                    <a:pt x="900" y="1585"/>
                    <a:pt x="911" y="1570"/>
                    <a:pt x="923" y="1555"/>
                  </a:cubicBezTo>
                  <a:cubicBezTo>
                    <a:pt x="920" y="1590"/>
                    <a:pt x="918" y="1626"/>
                    <a:pt x="915" y="1662"/>
                  </a:cubicBezTo>
                  <a:cubicBezTo>
                    <a:pt x="915" y="1682"/>
                    <a:pt x="912" y="1705"/>
                    <a:pt x="912" y="1725"/>
                  </a:cubicBezTo>
                  <a:cubicBezTo>
                    <a:pt x="912" y="1733"/>
                    <a:pt x="912" y="1742"/>
                    <a:pt x="913" y="1753"/>
                  </a:cubicBezTo>
                  <a:cubicBezTo>
                    <a:pt x="913" y="2031"/>
                    <a:pt x="943" y="2166"/>
                    <a:pt x="1112" y="2206"/>
                  </a:cubicBezTo>
                  <a:cubicBezTo>
                    <a:pt x="1134" y="2211"/>
                    <a:pt x="1155" y="2196"/>
                    <a:pt x="1159" y="2174"/>
                  </a:cubicBezTo>
                  <a:cubicBezTo>
                    <a:pt x="1190" y="1972"/>
                    <a:pt x="1210" y="1808"/>
                    <a:pt x="1227" y="1690"/>
                  </a:cubicBezTo>
                  <a:cubicBezTo>
                    <a:pt x="1276" y="1335"/>
                    <a:pt x="1319" y="1013"/>
                    <a:pt x="1362" y="606"/>
                  </a:cubicBezTo>
                  <a:cubicBezTo>
                    <a:pt x="1505" y="610"/>
                    <a:pt x="1644" y="599"/>
                    <a:pt x="1710" y="504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150" name="Google Shape;150;p35"/>
            <p:cNvSpPr/>
            <p:nvPr/>
          </p:nvSpPr>
          <p:spPr>
            <a:xfrm>
              <a:off x="5123" y="1648"/>
              <a:ext cx="411" cy="399"/>
            </a:xfrm>
            <a:custGeom>
              <a:avLst/>
              <a:gdLst/>
              <a:ahLst/>
              <a:cxnLst/>
              <a:rect l="l" t="t" r="r" b="b"/>
              <a:pathLst>
                <a:path w="1127" h="1094" extrusionOk="0">
                  <a:moveTo>
                    <a:pt x="83" y="348"/>
                  </a:moveTo>
                  <a:cubicBezTo>
                    <a:pt x="114" y="295"/>
                    <a:pt x="188" y="243"/>
                    <a:pt x="277" y="212"/>
                  </a:cubicBezTo>
                  <a:cubicBezTo>
                    <a:pt x="317" y="199"/>
                    <a:pt x="358" y="193"/>
                    <a:pt x="396" y="177"/>
                  </a:cubicBezTo>
                  <a:cubicBezTo>
                    <a:pt x="467" y="148"/>
                    <a:pt x="536" y="113"/>
                    <a:pt x="606" y="83"/>
                  </a:cubicBezTo>
                  <a:cubicBezTo>
                    <a:pt x="644" y="66"/>
                    <a:pt x="682" y="50"/>
                    <a:pt x="722" y="39"/>
                  </a:cubicBezTo>
                  <a:cubicBezTo>
                    <a:pt x="856" y="0"/>
                    <a:pt x="983" y="106"/>
                    <a:pt x="1014" y="203"/>
                  </a:cubicBezTo>
                  <a:cubicBezTo>
                    <a:pt x="1030" y="252"/>
                    <a:pt x="1035" y="303"/>
                    <a:pt x="1039" y="354"/>
                  </a:cubicBezTo>
                  <a:cubicBezTo>
                    <a:pt x="1042" y="391"/>
                    <a:pt x="1043" y="429"/>
                    <a:pt x="1050" y="466"/>
                  </a:cubicBezTo>
                  <a:cubicBezTo>
                    <a:pt x="1059" y="512"/>
                    <a:pt x="1070" y="559"/>
                    <a:pt x="1085" y="604"/>
                  </a:cubicBezTo>
                  <a:cubicBezTo>
                    <a:pt x="1114" y="692"/>
                    <a:pt x="1127" y="780"/>
                    <a:pt x="1102" y="872"/>
                  </a:cubicBezTo>
                  <a:cubicBezTo>
                    <a:pt x="1063" y="1017"/>
                    <a:pt x="915" y="1094"/>
                    <a:pt x="774" y="1041"/>
                  </a:cubicBezTo>
                  <a:cubicBezTo>
                    <a:pt x="724" y="1021"/>
                    <a:pt x="686" y="985"/>
                    <a:pt x="647" y="949"/>
                  </a:cubicBezTo>
                  <a:cubicBezTo>
                    <a:pt x="603" y="910"/>
                    <a:pt x="559" y="870"/>
                    <a:pt x="512" y="833"/>
                  </a:cubicBezTo>
                  <a:cubicBezTo>
                    <a:pt x="473" y="802"/>
                    <a:pt x="425" y="786"/>
                    <a:pt x="377" y="773"/>
                  </a:cubicBezTo>
                  <a:cubicBezTo>
                    <a:pt x="318" y="758"/>
                    <a:pt x="258" y="745"/>
                    <a:pt x="199" y="726"/>
                  </a:cubicBezTo>
                  <a:cubicBezTo>
                    <a:pt x="28" y="672"/>
                    <a:pt x="0" y="495"/>
                    <a:pt x="83" y="34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151" name="Google Shape;151;p35"/>
            <p:cNvSpPr/>
            <p:nvPr/>
          </p:nvSpPr>
          <p:spPr>
            <a:xfrm>
              <a:off x="5503" y="1525"/>
              <a:ext cx="176" cy="184"/>
            </a:xfrm>
            <a:custGeom>
              <a:avLst/>
              <a:gdLst/>
              <a:ahLst/>
              <a:cxnLst/>
              <a:rect l="l" t="t" r="r" b="b"/>
              <a:pathLst>
                <a:path w="482" h="502" extrusionOk="0">
                  <a:moveTo>
                    <a:pt x="436" y="327"/>
                  </a:moveTo>
                  <a:cubicBezTo>
                    <a:pt x="394" y="397"/>
                    <a:pt x="330" y="458"/>
                    <a:pt x="239" y="486"/>
                  </a:cubicBezTo>
                  <a:cubicBezTo>
                    <a:pt x="194" y="500"/>
                    <a:pt x="150" y="502"/>
                    <a:pt x="106" y="485"/>
                  </a:cubicBezTo>
                  <a:cubicBezTo>
                    <a:pt x="40" y="460"/>
                    <a:pt x="0" y="397"/>
                    <a:pt x="3" y="321"/>
                  </a:cubicBezTo>
                  <a:cubicBezTo>
                    <a:pt x="6" y="225"/>
                    <a:pt x="50" y="148"/>
                    <a:pt x="120" y="85"/>
                  </a:cubicBezTo>
                  <a:cubicBezTo>
                    <a:pt x="172" y="38"/>
                    <a:pt x="233" y="8"/>
                    <a:pt x="304" y="5"/>
                  </a:cubicBezTo>
                  <a:cubicBezTo>
                    <a:pt x="400" y="0"/>
                    <a:pt x="472" y="65"/>
                    <a:pt x="478" y="161"/>
                  </a:cubicBezTo>
                  <a:cubicBezTo>
                    <a:pt x="482" y="216"/>
                    <a:pt x="468" y="268"/>
                    <a:pt x="436" y="32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152" name="Google Shape;152;p35"/>
            <p:cNvSpPr/>
            <p:nvPr/>
          </p:nvSpPr>
          <p:spPr>
            <a:xfrm>
              <a:off x="5339" y="1418"/>
              <a:ext cx="159" cy="214"/>
            </a:xfrm>
            <a:custGeom>
              <a:avLst/>
              <a:gdLst/>
              <a:ahLst/>
              <a:cxnLst/>
              <a:rect l="l" t="t" r="r" b="b"/>
              <a:pathLst>
                <a:path w="436" h="586" extrusionOk="0">
                  <a:moveTo>
                    <a:pt x="54" y="175"/>
                  </a:moveTo>
                  <a:cubicBezTo>
                    <a:pt x="86" y="118"/>
                    <a:pt x="122" y="75"/>
                    <a:pt x="174" y="49"/>
                  </a:cubicBezTo>
                  <a:cubicBezTo>
                    <a:pt x="269" y="0"/>
                    <a:pt x="369" y="38"/>
                    <a:pt x="407" y="139"/>
                  </a:cubicBezTo>
                  <a:cubicBezTo>
                    <a:pt x="436" y="217"/>
                    <a:pt x="430" y="294"/>
                    <a:pt x="401" y="370"/>
                  </a:cubicBezTo>
                  <a:cubicBezTo>
                    <a:pt x="378" y="428"/>
                    <a:pt x="344" y="477"/>
                    <a:pt x="293" y="513"/>
                  </a:cubicBezTo>
                  <a:cubicBezTo>
                    <a:pt x="191" y="586"/>
                    <a:pt x="70" y="548"/>
                    <a:pt x="31" y="429"/>
                  </a:cubicBezTo>
                  <a:cubicBezTo>
                    <a:pt x="0" y="338"/>
                    <a:pt x="16" y="251"/>
                    <a:pt x="54" y="1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153" name="Google Shape;153;p35"/>
            <p:cNvSpPr/>
            <p:nvPr/>
          </p:nvSpPr>
          <p:spPr>
            <a:xfrm>
              <a:off x="5558" y="1722"/>
              <a:ext cx="171" cy="151"/>
            </a:xfrm>
            <a:custGeom>
              <a:avLst/>
              <a:gdLst/>
              <a:ahLst/>
              <a:cxnLst/>
              <a:rect l="l" t="t" r="r" b="b"/>
              <a:pathLst>
                <a:path w="468" h="414" extrusionOk="0">
                  <a:moveTo>
                    <a:pt x="43" y="143"/>
                  </a:moveTo>
                  <a:cubicBezTo>
                    <a:pt x="94" y="63"/>
                    <a:pt x="176" y="7"/>
                    <a:pt x="287" y="3"/>
                  </a:cubicBezTo>
                  <a:cubicBezTo>
                    <a:pt x="371" y="0"/>
                    <a:pt x="440" y="49"/>
                    <a:pt x="456" y="121"/>
                  </a:cubicBezTo>
                  <a:cubicBezTo>
                    <a:pt x="468" y="177"/>
                    <a:pt x="455" y="229"/>
                    <a:pt x="424" y="274"/>
                  </a:cubicBezTo>
                  <a:cubicBezTo>
                    <a:pt x="365" y="363"/>
                    <a:pt x="283" y="413"/>
                    <a:pt x="175" y="413"/>
                  </a:cubicBezTo>
                  <a:cubicBezTo>
                    <a:pt x="101" y="414"/>
                    <a:pt x="38" y="373"/>
                    <a:pt x="17" y="309"/>
                  </a:cubicBezTo>
                  <a:cubicBezTo>
                    <a:pt x="0" y="256"/>
                    <a:pt x="11" y="205"/>
                    <a:pt x="43" y="14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154" name="Google Shape;154;p35"/>
            <p:cNvSpPr/>
            <p:nvPr/>
          </p:nvSpPr>
          <p:spPr>
            <a:xfrm>
              <a:off x="5171" y="1484"/>
              <a:ext cx="142" cy="194"/>
            </a:xfrm>
            <a:custGeom>
              <a:avLst/>
              <a:gdLst/>
              <a:ahLst/>
              <a:cxnLst/>
              <a:rect l="l" t="t" r="r" b="b"/>
              <a:pathLst>
                <a:path w="389" h="531" extrusionOk="0">
                  <a:moveTo>
                    <a:pt x="345" y="397"/>
                  </a:moveTo>
                  <a:cubicBezTo>
                    <a:pt x="326" y="420"/>
                    <a:pt x="308" y="445"/>
                    <a:pt x="286" y="465"/>
                  </a:cubicBezTo>
                  <a:cubicBezTo>
                    <a:pt x="207" y="531"/>
                    <a:pt x="104" y="513"/>
                    <a:pt x="50" y="425"/>
                  </a:cubicBezTo>
                  <a:cubicBezTo>
                    <a:pt x="5" y="353"/>
                    <a:pt x="0" y="275"/>
                    <a:pt x="23" y="194"/>
                  </a:cubicBezTo>
                  <a:cubicBezTo>
                    <a:pt x="34" y="153"/>
                    <a:pt x="55" y="116"/>
                    <a:pt x="85" y="84"/>
                  </a:cubicBezTo>
                  <a:cubicBezTo>
                    <a:pt x="164" y="0"/>
                    <a:pt x="285" y="14"/>
                    <a:pt x="342" y="115"/>
                  </a:cubicBezTo>
                  <a:cubicBezTo>
                    <a:pt x="389" y="198"/>
                    <a:pt x="389" y="308"/>
                    <a:pt x="345" y="39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</p:grpSp>
      <p:sp>
        <p:nvSpPr>
          <p:cNvPr id="155" name="Google Shape;155;p35"/>
          <p:cNvSpPr txBox="1">
            <a:spLocks noGrp="1"/>
          </p:cNvSpPr>
          <p:nvPr>
            <p:ph type="dt" idx="10"/>
          </p:nvPr>
        </p:nvSpPr>
        <p:spPr>
          <a:xfrm>
            <a:off x="7795859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35"/>
          <p:cNvSpPr txBox="1">
            <a:spLocks noGrp="1"/>
          </p:cNvSpPr>
          <p:nvPr>
            <p:ph type="sldNum" idx="12"/>
          </p:nvPr>
        </p:nvSpPr>
        <p:spPr>
          <a:xfrm>
            <a:off x="11448319" y="6563021"/>
            <a:ext cx="3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7" name="Google Shape;157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4216" y="6244202"/>
            <a:ext cx="1979734" cy="433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6"/>
          <p:cNvSpPr txBox="1">
            <a:spLocks noGrp="1"/>
          </p:cNvSpPr>
          <p:nvPr>
            <p:ph type="ctrTitle"/>
          </p:nvPr>
        </p:nvSpPr>
        <p:spPr>
          <a:xfrm>
            <a:off x="1362075" y="1293813"/>
            <a:ext cx="9467850" cy="2554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TR"/>
              <a:buNone/>
              <a:defRPr sz="48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36"/>
          <p:cNvSpPr txBox="1">
            <a:spLocks noGrp="1"/>
          </p:cNvSpPr>
          <p:nvPr>
            <p:ph type="body" idx="1"/>
          </p:nvPr>
        </p:nvSpPr>
        <p:spPr>
          <a:xfrm>
            <a:off x="1362075" y="4574058"/>
            <a:ext cx="94678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0"/>
              </a:buClr>
              <a:buSzPts val="2800"/>
              <a:buNone/>
              <a:defRPr sz="2800" b="0">
                <a:solidFill>
                  <a:srgbClr val="0000A0"/>
                </a:solidFill>
                <a:latin typeface="NTR"/>
                <a:ea typeface="NTR"/>
                <a:cs typeface="NTR"/>
                <a:sym typeface="NTR"/>
              </a:defRPr>
            </a:lvl1pPr>
            <a:lvl2pPr marL="914400" lvl="1" indent="-228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A4A2A2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A4A2A2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A4A2A2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A4A2A2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A2A2"/>
              </a:buClr>
              <a:buSzPts val="1600"/>
              <a:buNone/>
              <a:defRPr sz="1600">
                <a:solidFill>
                  <a:srgbClr val="A4A2A2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A2A2"/>
              </a:buClr>
              <a:buSzPts val="1600"/>
              <a:buNone/>
              <a:defRPr sz="1600">
                <a:solidFill>
                  <a:srgbClr val="A4A2A2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A2A2"/>
              </a:buClr>
              <a:buSzPts val="1600"/>
              <a:buNone/>
              <a:defRPr sz="1600">
                <a:solidFill>
                  <a:srgbClr val="A4A2A2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A2A2"/>
              </a:buClr>
              <a:buSzPts val="1600"/>
              <a:buNone/>
              <a:defRPr sz="1600">
                <a:solidFill>
                  <a:srgbClr val="A4A2A2"/>
                </a:solidFill>
              </a:defRPr>
            </a:lvl9pPr>
          </a:lstStyle>
          <a:p>
            <a:endParaRPr/>
          </a:p>
        </p:txBody>
      </p:sp>
      <p:sp>
        <p:nvSpPr>
          <p:cNvPr id="161" name="Google Shape;161;p36"/>
          <p:cNvSpPr txBox="1">
            <a:spLocks noGrp="1"/>
          </p:cNvSpPr>
          <p:nvPr>
            <p:ph type="dt" idx="10"/>
          </p:nvPr>
        </p:nvSpPr>
        <p:spPr>
          <a:xfrm>
            <a:off x="7795859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36"/>
          <p:cNvSpPr txBox="1">
            <a:spLocks noGrp="1"/>
          </p:cNvSpPr>
          <p:nvPr>
            <p:ph type="sldNum" idx="12"/>
          </p:nvPr>
        </p:nvSpPr>
        <p:spPr>
          <a:xfrm>
            <a:off x="11448319" y="6563021"/>
            <a:ext cx="3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alt">
  <p:cSld name="Section Header alt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37"/>
          <p:cNvGrpSpPr/>
          <p:nvPr/>
        </p:nvGrpSpPr>
        <p:grpSpPr>
          <a:xfrm>
            <a:off x="0" y="0"/>
            <a:ext cx="12192000" cy="6858000"/>
            <a:chOff x="0" y="0"/>
            <a:chExt cx="7680" cy="4320"/>
          </a:xfrm>
        </p:grpSpPr>
        <p:sp>
          <p:nvSpPr>
            <p:cNvPr id="165" name="Google Shape;165;p37"/>
            <p:cNvSpPr/>
            <p:nvPr/>
          </p:nvSpPr>
          <p:spPr>
            <a:xfrm>
              <a:off x="0" y="3115"/>
              <a:ext cx="1314" cy="1205"/>
            </a:xfrm>
            <a:custGeom>
              <a:avLst/>
              <a:gdLst/>
              <a:ahLst/>
              <a:cxnLst/>
              <a:rect l="l" t="t" r="r" b="b"/>
              <a:pathLst>
                <a:path w="3281" h="3008" extrusionOk="0">
                  <a:moveTo>
                    <a:pt x="1239" y="812"/>
                  </a:moveTo>
                  <a:cubicBezTo>
                    <a:pt x="1259" y="803"/>
                    <a:pt x="1370" y="781"/>
                    <a:pt x="1359" y="781"/>
                  </a:cubicBezTo>
                  <a:cubicBezTo>
                    <a:pt x="1387" y="779"/>
                    <a:pt x="1416" y="781"/>
                    <a:pt x="1444" y="783"/>
                  </a:cubicBezTo>
                  <a:cubicBezTo>
                    <a:pt x="1371" y="777"/>
                    <a:pt x="1511" y="812"/>
                    <a:pt x="1465" y="790"/>
                  </a:cubicBezTo>
                  <a:cubicBezTo>
                    <a:pt x="1557" y="831"/>
                    <a:pt x="1614" y="891"/>
                    <a:pt x="1665" y="961"/>
                  </a:cubicBezTo>
                  <a:cubicBezTo>
                    <a:pt x="1750" y="1077"/>
                    <a:pt x="1818" y="1210"/>
                    <a:pt x="1873" y="1342"/>
                  </a:cubicBezTo>
                  <a:cubicBezTo>
                    <a:pt x="2102" y="1888"/>
                    <a:pt x="2198" y="2503"/>
                    <a:pt x="2506" y="3008"/>
                  </a:cubicBezTo>
                  <a:cubicBezTo>
                    <a:pt x="3281" y="3008"/>
                    <a:pt x="3281" y="3008"/>
                    <a:pt x="3281" y="3008"/>
                  </a:cubicBezTo>
                  <a:cubicBezTo>
                    <a:pt x="2860" y="2710"/>
                    <a:pt x="2736" y="2004"/>
                    <a:pt x="2588" y="1557"/>
                  </a:cubicBezTo>
                  <a:cubicBezTo>
                    <a:pt x="2436" y="1095"/>
                    <a:pt x="2223" y="466"/>
                    <a:pt x="1734" y="258"/>
                  </a:cubicBezTo>
                  <a:cubicBezTo>
                    <a:pt x="1126" y="0"/>
                    <a:pt x="527" y="491"/>
                    <a:pt x="166" y="944"/>
                  </a:cubicBezTo>
                  <a:cubicBezTo>
                    <a:pt x="108" y="1017"/>
                    <a:pt x="53" y="1092"/>
                    <a:pt x="0" y="1168"/>
                  </a:cubicBezTo>
                  <a:cubicBezTo>
                    <a:pt x="0" y="2267"/>
                    <a:pt x="0" y="2267"/>
                    <a:pt x="0" y="2267"/>
                  </a:cubicBezTo>
                  <a:cubicBezTo>
                    <a:pt x="243" y="1874"/>
                    <a:pt x="467" y="1467"/>
                    <a:pt x="792" y="1140"/>
                  </a:cubicBezTo>
                  <a:cubicBezTo>
                    <a:pt x="923" y="1007"/>
                    <a:pt x="1070" y="894"/>
                    <a:pt x="1239" y="812"/>
                  </a:cubicBezTo>
                  <a:close/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166" name="Google Shape;166;p37"/>
            <p:cNvSpPr/>
            <p:nvPr/>
          </p:nvSpPr>
          <p:spPr>
            <a:xfrm>
              <a:off x="0" y="0"/>
              <a:ext cx="962" cy="1002"/>
            </a:xfrm>
            <a:custGeom>
              <a:avLst/>
              <a:gdLst/>
              <a:ahLst/>
              <a:cxnLst/>
              <a:rect l="l" t="t" r="r" b="b"/>
              <a:pathLst>
                <a:path w="2403" h="2502" extrusionOk="0">
                  <a:moveTo>
                    <a:pt x="0" y="2502"/>
                  </a:moveTo>
                  <a:cubicBezTo>
                    <a:pt x="108" y="2484"/>
                    <a:pt x="214" y="2454"/>
                    <a:pt x="317" y="2410"/>
                  </a:cubicBezTo>
                  <a:cubicBezTo>
                    <a:pt x="646" y="2273"/>
                    <a:pt x="911" y="2043"/>
                    <a:pt x="1135" y="1769"/>
                  </a:cubicBezTo>
                  <a:cubicBezTo>
                    <a:pt x="1567" y="1239"/>
                    <a:pt x="1827" y="574"/>
                    <a:pt x="2311" y="87"/>
                  </a:cubicBezTo>
                  <a:cubicBezTo>
                    <a:pt x="2340" y="56"/>
                    <a:pt x="2371" y="27"/>
                    <a:pt x="2403" y="0"/>
                  </a:cubicBezTo>
                  <a:cubicBezTo>
                    <a:pt x="1609" y="0"/>
                    <a:pt x="1609" y="0"/>
                    <a:pt x="1609" y="0"/>
                  </a:cubicBezTo>
                  <a:cubicBezTo>
                    <a:pt x="1123" y="679"/>
                    <a:pt x="737" y="1649"/>
                    <a:pt x="0" y="1874"/>
                  </a:cubicBezTo>
                  <a:lnTo>
                    <a:pt x="0" y="2502"/>
                  </a:lnTo>
                  <a:close/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167" name="Google Shape;167;p37"/>
            <p:cNvSpPr/>
            <p:nvPr/>
          </p:nvSpPr>
          <p:spPr>
            <a:xfrm>
              <a:off x="1300" y="0"/>
              <a:ext cx="6380" cy="1393"/>
            </a:xfrm>
            <a:custGeom>
              <a:avLst/>
              <a:gdLst/>
              <a:ahLst/>
              <a:cxnLst/>
              <a:rect l="l" t="t" r="r" b="b"/>
              <a:pathLst>
                <a:path w="15931" h="3477" extrusionOk="0">
                  <a:moveTo>
                    <a:pt x="15931" y="0"/>
                  </a:moveTo>
                  <a:cubicBezTo>
                    <a:pt x="15881" y="0"/>
                    <a:pt x="15881" y="0"/>
                    <a:pt x="15881" y="0"/>
                  </a:cubicBezTo>
                  <a:cubicBezTo>
                    <a:pt x="15796" y="48"/>
                    <a:pt x="15719" y="114"/>
                    <a:pt x="15652" y="201"/>
                  </a:cubicBezTo>
                  <a:cubicBezTo>
                    <a:pt x="15487" y="417"/>
                    <a:pt x="15533" y="749"/>
                    <a:pt x="15604" y="990"/>
                  </a:cubicBezTo>
                  <a:cubicBezTo>
                    <a:pt x="15665" y="1195"/>
                    <a:pt x="15755" y="1399"/>
                    <a:pt x="15867" y="1594"/>
                  </a:cubicBezTo>
                  <a:cubicBezTo>
                    <a:pt x="15756" y="1820"/>
                    <a:pt x="15616" y="2029"/>
                    <a:pt x="15445" y="2210"/>
                  </a:cubicBezTo>
                  <a:cubicBezTo>
                    <a:pt x="14943" y="2739"/>
                    <a:pt x="14143" y="2788"/>
                    <a:pt x="13568" y="2337"/>
                  </a:cubicBezTo>
                  <a:cubicBezTo>
                    <a:pt x="12962" y="1862"/>
                    <a:pt x="12636" y="1119"/>
                    <a:pt x="12092" y="582"/>
                  </a:cubicBezTo>
                  <a:cubicBezTo>
                    <a:pt x="11825" y="317"/>
                    <a:pt x="11481" y="104"/>
                    <a:pt x="11114" y="0"/>
                  </a:cubicBezTo>
                  <a:cubicBezTo>
                    <a:pt x="10170" y="0"/>
                    <a:pt x="10170" y="0"/>
                    <a:pt x="10170" y="0"/>
                  </a:cubicBezTo>
                  <a:cubicBezTo>
                    <a:pt x="10099" y="22"/>
                    <a:pt x="10029" y="51"/>
                    <a:pt x="9961" y="86"/>
                  </a:cubicBezTo>
                  <a:cubicBezTo>
                    <a:pt x="9355" y="394"/>
                    <a:pt x="9066" y="1125"/>
                    <a:pt x="8737" y="1676"/>
                  </a:cubicBezTo>
                  <a:cubicBezTo>
                    <a:pt x="8544" y="1998"/>
                    <a:pt x="8314" y="2294"/>
                    <a:pt x="7984" y="2487"/>
                  </a:cubicBezTo>
                  <a:cubicBezTo>
                    <a:pt x="7689" y="2659"/>
                    <a:pt x="7408" y="2562"/>
                    <a:pt x="7168" y="2349"/>
                  </a:cubicBezTo>
                  <a:cubicBezTo>
                    <a:pt x="6864" y="2077"/>
                    <a:pt x="6648" y="1714"/>
                    <a:pt x="6435" y="1371"/>
                  </a:cubicBezTo>
                  <a:cubicBezTo>
                    <a:pt x="6238" y="1056"/>
                    <a:pt x="6056" y="732"/>
                    <a:pt x="5859" y="418"/>
                  </a:cubicBezTo>
                  <a:cubicBezTo>
                    <a:pt x="5771" y="278"/>
                    <a:pt x="5674" y="133"/>
                    <a:pt x="5564" y="0"/>
                  </a:cubicBezTo>
                  <a:cubicBezTo>
                    <a:pt x="3912" y="0"/>
                    <a:pt x="3912" y="0"/>
                    <a:pt x="3912" y="0"/>
                  </a:cubicBezTo>
                  <a:cubicBezTo>
                    <a:pt x="3714" y="270"/>
                    <a:pt x="3579" y="582"/>
                    <a:pt x="3431" y="881"/>
                  </a:cubicBezTo>
                  <a:cubicBezTo>
                    <a:pt x="3263" y="1224"/>
                    <a:pt x="3031" y="1516"/>
                    <a:pt x="2739" y="1763"/>
                  </a:cubicBezTo>
                  <a:cubicBezTo>
                    <a:pt x="2497" y="1967"/>
                    <a:pt x="2191" y="2107"/>
                    <a:pt x="1877" y="2085"/>
                  </a:cubicBezTo>
                  <a:cubicBezTo>
                    <a:pt x="1557" y="2063"/>
                    <a:pt x="1328" y="1741"/>
                    <a:pt x="1191" y="1469"/>
                  </a:cubicBezTo>
                  <a:cubicBezTo>
                    <a:pt x="957" y="1003"/>
                    <a:pt x="876" y="477"/>
                    <a:pt x="67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7" y="92"/>
                    <a:pt x="105" y="191"/>
                    <a:pt x="146" y="289"/>
                  </a:cubicBezTo>
                  <a:cubicBezTo>
                    <a:pt x="428" y="963"/>
                    <a:pt x="509" y="1742"/>
                    <a:pt x="1034" y="2289"/>
                  </a:cubicBezTo>
                  <a:cubicBezTo>
                    <a:pt x="1620" y="2900"/>
                    <a:pt x="2485" y="2716"/>
                    <a:pt x="3088" y="2245"/>
                  </a:cubicBezTo>
                  <a:cubicBezTo>
                    <a:pt x="3404" y="1999"/>
                    <a:pt x="3682" y="1679"/>
                    <a:pt x="3875" y="1328"/>
                  </a:cubicBezTo>
                  <a:cubicBezTo>
                    <a:pt x="4055" y="999"/>
                    <a:pt x="4189" y="647"/>
                    <a:pt x="4405" y="337"/>
                  </a:cubicBezTo>
                  <a:cubicBezTo>
                    <a:pt x="4584" y="80"/>
                    <a:pt x="4740" y="31"/>
                    <a:pt x="4968" y="241"/>
                  </a:cubicBezTo>
                  <a:cubicBezTo>
                    <a:pt x="5249" y="500"/>
                    <a:pt x="5430" y="861"/>
                    <a:pt x="5619" y="1188"/>
                  </a:cubicBezTo>
                  <a:cubicBezTo>
                    <a:pt x="5817" y="1531"/>
                    <a:pt x="6029" y="1870"/>
                    <a:pt x="6257" y="2194"/>
                  </a:cubicBezTo>
                  <a:cubicBezTo>
                    <a:pt x="6488" y="2523"/>
                    <a:pt x="6759" y="2852"/>
                    <a:pt x="7121" y="3043"/>
                  </a:cubicBezTo>
                  <a:cubicBezTo>
                    <a:pt x="7949" y="3477"/>
                    <a:pt x="8735" y="2780"/>
                    <a:pt x="9167" y="2118"/>
                  </a:cubicBezTo>
                  <a:cubicBezTo>
                    <a:pt x="9493" y="1618"/>
                    <a:pt x="9728" y="898"/>
                    <a:pt x="10263" y="603"/>
                  </a:cubicBezTo>
                  <a:cubicBezTo>
                    <a:pt x="10873" y="267"/>
                    <a:pt x="11598" y="883"/>
                    <a:pt x="11974" y="1345"/>
                  </a:cubicBezTo>
                  <a:cubicBezTo>
                    <a:pt x="12458" y="1942"/>
                    <a:pt x="12832" y="2658"/>
                    <a:pt x="13541" y="3025"/>
                  </a:cubicBezTo>
                  <a:cubicBezTo>
                    <a:pt x="14359" y="3450"/>
                    <a:pt x="15319" y="3239"/>
                    <a:pt x="15929" y="2569"/>
                  </a:cubicBezTo>
                  <a:cubicBezTo>
                    <a:pt x="15930" y="2568"/>
                    <a:pt x="15930" y="2568"/>
                    <a:pt x="15931" y="2567"/>
                  </a:cubicBezTo>
                  <a:lnTo>
                    <a:pt x="15931" y="0"/>
                  </a:lnTo>
                  <a:close/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168" name="Google Shape;168;p37"/>
            <p:cNvSpPr/>
            <p:nvPr/>
          </p:nvSpPr>
          <p:spPr>
            <a:xfrm>
              <a:off x="0" y="1640"/>
              <a:ext cx="7680" cy="1636"/>
            </a:xfrm>
            <a:custGeom>
              <a:avLst/>
              <a:gdLst/>
              <a:ahLst/>
              <a:cxnLst/>
              <a:rect l="l" t="t" r="r" b="b"/>
              <a:pathLst>
                <a:path w="19177" h="4085" extrusionOk="0">
                  <a:moveTo>
                    <a:pt x="1340" y="2796"/>
                  </a:moveTo>
                  <a:cubicBezTo>
                    <a:pt x="1656" y="2549"/>
                    <a:pt x="1934" y="2229"/>
                    <a:pt x="2127" y="1878"/>
                  </a:cubicBezTo>
                  <a:cubicBezTo>
                    <a:pt x="2307" y="1549"/>
                    <a:pt x="2441" y="1197"/>
                    <a:pt x="2657" y="888"/>
                  </a:cubicBezTo>
                  <a:cubicBezTo>
                    <a:pt x="2836" y="630"/>
                    <a:pt x="2992" y="581"/>
                    <a:pt x="3220" y="791"/>
                  </a:cubicBezTo>
                  <a:cubicBezTo>
                    <a:pt x="3501" y="1050"/>
                    <a:pt x="3682" y="1412"/>
                    <a:pt x="3871" y="1738"/>
                  </a:cubicBezTo>
                  <a:cubicBezTo>
                    <a:pt x="4069" y="2081"/>
                    <a:pt x="4282" y="2420"/>
                    <a:pt x="4509" y="2744"/>
                  </a:cubicBezTo>
                  <a:cubicBezTo>
                    <a:pt x="4740" y="3074"/>
                    <a:pt x="5011" y="3403"/>
                    <a:pt x="5373" y="3593"/>
                  </a:cubicBezTo>
                  <a:cubicBezTo>
                    <a:pt x="6201" y="4027"/>
                    <a:pt x="6987" y="3330"/>
                    <a:pt x="7419" y="2668"/>
                  </a:cubicBezTo>
                  <a:cubicBezTo>
                    <a:pt x="7745" y="2169"/>
                    <a:pt x="7980" y="1448"/>
                    <a:pt x="8515" y="1154"/>
                  </a:cubicBezTo>
                  <a:cubicBezTo>
                    <a:pt x="9125" y="818"/>
                    <a:pt x="9850" y="1433"/>
                    <a:pt x="10226" y="1895"/>
                  </a:cubicBezTo>
                  <a:cubicBezTo>
                    <a:pt x="10710" y="2492"/>
                    <a:pt x="11084" y="3208"/>
                    <a:pt x="11793" y="3576"/>
                  </a:cubicBezTo>
                  <a:cubicBezTo>
                    <a:pt x="12776" y="4085"/>
                    <a:pt x="13807" y="3518"/>
                    <a:pt x="14558" y="2786"/>
                  </a:cubicBezTo>
                  <a:cubicBezTo>
                    <a:pt x="14703" y="2944"/>
                    <a:pt x="14858" y="3090"/>
                    <a:pt x="15020" y="3216"/>
                  </a:cubicBezTo>
                  <a:cubicBezTo>
                    <a:pt x="15699" y="3745"/>
                    <a:pt x="16735" y="3764"/>
                    <a:pt x="17506" y="3441"/>
                  </a:cubicBezTo>
                  <a:cubicBezTo>
                    <a:pt x="18291" y="3112"/>
                    <a:pt x="18762" y="2486"/>
                    <a:pt x="19177" y="1785"/>
                  </a:cubicBezTo>
                  <a:cubicBezTo>
                    <a:pt x="19177" y="623"/>
                    <a:pt x="19177" y="623"/>
                    <a:pt x="19177" y="623"/>
                  </a:cubicBezTo>
                  <a:cubicBezTo>
                    <a:pt x="18955" y="951"/>
                    <a:pt x="18766" y="1306"/>
                    <a:pt x="18568" y="1641"/>
                  </a:cubicBezTo>
                  <a:cubicBezTo>
                    <a:pt x="18129" y="2384"/>
                    <a:pt x="17500" y="2989"/>
                    <a:pt x="16594" y="3048"/>
                  </a:cubicBezTo>
                  <a:cubicBezTo>
                    <a:pt x="16226" y="3072"/>
                    <a:pt x="15784" y="3014"/>
                    <a:pt x="15471" y="2808"/>
                  </a:cubicBezTo>
                  <a:cubicBezTo>
                    <a:pt x="15399" y="2761"/>
                    <a:pt x="15431" y="2783"/>
                    <a:pt x="15375" y="2737"/>
                  </a:cubicBezTo>
                  <a:cubicBezTo>
                    <a:pt x="15326" y="2697"/>
                    <a:pt x="15279" y="2653"/>
                    <a:pt x="15232" y="2610"/>
                  </a:cubicBezTo>
                  <a:cubicBezTo>
                    <a:pt x="15140" y="2523"/>
                    <a:pt x="15054" y="2430"/>
                    <a:pt x="14971" y="2335"/>
                  </a:cubicBezTo>
                  <a:cubicBezTo>
                    <a:pt x="15027" y="2266"/>
                    <a:pt x="15081" y="2198"/>
                    <a:pt x="15132" y="2130"/>
                  </a:cubicBezTo>
                  <a:cubicBezTo>
                    <a:pt x="15421" y="1742"/>
                    <a:pt x="15744" y="1186"/>
                    <a:pt x="15603" y="683"/>
                  </a:cubicBezTo>
                  <a:cubicBezTo>
                    <a:pt x="15434" y="81"/>
                    <a:pt x="14613" y="53"/>
                    <a:pt x="14140" y="260"/>
                  </a:cubicBezTo>
                  <a:cubicBezTo>
                    <a:pt x="13512" y="534"/>
                    <a:pt x="13648" y="1264"/>
                    <a:pt x="13876" y="1764"/>
                  </a:cubicBezTo>
                  <a:cubicBezTo>
                    <a:pt x="13961" y="1951"/>
                    <a:pt x="14066" y="2136"/>
                    <a:pt x="14186" y="2314"/>
                  </a:cubicBezTo>
                  <a:cubicBezTo>
                    <a:pt x="13857" y="2639"/>
                    <a:pt x="13469" y="2925"/>
                    <a:pt x="13065" y="3079"/>
                  </a:cubicBezTo>
                  <a:cubicBezTo>
                    <a:pt x="12807" y="3177"/>
                    <a:pt x="12585" y="3207"/>
                    <a:pt x="12370" y="3156"/>
                  </a:cubicBezTo>
                  <a:cubicBezTo>
                    <a:pt x="12015" y="3073"/>
                    <a:pt x="11737" y="2841"/>
                    <a:pt x="11497" y="2577"/>
                  </a:cubicBezTo>
                  <a:cubicBezTo>
                    <a:pt x="10971" y="2000"/>
                    <a:pt x="10628" y="1285"/>
                    <a:pt x="9973" y="829"/>
                  </a:cubicBezTo>
                  <a:cubicBezTo>
                    <a:pt x="9336" y="385"/>
                    <a:pt x="8483" y="338"/>
                    <a:pt x="7893" y="870"/>
                  </a:cubicBezTo>
                  <a:cubicBezTo>
                    <a:pt x="7386" y="1326"/>
                    <a:pt x="7162" y="2024"/>
                    <a:pt x="6764" y="2564"/>
                  </a:cubicBezTo>
                  <a:cubicBezTo>
                    <a:pt x="6561" y="2840"/>
                    <a:pt x="6233" y="3140"/>
                    <a:pt x="5871" y="3130"/>
                  </a:cubicBezTo>
                  <a:cubicBezTo>
                    <a:pt x="5562" y="3121"/>
                    <a:pt x="5288" y="2789"/>
                    <a:pt x="5116" y="2565"/>
                  </a:cubicBezTo>
                  <a:cubicBezTo>
                    <a:pt x="4627" y="1925"/>
                    <a:pt x="4308" y="1168"/>
                    <a:pt x="3803" y="541"/>
                  </a:cubicBezTo>
                  <a:cubicBezTo>
                    <a:pt x="3550" y="226"/>
                    <a:pt x="3211" y="0"/>
                    <a:pt x="2795" y="71"/>
                  </a:cubicBezTo>
                  <a:cubicBezTo>
                    <a:pt x="2424" y="134"/>
                    <a:pt x="2166" y="517"/>
                    <a:pt x="1994" y="816"/>
                  </a:cubicBezTo>
                  <a:cubicBezTo>
                    <a:pt x="1814" y="1128"/>
                    <a:pt x="1693" y="1473"/>
                    <a:pt x="1489" y="1771"/>
                  </a:cubicBezTo>
                  <a:cubicBezTo>
                    <a:pt x="1272" y="2090"/>
                    <a:pt x="980" y="2366"/>
                    <a:pt x="634" y="2539"/>
                  </a:cubicBezTo>
                  <a:cubicBezTo>
                    <a:pt x="426" y="2643"/>
                    <a:pt x="206" y="2670"/>
                    <a:pt x="0" y="2600"/>
                  </a:cubicBezTo>
                  <a:cubicBezTo>
                    <a:pt x="0" y="3214"/>
                    <a:pt x="0" y="3214"/>
                    <a:pt x="0" y="3214"/>
                  </a:cubicBezTo>
                  <a:cubicBezTo>
                    <a:pt x="459" y="3281"/>
                    <a:pt x="954" y="3097"/>
                    <a:pt x="1340" y="2796"/>
                  </a:cubicBezTo>
                  <a:close/>
                  <a:moveTo>
                    <a:pt x="14287" y="904"/>
                  </a:moveTo>
                  <a:cubicBezTo>
                    <a:pt x="14283" y="918"/>
                    <a:pt x="14319" y="856"/>
                    <a:pt x="14310" y="861"/>
                  </a:cubicBezTo>
                  <a:cubicBezTo>
                    <a:pt x="14321" y="850"/>
                    <a:pt x="14341" y="832"/>
                    <a:pt x="14340" y="831"/>
                  </a:cubicBezTo>
                  <a:cubicBezTo>
                    <a:pt x="14356" y="820"/>
                    <a:pt x="14373" y="811"/>
                    <a:pt x="14389" y="802"/>
                  </a:cubicBezTo>
                  <a:cubicBezTo>
                    <a:pt x="14409" y="791"/>
                    <a:pt x="14465" y="775"/>
                    <a:pt x="14529" y="761"/>
                  </a:cubicBezTo>
                  <a:cubicBezTo>
                    <a:pt x="14599" y="746"/>
                    <a:pt x="14686" y="746"/>
                    <a:pt x="14766" y="747"/>
                  </a:cubicBezTo>
                  <a:cubicBezTo>
                    <a:pt x="14794" y="747"/>
                    <a:pt x="14822" y="749"/>
                    <a:pt x="14850" y="752"/>
                  </a:cubicBezTo>
                  <a:cubicBezTo>
                    <a:pt x="14800" y="748"/>
                    <a:pt x="14878" y="757"/>
                    <a:pt x="14886" y="759"/>
                  </a:cubicBezTo>
                  <a:cubicBezTo>
                    <a:pt x="14910" y="764"/>
                    <a:pt x="14934" y="772"/>
                    <a:pt x="14957" y="779"/>
                  </a:cubicBezTo>
                  <a:cubicBezTo>
                    <a:pt x="14958" y="779"/>
                    <a:pt x="14958" y="779"/>
                    <a:pt x="14958" y="780"/>
                  </a:cubicBezTo>
                  <a:cubicBezTo>
                    <a:pt x="14960" y="781"/>
                    <a:pt x="14964" y="783"/>
                    <a:pt x="14968" y="785"/>
                  </a:cubicBezTo>
                  <a:cubicBezTo>
                    <a:pt x="14981" y="792"/>
                    <a:pt x="14988" y="795"/>
                    <a:pt x="14992" y="796"/>
                  </a:cubicBezTo>
                  <a:cubicBezTo>
                    <a:pt x="14992" y="795"/>
                    <a:pt x="14992" y="795"/>
                    <a:pt x="14992" y="796"/>
                  </a:cubicBezTo>
                  <a:cubicBezTo>
                    <a:pt x="14993" y="796"/>
                    <a:pt x="14993" y="796"/>
                    <a:pt x="14994" y="796"/>
                  </a:cubicBezTo>
                  <a:cubicBezTo>
                    <a:pt x="14995" y="798"/>
                    <a:pt x="14997" y="801"/>
                    <a:pt x="15000" y="804"/>
                  </a:cubicBezTo>
                  <a:cubicBezTo>
                    <a:pt x="15002" y="806"/>
                    <a:pt x="15003" y="808"/>
                    <a:pt x="15005" y="810"/>
                  </a:cubicBezTo>
                  <a:cubicBezTo>
                    <a:pt x="15009" y="814"/>
                    <a:pt x="15013" y="819"/>
                    <a:pt x="15019" y="825"/>
                  </a:cubicBezTo>
                  <a:cubicBezTo>
                    <a:pt x="15014" y="820"/>
                    <a:pt x="15011" y="816"/>
                    <a:pt x="15007" y="813"/>
                  </a:cubicBezTo>
                  <a:cubicBezTo>
                    <a:pt x="15011" y="817"/>
                    <a:pt x="15014" y="822"/>
                    <a:pt x="15017" y="826"/>
                  </a:cubicBezTo>
                  <a:cubicBezTo>
                    <a:pt x="15019" y="829"/>
                    <a:pt x="15021" y="832"/>
                    <a:pt x="15023" y="835"/>
                  </a:cubicBezTo>
                  <a:cubicBezTo>
                    <a:pt x="15023" y="837"/>
                    <a:pt x="15024" y="839"/>
                    <a:pt x="15025" y="842"/>
                  </a:cubicBezTo>
                  <a:cubicBezTo>
                    <a:pt x="15031" y="859"/>
                    <a:pt x="15035" y="870"/>
                    <a:pt x="15037" y="876"/>
                  </a:cubicBezTo>
                  <a:cubicBezTo>
                    <a:pt x="15036" y="878"/>
                    <a:pt x="15035" y="886"/>
                    <a:pt x="15036" y="904"/>
                  </a:cubicBezTo>
                  <a:cubicBezTo>
                    <a:pt x="15037" y="927"/>
                    <a:pt x="15036" y="949"/>
                    <a:pt x="15035" y="971"/>
                  </a:cubicBezTo>
                  <a:cubicBezTo>
                    <a:pt x="15034" y="977"/>
                    <a:pt x="15034" y="981"/>
                    <a:pt x="15034" y="985"/>
                  </a:cubicBezTo>
                  <a:cubicBezTo>
                    <a:pt x="15034" y="985"/>
                    <a:pt x="15034" y="985"/>
                    <a:pt x="15034" y="986"/>
                  </a:cubicBezTo>
                  <a:cubicBezTo>
                    <a:pt x="15018" y="1088"/>
                    <a:pt x="14963" y="1238"/>
                    <a:pt x="14945" y="1280"/>
                  </a:cubicBezTo>
                  <a:cubicBezTo>
                    <a:pt x="14855" y="1480"/>
                    <a:pt x="14734" y="1670"/>
                    <a:pt x="14602" y="1842"/>
                  </a:cubicBezTo>
                  <a:cubicBezTo>
                    <a:pt x="14532" y="1730"/>
                    <a:pt x="14467" y="1614"/>
                    <a:pt x="14409" y="1495"/>
                  </a:cubicBezTo>
                  <a:cubicBezTo>
                    <a:pt x="14361" y="1397"/>
                    <a:pt x="14318" y="1277"/>
                    <a:pt x="14289" y="1154"/>
                  </a:cubicBezTo>
                  <a:cubicBezTo>
                    <a:pt x="14269" y="1070"/>
                    <a:pt x="14266" y="979"/>
                    <a:pt x="14287" y="904"/>
                  </a:cubicBezTo>
                  <a:close/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169" name="Google Shape;169;p37"/>
            <p:cNvSpPr/>
            <p:nvPr/>
          </p:nvSpPr>
          <p:spPr>
            <a:xfrm>
              <a:off x="6004" y="1959"/>
              <a:ext cx="6" cy="6"/>
            </a:xfrm>
            <a:custGeom>
              <a:avLst/>
              <a:gdLst/>
              <a:ahLst/>
              <a:cxnLst/>
              <a:rect l="l" t="t" r="r" b="b"/>
              <a:pathLst>
                <a:path w="15" h="17" extrusionOk="0">
                  <a:moveTo>
                    <a:pt x="13" y="14"/>
                  </a:moveTo>
                  <a:cubicBezTo>
                    <a:pt x="11" y="12"/>
                    <a:pt x="10" y="10"/>
                    <a:pt x="8" y="8"/>
                  </a:cubicBezTo>
                  <a:cubicBezTo>
                    <a:pt x="4" y="4"/>
                    <a:pt x="2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5" y="6"/>
                    <a:pt x="15" y="17"/>
                  </a:cubicBezTo>
                  <a:cubicBezTo>
                    <a:pt x="15" y="16"/>
                    <a:pt x="14" y="15"/>
                    <a:pt x="13" y="14"/>
                  </a:cubicBezTo>
                  <a:close/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170" name="Google Shape;170;p37"/>
            <p:cNvSpPr/>
            <p:nvPr/>
          </p:nvSpPr>
          <p:spPr>
            <a:xfrm>
              <a:off x="6636" y="3348"/>
              <a:ext cx="888" cy="972"/>
            </a:xfrm>
            <a:custGeom>
              <a:avLst/>
              <a:gdLst/>
              <a:ahLst/>
              <a:cxnLst/>
              <a:rect l="l" t="t" r="r" b="b"/>
              <a:pathLst>
                <a:path w="2218" h="2426" extrusionOk="0">
                  <a:moveTo>
                    <a:pt x="2167" y="1307"/>
                  </a:moveTo>
                  <a:cubicBezTo>
                    <a:pt x="2218" y="1033"/>
                    <a:pt x="2203" y="739"/>
                    <a:pt x="2052" y="497"/>
                  </a:cubicBezTo>
                  <a:cubicBezTo>
                    <a:pt x="1881" y="225"/>
                    <a:pt x="1592" y="116"/>
                    <a:pt x="1288" y="76"/>
                  </a:cubicBezTo>
                  <a:cubicBezTo>
                    <a:pt x="708" y="0"/>
                    <a:pt x="0" y="286"/>
                    <a:pt x="77" y="972"/>
                  </a:cubicBezTo>
                  <a:cubicBezTo>
                    <a:pt x="136" y="1492"/>
                    <a:pt x="465" y="1966"/>
                    <a:pt x="812" y="2366"/>
                  </a:cubicBezTo>
                  <a:cubicBezTo>
                    <a:pt x="786" y="2387"/>
                    <a:pt x="761" y="2407"/>
                    <a:pt x="735" y="2426"/>
                  </a:cubicBezTo>
                  <a:cubicBezTo>
                    <a:pt x="1696" y="2426"/>
                    <a:pt x="1696" y="2426"/>
                    <a:pt x="1696" y="2426"/>
                  </a:cubicBezTo>
                  <a:cubicBezTo>
                    <a:pt x="1681" y="2412"/>
                    <a:pt x="1665" y="2397"/>
                    <a:pt x="1649" y="2382"/>
                  </a:cubicBezTo>
                  <a:cubicBezTo>
                    <a:pt x="1910" y="2059"/>
                    <a:pt x="2096" y="1688"/>
                    <a:pt x="2167" y="1307"/>
                  </a:cubicBezTo>
                  <a:close/>
                  <a:moveTo>
                    <a:pt x="671" y="926"/>
                  </a:moveTo>
                  <a:cubicBezTo>
                    <a:pt x="677" y="957"/>
                    <a:pt x="673" y="889"/>
                    <a:pt x="672" y="847"/>
                  </a:cubicBezTo>
                  <a:cubicBezTo>
                    <a:pt x="674" y="835"/>
                    <a:pt x="677" y="816"/>
                    <a:pt x="679" y="809"/>
                  </a:cubicBezTo>
                  <a:cubicBezTo>
                    <a:pt x="680" y="805"/>
                    <a:pt x="680" y="803"/>
                    <a:pt x="681" y="801"/>
                  </a:cubicBezTo>
                  <a:cubicBezTo>
                    <a:pt x="682" y="799"/>
                    <a:pt x="682" y="798"/>
                    <a:pt x="683" y="797"/>
                  </a:cubicBezTo>
                  <a:cubicBezTo>
                    <a:pt x="690" y="782"/>
                    <a:pt x="735" y="728"/>
                    <a:pt x="689" y="783"/>
                  </a:cubicBezTo>
                  <a:cubicBezTo>
                    <a:pt x="699" y="771"/>
                    <a:pt x="705" y="763"/>
                    <a:pt x="708" y="759"/>
                  </a:cubicBezTo>
                  <a:cubicBezTo>
                    <a:pt x="710" y="758"/>
                    <a:pt x="714" y="756"/>
                    <a:pt x="721" y="751"/>
                  </a:cubicBezTo>
                  <a:cubicBezTo>
                    <a:pt x="880" y="643"/>
                    <a:pt x="1216" y="640"/>
                    <a:pt x="1427" y="715"/>
                  </a:cubicBezTo>
                  <a:cubicBezTo>
                    <a:pt x="1375" y="697"/>
                    <a:pt x="1518" y="782"/>
                    <a:pt x="1490" y="754"/>
                  </a:cubicBezTo>
                  <a:cubicBezTo>
                    <a:pt x="1503" y="766"/>
                    <a:pt x="1515" y="779"/>
                    <a:pt x="1527" y="792"/>
                  </a:cubicBezTo>
                  <a:cubicBezTo>
                    <a:pt x="1498" y="760"/>
                    <a:pt x="1541" y="810"/>
                    <a:pt x="1547" y="820"/>
                  </a:cubicBezTo>
                  <a:cubicBezTo>
                    <a:pt x="1551" y="826"/>
                    <a:pt x="1566" y="858"/>
                    <a:pt x="1570" y="864"/>
                  </a:cubicBezTo>
                  <a:cubicBezTo>
                    <a:pt x="1575" y="880"/>
                    <a:pt x="1579" y="896"/>
                    <a:pt x="1584" y="912"/>
                  </a:cubicBezTo>
                  <a:cubicBezTo>
                    <a:pt x="1585" y="919"/>
                    <a:pt x="1593" y="963"/>
                    <a:pt x="1594" y="964"/>
                  </a:cubicBezTo>
                  <a:cubicBezTo>
                    <a:pt x="1596" y="993"/>
                    <a:pt x="1596" y="1021"/>
                    <a:pt x="1596" y="1049"/>
                  </a:cubicBezTo>
                  <a:cubicBezTo>
                    <a:pt x="1595" y="1261"/>
                    <a:pt x="1481" y="1531"/>
                    <a:pt x="1345" y="1754"/>
                  </a:cubicBezTo>
                  <a:cubicBezTo>
                    <a:pt x="1307" y="1815"/>
                    <a:pt x="1267" y="1875"/>
                    <a:pt x="1223" y="1934"/>
                  </a:cubicBezTo>
                  <a:cubicBezTo>
                    <a:pt x="998" y="1666"/>
                    <a:pt x="806" y="1372"/>
                    <a:pt x="710" y="1085"/>
                  </a:cubicBezTo>
                  <a:cubicBezTo>
                    <a:pt x="693" y="1033"/>
                    <a:pt x="680" y="980"/>
                    <a:pt x="671" y="926"/>
                  </a:cubicBezTo>
                  <a:close/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171" name="Google Shape;171;p37"/>
            <p:cNvSpPr/>
            <p:nvPr/>
          </p:nvSpPr>
          <p:spPr>
            <a:xfrm>
              <a:off x="1685" y="3295"/>
              <a:ext cx="1732" cy="1025"/>
            </a:xfrm>
            <a:custGeom>
              <a:avLst/>
              <a:gdLst/>
              <a:ahLst/>
              <a:cxnLst/>
              <a:rect l="l" t="t" r="r" b="b"/>
              <a:pathLst>
                <a:path w="4324" h="2558" extrusionOk="0">
                  <a:moveTo>
                    <a:pt x="2471" y="140"/>
                  </a:moveTo>
                  <a:cubicBezTo>
                    <a:pt x="2105" y="0"/>
                    <a:pt x="1728" y="232"/>
                    <a:pt x="1505" y="508"/>
                  </a:cubicBezTo>
                  <a:cubicBezTo>
                    <a:pt x="1258" y="812"/>
                    <a:pt x="1106" y="1174"/>
                    <a:pt x="932" y="1522"/>
                  </a:cubicBezTo>
                  <a:cubicBezTo>
                    <a:pt x="754" y="1877"/>
                    <a:pt x="406" y="2333"/>
                    <a:pt x="0" y="2558"/>
                  </a:cubicBezTo>
                  <a:cubicBezTo>
                    <a:pt x="929" y="2558"/>
                    <a:pt x="929" y="2558"/>
                    <a:pt x="929" y="2558"/>
                  </a:cubicBezTo>
                  <a:cubicBezTo>
                    <a:pt x="1110" y="2370"/>
                    <a:pt x="1270" y="2157"/>
                    <a:pt x="1394" y="1931"/>
                  </a:cubicBezTo>
                  <a:cubicBezTo>
                    <a:pt x="1574" y="1602"/>
                    <a:pt x="1708" y="1250"/>
                    <a:pt x="1924" y="940"/>
                  </a:cubicBezTo>
                  <a:cubicBezTo>
                    <a:pt x="2102" y="683"/>
                    <a:pt x="2259" y="634"/>
                    <a:pt x="2487" y="844"/>
                  </a:cubicBezTo>
                  <a:cubicBezTo>
                    <a:pt x="2767" y="1103"/>
                    <a:pt x="2949" y="1465"/>
                    <a:pt x="3138" y="1791"/>
                  </a:cubicBezTo>
                  <a:cubicBezTo>
                    <a:pt x="3287" y="2050"/>
                    <a:pt x="3446" y="2308"/>
                    <a:pt x="3613" y="2558"/>
                  </a:cubicBezTo>
                  <a:cubicBezTo>
                    <a:pt x="4324" y="2558"/>
                    <a:pt x="4324" y="2558"/>
                    <a:pt x="4324" y="2558"/>
                  </a:cubicBezTo>
                  <a:cubicBezTo>
                    <a:pt x="4160" y="2330"/>
                    <a:pt x="4025" y="2089"/>
                    <a:pt x="3927" y="1931"/>
                  </a:cubicBezTo>
                  <a:cubicBezTo>
                    <a:pt x="3544" y="1313"/>
                    <a:pt x="3194" y="419"/>
                    <a:pt x="2471" y="140"/>
                  </a:cubicBezTo>
                  <a:close/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172" name="Google Shape;172;p37"/>
            <p:cNvSpPr/>
            <p:nvPr/>
          </p:nvSpPr>
          <p:spPr>
            <a:xfrm>
              <a:off x="4117" y="3491"/>
              <a:ext cx="1962" cy="829"/>
            </a:xfrm>
            <a:custGeom>
              <a:avLst/>
              <a:gdLst/>
              <a:ahLst/>
              <a:cxnLst/>
              <a:rect l="l" t="t" r="r" b="b"/>
              <a:pathLst>
                <a:path w="4899" h="2070" extrusionOk="0">
                  <a:moveTo>
                    <a:pt x="4323" y="1481"/>
                  </a:moveTo>
                  <a:cubicBezTo>
                    <a:pt x="3793" y="895"/>
                    <a:pt x="3249" y="274"/>
                    <a:pt x="2447" y="86"/>
                  </a:cubicBezTo>
                  <a:cubicBezTo>
                    <a:pt x="2081" y="0"/>
                    <a:pt x="1707" y="36"/>
                    <a:pt x="1377" y="218"/>
                  </a:cubicBezTo>
                  <a:cubicBezTo>
                    <a:pt x="1082" y="380"/>
                    <a:pt x="864" y="661"/>
                    <a:pt x="682" y="936"/>
                  </a:cubicBezTo>
                  <a:cubicBezTo>
                    <a:pt x="443" y="1299"/>
                    <a:pt x="259" y="1718"/>
                    <a:pt x="0" y="2070"/>
                  </a:cubicBezTo>
                  <a:cubicBezTo>
                    <a:pt x="713" y="2070"/>
                    <a:pt x="713" y="2070"/>
                    <a:pt x="713" y="2070"/>
                  </a:cubicBezTo>
                  <a:cubicBezTo>
                    <a:pt x="992" y="1588"/>
                    <a:pt x="1231" y="982"/>
                    <a:pt x="1710" y="718"/>
                  </a:cubicBezTo>
                  <a:cubicBezTo>
                    <a:pt x="2307" y="390"/>
                    <a:pt x="3039" y="994"/>
                    <a:pt x="3448" y="1414"/>
                  </a:cubicBezTo>
                  <a:cubicBezTo>
                    <a:pt x="3651" y="1621"/>
                    <a:pt x="3844" y="1850"/>
                    <a:pt x="4046" y="2070"/>
                  </a:cubicBezTo>
                  <a:cubicBezTo>
                    <a:pt x="4899" y="2070"/>
                    <a:pt x="4899" y="2070"/>
                    <a:pt x="4899" y="2070"/>
                  </a:cubicBezTo>
                  <a:cubicBezTo>
                    <a:pt x="4690" y="1890"/>
                    <a:pt x="4502" y="1677"/>
                    <a:pt x="4323" y="1481"/>
                  </a:cubicBezTo>
                  <a:close/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</p:grpSp>
      <p:sp>
        <p:nvSpPr>
          <p:cNvPr id="173" name="Google Shape;173;p37"/>
          <p:cNvSpPr txBox="1">
            <a:spLocks noGrp="1"/>
          </p:cNvSpPr>
          <p:nvPr>
            <p:ph type="body" idx="1"/>
          </p:nvPr>
        </p:nvSpPr>
        <p:spPr>
          <a:xfrm>
            <a:off x="1362075" y="4575600"/>
            <a:ext cx="94678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0"/>
              </a:buClr>
              <a:buSzPts val="2800"/>
              <a:buNone/>
              <a:defRPr sz="2800" b="0">
                <a:solidFill>
                  <a:srgbClr val="0000A0"/>
                </a:solidFill>
                <a:latin typeface="NTR"/>
                <a:ea typeface="NTR"/>
                <a:cs typeface="NTR"/>
                <a:sym typeface="NTR"/>
              </a:defRPr>
            </a:lvl1pPr>
            <a:lvl2pPr marL="914400" lvl="1" indent="-228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A4A2A2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A4A2A2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A4A2A2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A4A2A2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A2A2"/>
              </a:buClr>
              <a:buSzPts val="1600"/>
              <a:buNone/>
              <a:defRPr sz="1600">
                <a:solidFill>
                  <a:srgbClr val="A4A2A2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A2A2"/>
              </a:buClr>
              <a:buSzPts val="1600"/>
              <a:buNone/>
              <a:defRPr sz="1600">
                <a:solidFill>
                  <a:srgbClr val="A4A2A2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A2A2"/>
              </a:buClr>
              <a:buSzPts val="1600"/>
              <a:buNone/>
              <a:defRPr sz="1600">
                <a:solidFill>
                  <a:srgbClr val="A4A2A2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A2A2"/>
              </a:buClr>
              <a:buSzPts val="1600"/>
              <a:buNone/>
              <a:defRPr sz="1600">
                <a:solidFill>
                  <a:srgbClr val="A4A2A2"/>
                </a:solidFill>
              </a:defRPr>
            </a:lvl9pPr>
          </a:lstStyle>
          <a:p>
            <a:endParaRPr/>
          </a:p>
        </p:txBody>
      </p:sp>
      <p:sp>
        <p:nvSpPr>
          <p:cNvPr id="174" name="Google Shape;174;p37"/>
          <p:cNvSpPr txBox="1">
            <a:spLocks noGrp="1"/>
          </p:cNvSpPr>
          <p:nvPr>
            <p:ph type="dt" idx="10"/>
          </p:nvPr>
        </p:nvSpPr>
        <p:spPr>
          <a:xfrm>
            <a:off x="7795859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37"/>
          <p:cNvSpPr txBox="1">
            <a:spLocks noGrp="1"/>
          </p:cNvSpPr>
          <p:nvPr>
            <p:ph type="sldNum" idx="12"/>
          </p:nvPr>
        </p:nvSpPr>
        <p:spPr>
          <a:xfrm>
            <a:off x="11448319" y="6563021"/>
            <a:ext cx="3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6" name="Google Shape;176;p37"/>
          <p:cNvSpPr txBox="1">
            <a:spLocks noGrp="1"/>
          </p:cNvSpPr>
          <p:nvPr>
            <p:ph type="ctrTitle"/>
          </p:nvPr>
        </p:nvSpPr>
        <p:spPr>
          <a:xfrm>
            <a:off x="1362075" y="1293813"/>
            <a:ext cx="9467850" cy="2554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TR"/>
              <a:buNone/>
              <a:defRPr sz="48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7" name="Google Shape;177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4216" y="6244202"/>
            <a:ext cx="1979734" cy="433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rge headline">
  <p:cSld name="Large headline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8"/>
          <p:cNvSpPr txBox="1">
            <a:spLocks noGrp="1"/>
          </p:cNvSpPr>
          <p:nvPr>
            <p:ph type="ctrTitle"/>
          </p:nvPr>
        </p:nvSpPr>
        <p:spPr>
          <a:xfrm>
            <a:off x="1393825" y="1889066"/>
            <a:ext cx="9467850" cy="2554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NTR"/>
              <a:buNone/>
              <a:defRPr sz="72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38"/>
          <p:cNvSpPr txBox="1">
            <a:spLocks noGrp="1"/>
          </p:cNvSpPr>
          <p:nvPr>
            <p:ph type="dt" idx="10"/>
          </p:nvPr>
        </p:nvSpPr>
        <p:spPr>
          <a:xfrm>
            <a:off x="7795859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38"/>
          <p:cNvSpPr txBox="1">
            <a:spLocks noGrp="1"/>
          </p:cNvSpPr>
          <p:nvPr>
            <p:ph type="sldNum" idx="12"/>
          </p:nvPr>
        </p:nvSpPr>
        <p:spPr>
          <a:xfrm>
            <a:off x="11448319" y="6563021"/>
            <a:ext cx="3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2" name="Google Shape;182;p38"/>
          <p:cNvSpPr txBox="1">
            <a:spLocks noGrp="1"/>
          </p:cNvSpPr>
          <p:nvPr>
            <p:ph type="body" idx="1"/>
          </p:nvPr>
        </p:nvSpPr>
        <p:spPr>
          <a:xfrm>
            <a:off x="1362075" y="4443354"/>
            <a:ext cx="9467850" cy="1176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0"/>
              </a:buClr>
              <a:buSzPts val="2800"/>
              <a:buNone/>
              <a:defRPr sz="2800" b="0">
                <a:solidFill>
                  <a:srgbClr val="0000A0"/>
                </a:solidFill>
                <a:latin typeface="NTR"/>
                <a:ea typeface="NTR"/>
                <a:cs typeface="NTR"/>
                <a:sym typeface="NTR"/>
              </a:defRPr>
            </a:lvl1pPr>
            <a:lvl2pPr marL="914400" lvl="1" indent="-228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A4A2A2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A4A2A2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A4A2A2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A4A2A2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A2A2"/>
              </a:buClr>
              <a:buSzPts val="1600"/>
              <a:buNone/>
              <a:defRPr sz="1600">
                <a:solidFill>
                  <a:srgbClr val="A4A2A2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A2A2"/>
              </a:buClr>
              <a:buSzPts val="1600"/>
              <a:buNone/>
              <a:defRPr sz="1600">
                <a:solidFill>
                  <a:srgbClr val="A4A2A2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A2A2"/>
              </a:buClr>
              <a:buSzPts val="1600"/>
              <a:buNone/>
              <a:defRPr sz="1600">
                <a:solidFill>
                  <a:srgbClr val="A4A2A2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A2A2"/>
              </a:buClr>
              <a:buSzPts val="1600"/>
              <a:buNone/>
              <a:defRPr sz="1600">
                <a:solidFill>
                  <a:srgbClr val="A4A2A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rge headline alt">
  <p:cSld name="Large headline alt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39"/>
          <p:cNvGrpSpPr/>
          <p:nvPr/>
        </p:nvGrpSpPr>
        <p:grpSpPr>
          <a:xfrm>
            <a:off x="0" y="0"/>
            <a:ext cx="12192001" cy="6858000"/>
            <a:chOff x="0" y="0"/>
            <a:chExt cx="7680" cy="4320"/>
          </a:xfrm>
        </p:grpSpPr>
        <p:sp>
          <p:nvSpPr>
            <p:cNvPr id="185" name="Google Shape;185;p39"/>
            <p:cNvSpPr/>
            <p:nvPr/>
          </p:nvSpPr>
          <p:spPr>
            <a:xfrm>
              <a:off x="3861" y="0"/>
              <a:ext cx="3819" cy="3038"/>
            </a:xfrm>
            <a:custGeom>
              <a:avLst/>
              <a:gdLst/>
              <a:ahLst/>
              <a:cxnLst/>
              <a:rect l="l" t="t" r="r" b="b"/>
              <a:pathLst>
                <a:path w="10495" h="8349" extrusionOk="0">
                  <a:moveTo>
                    <a:pt x="1807" y="7082"/>
                  </a:moveTo>
                  <a:cubicBezTo>
                    <a:pt x="2346" y="7469"/>
                    <a:pt x="2990" y="7683"/>
                    <a:pt x="3636" y="7832"/>
                  </a:cubicBezTo>
                  <a:cubicBezTo>
                    <a:pt x="5876" y="8349"/>
                    <a:pt x="8207" y="8142"/>
                    <a:pt x="10495" y="7870"/>
                  </a:cubicBezTo>
                  <a:cubicBezTo>
                    <a:pt x="10495" y="0"/>
                    <a:pt x="10495" y="0"/>
                    <a:pt x="10495" y="0"/>
                  </a:cubicBezTo>
                  <a:cubicBezTo>
                    <a:pt x="1085" y="0"/>
                    <a:pt x="1085" y="0"/>
                    <a:pt x="1085" y="0"/>
                  </a:cubicBezTo>
                  <a:cubicBezTo>
                    <a:pt x="755" y="674"/>
                    <a:pt x="510" y="1394"/>
                    <a:pt x="359" y="2142"/>
                  </a:cubicBezTo>
                  <a:cubicBezTo>
                    <a:pt x="0" y="3921"/>
                    <a:pt x="334" y="6022"/>
                    <a:pt x="1807" y="7082"/>
                  </a:cubicBezTo>
                  <a:close/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186" name="Google Shape;186;p39"/>
            <p:cNvSpPr/>
            <p:nvPr/>
          </p:nvSpPr>
          <p:spPr>
            <a:xfrm>
              <a:off x="0" y="3718"/>
              <a:ext cx="1859" cy="602"/>
            </a:xfrm>
            <a:custGeom>
              <a:avLst/>
              <a:gdLst/>
              <a:ahLst/>
              <a:cxnLst/>
              <a:rect l="l" t="t" r="r" b="b"/>
              <a:pathLst>
                <a:path w="3846" h="1927" extrusionOk="0">
                  <a:moveTo>
                    <a:pt x="3845" y="1851"/>
                  </a:moveTo>
                  <a:cubicBezTo>
                    <a:pt x="3836" y="1391"/>
                    <a:pt x="3699" y="906"/>
                    <a:pt x="3383" y="559"/>
                  </a:cubicBezTo>
                  <a:cubicBezTo>
                    <a:pt x="3003" y="143"/>
                    <a:pt x="2447" y="101"/>
                    <a:pt x="1918" y="61"/>
                  </a:cubicBezTo>
                  <a:cubicBezTo>
                    <a:pt x="1395" y="21"/>
                    <a:pt x="836" y="0"/>
                    <a:pt x="345" y="212"/>
                  </a:cubicBezTo>
                  <a:cubicBezTo>
                    <a:pt x="218" y="267"/>
                    <a:pt x="104" y="337"/>
                    <a:pt x="0" y="419"/>
                  </a:cubicBezTo>
                  <a:cubicBezTo>
                    <a:pt x="0" y="1927"/>
                    <a:pt x="0" y="1927"/>
                    <a:pt x="0" y="1927"/>
                  </a:cubicBezTo>
                  <a:cubicBezTo>
                    <a:pt x="3846" y="1927"/>
                    <a:pt x="3846" y="1927"/>
                    <a:pt x="3846" y="1927"/>
                  </a:cubicBezTo>
                  <a:cubicBezTo>
                    <a:pt x="3846" y="1902"/>
                    <a:pt x="3846" y="1877"/>
                    <a:pt x="3845" y="1851"/>
                  </a:cubicBezTo>
                  <a:close/>
                </a:path>
              </a:pathLst>
            </a:custGeom>
            <a:solidFill>
              <a:srgbClr val="FF191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</p:grpSp>
      <p:sp>
        <p:nvSpPr>
          <p:cNvPr id="187" name="Google Shape;187;p39"/>
          <p:cNvSpPr txBox="1">
            <a:spLocks noGrp="1"/>
          </p:cNvSpPr>
          <p:nvPr>
            <p:ph type="ctrTitle"/>
          </p:nvPr>
        </p:nvSpPr>
        <p:spPr>
          <a:xfrm>
            <a:off x="1393825" y="1890000"/>
            <a:ext cx="9467850" cy="2554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NTR"/>
              <a:buNone/>
              <a:defRPr sz="72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39"/>
          <p:cNvSpPr txBox="1">
            <a:spLocks noGrp="1"/>
          </p:cNvSpPr>
          <p:nvPr>
            <p:ph type="dt" idx="10"/>
          </p:nvPr>
        </p:nvSpPr>
        <p:spPr>
          <a:xfrm>
            <a:off x="7795859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39"/>
          <p:cNvSpPr txBox="1">
            <a:spLocks noGrp="1"/>
          </p:cNvSpPr>
          <p:nvPr>
            <p:ph type="sldNum" idx="12"/>
          </p:nvPr>
        </p:nvSpPr>
        <p:spPr>
          <a:xfrm>
            <a:off x="11448319" y="6563021"/>
            <a:ext cx="3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0" name="Google Shape;190;p39"/>
          <p:cNvSpPr txBox="1">
            <a:spLocks noGrp="1"/>
          </p:cNvSpPr>
          <p:nvPr>
            <p:ph type="body" idx="1"/>
          </p:nvPr>
        </p:nvSpPr>
        <p:spPr>
          <a:xfrm>
            <a:off x="1362075" y="4443354"/>
            <a:ext cx="9467850" cy="1176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0"/>
              </a:buClr>
              <a:buSzPts val="2800"/>
              <a:buNone/>
              <a:defRPr sz="2800" b="0">
                <a:solidFill>
                  <a:srgbClr val="0000A0"/>
                </a:solidFill>
                <a:latin typeface="NTR"/>
                <a:ea typeface="NTR"/>
                <a:cs typeface="NTR"/>
                <a:sym typeface="NTR"/>
              </a:defRPr>
            </a:lvl1pPr>
            <a:lvl2pPr marL="914400" lvl="1" indent="-228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A4A2A2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A4A2A2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A4A2A2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A4A2A2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A2A2"/>
              </a:buClr>
              <a:buSzPts val="1600"/>
              <a:buNone/>
              <a:defRPr sz="1600">
                <a:solidFill>
                  <a:srgbClr val="A4A2A2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A2A2"/>
              </a:buClr>
              <a:buSzPts val="1600"/>
              <a:buNone/>
              <a:defRPr sz="1600">
                <a:solidFill>
                  <a:srgbClr val="A4A2A2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A2A2"/>
              </a:buClr>
              <a:buSzPts val="1600"/>
              <a:buNone/>
              <a:defRPr sz="1600">
                <a:solidFill>
                  <a:srgbClr val="A4A2A2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A2A2"/>
              </a:buClr>
              <a:buSzPts val="1600"/>
              <a:buNone/>
              <a:defRPr sz="1600">
                <a:solidFill>
                  <a:srgbClr val="A4A2A2"/>
                </a:solidFill>
              </a:defRPr>
            </a:lvl9pPr>
          </a:lstStyle>
          <a:p>
            <a:endParaRPr/>
          </a:p>
        </p:txBody>
      </p:sp>
      <p:pic>
        <p:nvPicPr>
          <p:cNvPr id="191" name="Google Shape;191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4215" y="6244202"/>
            <a:ext cx="1979735" cy="433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rge headline Dog">
  <p:cSld name="Large headline Dog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40"/>
          <p:cNvGrpSpPr/>
          <p:nvPr/>
        </p:nvGrpSpPr>
        <p:grpSpPr>
          <a:xfrm>
            <a:off x="0" y="0"/>
            <a:ext cx="12192000" cy="6858000"/>
            <a:chOff x="0" y="0"/>
            <a:chExt cx="7680" cy="4320"/>
          </a:xfrm>
        </p:grpSpPr>
        <p:sp>
          <p:nvSpPr>
            <p:cNvPr id="194" name="Google Shape;194;p40"/>
            <p:cNvSpPr/>
            <p:nvPr/>
          </p:nvSpPr>
          <p:spPr>
            <a:xfrm>
              <a:off x="0" y="2674"/>
              <a:ext cx="1678" cy="1646"/>
            </a:xfrm>
            <a:custGeom>
              <a:avLst/>
              <a:gdLst/>
              <a:ahLst/>
              <a:cxnLst/>
              <a:rect l="l" t="t" r="r" b="b"/>
              <a:pathLst>
                <a:path w="4525" h="4440" extrusionOk="0">
                  <a:moveTo>
                    <a:pt x="0" y="0"/>
                  </a:moveTo>
                  <a:cubicBezTo>
                    <a:pt x="0" y="4440"/>
                    <a:pt x="0" y="4440"/>
                    <a:pt x="0" y="4440"/>
                  </a:cubicBezTo>
                  <a:cubicBezTo>
                    <a:pt x="4525" y="4440"/>
                    <a:pt x="4525" y="4440"/>
                    <a:pt x="4525" y="4440"/>
                  </a:cubicBezTo>
                  <a:cubicBezTo>
                    <a:pt x="4491" y="3573"/>
                    <a:pt x="4213" y="2712"/>
                    <a:pt x="3712" y="2002"/>
                  </a:cubicBezTo>
                  <a:cubicBezTo>
                    <a:pt x="2874" y="811"/>
                    <a:pt x="1454" y="69"/>
                    <a:pt x="0" y="0"/>
                  </a:cubicBezTo>
                  <a:close/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195" name="Google Shape;195;p40"/>
            <p:cNvSpPr/>
            <p:nvPr/>
          </p:nvSpPr>
          <p:spPr>
            <a:xfrm>
              <a:off x="6145" y="0"/>
              <a:ext cx="1535" cy="1410"/>
            </a:xfrm>
            <a:custGeom>
              <a:avLst/>
              <a:gdLst/>
              <a:ahLst/>
              <a:cxnLst/>
              <a:rect l="l" t="t" r="r" b="b"/>
              <a:pathLst>
                <a:path w="4140" h="3803" extrusionOk="0">
                  <a:moveTo>
                    <a:pt x="310" y="2336"/>
                  </a:moveTo>
                  <a:cubicBezTo>
                    <a:pt x="676" y="2919"/>
                    <a:pt x="1376" y="3188"/>
                    <a:pt x="2039" y="3374"/>
                  </a:cubicBezTo>
                  <a:cubicBezTo>
                    <a:pt x="2728" y="3566"/>
                    <a:pt x="3431" y="3710"/>
                    <a:pt x="4140" y="3803"/>
                  </a:cubicBezTo>
                  <a:cubicBezTo>
                    <a:pt x="4140" y="0"/>
                    <a:pt x="4140" y="0"/>
                    <a:pt x="4140" y="0"/>
                  </a:cubicBezTo>
                  <a:cubicBezTo>
                    <a:pt x="202" y="0"/>
                    <a:pt x="202" y="0"/>
                    <a:pt x="202" y="0"/>
                  </a:cubicBezTo>
                  <a:cubicBezTo>
                    <a:pt x="117" y="288"/>
                    <a:pt x="64" y="587"/>
                    <a:pt x="40" y="886"/>
                  </a:cubicBezTo>
                  <a:cubicBezTo>
                    <a:pt x="0" y="1385"/>
                    <a:pt x="44" y="1912"/>
                    <a:pt x="310" y="2336"/>
                  </a:cubicBezTo>
                  <a:close/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196" name="Google Shape;196;p40"/>
            <p:cNvSpPr/>
            <p:nvPr/>
          </p:nvSpPr>
          <p:spPr>
            <a:xfrm>
              <a:off x="0" y="0"/>
              <a:ext cx="1267" cy="808"/>
            </a:xfrm>
            <a:custGeom>
              <a:avLst/>
              <a:gdLst/>
              <a:ahLst/>
              <a:cxnLst/>
              <a:rect l="l" t="t" r="r" b="b"/>
              <a:pathLst>
                <a:path w="3417" h="2180" extrusionOk="0">
                  <a:moveTo>
                    <a:pt x="0" y="2003"/>
                  </a:moveTo>
                  <a:cubicBezTo>
                    <a:pt x="45" y="2016"/>
                    <a:pt x="91" y="2028"/>
                    <a:pt x="136" y="2039"/>
                  </a:cubicBezTo>
                  <a:cubicBezTo>
                    <a:pt x="751" y="2180"/>
                    <a:pt x="1392" y="2110"/>
                    <a:pt x="2018" y="2034"/>
                  </a:cubicBezTo>
                  <a:cubicBezTo>
                    <a:pt x="2222" y="2009"/>
                    <a:pt x="2430" y="1983"/>
                    <a:pt x="2613" y="1892"/>
                  </a:cubicBezTo>
                  <a:cubicBezTo>
                    <a:pt x="3061" y="1669"/>
                    <a:pt x="3247" y="1134"/>
                    <a:pt x="3345" y="643"/>
                  </a:cubicBezTo>
                  <a:cubicBezTo>
                    <a:pt x="3387" y="433"/>
                    <a:pt x="3417" y="207"/>
                    <a:pt x="3381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003"/>
                  </a:lnTo>
                  <a:close/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197" name="Google Shape;197;p40"/>
            <p:cNvSpPr/>
            <p:nvPr/>
          </p:nvSpPr>
          <p:spPr>
            <a:xfrm>
              <a:off x="6507" y="2400"/>
              <a:ext cx="1173" cy="1920"/>
            </a:xfrm>
            <a:custGeom>
              <a:avLst/>
              <a:gdLst/>
              <a:ahLst/>
              <a:cxnLst/>
              <a:rect l="l" t="t" r="r" b="b"/>
              <a:pathLst>
                <a:path w="3163" h="5179" extrusionOk="0">
                  <a:moveTo>
                    <a:pt x="157" y="2996"/>
                  </a:moveTo>
                  <a:cubicBezTo>
                    <a:pt x="0" y="3772"/>
                    <a:pt x="134" y="4682"/>
                    <a:pt x="736" y="5179"/>
                  </a:cubicBezTo>
                  <a:cubicBezTo>
                    <a:pt x="3163" y="5179"/>
                    <a:pt x="3163" y="5179"/>
                    <a:pt x="3163" y="5179"/>
                  </a:cubicBezTo>
                  <a:cubicBezTo>
                    <a:pt x="3163" y="0"/>
                    <a:pt x="3163" y="0"/>
                    <a:pt x="3163" y="0"/>
                  </a:cubicBezTo>
                  <a:cubicBezTo>
                    <a:pt x="2717" y="48"/>
                    <a:pt x="2717" y="48"/>
                    <a:pt x="2717" y="48"/>
                  </a:cubicBezTo>
                  <a:cubicBezTo>
                    <a:pt x="1433" y="502"/>
                    <a:pt x="426" y="1662"/>
                    <a:pt x="157" y="2996"/>
                  </a:cubicBezTo>
                  <a:close/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</p:grpSp>
      <p:sp>
        <p:nvSpPr>
          <p:cNvPr id="198" name="Google Shape;198;p40"/>
          <p:cNvSpPr txBox="1">
            <a:spLocks noGrp="1"/>
          </p:cNvSpPr>
          <p:nvPr>
            <p:ph type="ctrTitle"/>
          </p:nvPr>
        </p:nvSpPr>
        <p:spPr>
          <a:xfrm>
            <a:off x="1393825" y="1890000"/>
            <a:ext cx="9467850" cy="2554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NTR"/>
              <a:buNone/>
              <a:defRPr sz="72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40"/>
          <p:cNvSpPr txBox="1">
            <a:spLocks noGrp="1"/>
          </p:cNvSpPr>
          <p:nvPr>
            <p:ph type="dt" idx="10"/>
          </p:nvPr>
        </p:nvSpPr>
        <p:spPr>
          <a:xfrm>
            <a:off x="7795859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40"/>
          <p:cNvSpPr txBox="1">
            <a:spLocks noGrp="1"/>
          </p:cNvSpPr>
          <p:nvPr>
            <p:ph type="sldNum" idx="12"/>
          </p:nvPr>
        </p:nvSpPr>
        <p:spPr>
          <a:xfrm>
            <a:off x="11448319" y="6563021"/>
            <a:ext cx="3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1" name="Google Shape;201;p40"/>
          <p:cNvSpPr txBox="1">
            <a:spLocks noGrp="1"/>
          </p:cNvSpPr>
          <p:nvPr>
            <p:ph type="body" idx="1"/>
          </p:nvPr>
        </p:nvSpPr>
        <p:spPr>
          <a:xfrm>
            <a:off x="3205164" y="4443354"/>
            <a:ext cx="5764212" cy="1176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0"/>
              </a:buClr>
              <a:buSzPts val="2800"/>
              <a:buNone/>
              <a:defRPr sz="2800" b="0">
                <a:solidFill>
                  <a:srgbClr val="0000A0"/>
                </a:solidFill>
                <a:latin typeface="NTR"/>
                <a:ea typeface="NTR"/>
                <a:cs typeface="NTR"/>
                <a:sym typeface="NTR"/>
              </a:defRPr>
            </a:lvl1pPr>
            <a:lvl2pPr marL="914400" lvl="1" indent="-228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A4A2A2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A4A2A2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A4A2A2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A4A2A2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A2A2"/>
              </a:buClr>
              <a:buSzPts val="1600"/>
              <a:buNone/>
              <a:defRPr sz="1600">
                <a:solidFill>
                  <a:srgbClr val="A4A2A2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A2A2"/>
              </a:buClr>
              <a:buSzPts val="1600"/>
              <a:buNone/>
              <a:defRPr sz="1600">
                <a:solidFill>
                  <a:srgbClr val="A4A2A2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A2A2"/>
              </a:buClr>
              <a:buSzPts val="1600"/>
              <a:buNone/>
              <a:defRPr sz="1600">
                <a:solidFill>
                  <a:srgbClr val="A4A2A2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A2A2"/>
              </a:buClr>
              <a:buSzPts val="1600"/>
              <a:buNone/>
              <a:defRPr sz="1600">
                <a:solidFill>
                  <a:srgbClr val="A4A2A2"/>
                </a:solidFill>
              </a:defRPr>
            </a:lvl9pPr>
          </a:lstStyle>
          <a:p>
            <a:endParaRPr/>
          </a:p>
        </p:txBody>
      </p:sp>
      <p:pic>
        <p:nvPicPr>
          <p:cNvPr id="202" name="Google Shape;202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5199" y="3637675"/>
            <a:ext cx="1790252" cy="2113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55105" y="868610"/>
            <a:ext cx="2655214" cy="18414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4216" y="6244202"/>
            <a:ext cx="1979734" cy="433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rge headline image">
  <p:cSld name="Large headline image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1"/>
          <p:cNvSpPr txBox="1">
            <a:spLocks noGrp="1"/>
          </p:cNvSpPr>
          <p:nvPr>
            <p:ph type="dt" idx="10"/>
          </p:nvPr>
        </p:nvSpPr>
        <p:spPr>
          <a:xfrm>
            <a:off x="7795859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41"/>
          <p:cNvSpPr txBox="1">
            <a:spLocks noGrp="1"/>
          </p:cNvSpPr>
          <p:nvPr>
            <p:ph type="sldNum" idx="12"/>
          </p:nvPr>
        </p:nvSpPr>
        <p:spPr>
          <a:xfrm>
            <a:off x="11448319" y="6563021"/>
            <a:ext cx="3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defRPr>
            </a:lvl1pPr>
            <a:lvl2pPr marL="0" lvl="1" indent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defRPr>
            </a:lvl2pPr>
            <a:lvl3pPr marL="0" lvl="2" indent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defRPr>
            </a:lvl3pPr>
            <a:lvl4pPr marL="0" lvl="3" indent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defRPr>
            </a:lvl4pPr>
            <a:lvl5pPr marL="0" lvl="4" indent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defRPr>
            </a:lvl5pPr>
            <a:lvl6pPr marL="0" lvl="5" indent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defRPr>
            </a:lvl6pPr>
            <a:lvl7pPr marL="0" lvl="6" indent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defRPr>
            </a:lvl7pPr>
            <a:lvl8pPr marL="0" lvl="7" indent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defRPr>
            </a:lvl8pPr>
            <a:lvl9pPr marL="0" lvl="8" indent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or quote alt 1">
  <p:cSld name="2 color quote alt 1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2"/>
          <p:cNvSpPr txBox="1">
            <a:spLocks noGrp="1"/>
          </p:cNvSpPr>
          <p:nvPr>
            <p:ph type="body" idx="1"/>
          </p:nvPr>
        </p:nvSpPr>
        <p:spPr>
          <a:xfrm>
            <a:off x="1300163" y="1407600"/>
            <a:ext cx="95916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 b="0">
                <a:solidFill>
                  <a:schemeClr val="dk2"/>
                </a:solidFill>
                <a:latin typeface="NTR"/>
                <a:ea typeface="NTR"/>
                <a:cs typeface="NTR"/>
                <a:sym typeface="NTR"/>
              </a:defRPr>
            </a:lvl1pPr>
            <a:lvl2pPr marL="914400" lvl="1" indent="-22860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 b="0">
                <a:solidFill>
                  <a:srgbClr val="0000A0"/>
                </a:solidFill>
                <a:latin typeface="NTR"/>
                <a:ea typeface="NTR"/>
                <a:cs typeface="NTR"/>
                <a:sym typeface="NTR"/>
              </a:defRPr>
            </a:lvl2pPr>
            <a:lvl3pPr marL="1371600" lvl="2" indent="-228600" algn="ctr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1450"/>
              <a:buFont typeface="Arial"/>
              <a:buNone/>
              <a:defRPr sz="1450"/>
            </a:lvl3pPr>
            <a:lvl4pPr marL="1828800" lvl="3" indent="-2286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50"/>
              <a:buNone/>
              <a:defRPr sz="1450"/>
            </a:lvl4pPr>
            <a:lvl5pPr marL="2286000" lvl="4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45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0" name="Google Shape;210;p42"/>
          <p:cNvSpPr txBox="1">
            <a:spLocks noGrp="1"/>
          </p:cNvSpPr>
          <p:nvPr>
            <p:ph type="dt" idx="10"/>
          </p:nvPr>
        </p:nvSpPr>
        <p:spPr>
          <a:xfrm>
            <a:off x="7795859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42"/>
          <p:cNvSpPr txBox="1">
            <a:spLocks noGrp="1"/>
          </p:cNvSpPr>
          <p:nvPr>
            <p:ph type="sldNum" idx="12"/>
          </p:nvPr>
        </p:nvSpPr>
        <p:spPr>
          <a:xfrm>
            <a:off x="11448319" y="6563021"/>
            <a:ext cx="3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or quote alt 2">
  <p:cSld name="2 color quote alt 2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oogle Shape;213;p43"/>
          <p:cNvGrpSpPr/>
          <p:nvPr/>
        </p:nvGrpSpPr>
        <p:grpSpPr>
          <a:xfrm>
            <a:off x="0" y="0"/>
            <a:ext cx="12192000" cy="6858000"/>
            <a:chOff x="0" y="0"/>
            <a:chExt cx="7680" cy="4320"/>
          </a:xfrm>
        </p:grpSpPr>
        <p:sp>
          <p:nvSpPr>
            <p:cNvPr id="214" name="Google Shape;214;p43"/>
            <p:cNvSpPr/>
            <p:nvPr/>
          </p:nvSpPr>
          <p:spPr>
            <a:xfrm>
              <a:off x="0" y="0"/>
              <a:ext cx="962" cy="1002"/>
            </a:xfrm>
            <a:custGeom>
              <a:avLst/>
              <a:gdLst/>
              <a:ahLst/>
              <a:cxnLst/>
              <a:rect l="l" t="t" r="r" b="b"/>
              <a:pathLst>
                <a:path w="2403" h="2502" extrusionOk="0">
                  <a:moveTo>
                    <a:pt x="0" y="2502"/>
                  </a:moveTo>
                  <a:cubicBezTo>
                    <a:pt x="108" y="2484"/>
                    <a:pt x="214" y="2454"/>
                    <a:pt x="317" y="2410"/>
                  </a:cubicBezTo>
                  <a:cubicBezTo>
                    <a:pt x="646" y="2273"/>
                    <a:pt x="911" y="2043"/>
                    <a:pt x="1135" y="1769"/>
                  </a:cubicBezTo>
                  <a:cubicBezTo>
                    <a:pt x="1567" y="1239"/>
                    <a:pt x="1827" y="574"/>
                    <a:pt x="2311" y="87"/>
                  </a:cubicBezTo>
                  <a:cubicBezTo>
                    <a:pt x="2340" y="56"/>
                    <a:pt x="2371" y="27"/>
                    <a:pt x="2403" y="0"/>
                  </a:cubicBezTo>
                  <a:cubicBezTo>
                    <a:pt x="1609" y="0"/>
                    <a:pt x="1609" y="0"/>
                    <a:pt x="1609" y="0"/>
                  </a:cubicBezTo>
                  <a:cubicBezTo>
                    <a:pt x="1123" y="679"/>
                    <a:pt x="737" y="1649"/>
                    <a:pt x="0" y="1874"/>
                  </a:cubicBezTo>
                  <a:lnTo>
                    <a:pt x="0" y="2502"/>
                  </a:lnTo>
                  <a:close/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215" name="Google Shape;215;p43"/>
            <p:cNvSpPr/>
            <p:nvPr/>
          </p:nvSpPr>
          <p:spPr>
            <a:xfrm>
              <a:off x="1300" y="0"/>
              <a:ext cx="6380" cy="1393"/>
            </a:xfrm>
            <a:custGeom>
              <a:avLst/>
              <a:gdLst/>
              <a:ahLst/>
              <a:cxnLst/>
              <a:rect l="l" t="t" r="r" b="b"/>
              <a:pathLst>
                <a:path w="15931" h="3477" extrusionOk="0">
                  <a:moveTo>
                    <a:pt x="15931" y="0"/>
                  </a:moveTo>
                  <a:cubicBezTo>
                    <a:pt x="15881" y="0"/>
                    <a:pt x="15881" y="0"/>
                    <a:pt x="15881" y="0"/>
                  </a:cubicBezTo>
                  <a:cubicBezTo>
                    <a:pt x="15796" y="48"/>
                    <a:pt x="15719" y="114"/>
                    <a:pt x="15652" y="201"/>
                  </a:cubicBezTo>
                  <a:cubicBezTo>
                    <a:pt x="15487" y="417"/>
                    <a:pt x="15533" y="749"/>
                    <a:pt x="15604" y="990"/>
                  </a:cubicBezTo>
                  <a:cubicBezTo>
                    <a:pt x="15665" y="1195"/>
                    <a:pt x="15755" y="1399"/>
                    <a:pt x="15867" y="1594"/>
                  </a:cubicBezTo>
                  <a:cubicBezTo>
                    <a:pt x="15756" y="1820"/>
                    <a:pt x="15616" y="2029"/>
                    <a:pt x="15445" y="2210"/>
                  </a:cubicBezTo>
                  <a:cubicBezTo>
                    <a:pt x="14943" y="2739"/>
                    <a:pt x="14143" y="2788"/>
                    <a:pt x="13568" y="2337"/>
                  </a:cubicBezTo>
                  <a:cubicBezTo>
                    <a:pt x="12962" y="1862"/>
                    <a:pt x="12636" y="1119"/>
                    <a:pt x="12092" y="582"/>
                  </a:cubicBezTo>
                  <a:cubicBezTo>
                    <a:pt x="11825" y="317"/>
                    <a:pt x="11481" y="104"/>
                    <a:pt x="11114" y="0"/>
                  </a:cubicBezTo>
                  <a:cubicBezTo>
                    <a:pt x="10170" y="0"/>
                    <a:pt x="10170" y="0"/>
                    <a:pt x="10170" y="0"/>
                  </a:cubicBezTo>
                  <a:cubicBezTo>
                    <a:pt x="10099" y="22"/>
                    <a:pt x="10029" y="51"/>
                    <a:pt x="9961" y="86"/>
                  </a:cubicBezTo>
                  <a:cubicBezTo>
                    <a:pt x="9355" y="394"/>
                    <a:pt x="9066" y="1125"/>
                    <a:pt x="8737" y="1676"/>
                  </a:cubicBezTo>
                  <a:cubicBezTo>
                    <a:pt x="8544" y="1998"/>
                    <a:pt x="8314" y="2294"/>
                    <a:pt x="7984" y="2487"/>
                  </a:cubicBezTo>
                  <a:cubicBezTo>
                    <a:pt x="7689" y="2659"/>
                    <a:pt x="7408" y="2562"/>
                    <a:pt x="7168" y="2349"/>
                  </a:cubicBezTo>
                  <a:cubicBezTo>
                    <a:pt x="6864" y="2077"/>
                    <a:pt x="6648" y="1714"/>
                    <a:pt x="6435" y="1371"/>
                  </a:cubicBezTo>
                  <a:cubicBezTo>
                    <a:pt x="6238" y="1056"/>
                    <a:pt x="6056" y="732"/>
                    <a:pt x="5859" y="418"/>
                  </a:cubicBezTo>
                  <a:cubicBezTo>
                    <a:pt x="5771" y="278"/>
                    <a:pt x="5674" y="133"/>
                    <a:pt x="5564" y="0"/>
                  </a:cubicBezTo>
                  <a:cubicBezTo>
                    <a:pt x="3912" y="0"/>
                    <a:pt x="3912" y="0"/>
                    <a:pt x="3912" y="0"/>
                  </a:cubicBezTo>
                  <a:cubicBezTo>
                    <a:pt x="3714" y="270"/>
                    <a:pt x="3579" y="582"/>
                    <a:pt x="3431" y="881"/>
                  </a:cubicBezTo>
                  <a:cubicBezTo>
                    <a:pt x="3263" y="1224"/>
                    <a:pt x="3031" y="1516"/>
                    <a:pt x="2739" y="1763"/>
                  </a:cubicBezTo>
                  <a:cubicBezTo>
                    <a:pt x="2497" y="1967"/>
                    <a:pt x="2191" y="2107"/>
                    <a:pt x="1877" y="2085"/>
                  </a:cubicBezTo>
                  <a:cubicBezTo>
                    <a:pt x="1557" y="2063"/>
                    <a:pt x="1328" y="1741"/>
                    <a:pt x="1191" y="1469"/>
                  </a:cubicBezTo>
                  <a:cubicBezTo>
                    <a:pt x="957" y="1003"/>
                    <a:pt x="876" y="477"/>
                    <a:pt x="67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7" y="92"/>
                    <a:pt x="105" y="191"/>
                    <a:pt x="146" y="289"/>
                  </a:cubicBezTo>
                  <a:cubicBezTo>
                    <a:pt x="428" y="963"/>
                    <a:pt x="509" y="1742"/>
                    <a:pt x="1034" y="2289"/>
                  </a:cubicBezTo>
                  <a:cubicBezTo>
                    <a:pt x="1620" y="2900"/>
                    <a:pt x="2485" y="2716"/>
                    <a:pt x="3088" y="2245"/>
                  </a:cubicBezTo>
                  <a:cubicBezTo>
                    <a:pt x="3404" y="1999"/>
                    <a:pt x="3682" y="1679"/>
                    <a:pt x="3875" y="1328"/>
                  </a:cubicBezTo>
                  <a:cubicBezTo>
                    <a:pt x="4055" y="999"/>
                    <a:pt x="4189" y="647"/>
                    <a:pt x="4405" y="337"/>
                  </a:cubicBezTo>
                  <a:cubicBezTo>
                    <a:pt x="4584" y="80"/>
                    <a:pt x="4740" y="31"/>
                    <a:pt x="4968" y="241"/>
                  </a:cubicBezTo>
                  <a:cubicBezTo>
                    <a:pt x="5249" y="500"/>
                    <a:pt x="5430" y="861"/>
                    <a:pt x="5619" y="1188"/>
                  </a:cubicBezTo>
                  <a:cubicBezTo>
                    <a:pt x="5817" y="1531"/>
                    <a:pt x="6029" y="1870"/>
                    <a:pt x="6257" y="2194"/>
                  </a:cubicBezTo>
                  <a:cubicBezTo>
                    <a:pt x="6488" y="2523"/>
                    <a:pt x="6759" y="2852"/>
                    <a:pt x="7121" y="3043"/>
                  </a:cubicBezTo>
                  <a:cubicBezTo>
                    <a:pt x="7949" y="3477"/>
                    <a:pt x="8735" y="2780"/>
                    <a:pt x="9167" y="2118"/>
                  </a:cubicBezTo>
                  <a:cubicBezTo>
                    <a:pt x="9493" y="1618"/>
                    <a:pt x="9728" y="898"/>
                    <a:pt x="10263" y="603"/>
                  </a:cubicBezTo>
                  <a:cubicBezTo>
                    <a:pt x="10873" y="267"/>
                    <a:pt x="11598" y="883"/>
                    <a:pt x="11974" y="1345"/>
                  </a:cubicBezTo>
                  <a:cubicBezTo>
                    <a:pt x="12458" y="1942"/>
                    <a:pt x="12832" y="2658"/>
                    <a:pt x="13541" y="3025"/>
                  </a:cubicBezTo>
                  <a:cubicBezTo>
                    <a:pt x="14359" y="3450"/>
                    <a:pt x="15319" y="3239"/>
                    <a:pt x="15929" y="2569"/>
                  </a:cubicBezTo>
                  <a:cubicBezTo>
                    <a:pt x="15930" y="2568"/>
                    <a:pt x="15930" y="2568"/>
                    <a:pt x="15931" y="2567"/>
                  </a:cubicBezTo>
                  <a:lnTo>
                    <a:pt x="15931" y="0"/>
                  </a:lnTo>
                  <a:close/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216" name="Google Shape;216;p43"/>
            <p:cNvSpPr/>
            <p:nvPr/>
          </p:nvSpPr>
          <p:spPr>
            <a:xfrm>
              <a:off x="0" y="1640"/>
              <a:ext cx="7680" cy="1636"/>
            </a:xfrm>
            <a:custGeom>
              <a:avLst/>
              <a:gdLst/>
              <a:ahLst/>
              <a:cxnLst/>
              <a:rect l="l" t="t" r="r" b="b"/>
              <a:pathLst>
                <a:path w="19177" h="4085" extrusionOk="0">
                  <a:moveTo>
                    <a:pt x="1340" y="2796"/>
                  </a:moveTo>
                  <a:cubicBezTo>
                    <a:pt x="1656" y="2549"/>
                    <a:pt x="1934" y="2229"/>
                    <a:pt x="2127" y="1878"/>
                  </a:cubicBezTo>
                  <a:cubicBezTo>
                    <a:pt x="2307" y="1549"/>
                    <a:pt x="2441" y="1197"/>
                    <a:pt x="2657" y="888"/>
                  </a:cubicBezTo>
                  <a:cubicBezTo>
                    <a:pt x="2836" y="630"/>
                    <a:pt x="2992" y="581"/>
                    <a:pt x="3220" y="791"/>
                  </a:cubicBezTo>
                  <a:cubicBezTo>
                    <a:pt x="3501" y="1050"/>
                    <a:pt x="3682" y="1412"/>
                    <a:pt x="3871" y="1738"/>
                  </a:cubicBezTo>
                  <a:cubicBezTo>
                    <a:pt x="4069" y="2081"/>
                    <a:pt x="4282" y="2420"/>
                    <a:pt x="4509" y="2744"/>
                  </a:cubicBezTo>
                  <a:cubicBezTo>
                    <a:pt x="4740" y="3074"/>
                    <a:pt x="5011" y="3403"/>
                    <a:pt x="5373" y="3593"/>
                  </a:cubicBezTo>
                  <a:cubicBezTo>
                    <a:pt x="6201" y="4027"/>
                    <a:pt x="6987" y="3330"/>
                    <a:pt x="7419" y="2668"/>
                  </a:cubicBezTo>
                  <a:cubicBezTo>
                    <a:pt x="7745" y="2169"/>
                    <a:pt x="7980" y="1448"/>
                    <a:pt x="8515" y="1154"/>
                  </a:cubicBezTo>
                  <a:cubicBezTo>
                    <a:pt x="9125" y="818"/>
                    <a:pt x="9850" y="1433"/>
                    <a:pt x="10226" y="1895"/>
                  </a:cubicBezTo>
                  <a:cubicBezTo>
                    <a:pt x="10710" y="2492"/>
                    <a:pt x="11084" y="3208"/>
                    <a:pt x="11793" y="3576"/>
                  </a:cubicBezTo>
                  <a:cubicBezTo>
                    <a:pt x="12776" y="4085"/>
                    <a:pt x="13807" y="3518"/>
                    <a:pt x="14558" y="2786"/>
                  </a:cubicBezTo>
                  <a:cubicBezTo>
                    <a:pt x="14703" y="2944"/>
                    <a:pt x="14858" y="3090"/>
                    <a:pt x="15020" y="3216"/>
                  </a:cubicBezTo>
                  <a:cubicBezTo>
                    <a:pt x="15699" y="3745"/>
                    <a:pt x="16735" y="3764"/>
                    <a:pt x="17506" y="3441"/>
                  </a:cubicBezTo>
                  <a:cubicBezTo>
                    <a:pt x="18291" y="3112"/>
                    <a:pt x="18762" y="2486"/>
                    <a:pt x="19177" y="1785"/>
                  </a:cubicBezTo>
                  <a:cubicBezTo>
                    <a:pt x="19177" y="623"/>
                    <a:pt x="19177" y="623"/>
                    <a:pt x="19177" y="623"/>
                  </a:cubicBezTo>
                  <a:cubicBezTo>
                    <a:pt x="18955" y="951"/>
                    <a:pt x="18766" y="1306"/>
                    <a:pt x="18568" y="1641"/>
                  </a:cubicBezTo>
                  <a:cubicBezTo>
                    <a:pt x="18129" y="2384"/>
                    <a:pt x="17500" y="2989"/>
                    <a:pt x="16594" y="3048"/>
                  </a:cubicBezTo>
                  <a:cubicBezTo>
                    <a:pt x="16226" y="3072"/>
                    <a:pt x="15784" y="3014"/>
                    <a:pt x="15471" y="2808"/>
                  </a:cubicBezTo>
                  <a:cubicBezTo>
                    <a:pt x="15399" y="2761"/>
                    <a:pt x="15431" y="2783"/>
                    <a:pt x="15375" y="2737"/>
                  </a:cubicBezTo>
                  <a:cubicBezTo>
                    <a:pt x="15326" y="2697"/>
                    <a:pt x="15279" y="2653"/>
                    <a:pt x="15232" y="2610"/>
                  </a:cubicBezTo>
                  <a:cubicBezTo>
                    <a:pt x="15140" y="2523"/>
                    <a:pt x="15054" y="2430"/>
                    <a:pt x="14971" y="2335"/>
                  </a:cubicBezTo>
                  <a:cubicBezTo>
                    <a:pt x="15027" y="2266"/>
                    <a:pt x="15081" y="2198"/>
                    <a:pt x="15132" y="2130"/>
                  </a:cubicBezTo>
                  <a:cubicBezTo>
                    <a:pt x="15421" y="1742"/>
                    <a:pt x="15744" y="1186"/>
                    <a:pt x="15603" y="683"/>
                  </a:cubicBezTo>
                  <a:cubicBezTo>
                    <a:pt x="15434" y="81"/>
                    <a:pt x="14613" y="53"/>
                    <a:pt x="14140" y="260"/>
                  </a:cubicBezTo>
                  <a:cubicBezTo>
                    <a:pt x="13512" y="534"/>
                    <a:pt x="13648" y="1264"/>
                    <a:pt x="13876" y="1764"/>
                  </a:cubicBezTo>
                  <a:cubicBezTo>
                    <a:pt x="13961" y="1951"/>
                    <a:pt x="14066" y="2136"/>
                    <a:pt x="14186" y="2314"/>
                  </a:cubicBezTo>
                  <a:cubicBezTo>
                    <a:pt x="13857" y="2639"/>
                    <a:pt x="13469" y="2925"/>
                    <a:pt x="13065" y="3079"/>
                  </a:cubicBezTo>
                  <a:cubicBezTo>
                    <a:pt x="12807" y="3177"/>
                    <a:pt x="12585" y="3207"/>
                    <a:pt x="12370" y="3156"/>
                  </a:cubicBezTo>
                  <a:cubicBezTo>
                    <a:pt x="12015" y="3073"/>
                    <a:pt x="11737" y="2841"/>
                    <a:pt x="11497" y="2577"/>
                  </a:cubicBezTo>
                  <a:cubicBezTo>
                    <a:pt x="10971" y="2000"/>
                    <a:pt x="10628" y="1285"/>
                    <a:pt x="9973" y="829"/>
                  </a:cubicBezTo>
                  <a:cubicBezTo>
                    <a:pt x="9336" y="385"/>
                    <a:pt x="8483" y="338"/>
                    <a:pt x="7893" y="870"/>
                  </a:cubicBezTo>
                  <a:cubicBezTo>
                    <a:pt x="7386" y="1326"/>
                    <a:pt x="7162" y="2024"/>
                    <a:pt x="6764" y="2564"/>
                  </a:cubicBezTo>
                  <a:cubicBezTo>
                    <a:pt x="6561" y="2840"/>
                    <a:pt x="6233" y="3140"/>
                    <a:pt x="5871" y="3130"/>
                  </a:cubicBezTo>
                  <a:cubicBezTo>
                    <a:pt x="5562" y="3121"/>
                    <a:pt x="5288" y="2789"/>
                    <a:pt x="5116" y="2565"/>
                  </a:cubicBezTo>
                  <a:cubicBezTo>
                    <a:pt x="4627" y="1925"/>
                    <a:pt x="4308" y="1168"/>
                    <a:pt x="3803" y="541"/>
                  </a:cubicBezTo>
                  <a:cubicBezTo>
                    <a:pt x="3550" y="226"/>
                    <a:pt x="3211" y="0"/>
                    <a:pt x="2795" y="71"/>
                  </a:cubicBezTo>
                  <a:cubicBezTo>
                    <a:pt x="2424" y="134"/>
                    <a:pt x="2166" y="517"/>
                    <a:pt x="1994" y="816"/>
                  </a:cubicBezTo>
                  <a:cubicBezTo>
                    <a:pt x="1814" y="1128"/>
                    <a:pt x="1693" y="1473"/>
                    <a:pt x="1489" y="1771"/>
                  </a:cubicBezTo>
                  <a:cubicBezTo>
                    <a:pt x="1272" y="2090"/>
                    <a:pt x="980" y="2366"/>
                    <a:pt x="634" y="2539"/>
                  </a:cubicBezTo>
                  <a:cubicBezTo>
                    <a:pt x="426" y="2643"/>
                    <a:pt x="206" y="2670"/>
                    <a:pt x="0" y="2600"/>
                  </a:cubicBezTo>
                  <a:cubicBezTo>
                    <a:pt x="0" y="3214"/>
                    <a:pt x="0" y="3214"/>
                    <a:pt x="0" y="3214"/>
                  </a:cubicBezTo>
                  <a:cubicBezTo>
                    <a:pt x="459" y="3281"/>
                    <a:pt x="954" y="3097"/>
                    <a:pt x="1340" y="2796"/>
                  </a:cubicBezTo>
                  <a:close/>
                  <a:moveTo>
                    <a:pt x="14287" y="904"/>
                  </a:moveTo>
                  <a:cubicBezTo>
                    <a:pt x="14283" y="918"/>
                    <a:pt x="14319" y="856"/>
                    <a:pt x="14310" y="861"/>
                  </a:cubicBezTo>
                  <a:cubicBezTo>
                    <a:pt x="14321" y="850"/>
                    <a:pt x="14341" y="832"/>
                    <a:pt x="14340" y="831"/>
                  </a:cubicBezTo>
                  <a:cubicBezTo>
                    <a:pt x="14356" y="820"/>
                    <a:pt x="14373" y="811"/>
                    <a:pt x="14389" y="802"/>
                  </a:cubicBezTo>
                  <a:cubicBezTo>
                    <a:pt x="14409" y="791"/>
                    <a:pt x="14465" y="775"/>
                    <a:pt x="14529" y="761"/>
                  </a:cubicBezTo>
                  <a:cubicBezTo>
                    <a:pt x="14599" y="746"/>
                    <a:pt x="14686" y="746"/>
                    <a:pt x="14766" y="747"/>
                  </a:cubicBezTo>
                  <a:cubicBezTo>
                    <a:pt x="14794" y="747"/>
                    <a:pt x="14822" y="749"/>
                    <a:pt x="14850" y="752"/>
                  </a:cubicBezTo>
                  <a:cubicBezTo>
                    <a:pt x="14800" y="748"/>
                    <a:pt x="14878" y="757"/>
                    <a:pt x="14886" y="759"/>
                  </a:cubicBezTo>
                  <a:cubicBezTo>
                    <a:pt x="14910" y="764"/>
                    <a:pt x="14934" y="772"/>
                    <a:pt x="14957" y="779"/>
                  </a:cubicBezTo>
                  <a:cubicBezTo>
                    <a:pt x="14958" y="779"/>
                    <a:pt x="14958" y="779"/>
                    <a:pt x="14958" y="780"/>
                  </a:cubicBezTo>
                  <a:cubicBezTo>
                    <a:pt x="14960" y="781"/>
                    <a:pt x="14964" y="783"/>
                    <a:pt x="14968" y="785"/>
                  </a:cubicBezTo>
                  <a:cubicBezTo>
                    <a:pt x="14981" y="792"/>
                    <a:pt x="14988" y="795"/>
                    <a:pt x="14992" y="796"/>
                  </a:cubicBezTo>
                  <a:cubicBezTo>
                    <a:pt x="14992" y="795"/>
                    <a:pt x="14992" y="795"/>
                    <a:pt x="14992" y="796"/>
                  </a:cubicBezTo>
                  <a:cubicBezTo>
                    <a:pt x="14993" y="796"/>
                    <a:pt x="14993" y="796"/>
                    <a:pt x="14994" y="796"/>
                  </a:cubicBezTo>
                  <a:cubicBezTo>
                    <a:pt x="14995" y="798"/>
                    <a:pt x="14997" y="801"/>
                    <a:pt x="15000" y="804"/>
                  </a:cubicBezTo>
                  <a:cubicBezTo>
                    <a:pt x="15002" y="806"/>
                    <a:pt x="15003" y="808"/>
                    <a:pt x="15005" y="810"/>
                  </a:cubicBezTo>
                  <a:cubicBezTo>
                    <a:pt x="15009" y="814"/>
                    <a:pt x="15013" y="819"/>
                    <a:pt x="15019" y="825"/>
                  </a:cubicBezTo>
                  <a:cubicBezTo>
                    <a:pt x="15014" y="820"/>
                    <a:pt x="15011" y="816"/>
                    <a:pt x="15007" y="813"/>
                  </a:cubicBezTo>
                  <a:cubicBezTo>
                    <a:pt x="15011" y="817"/>
                    <a:pt x="15014" y="822"/>
                    <a:pt x="15017" y="826"/>
                  </a:cubicBezTo>
                  <a:cubicBezTo>
                    <a:pt x="15019" y="829"/>
                    <a:pt x="15021" y="832"/>
                    <a:pt x="15023" y="835"/>
                  </a:cubicBezTo>
                  <a:cubicBezTo>
                    <a:pt x="15023" y="837"/>
                    <a:pt x="15024" y="839"/>
                    <a:pt x="15025" y="842"/>
                  </a:cubicBezTo>
                  <a:cubicBezTo>
                    <a:pt x="15031" y="859"/>
                    <a:pt x="15035" y="870"/>
                    <a:pt x="15037" y="876"/>
                  </a:cubicBezTo>
                  <a:cubicBezTo>
                    <a:pt x="15036" y="878"/>
                    <a:pt x="15035" y="886"/>
                    <a:pt x="15036" y="904"/>
                  </a:cubicBezTo>
                  <a:cubicBezTo>
                    <a:pt x="15037" y="927"/>
                    <a:pt x="15036" y="949"/>
                    <a:pt x="15035" y="971"/>
                  </a:cubicBezTo>
                  <a:cubicBezTo>
                    <a:pt x="15034" y="977"/>
                    <a:pt x="15034" y="981"/>
                    <a:pt x="15034" y="985"/>
                  </a:cubicBezTo>
                  <a:cubicBezTo>
                    <a:pt x="15034" y="985"/>
                    <a:pt x="15034" y="985"/>
                    <a:pt x="15034" y="986"/>
                  </a:cubicBezTo>
                  <a:cubicBezTo>
                    <a:pt x="15018" y="1088"/>
                    <a:pt x="14963" y="1238"/>
                    <a:pt x="14945" y="1280"/>
                  </a:cubicBezTo>
                  <a:cubicBezTo>
                    <a:pt x="14855" y="1480"/>
                    <a:pt x="14734" y="1670"/>
                    <a:pt x="14602" y="1842"/>
                  </a:cubicBezTo>
                  <a:cubicBezTo>
                    <a:pt x="14532" y="1730"/>
                    <a:pt x="14467" y="1614"/>
                    <a:pt x="14409" y="1495"/>
                  </a:cubicBezTo>
                  <a:cubicBezTo>
                    <a:pt x="14361" y="1397"/>
                    <a:pt x="14318" y="1277"/>
                    <a:pt x="14289" y="1154"/>
                  </a:cubicBezTo>
                  <a:cubicBezTo>
                    <a:pt x="14269" y="1070"/>
                    <a:pt x="14266" y="979"/>
                    <a:pt x="14287" y="904"/>
                  </a:cubicBezTo>
                  <a:close/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217" name="Google Shape;217;p43"/>
            <p:cNvSpPr/>
            <p:nvPr/>
          </p:nvSpPr>
          <p:spPr>
            <a:xfrm>
              <a:off x="6004" y="1959"/>
              <a:ext cx="6" cy="6"/>
            </a:xfrm>
            <a:custGeom>
              <a:avLst/>
              <a:gdLst/>
              <a:ahLst/>
              <a:cxnLst/>
              <a:rect l="l" t="t" r="r" b="b"/>
              <a:pathLst>
                <a:path w="15" h="17" extrusionOk="0">
                  <a:moveTo>
                    <a:pt x="13" y="14"/>
                  </a:moveTo>
                  <a:cubicBezTo>
                    <a:pt x="11" y="12"/>
                    <a:pt x="10" y="10"/>
                    <a:pt x="8" y="8"/>
                  </a:cubicBezTo>
                  <a:cubicBezTo>
                    <a:pt x="4" y="4"/>
                    <a:pt x="2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5" y="6"/>
                    <a:pt x="15" y="17"/>
                  </a:cubicBezTo>
                  <a:cubicBezTo>
                    <a:pt x="15" y="16"/>
                    <a:pt x="14" y="15"/>
                    <a:pt x="13" y="14"/>
                  </a:cubicBezTo>
                  <a:close/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218" name="Google Shape;218;p43"/>
            <p:cNvSpPr/>
            <p:nvPr/>
          </p:nvSpPr>
          <p:spPr>
            <a:xfrm>
              <a:off x="0" y="3115"/>
              <a:ext cx="1314" cy="1205"/>
            </a:xfrm>
            <a:custGeom>
              <a:avLst/>
              <a:gdLst/>
              <a:ahLst/>
              <a:cxnLst/>
              <a:rect l="l" t="t" r="r" b="b"/>
              <a:pathLst>
                <a:path w="3281" h="3008" extrusionOk="0">
                  <a:moveTo>
                    <a:pt x="1239" y="812"/>
                  </a:moveTo>
                  <a:cubicBezTo>
                    <a:pt x="1259" y="803"/>
                    <a:pt x="1370" y="781"/>
                    <a:pt x="1359" y="781"/>
                  </a:cubicBezTo>
                  <a:cubicBezTo>
                    <a:pt x="1387" y="779"/>
                    <a:pt x="1416" y="781"/>
                    <a:pt x="1444" y="783"/>
                  </a:cubicBezTo>
                  <a:cubicBezTo>
                    <a:pt x="1371" y="777"/>
                    <a:pt x="1511" y="812"/>
                    <a:pt x="1465" y="790"/>
                  </a:cubicBezTo>
                  <a:cubicBezTo>
                    <a:pt x="1557" y="831"/>
                    <a:pt x="1614" y="891"/>
                    <a:pt x="1665" y="961"/>
                  </a:cubicBezTo>
                  <a:cubicBezTo>
                    <a:pt x="1750" y="1077"/>
                    <a:pt x="1818" y="1210"/>
                    <a:pt x="1873" y="1342"/>
                  </a:cubicBezTo>
                  <a:cubicBezTo>
                    <a:pt x="2102" y="1888"/>
                    <a:pt x="2198" y="2503"/>
                    <a:pt x="2506" y="3008"/>
                  </a:cubicBezTo>
                  <a:cubicBezTo>
                    <a:pt x="3281" y="3008"/>
                    <a:pt x="3281" y="3008"/>
                    <a:pt x="3281" y="3008"/>
                  </a:cubicBezTo>
                  <a:cubicBezTo>
                    <a:pt x="2860" y="2710"/>
                    <a:pt x="2736" y="2004"/>
                    <a:pt x="2588" y="1557"/>
                  </a:cubicBezTo>
                  <a:cubicBezTo>
                    <a:pt x="2436" y="1095"/>
                    <a:pt x="2223" y="466"/>
                    <a:pt x="1734" y="258"/>
                  </a:cubicBezTo>
                  <a:cubicBezTo>
                    <a:pt x="1126" y="0"/>
                    <a:pt x="527" y="491"/>
                    <a:pt x="166" y="944"/>
                  </a:cubicBezTo>
                  <a:cubicBezTo>
                    <a:pt x="108" y="1017"/>
                    <a:pt x="53" y="1092"/>
                    <a:pt x="0" y="1168"/>
                  </a:cubicBezTo>
                  <a:cubicBezTo>
                    <a:pt x="0" y="2267"/>
                    <a:pt x="0" y="2267"/>
                    <a:pt x="0" y="2267"/>
                  </a:cubicBezTo>
                  <a:cubicBezTo>
                    <a:pt x="243" y="1874"/>
                    <a:pt x="467" y="1467"/>
                    <a:pt x="792" y="1140"/>
                  </a:cubicBezTo>
                  <a:cubicBezTo>
                    <a:pt x="923" y="1007"/>
                    <a:pt x="1070" y="894"/>
                    <a:pt x="1239" y="812"/>
                  </a:cubicBezTo>
                  <a:close/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219" name="Google Shape;219;p43"/>
            <p:cNvSpPr/>
            <p:nvPr/>
          </p:nvSpPr>
          <p:spPr>
            <a:xfrm>
              <a:off x="6636" y="3348"/>
              <a:ext cx="888" cy="972"/>
            </a:xfrm>
            <a:custGeom>
              <a:avLst/>
              <a:gdLst/>
              <a:ahLst/>
              <a:cxnLst/>
              <a:rect l="l" t="t" r="r" b="b"/>
              <a:pathLst>
                <a:path w="2218" h="2426" extrusionOk="0">
                  <a:moveTo>
                    <a:pt x="2167" y="1307"/>
                  </a:moveTo>
                  <a:cubicBezTo>
                    <a:pt x="2218" y="1033"/>
                    <a:pt x="2203" y="739"/>
                    <a:pt x="2052" y="497"/>
                  </a:cubicBezTo>
                  <a:cubicBezTo>
                    <a:pt x="1881" y="225"/>
                    <a:pt x="1592" y="116"/>
                    <a:pt x="1288" y="76"/>
                  </a:cubicBezTo>
                  <a:cubicBezTo>
                    <a:pt x="708" y="0"/>
                    <a:pt x="0" y="286"/>
                    <a:pt x="77" y="972"/>
                  </a:cubicBezTo>
                  <a:cubicBezTo>
                    <a:pt x="136" y="1492"/>
                    <a:pt x="465" y="1966"/>
                    <a:pt x="812" y="2366"/>
                  </a:cubicBezTo>
                  <a:cubicBezTo>
                    <a:pt x="786" y="2387"/>
                    <a:pt x="761" y="2407"/>
                    <a:pt x="735" y="2426"/>
                  </a:cubicBezTo>
                  <a:cubicBezTo>
                    <a:pt x="1696" y="2426"/>
                    <a:pt x="1696" y="2426"/>
                    <a:pt x="1696" y="2426"/>
                  </a:cubicBezTo>
                  <a:cubicBezTo>
                    <a:pt x="1681" y="2412"/>
                    <a:pt x="1665" y="2397"/>
                    <a:pt x="1649" y="2382"/>
                  </a:cubicBezTo>
                  <a:cubicBezTo>
                    <a:pt x="1910" y="2059"/>
                    <a:pt x="2096" y="1688"/>
                    <a:pt x="2167" y="1307"/>
                  </a:cubicBezTo>
                  <a:close/>
                  <a:moveTo>
                    <a:pt x="671" y="926"/>
                  </a:moveTo>
                  <a:cubicBezTo>
                    <a:pt x="677" y="957"/>
                    <a:pt x="673" y="889"/>
                    <a:pt x="672" y="847"/>
                  </a:cubicBezTo>
                  <a:cubicBezTo>
                    <a:pt x="674" y="835"/>
                    <a:pt x="677" y="816"/>
                    <a:pt x="679" y="809"/>
                  </a:cubicBezTo>
                  <a:cubicBezTo>
                    <a:pt x="680" y="805"/>
                    <a:pt x="680" y="803"/>
                    <a:pt x="681" y="801"/>
                  </a:cubicBezTo>
                  <a:cubicBezTo>
                    <a:pt x="682" y="799"/>
                    <a:pt x="682" y="798"/>
                    <a:pt x="683" y="797"/>
                  </a:cubicBezTo>
                  <a:cubicBezTo>
                    <a:pt x="690" y="782"/>
                    <a:pt x="735" y="728"/>
                    <a:pt x="689" y="783"/>
                  </a:cubicBezTo>
                  <a:cubicBezTo>
                    <a:pt x="699" y="771"/>
                    <a:pt x="705" y="763"/>
                    <a:pt x="708" y="759"/>
                  </a:cubicBezTo>
                  <a:cubicBezTo>
                    <a:pt x="710" y="758"/>
                    <a:pt x="714" y="756"/>
                    <a:pt x="721" y="751"/>
                  </a:cubicBezTo>
                  <a:cubicBezTo>
                    <a:pt x="880" y="643"/>
                    <a:pt x="1216" y="640"/>
                    <a:pt x="1427" y="715"/>
                  </a:cubicBezTo>
                  <a:cubicBezTo>
                    <a:pt x="1375" y="697"/>
                    <a:pt x="1518" y="782"/>
                    <a:pt x="1490" y="754"/>
                  </a:cubicBezTo>
                  <a:cubicBezTo>
                    <a:pt x="1503" y="766"/>
                    <a:pt x="1515" y="779"/>
                    <a:pt x="1527" y="792"/>
                  </a:cubicBezTo>
                  <a:cubicBezTo>
                    <a:pt x="1498" y="760"/>
                    <a:pt x="1541" y="810"/>
                    <a:pt x="1547" y="820"/>
                  </a:cubicBezTo>
                  <a:cubicBezTo>
                    <a:pt x="1551" y="826"/>
                    <a:pt x="1566" y="858"/>
                    <a:pt x="1570" y="864"/>
                  </a:cubicBezTo>
                  <a:cubicBezTo>
                    <a:pt x="1575" y="880"/>
                    <a:pt x="1579" y="896"/>
                    <a:pt x="1584" y="912"/>
                  </a:cubicBezTo>
                  <a:cubicBezTo>
                    <a:pt x="1585" y="919"/>
                    <a:pt x="1593" y="963"/>
                    <a:pt x="1594" y="964"/>
                  </a:cubicBezTo>
                  <a:cubicBezTo>
                    <a:pt x="1596" y="993"/>
                    <a:pt x="1596" y="1021"/>
                    <a:pt x="1596" y="1049"/>
                  </a:cubicBezTo>
                  <a:cubicBezTo>
                    <a:pt x="1595" y="1261"/>
                    <a:pt x="1481" y="1531"/>
                    <a:pt x="1345" y="1754"/>
                  </a:cubicBezTo>
                  <a:cubicBezTo>
                    <a:pt x="1307" y="1815"/>
                    <a:pt x="1267" y="1875"/>
                    <a:pt x="1223" y="1934"/>
                  </a:cubicBezTo>
                  <a:cubicBezTo>
                    <a:pt x="998" y="1666"/>
                    <a:pt x="806" y="1372"/>
                    <a:pt x="710" y="1085"/>
                  </a:cubicBezTo>
                  <a:cubicBezTo>
                    <a:pt x="693" y="1033"/>
                    <a:pt x="680" y="980"/>
                    <a:pt x="671" y="926"/>
                  </a:cubicBezTo>
                  <a:close/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220" name="Google Shape;220;p43"/>
            <p:cNvSpPr/>
            <p:nvPr/>
          </p:nvSpPr>
          <p:spPr>
            <a:xfrm>
              <a:off x="1685" y="3295"/>
              <a:ext cx="1732" cy="1025"/>
            </a:xfrm>
            <a:custGeom>
              <a:avLst/>
              <a:gdLst/>
              <a:ahLst/>
              <a:cxnLst/>
              <a:rect l="l" t="t" r="r" b="b"/>
              <a:pathLst>
                <a:path w="4324" h="2558" extrusionOk="0">
                  <a:moveTo>
                    <a:pt x="2471" y="140"/>
                  </a:moveTo>
                  <a:cubicBezTo>
                    <a:pt x="2105" y="0"/>
                    <a:pt x="1728" y="232"/>
                    <a:pt x="1505" y="508"/>
                  </a:cubicBezTo>
                  <a:cubicBezTo>
                    <a:pt x="1258" y="812"/>
                    <a:pt x="1106" y="1174"/>
                    <a:pt x="932" y="1522"/>
                  </a:cubicBezTo>
                  <a:cubicBezTo>
                    <a:pt x="754" y="1877"/>
                    <a:pt x="406" y="2333"/>
                    <a:pt x="0" y="2558"/>
                  </a:cubicBezTo>
                  <a:cubicBezTo>
                    <a:pt x="929" y="2558"/>
                    <a:pt x="929" y="2558"/>
                    <a:pt x="929" y="2558"/>
                  </a:cubicBezTo>
                  <a:cubicBezTo>
                    <a:pt x="1110" y="2370"/>
                    <a:pt x="1270" y="2157"/>
                    <a:pt x="1394" y="1931"/>
                  </a:cubicBezTo>
                  <a:cubicBezTo>
                    <a:pt x="1574" y="1602"/>
                    <a:pt x="1708" y="1250"/>
                    <a:pt x="1924" y="940"/>
                  </a:cubicBezTo>
                  <a:cubicBezTo>
                    <a:pt x="2102" y="683"/>
                    <a:pt x="2259" y="634"/>
                    <a:pt x="2487" y="844"/>
                  </a:cubicBezTo>
                  <a:cubicBezTo>
                    <a:pt x="2767" y="1103"/>
                    <a:pt x="2949" y="1465"/>
                    <a:pt x="3138" y="1791"/>
                  </a:cubicBezTo>
                  <a:cubicBezTo>
                    <a:pt x="3287" y="2050"/>
                    <a:pt x="3446" y="2308"/>
                    <a:pt x="3613" y="2558"/>
                  </a:cubicBezTo>
                  <a:cubicBezTo>
                    <a:pt x="4324" y="2558"/>
                    <a:pt x="4324" y="2558"/>
                    <a:pt x="4324" y="2558"/>
                  </a:cubicBezTo>
                  <a:cubicBezTo>
                    <a:pt x="4160" y="2330"/>
                    <a:pt x="4025" y="2089"/>
                    <a:pt x="3927" y="1931"/>
                  </a:cubicBezTo>
                  <a:cubicBezTo>
                    <a:pt x="3544" y="1313"/>
                    <a:pt x="3194" y="419"/>
                    <a:pt x="2471" y="140"/>
                  </a:cubicBezTo>
                  <a:close/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221" name="Google Shape;221;p43"/>
            <p:cNvSpPr/>
            <p:nvPr/>
          </p:nvSpPr>
          <p:spPr>
            <a:xfrm>
              <a:off x="4117" y="3491"/>
              <a:ext cx="1962" cy="829"/>
            </a:xfrm>
            <a:custGeom>
              <a:avLst/>
              <a:gdLst/>
              <a:ahLst/>
              <a:cxnLst/>
              <a:rect l="l" t="t" r="r" b="b"/>
              <a:pathLst>
                <a:path w="4899" h="2070" extrusionOk="0">
                  <a:moveTo>
                    <a:pt x="4323" y="1481"/>
                  </a:moveTo>
                  <a:cubicBezTo>
                    <a:pt x="3793" y="895"/>
                    <a:pt x="3249" y="274"/>
                    <a:pt x="2447" y="86"/>
                  </a:cubicBezTo>
                  <a:cubicBezTo>
                    <a:pt x="2081" y="0"/>
                    <a:pt x="1707" y="36"/>
                    <a:pt x="1377" y="218"/>
                  </a:cubicBezTo>
                  <a:cubicBezTo>
                    <a:pt x="1082" y="380"/>
                    <a:pt x="864" y="661"/>
                    <a:pt x="682" y="936"/>
                  </a:cubicBezTo>
                  <a:cubicBezTo>
                    <a:pt x="443" y="1299"/>
                    <a:pt x="259" y="1718"/>
                    <a:pt x="0" y="2070"/>
                  </a:cubicBezTo>
                  <a:cubicBezTo>
                    <a:pt x="713" y="2070"/>
                    <a:pt x="713" y="2070"/>
                    <a:pt x="713" y="2070"/>
                  </a:cubicBezTo>
                  <a:cubicBezTo>
                    <a:pt x="992" y="1588"/>
                    <a:pt x="1231" y="982"/>
                    <a:pt x="1710" y="718"/>
                  </a:cubicBezTo>
                  <a:cubicBezTo>
                    <a:pt x="2307" y="390"/>
                    <a:pt x="3039" y="994"/>
                    <a:pt x="3448" y="1414"/>
                  </a:cubicBezTo>
                  <a:cubicBezTo>
                    <a:pt x="3651" y="1621"/>
                    <a:pt x="3844" y="1850"/>
                    <a:pt x="4046" y="2070"/>
                  </a:cubicBezTo>
                  <a:cubicBezTo>
                    <a:pt x="4899" y="2070"/>
                    <a:pt x="4899" y="2070"/>
                    <a:pt x="4899" y="2070"/>
                  </a:cubicBezTo>
                  <a:cubicBezTo>
                    <a:pt x="4690" y="1890"/>
                    <a:pt x="4502" y="1677"/>
                    <a:pt x="4323" y="1481"/>
                  </a:cubicBezTo>
                  <a:close/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</p:grpSp>
      <p:sp>
        <p:nvSpPr>
          <p:cNvPr id="222" name="Google Shape;222;p43"/>
          <p:cNvSpPr txBox="1">
            <a:spLocks noGrp="1"/>
          </p:cNvSpPr>
          <p:nvPr>
            <p:ph type="body" idx="1"/>
          </p:nvPr>
        </p:nvSpPr>
        <p:spPr>
          <a:xfrm>
            <a:off x="1300163" y="1407600"/>
            <a:ext cx="95916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 b="0">
                <a:solidFill>
                  <a:schemeClr val="dk2"/>
                </a:solidFill>
                <a:latin typeface="NTR"/>
                <a:ea typeface="NTR"/>
                <a:cs typeface="NTR"/>
                <a:sym typeface="NTR"/>
              </a:defRPr>
            </a:lvl1pPr>
            <a:lvl2pPr marL="914400" lvl="1" indent="-22860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 b="0">
                <a:solidFill>
                  <a:srgbClr val="0000A0"/>
                </a:solidFill>
                <a:latin typeface="NTR"/>
                <a:ea typeface="NTR"/>
                <a:cs typeface="NTR"/>
                <a:sym typeface="NTR"/>
              </a:defRPr>
            </a:lvl2pPr>
            <a:lvl3pPr marL="1371600" lvl="2" indent="-228600" algn="ctr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1450"/>
              <a:buFont typeface="Arial"/>
              <a:buNone/>
              <a:defRPr sz="1450"/>
            </a:lvl3pPr>
            <a:lvl4pPr marL="1828800" lvl="3" indent="-2286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50"/>
              <a:buNone/>
              <a:defRPr sz="1450"/>
            </a:lvl4pPr>
            <a:lvl5pPr marL="2286000" lvl="4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45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3" name="Google Shape;223;p43"/>
          <p:cNvSpPr txBox="1">
            <a:spLocks noGrp="1"/>
          </p:cNvSpPr>
          <p:nvPr>
            <p:ph type="dt" idx="10"/>
          </p:nvPr>
        </p:nvSpPr>
        <p:spPr>
          <a:xfrm>
            <a:off x="7795859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43"/>
          <p:cNvSpPr txBox="1">
            <a:spLocks noGrp="1"/>
          </p:cNvSpPr>
          <p:nvPr>
            <p:ph type="sldNum" idx="12"/>
          </p:nvPr>
        </p:nvSpPr>
        <p:spPr>
          <a:xfrm>
            <a:off x="11448319" y="6563021"/>
            <a:ext cx="3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25" name="Google Shape;225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4216" y="6244202"/>
            <a:ext cx="1979734" cy="433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or quote pets">
  <p:cSld name="2 color quote pets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4"/>
          <p:cNvSpPr txBox="1">
            <a:spLocks noGrp="1"/>
          </p:cNvSpPr>
          <p:nvPr>
            <p:ph type="body" idx="1"/>
          </p:nvPr>
        </p:nvSpPr>
        <p:spPr>
          <a:xfrm>
            <a:off x="1300163" y="1407600"/>
            <a:ext cx="95916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 b="0">
                <a:solidFill>
                  <a:schemeClr val="dk2"/>
                </a:solidFill>
                <a:latin typeface="NTR"/>
                <a:ea typeface="NTR"/>
                <a:cs typeface="NTR"/>
                <a:sym typeface="NTR"/>
              </a:defRPr>
            </a:lvl1pPr>
            <a:lvl2pPr marL="914400" lvl="1" indent="-22860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 b="0">
                <a:solidFill>
                  <a:srgbClr val="0000A0"/>
                </a:solidFill>
                <a:latin typeface="NTR"/>
                <a:ea typeface="NTR"/>
                <a:cs typeface="NTR"/>
                <a:sym typeface="NTR"/>
              </a:defRPr>
            </a:lvl2pPr>
            <a:lvl3pPr marL="1371600" lvl="2" indent="-228600" algn="ctr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1450"/>
              <a:buFont typeface="Arial"/>
              <a:buNone/>
              <a:defRPr sz="1450"/>
            </a:lvl3pPr>
            <a:lvl4pPr marL="1828800" lvl="3" indent="-2286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50"/>
              <a:buNone/>
              <a:defRPr sz="1450"/>
            </a:lvl4pPr>
            <a:lvl5pPr marL="2286000" lvl="4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45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8" name="Google Shape;228;p44"/>
          <p:cNvSpPr txBox="1">
            <a:spLocks noGrp="1"/>
          </p:cNvSpPr>
          <p:nvPr>
            <p:ph type="dt" idx="10"/>
          </p:nvPr>
        </p:nvSpPr>
        <p:spPr>
          <a:xfrm>
            <a:off x="7795859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44"/>
          <p:cNvSpPr txBox="1">
            <a:spLocks noGrp="1"/>
          </p:cNvSpPr>
          <p:nvPr>
            <p:ph type="sldNum" idx="12"/>
          </p:nvPr>
        </p:nvSpPr>
        <p:spPr>
          <a:xfrm>
            <a:off x="11448319" y="6563021"/>
            <a:ext cx="3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30" name="Google Shape;230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4238" y="4245485"/>
            <a:ext cx="2637003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15041" y="684705"/>
            <a:ext cx="2812722" cy="1950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rge headline Cat alt">
  <p:cSld name="Large headline Cat alt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p45"/>
          <p:cNvGrpSpPr/>
          <p:nvPr/>
        </p:nvGrpSpPr>
        <p:grpSpPr>
          <a:xfrm>
            <a:off x="0" y="0"/>
            <a:ext cx="12192000" cy="6858000"/>
            <a:chOff x="0" y="0"/>
            <a:chExt cx="7680" cy="4320"/>
          </a:xfrm>
        </p:grpSpPr>
        <p:sp>
          <p:nvSpPr>
            <p:cNvPr id="234" name="Google Shape;234;p45"/>
            <p:cNvSpPr/>
            <p:nvPr/>
          </p:nvSpPr>
          <p:spPr>
            <a:xfrm>
              <a:off x="0" y="0"/>
              <a:ext cx="1267" cy="808"/>
            </a:xfrm>
            <a:custGeom>
              <a:avLst/>
              <a:gdLst/>
              <a:ahLst/>
              <a:cxnLst/>
              <a:rect l="l" t="t" r="r" b="b"/>
              <a:pathLst>
                <a:path w="3160" h="2016" extrusionOk="0">
                  <a:moveTo>
                    <a:pt x="0" y="1852"/>
                  </a:moveTo>
                  <a:cubicBezTo>
                    <a:pt x="42" y="1865"/>
                    <a:pt x="84" y="1876"/>
                    <a:pt x="126" y="1885"/>
                  </a:cubicBezTo>
                  <a:cubicBezTo>
                    <a:pt x="694" y="2016"/>
                    <a:pt x="1287" y="1951"/>
                    <a:pt x="1866" y="1881"/>
                  </a:cubicBezTo>
                  <a:cubicBezTo>
                    <a:pt x="2054" y="1858"/>
                    <a:pt x="2247" y="1834"/>
                    <a:pt x="2416" y="1749"/>
                  </a:cubicBezTo>
                  <a:cubicBezTo>
                    <a:pt x="2831" y="1544"/>
                    <a:pt x="3003" y="1049"/>
                    <a:pt x="3093" y="595"/>
                  </a:cubicBezTo>
                  <a:cubicBezTo>
                    <a:pt x="3132" y="401"/>
                    <a:pt x="3160" y="191"/>
                    <a:pt x="3127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852"/>
                  </a:lnTo>
                  <a:close/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235" name="Google Shape;235;p45"/>
            <p:cNvSpPr/>
            <p:nvPr/>
          </p:nvSpPr>
          <p:spPr>
            <a:xfrm>
              <a:off x="6145" y="0"/>
              <a:ext cx="1535" cy="1410"/>
            </a:xfrm>
            <a:custGeom>
              <a:avLst/>
              <a:gdLst/>
              <a:ahLst/>
              <a:cxnLst/>
              <a:rect l="l" t="t" r="r" b="b"/>
              <a:pathLst>
                <a:path w="3828" h="3517" extrusionOk="0">
                  <a:moveTo>
                    <a:pt x="286" y="2161"/>
                  </a:moveTo>
                  <a:cubicBezTo>
                    <a:pt x="624" y="2700"/>
                    <a:pt x="1272" y="2949"/>
                    <a:pt x="1885" y="3120"/>
                  </a:cubicBezTo>
                  <a:cubicBezTo>
                    <a:pt x="2522" y="3298"/>
                    <a:pt x="3172" y="3430"/>
                    <a:pt x="3828" y="3517"/>
                  </a:cubicBezTo>
                  <a:cubicBezTo>
                    <a:pt x="3828" y="0"/>
                    <a:pt x="3828" y="0"/>
                    <a:pt x="3828" y="0"/>
                  </a:cubicBezTo>
                  <a:cubicBezTo>
                    <a:pt x="186" y="0"/>
                    <a:pt x="186" y="0"/>
                    <a:pt x="186" y="0"/>
                  </a:cubicBezTo>
                  <a:cubicBezTo>
                    <a:pt x="108" y="267"/>
                    <a:pt x="59" y="543"/>
                    <a:pt x="37" y="819"/>
                  </a:cubicBezTo>
                  <a:cubicBezTo>
                    <a:pt x="0" y="1281"/>
                    <a:pt x="40" y="1769"/>
                    <a:pt x="286" y="2161"/>
                  </a:cubicBezTo>
                  <a:close/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236" name="Google Shape;236;p45"/>
            <p:cNvSpPr/>
            <p:nvPr/>
          </p:nvSpPr>
          <p:spPr>
            <a:xfrm>
              <a:off x="0" y="2674"/>
              <a:ext cx="1678" cy="1646"/>
            </a:xfrm>
            <a:custGeom>
              <a:avLst/>
              <a:gdLst/>
              <a:ahLst/>
              <a:cxnLst/>
              <a:rect l="l" t="t" r="r" b="b"/>
              <a:pathLst>
                <a:path w="4184" h="4105" extrusionOk="0">
                  <a:moveTo>
                    <a:pt x="0" y="0"/>
                  </a:moveTo>
                  <a:cubicBezTo>
                    <a:pt x="0" y="4105"/>
                    <a:pt x="0" y="4105"/>
                    <a:pt x="0" y="4105"/>
                  </a:cubicBezTo>
                  <a:cubicBezTo>
                    <a:pt x="4184" y="4105"/>
                    <a:pt x="4184" y="4105"/>
                    <a:pt x="4184" y="4105"/>
                  </a:cubicBezTo>
                  <a:cubicBezTo>
                    <a:pt x="4153" y="3303"/>
                    <a:pt x="3895" y="2508"/>
                    <a:pt x="3433" y="1850"/>
                  </a:cubicBezTo>
                  <a:cubicBezTo>
                    <a:pt x="2658" y="749"/>
                    <a:pt x="1345" y="63"/>
                    <a:pt x="0" y="0"/>
                  </a:cubicBezTo>
                  <a:close/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</p:grpSp>
      <p:sp>
        <p:nvSpPr>
          <p:cNvPr id="237" name="Google Shape;237;p45"/>
          <p:cNvSpPr txBox="1">
            <a:spLocks noGrp="1"/>
          </p:cNvSpPr>
          <p:nvPr>
            <p:ph type="dt" idx="10"/>
          </p:nvPr>
        </p:nvSpPr>
        <p:spPr>
          <a:xfrm>
            <a:off x="7795859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45"/>
          <p:cNvSpPr txBox="1">
            <a:spLocks noGrp="1"/>
          </p:cNvSpPr>
          <p:nvPr>
            <p:ph type="sldNum" idx="12"/>
          </p:nvPr>
        </p:nvSpPr>
        <p:spPr>
          <a:xfrm>
            <a:off x="11448319" y="6563021"/>
            <a:ext cx="3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9" name="Google Shape;239;p45"/>
          <p:cNvSpPr txBox="1">
            <a:spLocks noGrp="1"/>
          </p:cNvSpPr>
          <p:nvPr>
            <p:ph type="body" idx="1"/>
          </p:nvPr>
        </p:nvSpPr>
        <p:spPr>
          <a:xfrm>
            <a:off x="3789484" y="4443354"/>
            <a:ext cx="4624753" cy="1176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0"/>
              </a:buClr>
              <a:buSzPts val="3000"/>
              <a:buNone/>
              <a:defRPr sz="3000" b="0">
                <a:solidFill>
                  <a:srgbClr val="0000A0"/>
                </a:solidFill>
                <a:latin typeface="NTR"/>
                <a:ea typeface="NTR"/>
                <a:cs typeface="NTR"/>
                <a:sym typeface="NTR"/>
              </a:defRPr>
            </a:lvl1pPr>
            <a:lvl2pPr marL="914400" lvl="1" indent="-228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A4A2A2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A4A2A2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A4A2A2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A4A2A2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A2A2"/>
              </a:buClr>
              <a:buSzPts val="1600"/>
              <a:buNone/>
              <a:defRPr sz="1600">
                <a:solidFill>
                  <a:srgbClr val="A4A2A2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A2A2"/>
              </a:buClr>
              <a:buSzPts val="1600"/>
              <a:buNone/>
              <a:defRPr sz="1600">
                <a:solidFill>
                  <a:srgbClr val="A4A2A2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A2A2"/>
              </a:buClr>
              <a:buSzPts val="1600"/>
              <a:buNone/>
              <a:defRPr sz="1600">
                <a:solidFill>
                  <a:srgbClr val="A4A2A2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4A2A2"/>
              </a:buClr>
              <a:buSzPts val="1600"/>
              <a:buNone/>
              <a:defRPr sz="1600">
                <a:solidFill>
                  <a:srgbClr val="A4A2A2"/>
                </a:solidFill>
              </a:defRPr>
            </a:lvl9pPr>
          </a:lstStyle>
          <a:p>
            <a:endParaRPr/>
          </a:p>
        </p:txBody>
      </p:sp>
      <p:sp>
        <p:nvSpPr>
          <p:cNvPr id="240" name="Google Shape;240;p45"/>
          <p:cNvSpPr txBox="1">
            <a:spLocks noGrp="1"/>
          </p:cNvSpPr>
          <p:nvPr>
            <p:ph type="ctrTitle"/>
          </p:nvPr>
        </p:nvSpPr>
        <p:spPr>
          <a:xfrm>
            <a:off x="1393825" y="1890000"/>
            <a:ext cx="9467850" cy="2554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NTR"/>
              <a:buNone/>
              <a:defRPr sz="72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41" name="Google Shape;241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26814" y="4986172"/>
            <a:ext cx="3000727" cy="14584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4216" y="6244202"/>
            <a:ext cx="1979734" cy="433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gest quote">
  <p:cSld name="Biggest quote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6"/>
          <p:cNvSpPr txBox="1">
            <a:spLocks noGrp="1"/>
          </p:cNvSpPr>
          <p:nvPr>
            <p:ph type="body" idx="1"/>
          </p:nvPr>
        </p:nvSpPr>
        <p:spPr>
          <a:xfrm>
            <a:off x="407989" y="852758"/>
            <a:ext cx="8016820" cy="4127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 b="0">
                <a:solidFill>
                  <a:schemeClr val="dk2"/>
                </a:solidFill>
                <a:latin typeface="NTR"/>
                <a:ea typeface="NTR"/>
                <a:cs typeface="NTR"/>
                <a:sym typeface="NTR"/>
              </a:defRPr>
            </a:lvl1pPr>
            <a:lvl2pPr marL="914400" lvl="1" indent="-228600" algn="l">
              <a:lnSpc>
                <a:spcPct val="85000"/>
              </a:lnSpc>
              <a:spcBef>
                <a:spcPts val="4200"/>
              </a:spcBef>
              <a:spcAft>
                <a:spcPts val="0"/>
              </a:spcAft>
              <a:buSzPts val="1450"/>
              <a:buFont typeface="Arial"/>
              <a:buNone/>
              <a:defRPr sz="1450" b="1">
                <a:solidFill>
                  <a:schemeClr val="dk1"/>
                </a:solidFill>
              </a:defRPr>
            </a:lvl2pPr>
            <a:lvl3pPr marL="1371600" lvl="2" indent="-2286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50"/>
              <a:buNone/>
              <a:defRPr sz="1450">
                <a:solidFill>
                  <a:schemeClr val="dk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5" name="Google Shape;245;p46"/>
          <p:cNvSpPr txBox="1">
            <a:spLocks noGrp="1"/>
          </p:cNvSpPr>
          <p:nvPr>
            <p:ph type="dt" idx="10"/>
          </p:nvPr>
        </p:nvSpPr>
        <p:spPr>
          <a:xfrm>
            <a:off x="7795859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46"/>
          <p:cNvSpPr txBox="1">
            <a:spLocks noGrp="1"/>
          </p:cNvSpPr>
          <p:nvPr>
            <p:ph type="sldNum" idx="12"/>
          </p:nvPr>
        </p:nvSpPr>
        <p:spPr>
          <a:xfrm>
            <a:off x="11448319" y="6563021"/>
            <a:ext cx="3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gest quote alt 2">
  <p:cSld name="Biggest quote alt 2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" name="Google Shape;248;p47"/>
          <p:cNvGrpSpPr/>
          <p:nvPr/>
        </p:nvGrpSpPr>
        <p:grpSpPr>
          <a:xfrm>
            <a:off x="0" y="0"/>
            <a:ext cx="12192000" cy="6858000"/>
            <a:chOff x="0" y="0"/>
            <a:chExt cx="7680" cy="4320"/>
          </a:xfrm>
        </p:grpSpPr>
        <p:sp>
          <p:nvSpPr>
            <p:cNvPr id="249" name="Google Shape;249;p47"/>
            <p:cNvSpPr/>
            <p:nvPr/>
          </p:nvSpPr>
          <p:spPr>
            <a:xfrm>
              <a:off x="5136" y="0"/>
              <a:ext cx="2544" cy="900"/>
            </a:xfrm>
            <a:custGeom>
              <a:avLst/>
              <a:gdLst/>
              <a:ahLst/>
              <a:cxnLst/>
              <a:rect l="l" t="t" r="r" b="b"/>
              <a:pathLst>
                <a:path w="6378" h="2257" extrusionOk="0">
                  <a:moveTo>
                    <a:pt x="218" y="75"/>
                  </a:moveTo>
                  <a:cubicBezTo>
                    <a:pt x="2043" y="746"/>
                    <a:pt x="3584" y="2257"/>
                    <a:pt x="5564" y="2149"/>
                  </a:cubicBezTo>
                  <a:cubicBezTo>
                    <a:pt x="5841" y="2134"/>
                    <a:pt x="6112" y="2086"/>
                    <a:pt x="6378" y="2022"/>
                  </a:cubicBezTo>
                  <a:cubicBezTo>
                    <a:pt x="6378" y="0"/>
                    <a:pt x="6378" y="0"/>
                    <a:pt x="637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3" y="24"/>
                    <a:pt x="146" y="49"/>
                    <a:pt x="218" y="75"/>
                  </a:cubicBezTo>
                  <a:close/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250" name="Google Shape;250;p47"/>
            <p:cNvSpPr/>
            <p:nvPr/>
          </p:nvSpPr>
          <p:spPr>
            <a:xfrm>
              <a:off x="0" y="0"/>
              <a:ext cx="3552" cy="959"/>
            </a:xfrm>
            <a:custGeom>
              <a:avLst/>
              <a:gdLst/>
              <a:ahLst/>
              <a:cxnLst/>
              <a:rect l="l" t="t" r="r" b="b"/>
              <a:pathLst>
                <a:path w="8906" h="2404" extrusionOk="0">
                  <a:moveTo>
                    <a:pt x="890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105"/>
                    <a:pt x="0" y="2105"/>
                    <a:pt x="0" y="2105"/>
                  </a:cubicBezTo>
                  <a:cubicBezTo>
                    <a:pt x="1522" y="2404"/>
                    <a:pt x="3192" y="2341"/>
                    <a:pt x="4729" y="2063"/>
                  </a:cubicBezTo>
                  <a:cubicBezTo>
                    <a:pt x="5185" y="1980"/>
                    <a:pt x="6787" y="1147"/>
                    <a:pt x="7152" y="875"/>
                  </a:cubicBezTo>
                  <a:cubicBezTo>
                    <a:pt x="7668" y="492"/>
                    <a:pt x="8266" y="198"/>
                    <a:pt x="8906" y="0"/>
                  </a:cubicBezTo>
                  <a:close/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251" name="Google Shape;251;p47"/>
            <p:cNvSpPr/>
            <p:nvPr/>
          </p:nvSpPr>
          <p:spPr>
            <a:xfrm>
              <a:off x="0" y="3048"/>
              <a:ext cx="5483" cy="1272"/>
            </a:xfrm>
            <a:custGeom>
              <a:avLst/>
              <a:gdLst/>
              <a:ahLst/>
              <a:cxnLst/>
              <a:rect l="l" t="t" r="r" b="b"/>
              <a:pathLst>
                <a:path w="12582" h="1996" extrusionOk="0">
                  <a:moveTo>
                    <a:pt x="5085" y="1409"/>
                  </a:moveTo>
                  <a:cubicBezTo>
                    <a:pt x="3019" y="1409"/>
                    <a:pt x="2539" y="835"/>
                    <a:pt x="1194" y="287"/>
                  </a:cubicBezTo>
                  <a:cubicBezTo>
                    <a:pt x="865" y="153"/>
                    <a:pt x="449" y="54"/>
                    <a:pt x="0" y="0"/>
                  </a:cubicBezTo>
                  <a:cubicBezTo>
                    <a:pt x="0" y="1996"/>
                    <a:pt x="0" y="1996"/>
                    <a:pt x="0" y="1996"/>
                  </a:cubicBezTo>
                  <a:cubicBezTo>
                    <a:pt x="12582" y="1996"/>
                    <a:pt x="12582" y="1996"/>
                    <a:pt x="12582" y="1996"/>
                  </a:cubicBezTo>
                  <a:cubicBezTo>
                    <a:pt x="11770" y="1490"/>
                    <a:pt x="10958" y="1044"/>
                    <a:pt x="9123" y="1044"/>
                  </a:cubicBezTo>
                  <a:cubicBezTo>
                    <a:pt x="7194" y="1044"/>
                    <a:pt x="7151" y="1409"/>
                    <a:pt x="5085" y="1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</p:grpSp>
      <p:sp>
        <p:nvSpPr>
          <p:cNvPr id="252" name="Google Shape;252;p47"/>
          <p:cNvSpPr txBox="1">
            <a:spLocks noGrp="1"/>
          </p:cNvSpPr>
          <p:nvPr>
            <p:ph type="dt" idx="10"/>
          </p:nvPr>
        </p:nvSpPr>
        <p:spPr>
          <a:xfrm>
            <a:off x="7795859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47"/>
          <p:cNvSpPr txBox="1">
            <a:spLocks noGrp="1"/>
          </p:cNvSpPr>
          <p:nvPr>
            <p:ph type="sldNum" idx="12"/>
          </p:nvPr>
        </p:nvSpPr>
        <p:spPr>
          <a:xfrm>
            <a:off x="11448319" y="6563021"/>
            <a:ext cx="3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4" name="Google Shape;254;p47"/>
          <p:cNvSpPr txBox="1">
            <a:spLocks noGrp="1"/>
          </p:cNvSpPr>
          <p:nvPr>
            <p:ph type="body" idx="1"/>
          </p:nvPr>
        </p:nvSpPr>
        <p:spPr>
          <a:xfrm>
            <a:off x="407989" y="852758"/>
            <a:ext cx="8016820" cy="4127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 b="0">
                <a:solidFill>
                  <a:schemeClr val="dk2"/>
                </a:solidFill>
                <a:latin typeface="NTR"/>
                <a:ea typeface="NTR"/>
                <a:cs typeface="NTR"/>
                <a:sym typeface="NTR"/>
              </a:defRPr>
            </a:lvl1pPr>
            <a:lvl2pPr marL="914400" lvl="1" indent="-228600" algn="l">
              <a:lnSpc>
                <a:spcPct val="85000"/>
              </a:lnSpc>
              <a:spcBef>
                <a:spcPts val="4200"/>
              </a:spcBef>
              <a:spcAft>
                <a:spcPts val="0"/>
              </a:spcAft>
              <a:buSzPts val="1450"/>
              <a:buFont typeface="Arial"/>
              <a:buNone/>
              <a:defRPr sz="1450" b="1">
                <a:solidFill>
                  <a:schemeClr val="dk1"/>
                </a:solidFill>
              </a:defRPr>
            </a:lvl2pPr>
            <a:lvl3pPr marL="1371600" lvl="2" indent="-2286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50"/>
              <a:buNone/>
              <a:defRPr sz="1450">
                <a:solidFill>
                  <a:schemeClr val="dk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55" name="Google Shape;255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4215" y="6244202"/>
            <a:ext cx="1979735" cy="433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gest quote alt 3">
  <p:cSld name="Biggest quote alt 3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p48"/>
          <p:cNvGrpSpPr/>
          <p:nvPr/>
        </p:nvGrpSpPr>
        <p:grpSpPr>
          <a:xfrm>
            <a:off x="0" y="0"/>
            <a:ext cx="12192000" cy="6858000"/>
            <a:chOff x="0" y="0"/>
            <a:chExt cx="7680" cy="4320"/>
          </a:xfrm>
        </p:grpSpPr>
        <p:sp>
          <p:nvSpPr>
            <p:cNvPr id="258" name="Google Shape;258;p48"/>
            <p:cNvSpPr/>
            <p:nvPr/>
          </p:nvSpPr>
          <p:spPr>
            <a:xfrm>
              <a:off x="0" y="0"/>
              <a:ext cx="962" cy="1002"/>
            </a:xfrm>
            <a:custGeom>
              <a:avLst/>
              <a:gdLst/>
              <a:ahLst/>
              <a:cxnLst/>
              <a:rect l="l" t="t" r="r" b="b"/>
              <a:pathLst>
                <a:path w="2403" h="2502" extrusionOk="0">
                  <a:moveTo>
                    <a:pt x="0" y="2502"/>
                  </a:moveTo>
                  <a:cubicBezTo>
                    <a:pt x="108" y="2484"/>
                    <a:pt x="214" y="2454"/>
                    <a:pt x="317" y="2410"/>
                  </a:cubicBezTo>
                  <a:cubicBezTo>
                    <a:pt x="646" y="2273"/>
                    <a:pt x="911" y="2043"/>
                    <a:pt x="1135" y="1769"/>
                  </a:cubicBezTo>
                  <a:cubicBezTo>
                    <a:pt x="1567" y="1239"/>
                    <a:pt x="1827" y="574"/>
                    <a:pt x="2311" y="87"/>
                  </a:cubicBezTo>
                  <a:cubicBezTo>
                    <a:pt x="2340" y="56"/>
                    <a:pt x="2371" y="27"/>
                    <a:pt x="2403" y="0"/>
                  </a:cubicBezTo>
                  <a:cubicBezTo>
                    <a:pt x="1609" y="0"/>
                    <a:pt x="1609" y="0"/>
                    <a:pt x="1609" y="0"/>
                  </a:cubicBezTo>
                  <a:cubicBezTo>
                    <a:pt x="1123" y="679"/>
                    <a:pt x="737" y="1649"/>
                    <a:pt x="0" y="1874"/>
                  </a:cubicBezTo>
                  <a:lnTo>
                    <a:pt x="0" y="2502"/>
                  </a:lnTo>
                  <a:close/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259" name="Google Shape;259;p48"/>
            <p:cNvSpPr/>
            <p:nvPr/>
          </p:nvSpPr>
          <p:spPr>
            <a:xfrm>
              <a:off x="1300" y="0"/>
              <a:ext cx="6380" cy="1393"/>
            </a:xfrm>
            <a:custGeom>
              <a:avLst/>
              <a:gdLst/>
              <a:ahLst/>
              <a:cxnLst/>
              <a:rect l="l" t="t" r="r" b="b"/>
              <a:pathLst>
                <a:path w="15931" h="3477" extrusionOk="0">
                  <a:moveTo>
                    <a:pt x="15931" y="0"/>
                  </a:moveTo>
                  <a:cubicBezTo>
                    <a:pt x="15881" y="0"/>
                    <a:pt x="15881" y="0"/>
                    <a:pt x="15881" y="0"/>
                  </a:cubicBezTo>
                  <a:cubicBezTo>
                    <a:pt x="15796" y="48"/>
                    <a:pt x="15719" y="114"/>
                    <a:pt x="15652" y="201"/>
                  </a:cubicBezTo>
                  <a:cubicBezTo>
                    <a:pt x="15487" y="417"/>
                    <a:pt x="15533" y="749"/>
                    <a:pt x="15604" y="990"/>
                  </a:cubicBezTo>
                  <a:cubicBezTo>
                    <a:pt x="15665" y="1195"/>
                    <a:pt x="15755" y="1399"/>
                    <a:pt x="15867" y="1594"/>
                  </a:cubicBezTo>
                  <a:cubicBezTo>
                    <a:pt x="15756" y="1820"/>
                    <a:pt x="15616" y="2029"/>
                    <a:pt x="15445" y="2210"/>
                  </a:cubicBezTo>
                  <a:cubicBezTo>
                    <a:pt x="14943" y="2739"/>
                    <a:pt x="14143" y="2788"/>
                    <a:pt x="13568" y="2337"/>
                  </a:cubicBezTo>
                  <a:cubicBezTo>
                    <a:pt x="12962" y="1862"/>
                    <a:pt x="12636" y="1119"/>
                    <a:pt x="12092" y="582"/>
                  </a:cubicBezTo>
                  <a:cubicBezTo>
                    <a:pt x="11825" y="317"/>
                    <a:pt x="11481" y="104"/>
                    <a:pt x="11114" y="0"/>
                  </a:cubicBezTo>
                  <a:cubicBezTo>
                    <a:pt x="10170" y="0"/>
                    <a:pt x="10170" y="0"/>
                    <a:pt x="10170" y="0"/>
                  </a:cubicBezTo>
                  <a:cubicBezTo>
                    <a:pt x="10099" y="22"/>
                    <a:pt x="10029" y="51"/>
                    <a:pt x="9961" y="86"/>
                  </a:cubicBezTo>
                  <a:cubicBezTo>
                    <a:pt x="9355" y="394"/>
                    <a:pt x="9066" y="1125"/>
                    <a:pt x="8737" y="1676"/>
                  </a:cubicBezTo>
                  <a:cubicBezTo>
                    <a:pt x="8544" y="1998"/>
                    <a:pt x="8314" y="2294"/>
                    <a:pt x="7984" y="2487"/>
                  </a:cubicBezTo>
                  <a:cubicBezTo>
                    <a:pt x="7689" y="2659"/>
                    <a:pt x="7408" y="2562"/>
                    <a:pt x="7168" y="2349"/>
                  </a:cubicBezTo>
                  <a:cubicBezTo>
                    <a:pt x="6864" y="2077"/>
                    <a:pt x="6648" y="1714"/>
                    <a:pt x="6435" y="1371"/>
                  </a:cubicBezTo>
                  <a:cubicBezTo>
                    <a:pt x="6238" y="1056"/>
                    <a:pt x="6056" y="732"/>
                    <a:pt x="5859" y="418"/>
                  </a:cubicBezTo>
                  <a:cubicBezTo>
                    <a:pt x="5771" y="278"/>
                    <a:pt x="5674" y="133"/>
                    <a:pt x="5564" y="0"/>
                  </a:cubicBezTo>
                  <a:cubicBezTo>
                    <a:pt x="3912" y="0"/>
                    <a:pt x="3912" y="0"/>
                    <a:pt x="3912" y="0"/>
                  </a:cubicBezTo>
                  <a:cubicBezTo>
                    <a:pt x="3714" y="270"/>
                    <a:pt x="3579" y="582"/>
                    <a:pt x="3431" y="881"/>
                  </a:cubicBezTo>
                  <a:cubicBezTo>
                    <a:pt x="3263" y="1224"/>
                    <a:pt x="3031" y="1516"/>
                    <a:pt x="2739" y="1763"/>
                  </a:cubicBezTo>
                  <a:cubicBezTo>
                    <a:pt x="2497" y="1967"/>
                    <a:pt x="2191" y="2107"/>
                    <a:pt x="1877" y="2085"/>
                  </a:cubicBezTo>
                  <a:cubicBezTo>
                    <a:pt x="1557" y="2063"/>
                    <a:pt x="1328" y="1741"/>
                    <a:pt x="1191" y="1469"/>
                  </a:cubicBezTo>
                  <a:cubicBezTo>
                    <a:pt x="957" y="1003"/>
                    <a:pt x="876" y="477"/>
                    <a:pt x="67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7" y="92"/>
                    <a:pt x="105" y="191"/>
                    <a:pt x="146" y="289"/>
                  </a:cubicBezTo>
                  <a:cubicBezTo>
                    <a:pt x="428" y="963"/>
                    <a:pt x="509" y="1742"/>
                    <a:pt x="1034" y="2289"/>
                  </a:cubicBezTo>
                  <a:cubicBezTo>
                    <a:pt x="1620" y="2900"/>
                    <a:pt x="2485" y="2716"/>
                    <a:pt x="3088" y="2245"/>
                  </a:cubicBezTo>
                  <a:cubicBezTo>
                    <a:pt x="3404" y="1999"/>
                    <a:pt x="3682" y="1679"/>
                    <a:pt x="3875" y="1328"/>
                  </a:cubicBezTo>
                  <a:cubicBezTo>
                    <a:pt x="4055" y="999"/>
                    <a:pt x="4189" y="647"/>
                    <a:pt x="4405" y="337"/>
                  </a:cubicBezTo>
                  <a:cubicBezTo>
                    <a:pt x="4584" y="80"/>
                    <a:pt x="4740" y="31"/>
                    <a:pt x="4968" y="241"/>
                  </a:cubicBezTo>
                  <a:cubicBezTo>
                    <a:pt x="5249" y="500"/>
                    <a:pt x="5430" y="861"/>
                    <a:pt x="5619" y="1188"/>
                  </a:cubicBezTo>
                  <a:cubicBezTo>
                    <a:pt x="5817" y="1531"/>
                    <a:pt x="6029" y="1870"/>
                    <a:pt x="6257" y="2194"/>
                  </a:cubicBezTo>
                  <a:cubicBezTo>
                    <a:pt x="6488" y="2523"/>
                    <a:pt x="6759" y="2852"/>
                    <a:pt x="7121" y="3043"/>
                  </a:cubicBezTo>
                  <a:cubicBezTo>
                    <a:pt x="7949" y="3477"/>
                    <a:pt x="8735" y="2780"/>
                    <a:pt x="9167" y="2118"/>
                  </a:cubicBezTo>
                  <a:cubicBezTo>
                    <a:pt x="9493" y="1618"/>
                    <a:pt x="9728" y="898"/>
                    <a:pt x="10263" y="603"/>
                  </a:cubicBezTo>
                  <a:cubicBezTo>
                    <a:pt x="10873" y="267"/>
                    <a:pt x="11598" y="883"/>
                    <a:pt x="11974" y="1345"/>
                  </a:cubicBezTo>
                  <a:cubicBezTo>
                    <a:pt x="12458" y="1942"/>
                    <a:pt x="12832" y="2658"/>
                    <a:pt x="13541" y="3025"/>
                  </a:cubicBezTo>
                  <a:cubicBezTo>
                    <a:pt x="14359" y="3450"/>
                    <a:pt x="15319" y="3239"/>
                    <a:pt x="15929" y="2569"/>
                  </a:cubicBezTo>
                  <a:cubicBezTo>
                    <a:pt x="15930" y="2568"/>
                    <a:pt x="15930" y="2568"/>
                    <a:pt x="15931" y="2567"/>
                  </a:cubicBezTo>
                  <a:lnTo>
                    <a:pt x="15931" y="0"/>
                  </a:lnTo>
                  <a:close/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260" name="Google Shape;260;p48"/>
            <p:cNvSpPr/>
            <p:nvPr/>
          </p:nvSpPr>
          <p:spPr>
            <a:xfrm>
              <a:off x="0" y="1640"/>
              <a:ext cx="7680" cy="1636"/>
            </a:xfrm>
            <a:custGeom>
              <a:avLst/>
              <a:gdLst/>
              <a:ahLst/>
              <a:cxnLst/>
              <a:rect l="l" t="t" r="r" b="b"/>
              <a:pathLst>
                <a:path w="19177" h="4085" extrusionOk="0">
                  <a:moveTo>
                    <a:pt x="1340" y="2796"/>
                  </a:moveTo>
                  <a:cubicBezTo>
                    <a:pt x="1656" y="2549"/>
                    <a:pt x="1934" y="2229"/>
                    <a:pt x="2127" y="1878"/>
                  </a:cubicBezTo>
                  <a:cubicBezTo>
                    <a:pt x="2307" y="1549"/>
                    <a:pt x="2441" y="1197"/>
                    <a:pt x="2657" y="888"/>
                  </a:cubicBezTo>
                  <a:cubicBezTo>
                    <a:pt x="2836" y="630"/>
                    <a:pt x="2992" y="581"/>
                    <a:pt x="3220" y="791"/>
                  </a:cubicBezTo>
                  <a:cubicBezTo>
                    <a:pt x="3501" y="1050"/>
                    <a:pt x="3682" y="1412"/>
                    <a:pt x="3871" y="1738"/>
                  </a:cubicBezTo>
                  <a:cubicBezTo>
                    <a:pt x="4069" y="2081"/>
                    <a:pt x="4282" y="2420"/>
                    <a:pt x="4509" y="2744"/>
                  </a:cubicBezTo>
                  <a:cubicBezTo>
                    <a:pt x="4740" y="3074"/>
                    <a:pt x="5011" y="3403"/>
                    <a:pt x="5373" y="3593"/>
                  </a:cubicBezTo>
                  <a:cubicBezTo>
                    <a:pt x="6201" y="4027"/>
                    <a:pt x="6987" y="3330"/>
                    <a:pt x="7419" y="2668"/>
                  </a:cubicBezTo>
                  <a:cubicBezTo>
                    <a:pt x="7745" y="2169"/>
                    <a:pt x="7980" y="1448"/>
                    <a:pt x="8515" y="1154"/>
                  </a:cubicBezTo>
                  <a:cubicBezTo>
                    <a:pt x="9125" y="818"/>
                    <a:pt x="9850" y="1433"/>
                    <a:pt x="10226" y="1895"/>
                  </a:cubicBezTo>
                  <a:cubicBezTo>
                    <a:pt x="10710" y="2492"/>
                    <a:pt x="11084" y="3208"/>
                    <a:pt x="11793" y="3576"/>
                  </a:cubicBezTo>
                  <a:cubicBezTo>
                    <a:pt x="12776" y="4085"/>
                    <a:pt x="13807" y="3518"/>
                    <a:pt x="14558" y="2786"/>
                  </a:cubicBezTo>
                  <a:cubicBezTo>
                    <a:pt x="14703" y="2944"/>
                    <a:pt x="14858" y="3090"/>
                    <a:pt x="15020" y="3216"/>
                  </a:cubicBezTo>
                  <a:cubicBezTo>
                    <a:pt x="15699" y="3745"/>
                    <a:pt x="16735" y="3764"/>
                    <a:pt x="17506" y="3441"/>
                  </a:cubicBezTo>
                  <a:cubicBezTo>
                    <a:pt x="18291" y="3112"/>
                    <a:pt x="18762" y="2486"/>
                    <a:pt x="19177" y="1785"/>
                  </a:cubicBezTo>
                  <a:cubicBezTo>
                    <a:pt x="19177" y="623"/>
                    <a:pt x="19177" y="623"/>
                    <a:pt x="19177" y="623"/>
                  </a:cubicBezTo>
                  <a:cubicBezTo>
                    <a:pt x="18955" y="951"/>
                    <a:pt x="18766" y="1306"/>
                    <a:pt x="18568" y="1641"/>
                  </a:cubicBezTo>
                  <a:cubicBezTo>
                    <a:pt x="18129" y="2384"/>
                    <a:pt x="17500" y="2989"/>
                    <a:pt x="16594" y="3048"/>
                  </a:cubicBezTo>
                  <a:cubicBezTo>
                    <a:pt x="16226" y="3072"/>
                    <a:pt x="15784" y="3014"/>
                    <a:pt x="15471" y="2808"/>
                  </a:cubicBezTo>
                  <a:cubicBezTo>
                    <a:pt x="15399" y="2761"/>
                    <a:pt x="15431" y="2783"/>
                    <a:pt x="15375" y="2737"/>
                  </a:cubicBezTo>
                  <a:cubicBezTo>
                    <a:pt x="15326" y="2697"/>
                    <a:pt x="15279" y="2653"/>
                    <a:pt x="15232" y="2610"/>
                  </a:cubicBezTo>
                  <a:cubicBezTo>
                    <a:pt x="15140" y="2523"/>
                    <a:pt x="15054" y="2430"/>
                    <a:pt x="14971" y="2335"/>
                  </a:cubicBezTo>
                  <a:cubicBezTo>
                    <a:pt x="15027" y="2266"/>
                    <a:pt x="15081" y="2198"/>
                    <a:pt x="15132" y="2130"/>
                  </a:cubicBezTo>
                  <a:cubicBezTo>
                    <a:pt x="15421" y="1742"/>
                    <a:pt x="15744" y="1186"/>
                    <a:pt x="15603" y="683"/>
                  </a:cubicBezTo>
                  <a:cubicBezTo>
                    <a:pt x="15434" y="81"/>
                    <a:pt x="14613" y="53"/>
                    <a:pt x="14140" y="260"/>
                  </a:cubicBezTo>
                  <a:cubicBezTo>
                    <a:pt x="13512" y="534"/>
                    <a:pt x="13648" y="1264"/>
                    <a:pt x="13876" y="1764"/>
                  </a:cubicBezTo>
                  <a:cubicBezTo>
                    <a:pt x="13961" y="1951"/>
                    <a:pt x="14066" y="2136"/>
                    <a:pt x="14186" y="2314"/>
                  </a:cubicBezTo>
                  <a:cubicBezTo>
                    <a:pt x="13857" y="2639"/>
                    <a:pt x="13469" y="2925"/>
                    <a:pt x="13065" y="3079"/>
                  </a:cubicBezTo>
                  <a:cubicBezTo>
                    <a:pt x="12807" y="3177"/>
                    <a:pt x="12585" y="3207"/>
                    <a:pt x="12370" y="3156"/>
                  </a:cubicBezTo>
                  <a:cubicBezTo>
                    <a:pt x="12015" y="3073"/>
                    <a:pt x="11737" y="2841"/>
                    <a:pt x="11497" y="2577"/>
                  </a:cubicBezTo>
                  <a:cubicBezTo>
                    <a:pt x="10971" y="2000"/>
                    <a:pt x="10628" y="1285"/>
                    <a:pt x="9973" y="829"/>
                  </a:cubicBezTo>
                  <a:cubicBezTo>
                    <a:pt x="9336" y="385"/>
                    <a:pt x="8483" y="338"/>
                    <a:pt x="7893" y="870"/>
                  </a:cubicBezTo>
                  <a:cubicBezTo>
                    <a:pt x="7386" y="1326"/>
                    <a:pt x="7162" y="2024"/>
                    <a:pt x="6764" y="2564"/>
                  </a:cubicBezTo>
                  <a:cubicBezTo>
                    <a:pt x="6561" y="2840"/>
                    <a:pt x="6233" y="3140"/>
                    <a:pt x="5871" y="3130"/>
                  </a:cubicBezTo>
                  <a:cubicBezTo>
                    <a:pt x="5562" y="3121"/>
                    <a:pt x="5288" y="2789"/>
                    <a:pt x="5116" y="2565"/>
                  </a:cubicBezTo>
                  <a:cubicBezTo>
                    <a:pt x="4627" y="1925"/>
                    <a:pt x="4308" y="1168"/>
                    <a:pt x="3803" y="541"/>
                  </a:cubicBezTo>
                  <a:cubicBezTo>
                    <a:pt x="3550" y="226"/>
                    <a:pt x="3211" y="0"/>
                    <a:pt x="2795" y="71"/>
                  </a:cubicBezTo>
                  <a:cubicBezTo>
                    <a:pt x="2424" y="134"/>
                    <a:pt x="2166" y="517"/>
                    <a:pt x="1994" y="816"/>
                  </a:cubicBezTo>
                  <a:cubicBezTo>
                    <a:pt x="1814" y="1128"/>
                    <a:pt x="1693" y="1473"/>
                    <a:pt x="1489" y="1771"/>
                  </a:cubicBezTo>
                  <a:cubicBezTo>
                    <a:pt x="1272" y="2090"/>
                    <a:pt x="980" y="2366"/>
                    <a:pt x="634" y="2539"/>
                  </a:cubicBezTo>
                  <a:cubicBezTo>
                    <a:pt x="426" y="2643"/>
                    <a:pt x="206" y="2670"/>
                    <a:pt x="0" y="2600"/>
                  </a:cubicBezTo>
                  <a:cubicBezTo>
                    <a:pt x="0" y="3214"/>
                    <a:pt x="0" y="3214"/>
                    <a:pt x="0" y="3214"/>
                  </a:cubicBezTo>
                  <a:cubicBezTo>
                    <a:pt x="459" y="3281"/>
                    <a:pt x="954" y="3097"/>
                    <a:pt x="1340" y="2796"/>
                  </a:cubicBezTo>
                  <a:close/>
                  <a:moveTo>
                    <a:pt x="14287" y="904"/>
                  </a:moveTo>
                  <a:cubicBezTo>
                    <a:pt x="14283" y="918"/>
                    <a:pt x="14319" y="856"/>
                    <a:pt x="14310" y="861"/>
                  </a:cubicBezTo>
                  <a:cubicBezTo>
                    <a:pt x="14321" y="850"/>
                    <a:pt x="14341" y="832"/>
                    <a:pt x="14340" y="831"/>
                  </a:cubicBezTo>
                  <a:cubicBezTo>
                    <a:pt x="14356" y="820"/>
                    <a:pt x="14373" y="811"/>
                    <a:pt x="14389" y="802"/>
                  </a:cubicBezTo>
                  <a:cubicBezTo>
                    <a:pt x="14409" y="791"/>
                    <a:pt x="14465" y="775"/>
                    <a:pt x="14529" y="761"/>
                  </a:cubicBezTo>
                  <a:cubicBezTo>
                    <a:pt x="14599" y="746"/>
                    <a:pt x="14686" y="746"/>
                    <a:pt x="14766" y="747"/>
                  </a:cubicBezTo>
                  <a:cubicBezTo>
                    <a:pt x="14794" y="747"/>
                    <a:pt x="14822" y="749"/>
                    <a:pt x="14850" y="752"/>
                  </a:cubicBezTo>
                  <a:cubicBezTo>
                    <a:pt x="14800" y="748"/>
                    <a:pt x="14878" y="757"/>
                    <a:pt x="14886" y="759"/>
                  </a:cubicBezTo>
                  <a:cubicBezTo>
                    <a:pt x="14910" y="764"/>
                    <a:pt x="14934" y="772"/>
                    <a:pt x="14957" y="779"/>
                  </a:cubicBezTo>
                  <a:cubicBezTo>
                    <a:pt x="14958" y="779"/>
                    <a:pt x="14958" y="779"/>
                    <a:pt x="14958" y="780"/>
                  </a:cubicBezTo>
                  <a:cubicBezTo>
                    <a:pt x="14960" y="781"/>
                    <a:pt x="14964" y="783"/>
                    <a:pt x="14968" y="785"/>
                  </a:cubicBezTo>
                  <a:cubicBezTo>
                    <a:pt x="14981" y="792"/>
                    <a:pt x="14988" y="795"/>
                    <a:pt x="14992" y="796"/>
                  </a:cubicBezTo>
                  <a:cubicBezTo>
                    <a:pt x="14992" y="795"/>
                    <a:pt x="14992" y="795"/>
                    <a:pt x="14992" y="796"/>
                  </a:cubicBezTo>
                  <a:cubicBezTo>
                    <a:pt x="14993" y="796"/>
                    <a:pt x="14993" y="796"/>
                    <a:pt x="14994" y="796"/>
                  </a:cubicBezTo>
                  <a:cubicBezTo>
                    <a:pt x="14995" y="798"/>
                    <a:pt x="14997" y="801"/>
                    <a:pt x="15000" y="804"/>
                  </a:cubicBezTo>
                  <a:cubicBezTo>
                    <a:pt x="15002" y="806"/>
                    <a:pt x="15003" y="808"/>
                    <a:pt x="15005" y="810"/>
                  </a:cubicBezTo>
                  <a:cubicBezTo>
                    <a:pt x="15009" y="814"/>
                    <a:pt x="15013" y="819"/>
                    <a:pt x="15019" y="825"/>
                  </a:cubicBezTo>
                  <a:cubicBezTo>
                    <a:pt x="15014" y="820"/>
                    <a:pt x="15011" y="816"/>
                    <a:pt x="15007" y="813"/>
                  </a:cubicBezTo>
                  <a:cubicBezTo>
                    <a:pt x="15011" y="817"/>
                    <a:pt x="15014" y="822"/>
                    <a:pt x="15017" y="826"/>
                  </a:cubicBezTo>
                  <a:cubicBezTo>
                    <a:pt x="15019" y="829"/>
                    <a:pt x="15021" y="832"/>
                    <a:pt x="15023" y="835"/>
                  </a:cubicBezTo>
                  <a:cubicBezTo>
                    <a:pt x="15023" y="837"/>
                    <a:pt x="15024" y="839"/>
                    <a:pt x="15025" y="842"/>
                  </a:cubicBezTo>
                  <a:cubicBezTo>
                    <a:pt x="15031" y="859"/>
                    <a:pt x="15035" y="870"/>
                    <a:pt x="15037" y="876"/>
                  </a:cubicBezTo>
                  <a:cubicBezTo>
                    <a:pt x="15036" y="878"/>
                    <a:pt x="15035" y="886"/>
                    <a:pt x="15036" y="904"/>
                  </a:cubicBezTo>
                  <a:cubicBezTo>
                    <a:pt x="15037" y="927"/>
                    <a:pt x="15036" y="949"/>
                    <a:pt x="15035" y="971"/>
                  </a:cubicBezTo>
                  <a:cubicBezTo>
                    <a:pt x="15034" y="977"/>
                    <a:pt x="15034" y="981"/>
                    <a:pt x="15034" y="985"/>
                  </a:cubicBezTo>
                  <a:cubicBezTo>
                    <a:pt x="15034" y="985"/>
                    <a:pt x="15034" y="985"/>
                    <a:pt x="15034" y="986"/>
                  </a:cubicBezTo>
                  <a:cubicBezTo>
                    <a:pt x="15018" y="1088"/>
                    <a:pt x="14963" y="1238"/>
                    <a:pt x="14945" y="1280"/>
                  </a:cubicBezTo>
                  <a:cubicBezTo>
                    <a:pt x="14855" y="1480"/>
                    <a:pt x="14734" y="1670"/>
                    <a:pt x="14602" y="1842"/>
                  </a:cubicBezTo>
                  <a:cubicBezTo>
                    <a:pt x="14532" y="1730"/>
                    <a:pt x="14467" y="1614"/>
                    <a:pt x="14409" y="1495"/>
                  </a:cubicBezTo>
                  <a:cubicBezTo>
                    <a:pt x="14361" y="1397"/>
                    <a:pt x="14318" y="1277"/>
                    <a:pt x="14289" y="1154"/>
                  </a:cubicBezTo>
                  <a:cubicBezTo>
                    <a:pt x="14269" y="1070"/>
                    <a:pt x="14266" y="979"/>
                    <a:pt x="14287" y="904"/>
                  </a:cubicBezTo>
                  <a:close/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261" name="Google Shape;261;p48"/>
            <p:cNvSpPr/>
            <p:nvPr/>
          </p:nvSpPr>
          <p:spPr>
            <a:xfrm>
              <a:off x="6004" y="1959"/>
              <a:ext cx="6" cy="6"/>
            </a:xfrm>
            <a:custGeom>
              <a:avLst/>
              <a:gdLst/>
              <a:ahLst/>
              <a:cxnLst/>
              <a:rect l="l" t="t" r="r" b="b"/>
              <a:pathLst>
                <a:path w="15" h="17" extrusionOk="0">
                  <a:moveTo>
                    <a:pt x="13" y="14"/>
                  </a:moveTo>
                  <a:cubicBezTo>
                    <a:pt x="11" y="12"/>
                    <a:pt x="10" y="10"/>
                    <a:pt x="8" y="8"/>
                  </a:cubicBezTo>
                  <a:cubicBezTo>
                    <a:pt x="4" y="4"/>
                    <a:pt x="2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5" y="6"/>
                    <a:pt x="15" y="17"/>
                  </a:cubicBezTo>
                  <a:cubicBezTo>
                    <a:pt x="15" y="16"/>
                    <a:pt x="14" y="15"/>
                    <a:pt x="13" y="14"/>
                  </a:cubicBezTo>
                  <a:close/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262" name="Google Shape;262;p48"/>
            <p:cNvSpPr/>
            <p:nvPr/>
          </p:nvSpPr>
          <p:spPr>
            <a:xfrm>
              <a:off x="0" y="3115"/>
              <a:ext cx="1314" cy="1205"/>
            </a:xfrm>
            <a:custGeom>
              <a:avLst/>
              <a:gdLst/>
              <a:ahLst/>
              <a:cxnLst/>
              <a:rect l="l" t="t" r="r" b="b"/>
              <a:pathLst>
                <a:path w="3281" h="3008" extrusionOk="0">
                  <a:moveTo>
                    <a:pt x="1239" y="812"/>
                  </a:moveTo>
                  <a:cubicBezTo>
                    <a:pt x="1259" y="803"/>
                    <a:pt x="1370" y="781"/>
                    <a:pt x="1359" y="781"/>
                  </a:cubicBezTo>
                  <a:cubicBezTo>
                    <a:pt x="1387" y="779"/>
                    <a:pt x="1416" y="781"/>
                    <a:pt x="1444" y="783"/>
                  </a:cubicBezTo>
                  <a:cubicBezTo>
                    <a:pt x="1371" y="777"/>
                    <a:pt x="1511" y="812"/>
                    <a:pt x="1465" y="790"/>
                  </a:cubicBezTo>
                  <a:cubicBezTo>
                    <a:pt x="1557" y="831"/>
                    <a:pt x="1614" y="891"/>
                    <a:pt x="1665" y="961"/>
                  </a:cubicBezTo>
                  <a:cubicBezTo>
                    <a:pt x="1750" y="1077"/>
                    <a:pt x="1818" y="1210"/>
                    <a:pt x="1873" y="1342"/>
                  </a:cubicBezTo>
                  <a:cubicBezTo>
                    <a:pt x="2102" y="1888"/>
                    <a:pt x="2198" y="2503"/>
                    <a:pt x="2506" y="3008"/>
                  </a:cubicBezTo>
                  <a:cubicBezTo>
                    <a:pt x="3281" y="3008"/>
                    <a:pt x="3281" y="3008"/>
                    <a:pt x="3281" y="3008"/>
                  </a:cubicBezTo>
                  <a:cubicBezTo>
                    <a:pt x="2860" y="2710"/>
                    <a:pt x="2736" y="2004"/>
                    <a:pt x="2588" y="1557"/>
                  </a:cubicBezTo>
                  <a:cubicBezTo>
                    <a:pt x="2436" y="1095"/>
                    <a:pt x="2223" y="466"/>
                    <a:pt x="1734" y="258"/>
                  </a:cubicBezTo>
                  <a:cubicBezTo>
                    <a:pt x="1126" y="0"/>
                    <a:pt x="527" y="491"/>
                    <a:pt x="166" y="944"/>
                  </a:cubicBezTo>
                  <a:cubicBezTo>
                    <a:pt x="108" y="1017"/>
                    <a:pt x="53" y="1092"/>
                    <a:pt x="0" y="1168"/>
                  </a:cubicBezTo>
                  <a:cubicBezTo>
                    <a:pt x="0" y="2267"/>
                    <a:pt x="0" y="2267"/>
                    <a:pt x="0" y="2267"/>
                  </a:cubicBezTo>
                  <a:cubicBezTo>
                    <a:pt x="243" y="1874"/>
                    <a:pt x="467" y="1467"/>
                    <a:pt x="792" y="1140"/>
                  </a:cubicBezTo>
                  <a:cubicBezTo>
                    <a:pt x="923" y="1007"/>
                    <a:pt x="1070" y="894"/>
                    <a:pt x="1239" y="812"/>
                  </a:cubicBezTo>
                  <a:close/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263" name="Google Shape;263;p48"/>
            <p:cNvSpPr/>
            <p:nvPr/>
          </p:nvSpPr>
          <p:spPr>
            <a:xfrm>
              <a:off x="6636" y="3348"/>
              <a:ext cx="888" cy="972"/>
            </a:xfrm>
            <a:custGeom>
              <a:avLst/>
              <a:gdLst/>
              <a:ahLst/>
              <a:cxnLst/>
              <a:rect l="l" t="t" r="r" b="b"/>
              <a:pathLst>
                <a:path w="2218" h="2426" extrusionOk="0">
                  <a:moveTo>
                    <a:pt x="2167" y="1307"/>
                  </a:moveTo>
                  <a:cubicBezTo>
                    <a:pt x="2218" y="1033"/>
                    <a:pt x="2203" y="739"/>
                    <a:pt x="2052" y="497"/>
                  </a:cubicBezTo>
                  <a:cubicBezTo>
                    <a:pt x="1881" y="225"/>
                    <a:pt x="1592" y="116"/>
                    <a:pt x="1288" y="76"/>
                  </a:cubicBezTo>
                  <a:cubicBezTo>
                    <a:pt x="708" y="0"/>
                    <a:pt x="0" y="286"/>
                    <a:pt x="77" y="972"/>
                  </a:cubicBezTo>
                  <a:cubicBezTo>
                    <a:pt x="136" y="1492"/>
                    <a:pt x="465" y="1966"/>
                    <a:pt x="812" y="2366"/>
                  </a:cubicBezTo>
                  <a:cubicBezTo>
                    <a:pt x="786" y="2387"/>
                    <a:pt x="761" y="2407"/>
                    <a:pt x="735" y="2426"/>
                  </a:cubicBezTo>
                  <a:cubicBezTo>
                    <a:pt x="1696" y="2426"/>
                    <a:pt x="1696" y="2426"/>
                    <a:pt x="1696" y="2426"/>
                  </a:cubicBezTo>
                  <a:cubicBezTo>
                    <a:pt x="1681" y="2412"/>
                    <a:pt x="1665" y="2397"/>
                    <a:pt x="1649" y="2382"/>
                  </a:cubicBezTo>
                  <a:cubicBezTo>
                    <a:pt x="1910" y="2059"/>
                    <a:pt x="2096" y="1688"/>
                    <a:pt x="2167" y="1307"/>
                  </a:cubicBezTo>
                  <a:close/>
                  <a:moveTo>
                    <a:pt x="671" y="926"/>
                  </a:moveTo>
                  <a:cubicBezTo>
                    <a:pt x="677" y="957"/>
                    <a:pt x="673" y="889"/>
                    <a:pt x="672" y="847"/>
                  </a:cubicBezTo>
                  <a:cubicBezTo>
                    <a:pt x="674" y="835"/>
                    <a:pt x="677" y="816"/>
                    <a:pt x="679" y="809"/>
                  </a:cubicBezTo>
                  <a:cubicBezTo>
                    <a:pt x="680" y="805"/>
                    <a:pt x="680" y="803"/>
                    <a:pt x="681" y="801"/>
                  </a:cubicBezTo>
                  <a:cubicBezTo>
                    <a:pt x="682" y="799"/>
                    <a:pt x="682" y="798"/>
                    <a:pt x="683" y="797"/>
                  </a:cubicBezTo>
                  <a:cubicBezTo>
                    <a:pt x="690" y="782"/>
                    <a:pt x="735" y="728"/>
                    <a:pt x="689" y="783"/>
                  </a:cubicBezTo>
                  <a:cubicBezTo>
                    <a:pt x="699" y="771"/>
                    <a:pt x="705" y="763"/>
                    <a:pt x="708" y="759"/>
                  </a:cubicBezTo>
                  <a:cubicBezTo>
                    <a:pt x="710" y="758"/>
                    <a:pt x="714" y="756"/>
                    <a:pt x="721" y="751"/>
                  </a:cubicBezTo>
                  <a:cubicBezTo>
                    <a:pt x="880" y="643"/>
                    <a:pt x="1216" y="640"/>
                    <a:pt x="1427" y="715"/>
                  </a:cubicBezTo>
                  <a:cubicBezTo>
                    <a:pt x="1375" y="697"/>
                    <a:pt x="1518" y="782"/>
                    <a:pt x="1490" y="754"/>
                  </a:cubicBezTo>
                  <a:cubicBezTo>
                    <a:pt x="1503" y="766"/>
                    <a:pt x="1515" y="779"/>
                    <a:pt x="1527" y="792"/>
                  </a:cubicBezTo>
                  <a:cubicBezTo>
                    <a:pt x="1498" y="760"/>
                    <a:pt x="1541" y="810"/>
                    <a:pt x="1547" y="820"/>
                  </a:cubicBezTo>
                  <a:cubicBezTo>
                    <a:pt x="1551" y="826"/>
                    <a:pt x="1566" y="858"/>
                    <a:pt x="1570" y="864"/>
                  </a:cubicBezTo>
                  <a:cubicBezTo>
                    <a:pt x="1575" y="880"/>
                    <a:pt x="1579" y="896"/>
                    <a:pt x="1584" y="912"/>
                  </a:cubicBezTo>
                  <a:cubicBezTo>
                    <a:pt x="1585" y="919"/>
                    <a:pt x="1593" y="963"/>
                    <a:pt x="1594" y="964"/>
                  </a:cubicBezTo>
                  <a:cubicBezTo>
                    <a:pt x="1596" y="993"/>
                    <a:pt x="1596" y="1021"/>
                    <a:pt x="1596" y="1049"/>
                  </a:cubicBezTo>
                  <a:cubicBezTo>
                    <a:pt x="1595" y="1261"/>
                    <a:pt x="1481" y="1531"/>
                    <a:pt x="1345" y="1754"/>
                  </a:cubicBezTo>
                  <a:cubicBezTo>
                    <a:pt x="1307" y="1815"/>
                    <a:pt x="1267" y="1875"/>
                    <a:pt x="1223" y="1934"/>
                  </a:cubicBezTo>
                  <a:cubicBezTo>
                    <a:pt x="998" y="1666"/>
                    <a:pt x="806" y="1372"/>
                    <a:pt x="710" y="1085"/>
                  </a:cubicBezTo>
                  <a:cubicBezTo>
                    <a:pt x="693" y="1033"/>
                    <a:pt x="680" y="980"/>
                    <a:pt x="671" y="926"/>
                  </a:cubicBezTo>
                  <a:close/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264" name="Google Shape;264;p48"/>
            <p:cNvSpPr/>
            <p:nvPr/>
          </p:nvSpPr>
          <p:spPr>
            <a:xfrm>
              <a:off x="1685" y="3295"/>
              <a:ext cx="1732" cy="1025"/>
            </a:xfrm>
            <a:custGeom>
              <a:avLst/>
              <a:gdLst/>
              <a:ahLst/>
              <a:cxnLst/>
              <a:rect l="l" t="t" r="r" b="b"/>
              <a:pathLst>
                <a:path w="4324" h="2558" extrusionOk="0">
                  <a:moveTo>
                    <a:pt x="2471" y="140"/>
                  </a:moveTo>
                  <a:cubicBezTo>
                    <a:pt x="2105" y="0"/>
                    <a:pt x="1728" y="232"/>
                    <a:pt x="1505" y="508"/>
                  </a:cubicBezTo>
                  <a:cubicBezTo>
                    <a:pt x="1258" y="812"/>
                    <a:pt x="1106" y="1174"/>
                    <a:pt x="932" y="1522"/>
                  </a:cubicBezTo>
                  <a:cubicBezTo>
                    <a:pt x="754" y="1877"/>
                    <a:pt x="406" y="2333"/>
                    <a:pt x="0" y="2558"/>
                  </a:cubicBezTo>
                  <a:cubicBezTo>
                    <a:pt x="929" y="2558"/>
                    <a:pt x="929" y="2558"/>
                    <a:pt x="929" y="2558"/>
                  </a:cubicBezTo>
                  <a:cubicBezTo>
                    <a:pt x="1110" y="2370"/>
                    <a:pt x="1270" y="2157"/>
                    <a:pt x="1394" y="1931"/>
                  </a:cubicBezTo>
                  <a:cubicBezTo>
                    <a:pt x="1574" y="1602"/>
                    <a:pt x="1708" y="1250"/>
                    <a:pt x="1924" y="940"/>
                  </a:cubicBezTo>
                  <a:cubicBezTo>
                    <a:pt x="2102" y="683"/>
                    <a:pt x="2259" y="634"/>
                    <a:pt x="2487" y="844"/>
                  </a:cubicBezTo>
                  <a:cubicBezTo>
                    <a:pt x="2767" y="1103"/>
                    <a:pt x="2949" y="1465"/>
                    <a:pt x="3138" y="1791"/>
                  </a:cubicBezTo>
                  <a:cubicBezTo>
                    <a:pt x="3287" y="2050"/>
                    <a:pt x="3446" y="2308"/>
                    <a:pt x="3613" y="2558"/>
                  </a:cubicBezTo>
                  <a:cubicBezTo>
                    <a:pt x="4324" y="2558"/>
                    <a:pt x="4324" y="2558"/>
                    <a:pt x="4324" y="2558"/>
                  </a:cubicBezTo>
                  <a:cubicBezTo>
                    <a:pt x="4160" y="2330"/>
                    <a:pt x="4025" y="2089"/>
                    <a:pt x="3927" y="1931"/>
                  </a:cubicBezTo>
                  <a:cubicBezTo>
                    <a:pt x="3544" y="1313"/>
                    <a:pt x="3194" y="419"/>
                    <a:pt x="2471" y="140"/>
                  </a:cubicBezTo>
                  <a:close/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265" name="Google Shape;265;p48"/>
            <p:cNvSpPr/>
            <p:nvPr/>
          </p:nvSpPr>
          <p:spPr>
            <a:xfrm>
              <a:off x="4117" y="3491"/>
              <a:ext cx="1962" cy="829"/>
            </a:xfrm>
            <a:custGeom>
              <a:avLst/>
              <a:gdLst/>
              <a:ahLst/>
              <a:cxnLst/>
              <a:rect l="l" t="t" r="r" b="b"/>
              <a:pathLst>
                <a:path w="4899" h="2070" extrusionOk="0">
                  <a:moveTo>
                    <a:pt x="4323" y="1481"/>
                  </a:moveTo>
                  <a:cubicBezTo>
                    <a:pt x="3793" y="895"/>
                    <a:pt x="3249" y="274"/>
                    <a:pt x="2447" y="86"/>
                  </a:cubicBezTo>
                  <a:cubicBezTo>
                    <a:pt x="2081" y="0"/>
                    <a:pt x="1707" y="36"/>
                    <a:pt x="1377" y="218"/>
                  </a:cubicBezTo>
                  <a:cubicBezTo>
                    <a:pt x="1082" y="380"/>
                    <a:pt x="864" y="661"/>
                    <a:pt x="682" y="936"/>
                  </a:cubicBezTo>
                  <a:cubicBezTo>
                    <a:pt x="443" y="1299"/>
                    <a:pt x="259" y="1718"/>
                    <a:pt x="0" y="2070"/>
                  </a:cubicBezTo>
                  <a:cubicBezTo>
                    <a:pt x="713" y="2070"/>
                    <a:pt x="713" y="2070"/>
                    <a:pt x="713" y="2070"/>
                  </a:cubicBezTo>
                  <a:cubicBezTo>
                    <a:pt x="992" y="1588"/>
                    <a:pt x="1231" y="982"/>
                    <a:pt x="1710" y="718"/>
                  </a:cubicBezTo>
                  <a:cubicBezTo>
                    <a:pt x="2307" y="390"/>
                    <a:pt x="3039" y="994"/>
                    <a:pt x="3448" y="1414"/>
                  </a:cubicBezTo>
                  <a:cubicBezTo>
                    <a:pt x="3651" y="1621"/>
                    <a:pt x="3844" y="1850"/>
                    <a:pt x="4046" y="2070"/>
                  </a:cubicBezTo>
                  <a:cubicBezTo>
                    <a:pt x="4899" y="2070"/>
                    <a:pt x="4899" y="2070"/>
                    <a:pt x="4899" y="2070"/>
                  </a:cubicBezTo>
                  <a:cubicBezTo>
                    <a:pt x="4690" y="1890"/>
                    <a:pt x="4502" y="1677"/>
                    <a:pt x="4323" y="1481"/>
                  </a:cubicBezTo>
                  <a:close/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</p:grpSp>
      <p:sp>
        <p:nvSpPr>
          <p:cNvPr id="266" name="Google Shape;266;p48"/>
          <p:cNvSpPr txBox="1">
            <a:spLocks noGrp="1"/>
          </p:cNvSpPr>
          <p:nvPr>
            <p:ph type="dt" idx="10"/>
          </p:nvPr>
        </p:nvSpPr>
        <p:spPr>
          <a:xfrm>
            <a:off x="7795859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48"/>
          <p:cNvSpPr txBox="1">
            <a:spLocks noGrp="1"/>
          </p:cNvSpPr>
          <p:nvPr>
            <p:ph type="sldNum" idx="12"/>
          </p:nvPr>
        </p:nvSpPr>
        <p:spPr>
          <a:xfrm>
            <a:off x="11448319" y="6563021"/>
            <a:ext cx="3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8" name="Google Shape;268;p48"/>
          <p:cNvSpPr txBox="1">
            <a:spLocks noGrp="1"/>
          </p:cNvSpPr>
          <p:nvPr>
            <p:ph type="body" idx="1"/>
          </p:nvPr>
        </p:nvSpPr>
        <p:spPr>
          <a:xfrm>
            <a:off x="407989" y="852758"/>
            <a:ext cx="8016820" cy="4127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 b="0">
                <a:solidFill>
                  <a:schemeClr val="dk2"/>
                </a:solidFill>
                <a:latin typeface="NTR"/>
                <a:ea typeface="NTR"/>
                <a:cs typeface="NTR"/>
                <a:sym typeface="NTR"/>
              </a:defRPr>
            </a:lvl1pPr>
            <a:lvl2pPr marL="914400" lvl="1" indent="-228600" algn="l">
              <a:lnSpc>
                <a:spcPct val="85000"/>
              </a:lnSpc>
              <a:spcBef>
                <a:spcPts val="4200"/>
              </a:spcBef>
              <a:spcAft>
                <a:spcPts val="0"/>
              </a:spcAft>
              <a:buSzPts val="1450"/>
              <a:buFont typeface="Arial"/>
              <a:buNone/>
              <a:defRPr sz="1450" b="1">
                <a:solidFill>
                  <a:schemeClr val="dk1"/>
                </a:solidFill>
              </a:defRPr>
            </a:lvl2pPr>
            <a:lvl3pPr marL="1371600" lvl="2" indent="-2286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50"/>
              <a:buNone/>
              <a:defRPr sz="1450">
                <a:solidFill>
                  <a:schemeClr val="dk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69" name="Google Shape;269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4216" y="6244202"/>
            <a:ext cx="1979734" cy="433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or quote alt 3">
  <p:cSld name="2 color quote alt 3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" name="Google Shape;271;p49"/>
          <p:cNvGrpSpPr/>
          <p:nvPr/>
        </p:nvGrpSpPr>
        <p:grpSpPr>
          <a:xfrm>
            <a:off x="0" y="0"/>
            <a:ext cx="12192000" cy="6858000"/>
            <a:chOff x="0" y="0"/>
            <a:chExt cx="7680" cy="4320"/>
          </a:xfrm>
        </p:grpSpPr>
        <p:sp>
          <p:nvSpPr>
            <p:cNvPr id="272" name="Google Shape;272;p49"/>
            <p:cNvSpPr/>
            <p:nvPr/>
          </p:nvSpPr>
          <p:spPr>
            <a:xfrm>
              <a:off x="0" y="0"/>
              <a:ext cx="1196" cy="1007"/>
            </a:xfrm>
            <a:custGeom>
              <a:avLst/>
              <a:gdLst/>
              <a:ahLst/>
              <a:cxnLst/>
              <a:rect l="l" t="t" r="r" b="b"/>
              <a:pathLst>
                <a:path w="3220" h="2710" extrusionOk="0">
                  <a:moveTo>
                    <a:pt x="1837" y="2568"/>
                  </a:moveTo>
                  <a:cubicBezTo>
                    <a:pt x="2034" y="2544"/>
                    <a:pt x="2235" y="2518"/>
                    <a:pt x="2413" y="2430"/>
                  </a:cubicBezTo>
                  <a:cubicBezTo>
                    <a:pt x="2847" y="2215"/>
                    <a:pt x="3027" y="1696"/>
                    <a:pt x="3122" y="1221"/>
                  </a:cubicBezTo>
                  <a:cubicBezTo>
                    <a:pt x="3184" y="909"/>
                    <a:pt x="3220" y="558"/>
                    <a:pt x="3039" y="296"/>
                  </a:cubicBezTo>
                  <a:cubicBezTo>
                    <a:pt x="2942" y="156"/>
                    <a:pt x="2800" y="65"/>
                    <a:pt x="264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569"/>
                    <a:pt x="0" y="2569"/>
                    <a:pt x="0" y="2569"/>
                  </a:cubicBezTo>
                  <a:cubicBezTo>
                    <a:pt x="5" y="2570"/>
                    <a:pt x="10" y="2571"/>
                    <a:pt x="15" y="2572"/>
                  </a:cubicBezTo>
                  <a:cubicBezTo>
                    <a:pt x="610" y="2710"/>
                    <a:pt x="1231" y="2641"/>
                    <a:pt x="1837" y="2568"/>
                  </a:cubicBezTo>
                  <a:close/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273" name="Google Shape;273;p49"/>
            <p:cNvSpPr/>
            <p:nvPr/>
          </p:nvSpPr>
          <p:spPr>
            <a:xfrm>
              <a:off x="6495" y="0"/>
              <a:ext cx="1185" cy="1107"/>
            </a:xfrm>
            <a:custGeom>
              <a:avLst/>
              <a:gdLst/>
              <a:ahLst/>
              <a:cxnLst/>
              <a:rect l="l" t="t" r="r" b="b"/>
              <a:pathLst>
                <a:path w="3189" h="2981" extrusionOk="0">
                  <a:moveTo>
                    <a:pt x="300" y="1693"/>
                  </a:moveTo>
                  <a:cubicBezTo>
                    <a:pt x="654" y="2257"/>
                    <a:pt x="1332" y="2518"/>
                    <a:pt x="1974" y="2697"/>
                  </a:cubicBezTo>
                  <a:cubicBezTo>
                    <a:pt x="2375" y="2809"/>
                    <a:pt x="2780" y="2904"/>
                    <a:pt x="3189" y="2981"/>
                  </a:cubicBezTo>
                  <a:cubicBezTo>
                    <a:pt x="3189" y="0"/>
                    <a:pt x="3189" y="0"/>
                    <a:pt x="3189" y="0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57" y="96"/>
                    <a:pt x="46" y="192"/>
                    <a:pt x="39" y="288"/>
                  </a:cubicBezTo>
                  <a:cubicBezTo>
                    <a:pt x="0" y="771"/>
                    <a:pt x="42" y="1282"/>
                    <a:pt x="300" y="1693"/>
                  </a:cubicBezTo>
                  <a:close/>
                </a:path>
              </a:pathLst>
            </a:custGeom>
            <a:solidFill>
              <a:srgbClr val="FF191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274" name="Google Shape;274;p49"/>
            <p:cNvSpPr/>
            <p:nvPr/>
          </p:nvSpPr>
          <p:spPr>
            <a:xfrm>
              <a:off x="6329" y="2382"/>
              <a:ext cx="1351" cy="1938"/>
            </a:xfrm>
            <a:custGeom>
              <a:avLst/>
              <a:gdLst/>
              <a:ahLst/>
              <a:cxnLst/>
              <a:rect l="l" t="t" r="r" b="b"/>
              <a:pathLst>
                <a:path w="3638" h="5217" extrusionOk="0">
                  <a:moveTo>
                    <a:pt x="2637" y="180"/>
                  </a:moveTo>
                  <a:cubicBezTo>
                    <a:pt x="1313" y="647"/>
                    <a:pt x="419" y="1743"/>
                    <a:pt x="158" y="3035"/>
                  </a:cubicBezTo>
                  <a:cubicBezTo>
                    <a:pt x="0" y="3817"/>
                    <a:pt x="146" y="4741"/>
                    <a:pt x="794" y="5207"/>
                  </a:cubicBezTo>
                  <a:cubicBezTo>
                    <a:pt x="799" y="5210"/>
                    <a:pt x="804" y="5214"/>
                    <a:pt x="808" y="5217"/>
                  </a:cubicBezTo>
                  <a:cubicBezTo>
                    <a:pt x="3638" y="5217"/>
                    <a:pt x="3638" y="5217"/>
                    <a:pt x="3638" y="5217"/>
                  </a:cubicBezTo>
                  <a:cubicBezTo>
                    <a:pt x="3638" y="0"/>
                    <a:pt x="3638" y="0"/>
                    <a:pt x="3638" y="0"/>
                  </a:cubicBezTo>
                  <a:cubicBezTo>
                    <a:pt x="3329" y="1"/>
                    <a:pt x="2996" y="53"/>
                    <a:pt x="2637" y="180"/>
                  </a:cubicBezTo>
                  <a:close/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275" name="Google Shape;275;p49"/>
            <p:cNvSpPr/>
            <p:nvPr/>
          </p:nvSpPr>
          <p:spPr>
            <a:xfrm>
              <a:off x="0" y="2432"/>
              <a:ext cx="907" cy="1888"/>
            </a:xfrm>
            <a:custGeom>
              <a:avLst/>
              <a:gdLst/>
              <a:ahLst/>
              <a:cxnLst/>
              <a:rect l="l" t="t" r="r" b="b"/>
              <a:pathLst>
                <a:path w="2441" h="5084" extrusionOk="0">
                  <a:moveTo>
                    <a:pt x="1451" y="1309"/>
                  </a:moveTo>
                  <a:cubicBezTo>
                    <a:pt x="1072" y="770"/>
                    <a:pt x="570" y="327"/>
                    <a:pt x="0" y="0"/>
                  </a:cubicBezTo>
                  <a:cubicBezTo>
                    <a:pt x="0" y="5084"/>
                    <a:pt x="0" y="5084"/>
                    <a:pt x="0" y="5084"/>
                  </a:cubicBezTo>
                  <a:cubicBezTo>
                    <a:pt x="2061" y="5084"/>
                    <a:pt x="2061" y="5084"/>
                    <a:pt x="2061" y="5084"/>
                  </a:cubicBezTo>
                  <a:cubicBezTo>
                    <a:pt x="2441" y="3825"/>
                    <a:pt x="2210" y="2388"/>
                    <a:pt x="1451" y="1309"/>
                  </a:cubicBezTo>
                  <a:close/>
                </a:path>
              </a:pathLst>
            </a:custGeom>
            <a:solidFill>
              <a:srgbClr val="F5F0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276" name="Google Shape;276;p49"/>
            <p:cNvSpPr/>
            <p:nvPr/>
          </p:nvSpPr>
          <p:spPr>
            <a:xfrm>
              <a:off x="0" y="3689"/>
              <a:ext cx="1837" cy="631"/>
            </a:xfrm>
            <a:custGeom>
              <a:avLst/>
              <a:gdLst/>
              <a:ahLst/>
              <a:cxnLst/>
              <a:rect l="l" t="t" r="r" b="b"/>
              <a:pathLst>
                <a:path w="3767" h="1888" extrusionOk="0">
                  <a:moveTo>
                    <a:pt x="3766" y="1814"/>
                  </a:moveTo>
                  <a:cubicBezTo>
                    <a:pt x="3757" y="1363"/>
                    <a:pt x="3623" y="887"/>
                    <a:pt x="3314" y="548"/>
                  </a:cubicBezTo>
                  <a:cubicBezTo>
                    <a:pt x="2941" y="140"/>
                    <a:pt x="2397" y="99"/>
                    <a:pt x="1878" y="60"/>
                  </a:cubicBezTo>
                  <a:cubicBezTo>
                    <a:pt x="1366" y="20"/>
                    <a:pt x="819" y="0"/>
                    <a:pt x="337" y="208"/>
                  </a:cubicBezTo>
                  <a:cubicBezTo>
                    <a:pt x="213" y="262"/>
                    <a:pt x="101" y="331"/>
                    <a:pt x="0" y="411"/>
                  </a:cubicBezTo>
                  <a:cubicBezTo>
                    <a:pt x="0" y="1888"/>
                    <a:pt x="0" y="1888"/>
                    <a:pt x="0" y="1888"/>
                  </a:cubicBezTo>
                  <a:cubicBezTo>
                    <a:pt x="3767" y="1888"/>
                    <a:pt x="3767" y="1888"/>
                    <a:pt x="3767" y="1888"/>
                  </a:cubicBezTo>
                  <a:cubicBezTo>
                    <a:pt x="3767" y="1863"/>
                    <a:pt x="3767" y="1839"/>
                    <a:pt x="3766" y="1814"/>
                  </a:cubicBezTo>
                  <a:close/>
                </a:path>
              </a:pathLst>
            </a:custGeom>
            <a:solidFill>
              <a:srgbClr val="FF191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</p:grpSp>
      <p:sp>
        <p:nvSpPr>
          <p:cNvPr id="277" name="Google Shape;277;p49"/>
          <p:cNvSpPr txBox="1">
            <a:spLocks noGrp="1"/>
          </p:cNvSpPr>
          <p:nvPr>
            <p:ph type="dt" idx="10"/>
          </p:nvPr>
        </p:nvSpPr>
        <p:spPr>
          <a:xfrm>
            <a:off x="7795859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8" name="Google Shape;278;p49"/>
          <p:cNvSpPr txBox="1">
            <a:spLocks noGrp="1"/>
          </p:cNvSpPr>
          <p:nvPr>
            <p:ph type="sldNum" idx="12"/>
          </p:nvPr>
        </p:nvSpPr>
        <p:spPr>
          <a:xfrm>
            <a:off x="11448319" y="6563021"/>
            <a:ext cx="3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9" name="Google Shape;279;p49"/>
          <p:cNvSpPr txBox="1">
            <a:spLocks noGrp="1"/>
          </p:cNvSpPr>
          <p:nvPr>
            <p:ph type="body" idx="1"/>
          </p:nvPr>
        </p:nvSpPr>
        <p:spPr>
          <a:xfrm>
            <a:off x="2314575" y="1407600"/>
            <a:ext cx="7561263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 b="0">
                <a:solidFill>
                  <a:schemeClr val="dk2"/>
                </a:solidFill>
                <a:latin typeface="NTR"/>
                <a:ea typeface="NTR"/>
                <a:cs typeface="NTR"/>
                <a:sym typeface="NTR"/>
              </a:defRPr>
            </a:lvl1pPr>
            <a:lvl2pPr marL="914400" lvl="1" indent="-22860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 b="0">
                <a:solidFill>
                  <a:srgbClr val="0000A0"/>
                </a:solidFill>
                <a:latin typeface="NTR"/>
                <a:ea typeface="NTR"/>
                <a:cs typeface="NTR"/>
                <a:sym typeface="NTR"/>
              </a:defRPr>
            </a:lvl2pPr>
            <a:lvl3pPr marL="1371600" lvl="2" indent="-228600" algn="ctr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1450"/>
              <a:buFont typeface="Arial"/>
              <a:buNone/>
              <a:defRPr sz="1450"/>
            </a:lvl3pPr>
            <a:lvl4pPr marL="1828800" lvl="3" indent="-2286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50"/>
              <a:buNone/>
              <a:defRPr sz="1450"/>
            </a:lvl4pPr>
            <a:lvl5pPr marL="2286000" lvl="4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45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80" name="Google Shape;280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4215" y="6244202"/>
            <a:ext cx="1979735" cy="433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or quote pets alt">
  <p:cSld name="2 color quote pets alt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0"/>
          <p:cNvSpPr txBox="1">
            <a:spLocks noGrp="1"/>
          </p:cNvSpPr>
          <p:nvPr>
            <p:ph type="dt" idx="10"/>
          </p:nvPr>
        </p:nvSpPr>
        <p:spPr>
          <a:xfrm>
            <a:off x="7795859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3" name="Google Shape;283;p50"/>
          <p:cNvSpPr txBox="1">
            <a:spLocks noGrp="1"/>
          </p:cNvSpPr>
          <p:nvPr>
            <p:ph type="sldNum" idx="12"/>
          </p:nvPr>
        </p:nvSpPr>
        <p:spPr>
          <a:xfrm>
            <a:off x="11448319" y="6563021"/>
            <a:ext cx="3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4" name="Google Shape;284;p50"/>
          <p:cNvSpPr txBox="1">
            <a:spLocks noGrp="1"/>
          </p:cNvSpPr>
          <p:nvPr>
            <p:ph type="body" idx="1"/>
          </p:nvPr>
        </p:nvSpPr>
        <p:spPr>
          <a:xfrm>
            <a:off x="2314575" y="1407600"/>
            <a:ext cx="7561263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 b="0">
                <a:solidFill>
                  <a:schemeClr val="dk2"/>
                </a:solidFill>
                <a:latin typeface="NTR"/>
                <a:ea typeface="NTR"/>
                <a:cs typeface="NTR"/>
                <a:sym typeface="NTR"/>
              </a:defRPr>
            </a:lvl1pPr>
            <a:lvl2pPr marL="914400" lvl="1" indent="-22860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 b="0">
                <a:solidFill>
                  <a:srgbClr val="0000A0"/>
                </a:solidFill>
                <a:latin typeface="NTR"/>
                <a:ea typeface="NTR"/>
                <a:cs typeface="NTR"/>
                <a:sym typeface="NTR"/>
              </a:defRPr>
            </a:lvl2pPr>
            <a:lvl3pPr marL="1371600" lvl="2" indent="-228600" algn="ctr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1450"/>
              <a:buFont typeface="Arial"/>
              <a:buNone/>
              <a:defRPr sz="1450"/>
            </a:lvl3pPr>
            <a:lvl4pPr marL="1828800" lvl="3" indent="-2286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50"/>
              <a:buNone/>
              <a:defRPr sz="1450"/>
            </a:lvl4pPr>
            <a:lvl5pPr marL="2286000" lvl="4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45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85" name="Google Shape;285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2184" y="2521323"/>
            <a:ext cx="1644097" cy="2669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03084" y="5190564"/>
            <a:ext cx="1445235" cy="123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alt 2">
  <p:cSld name="Title Slide alt 2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1"/>
          <p:cNvSpPr txBox="1">
            <a:spLocks noGrp="1"/>
          </p:cNvSpPr>
          <p:nvPr>
            <p:ph type="ctrTitle"/>
          </p:nvPr>
        </p:nvSpPr>
        <p:spPr>
          <a:xfrm>
            <a:off x="1319212" y="674896"/>
            <a:ext cx="6610350" cy="1226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TR"/>
              <a:buNone/>
              <a:defRPr sz="2600" b="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51"/>
          <p:cNvSpPr txBox="1">
            <a:spLocks noGrp="1"/>
          </p:cNvSpPr>
          <p:nvPr>
            <p:ph type="subTitle" idx="1"/>
          </p:nvPr>
        </p:nvSpPr>
        <p:spPr>
          <a:xfrm>
            <a:off x="1319211" y="4914900"/>
            <a:ext cx="6653213" cy="98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1pPr>
            <a:lvl2pPr lvl="1" algn="ctr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90" name="Google Shape;290;p51"/>
          <p:cNvSpPr txBox="1">
            <a:spLocks noGrp="1"/>
          </p:cNvSpPr>
          <p:nvPr>
            <p:ph type="dt" idx="10"/>
          </p:nvPr>
        </p:nvSpPr>
        <p:spPr>
          <a:xfrm>
            <a:off x="1319212" y="6562800"/>
            <a:ext cx="39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91" name="Google Shape;291;p51"/>
          <p:cNvGrpSpPr/>
          <p:nvPr/>
        </p:nvGrpSpPr>
        <p:grpSpPr>
          <a:xfrm>
            <a:off x="1319213" y="2433638"/>
            <a:ext cx="3541712" cy="1974850"/>
            <a:chOff x="831" y="1533"/>
            <a:chExt cx="2231" cy="1244"/>
          </a:xfrm>
        </p:grpSpPr>
        <p:sp>
          <p:nvSpPr>
            <p:cNvPr id="292" name="Google Shape;292;p51"/>
            <p:cNvSpPr/>
            <p:nvPr/>
          </p:nvSpPr>
          <p:spPr>
            <a:xfrm>
              <a:off x="831" y="2363"/>
              <a:ext cx="1816" cy="414"/>
            </a:xfrm>
            <a:custGeom>
              <a:avLst/>
              <a:gdLst/>
              <a:ahLst/>
              <a:cxnLst/>
              <a:rect l="l" t="t" r="r" b="b"/>
              <a:pathLst>
                <a:path w="16923" h="3860" extrusionOk="0">
                  <a:moveTo>
                    <a:pt x="2405" y="1096"/>
                  </a:moveTo>
                  <a:cubicBezTo>
                    <a:pt x="2405" y="1792"/>
                    <a:pt x="1900" y="2188"/>
                    <a:pt x="1178" y="2188"/>
                  </a:cubicBezTo>
                  <a:cubicBezTo>
                    <a:pt x="483" y="2188"/>
                    <a:pt x="483" y="2188"/>
                    <a:pt x="483" y="2188"/>
                  </a:cubicBezTo>
                  <a:cubicBezTo>
                    <a:pt x="483" y="3800"/>
                    <a:pt x="483" y="3800"/>
                    <a:pt x="483" y="3800"/>
                  </a:cubicBezTo>
                  <a:cubicBezTo>
                    <a:pt x="0" y="3800"/>
                    <a:pt x="0" y="3800"/>
                    <a:pt x="0" y="380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8" y="0"/>
                    <a:pt x="1178" y="0"/>
                    <a:pt x="1178" y="0"/>
                  </a:cubicBezTo>
                  <a:cubicBezTo>
                    <a:pt x="1900" y="0"/>
                    <a:pt x="2405" y="402"/>
                    <a:pt x="2405" y="1096"/>
                  </a:cubicBezTo>
                  <a:close/>
                  <a:moveTo>
                    <a:pt x="483" y="1743"/>
                  </a:moveTo>
                  <a:cubicBezTo>
                    <a:pt x="1178" y="1743"/>
                    <a:pt x="1178" y="1743"/>
                    <a:pt x="1178" y="1743"/>
                  </a:cubicBezTo>
                  <a:cubicBezTo>
                    <a:pt x="1612" y="1743"/>
                    <a:pt x="1916" y="1504"/>
                    <a:pt x="1916" y="1096"/>
                  </a:cubicBezTo>
                  <a:cubicBezTo>
                    <a:pt x="1916" y="679"/>
                    <a:pt x="1612" y="445"/>
                    <a:pt x="1178" y="445"/>
                  </a:cubicBezTo>
                  <a:cubicBezTo>
                    <a:pt x="483" y="445"/>
                    <a:pt x="483" y="445"/>
                    <a:pt x="483" y="445"/>
                  </a:cubicBezTo>
                  <a:lnTo>
                    <a:pt x="483" y="1743"/>
                  </a:lnTo>
                  <a:close/>
                  <a:moveTo>
                    <a:pt x="4995" y="3524"/>
                  </a:moveTo>
                  <a:cubicBezTo>
                    <a:pt x="4701" y="3735"/>
                    <a:pt x="4343" y="3860"/>
                    <a:pt x="3974" y="3860"/>
                  </a:cubicBezTo>
                  <a:cubicBezTo>
                    <a:pt x="3132" y="3860"/>
                    <a:pt x="2589" y="3258"/>
                    <a:pt x="2589" y="2481"/>
                  </a:cubicBezTo>
                  <a:cubicBezTo>
                    <a:pt x="2589" y="1694"/>
                    <a:pt x="3132" y="1102"/>
                    <a:pt x="3892" y="1102"/>
                  </a:cubicBezTo>
                  <a:cubicBezTo>
                    <a:pt x="4631" y="1102"/>
                    <a:pt x="5136" y="1710"/>
                    <a:pt x="5136" y="2459"/>
                  </a:cubicBezTo>
                  <a:cubicBezTo>
                    <a:pt x="5136" y="2563"/>
                    <a:pt x="5125" y="2628"/>
                    <a:pt x="5125" y="2628"/>
                  </a:cubicBezTo>
                  <a:cubicBezTo>
                    <a:pt x="3056" y="2628"/>
                    <a:pt x="3056" y="2628"/>
                    <a:pt x="3056" y="2628"/>
                  </a:cubicBezTo>
                  <a:cubicBezTo>
                    <a:pt x="3094" y="3068"/>
                    <a:pt x="3458" y="3437"/>
                    <a:pt x="4006" y="3437"/>
                  </a:cubicBezTo>
                  <a:cubicBezTo>
                    <a:pt x="4343" y="3437"/>
                    <a:pt x="4669" y="3301"/>
                    <a:pt x="4995" y="3019"/>
                  </a:cubicBezTo>
                  <a:lnTo>
                    <a:pt x="4995" y="3524"/>
                  </a:lnTo>
                  <a:close/>
                  <a:moveTo>
                    <a:pt x="4663" y="2242"/>
                  </a:moveTo>
                  <a:cubicBezTo>
                    <a:pt x="4625" y="1824"/>
                    <a:pt x="4316" y="1509"/>
                    <a:pt x="3882" y="1509"/>
                  </a:cubicBezTo>
                  <a:cubicBezTo>
                    <a:pt x="3442" y="1509"/>
                    <a:pt x="3100" y="1884"/>
                    <a:pt x="3067" y="2242"/>
                  </a:cubicBezTo>
                  <a:lnTo>
                    <a:pt x="4663" y="2242"/>
                  </a:lnTo>
                  <a:close/>
                  <a:moveTo>
                    <a:pt x="6308" y="543"/>
                  </a:moveTo>
                  <a:cubicBezTo>
                    <a:pt x="6325" y="543"/>
                    <a:pt x="6325" y="543"/>
                    <a:pt x="6325" y="543"/>
                  </a:cubicBezTo>
                  <a:cubicBezTo>
                    <a:pt x="6325" y="1162"/>
                    <a:pt x="6325" y="1162"/>
                    <a:pt x="6325" y="1162"/>
                  </a:cubicBezTo>
                  <a:cubicBezTo>
                    <a:pt x="7063" y="1162"/>
                    <a:pt x="7063" y="1162"/>
                    <a:pt x="7063" y="1162"/>
                  </a:cubicBezTo>
                  <a:cubicBezTo>
                    <a:pt x="7063" y="1580"/>
                    <a:pt x="7063" y="1580"/>
                    <a:pt x="7063" y="1580"/>
                  </a:cubicBezTo>
                  <a:cubicBezTo>
                    <a:pt x="6325" y="1580"/>
                    <a:pt x="6325" y="1580"/>
                    <a:pt x="6325" y="1580"/>
                  </a:cubicBezTo>
                  <a:cubicBezTo>
                    <a:pt x="6325" y="2975"/>
                    <a:pt x="6325" y="2975"/>
                    <a:pt x="6325" y="2975"/>
                  </a:cubicBezTo>
                  <a:cubicBezTo>
                    <a:pt x="6325" y="3285"/>
                    <a:pt x="6460" y="3426"/>
                    <a:pt x="6764" y="3426"/>
                  </a:cubicBezTo>
                  <a:cubicBezTo>
                    <a:pt x="6868" y="3426"/>
                    <a:pt x="6982" y="3399"/>
                    <a:pt x="7063" y="3344"/>
                  </a:cubicBezTo>
                  <a:cubicBezTo>
                    <a:pt x="7063" y="3779"/>
                    <a:pt x="7063" y="3779"/>
                    <a:pt x="7063" y="3779"/>
                  </a:cubicBezTo>
                  <a:cubicBezTo>
                    <a:pt x="6971" y="3828"/>
                    <a:pt x="6835" y="3860"/>
                    <a:pt x="6656" y="3860"/>
                  </a:cubicBezTo>
                  <a:cubicBezTo>
                    <a:pt x="6156" y="3860"/>
                    <a:pt x="5858" y="3551"/>
                    <a:pt x="5858" y="3040"/>
                  </a:cubicBezTo>
                  <a:cubicBezTo>
                    <a:pt x="5858" y="1580"/>
                    <a:pt x="5858" y="1580"/>
                    <a:pt x="5858" y="1580"/>
                  </a:cubicBezTo>
                  <a:cubicBezTo>
                    <a:pt x="5402" y="1580"/>
                    <a:pt x="5402" y="1580"/>
                    <a:pt x="5402" y="1580"/>
                  </a:cubicBezTo>
                  <a:cubicBezTo>
                    <a:pt x="5402" y="1520"/>
                    <a:pt x="5402" y="1520"/>
                    <a:pt x="5402" y="1520"/>
                  </a:cubicBezTo>
                  <a:lnTo>
                    <a:pt x="6308" y="543"/>
                  </a:lnTo>
                  <a:close/>
                  <a:moveTo>
                    <a:pt x="8752" y="1102"/>
                  </a:moveTo>
                  <a:cubicBezTo>
                    <a:pt x="9028" y="1102"/>
                    <a:pt x="9284" y="1183"/>
                    <a:pt x="9501" y="1330"/>
                  </a:cubicBezTo>
                  <a:cubicBezTo>
                    <a:pt x="9501" y="1802"/>
                    <a:pt x="9501" y="1802"/>
                    <a:pt x="9501" y="1802"/>
                  </a:cubicBezTo>
                  <a:cubicBezTo>
                    <a:pt x="9267" y="1623"/>
                    <a:pt x="9028" y="1536"/>
                    <a:pt x="8773" y="1536"/>
                  </a:cubicBezTo>
                  <a:cubicBezTo>
                    <a:pt x="8236" y="1536"/>
                    <a:pt x="7845" y="1949"/>
                    <a:pt x="7845" y="2481"/>
                  </a:cubicBezTo>
                  <a:cubicBezTo>
                    <a:pt x="7845" y="3008"/>
                    <a:pt x="8236" y="3426"/>
                    <a:pt x="8773" y="3426"/>
                  </a:cubicBezTo>
                  <a:cubicBezTo>
                    <a:pt x="9050" y="3426"/>
                    <a:pt x="9305" y="3301"/>
                    <a:pt x="9517" y="3165"/>
                  </a:cubicBezTo>
                  <a:cubicBezTo>
                    <a:pt x="9517" y="3637"/>
                    <a:pt x="9517" y="3637"/>
                    <a:pt x="9517" y="3637"/>
                  </a:cubicBezTo>
                  <a:cubicBezTo>
                    <a:pt x="9289" y="3779"/>
                    <a:pt x="9028" y="3860"/>
                    <a:pt x="8757" y="3860"/>
                  </a:cubicBezTo>
                  <a:cubicBezTo>
                    <a:pt x="7926" y="3860"/>
                    <a:pt x="7372" y="3258"/>
                    <a:pt x="7372" y="2481"/>
                  </a:cubicBezTo>
                  <a:cubicBezTo>
                    <a:pt x="7372" y="1710"/>
                    <a:pt x="7943" y="1102"/>
                    <a:pt x="8752" y="1102"/>
                  </a:cubicBezTo>
                  <a:close/>
                  <a:moveTo>
                    <a:pt x="11634" y="2058"/>
                  </a:moveTo>
                  <a:cubicBezTo>
                    <a:pt x="11634" y="1726"/>
                    <a:pt x="11401" y="1526"/>
                    <a:pt x="11010" y="1526"/>
                  </a:cubicBezTo>
                  <a:cubicBezTo>
                    <a:pt x="10652" y="1526"/>
                    <a:pt x="10386" y="1672"/>
                    <a:pt x="10114" y="1922"/>
                  </a:cubicBezTo>
                  <a:cubicBezTo>
                    <a:pt x="10114" y="1433"/>
                    <a:pt x="10114" y="1433"/>
                    <a:pt x="10114" y="1433"/>
                  </a:cubicBezTo>
                  <a:cubicBezTo>
                    <a:pt x="10353" y="1238"/>
                    <a:pt x="10641" y="1102"/>
                    <a:pt x="11021" y="1102"/>
                  </a:cubicBezTo>
                  <a:cubicBezTo>
                    <a:pt x="11700" y="1102"/>
                    <a:pt x="12090" y="1477"/>
                    <a:pt x="12090" y="2090"/>
                  </a:cubicBezTo>
                  <a:cubicBezTo>
                    <a:pt x="12090" y="3800"/>
                    <a:pt x="12090" y="3800"/>
                    <a:pt x="12090" y="3800"/>
                  </a:cubicBezTo>
                  <a:cubicBezTo>
                    <a:pt x="11651" y="3800"/>
                    <a:pt x="11651" y="3800"/>
                    <a:pt x="11651" y="3800"/>
                  </a:cubicBezTo>
                  <a:cubicBezTo>
                    <a:pt x="11651" y="3453"/>
                    <a:pt x="11651" y="3453"/>
                    <a:pt x="11651" y="3453"/>
                  </a:cubicBezTo>
                  <a:cubicBezTo>
                    <a:pt x="11444" y="3719"/>
                    <a:pt x="11124" y="3860"/>
                    <a:pt x="10776" y="3860"/>
                  </a:cubicBezTo>
                  <a:cubicBezTo>
                    <a:pt x="10310" y="3860"/>
                    <a:pt x="9978" y="3540"/>
                    <a:pt x="9978" y="3105"/>
                  </a:cubicBezTo>
                  <a:cubicBezTo>
                    <a:pt x="9978" y="2633"/>
                    <a:pt x="10277" y="2351"/>
                    <a:pt x="10858" y="2253"/>
                  </a:cubicBezTo>
                  <a:cubicBezTo>
                    <a:pt x="11634" y="2123"/>
                    <a:pt x="11634" y="2123"/>
                    <a:pt x="11634" y="2123"/>
                  </a:cubicBezTo>
                  <a:lnTo>
                    <a:pt x="11634" y="2058"/>
                  </a:lnTo>
                  <a:close/>
                  <a:moveTo>
                    <a:pt x="10863" y="3448"/>
                  </a:moveTo>
                  <a:cubicBezTo>
                    <a:pt x="11314" y="3448"/>
                    <a:pt x="11640" y="3154"/>
                    <a:pt x="11640" y="2747"/>
                  </a:cubicBezTo>
                  <a:cubicBezTo>
                    <a:pt x="11640" y="2524"/>
                    <a:pt x="11640" y="2524"/>
                    <a:pt x="11640" y="2524"/>
                  </a:cubicBezTo>
                  <a:cubicBezTo>
                    <a:pt x="10934" y="2649"/>
                    <a:pt x="10934" y="2649"/>
                    <a:pt x="10934" y="2649"/>
                  </a:cubicBezTo>
                  <a:cubicBezTo>
                    <a:pt x="10619" y="2709"/>
                    <a:pt x="10445" y="2850"/>
                    <a:pt x="10445" y="3078"/>
                  </a:cubicBezTo>
                  <a:cubicBezTo>
                    <a:pt x="10445" y="3301"/>
                    <a:pt x="10619" y="3448"/>
                    <a:pt x="10863" y="3448"/>
                  </a:cubicBezTo>
                  <a:close/>
                  <a:moveTo>
                    <a:pt x="14154" y="1596"/>
                  </a:moveTo>
                  <a:cubicBezTo>
                    <a:pt x="14154" y="1596"/>
                    <a:pt x="14105" y="1585"/>
                    <a:pt x="14023" y="1585"/>
                  </a:cubicBezTo>
                  <a:cubicBezTo>
                    <a:pt x="13535" y="1585"/>
                    <a:pt x="13236" y="1976"/>
                    <a:pt x="13236" y="2546"/>
                  </a:cubicBezTo>
                  <a:cubicBezTo>
                    <a:pt x="13236" y="3800"/>
                    <a:pt x="13236" y="3800"/>
                    <a:pt x="13236" y="3800"/>
                  </a:cubicBezTo>
                  <a:cubicBezTo>
                    <a:pt x="12774" y="3800"/>
                    <a:pt x="12774" y="3800"/>
                    <a:pt x="12774" y="3800"/>
                  </a:cubicBezTo>
                  <a:cubicBezTo>
                    <a:pt x="12774" y="1162"/>
                    <a:pt x="12774" y="1162"/>
                    <a:pt x="12774" y="1162"/>
                  </a:cubicBezTo>
                  <a:cubicBezTo>
                    <a:pt x="13231" y="1162"/>
                    <a:pt x="13231" y="1162"/>
                    <a:pt x="13231" y="1162"/>
                  </a:cubicBezTo>
                  <a:cubicBezTo>
                    <a:pt x="13231" y="1629"/>
                    <a:pt x="13231" y="1629"/>
                    <a:pt x="13231" y="1629"/>
                  </a:cubicBezTo>
                  <a:cubicBezTo>
                    <a:pt x="13350" y="1325"/>
                    <a:pt x="13692" y="1118"/>
                    <a:pt x="14040" y="1118"/>
                  </a:cubicBezTo>
                  <a:cubicBezTo>
                    <a:pt x="14105" y="1118"/>
                    <a:pt x="14154" y="1129"/>
                    <a:pt x="14154" y="1129"/>
                  </a:cubicBezTo>
                  <a:lnTo>
                    <a:pt x="14154" y="1596"/>
                  </a:lnTo>
                  <a:close/>
                  <a:moveTo>
                    <a:pt x="16781" y="3524"/>
                  </a:moveTo>
                  <a:cubicBezTo>
                    <a:pt x="16488" y="3735"/>
                    <a:pt x="16130" y="3860"/>
                    <a:pt x="15761" y="3860"/>
                  </a:cubicBezTo>
                  <a:cubicBezTo>
                    <a:pt x="14919" y="3860"/>
                    <a:pt x="14376" y="3258"/>
                    <a:pt x="14376" y="2481"/>
                  </a:cubicBezTo>
                  <a:cubicBezTo>
                    <a:pt x="14376" y="1694"/>
                    <a:pt x="14919" y="1102"/>
                    <a:pt x="15679" y="1102"/>
                  </a:cubicBezTo>
                  <a:cubicBezTo>
                    <a:pt x="16418" y="1102"/>
                    <a:pt x="16923" y="1710"/>
                    <a:pt x="16923" y="2459"/>
                  </a:cubicBezTo>
                  <a:cubicBezTo>
                    <a:pt x="16923" y="2562"/>
                    <a:pt x="16912" y="2628"/>
                    <a:pt x="16912" y="2628"/>
                  </a:cubicBezTo>
                  <a:cubicBezTo>
                    <a:pt x="14843" y="2628"/>
                    <a:pt x="14843" y="2628"/>
                    <a:pt x="14843" y="2628"/>
                  </a:cubicBezTo>
                  <a:cubicBezTo>
                    <a:pt x="14881" y="3068"/>
                    <a:pt x="15245" y="3437"/>
                    <a:pt x="15793" y="3437"/>
                  </a:cubicBezTo>
                  <a:cubicBezTo>
                    <a:pt x="16130" y="3437"/>
                    <a:pt x="16456" y="3301"/>
                    <a:pt x="16781" y="3019"/>
                  </a:cubicBezTo>
                  <a:lnTo>
                    <a:pt x="16781" y="3524"/>
                  </a:lnTo>
                  <a:close/>
                  <a:moveTo>
                    <a:pt x="16450" y="2242"/>
                  </a:moveTo>
                  <a:cubicBezTo>
                    <a:pt x="16412" y="1824"/>
                    <a:pt x="16103" y="1509"/>
                    <a:pt x="15668" y="1509"/>
                  </a:cubicBezTo>
                  <a:cubicBezTo>
                    <a:pt x="15229" y="1509"/>
                    <a:pt x="14886" y="1884"/>
                    <a:pt x="14854" y="2242"/>
                  </a:cubicBezTo>
                  <a:lnTo>
                    <a:pt x="16450" y="224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293" name="Google Shape;293;p51"/>
            <p:cNvSpPr/>
            <p:nvPr/>
          </p:nvSpPr>
          <p:spPr>
            <a:xfrm>
              <a:off x="831" y="1533"/>
              <a:ext cx="2231" cy="636"/>
            </a:xfrm>
            <a:custGeom>
              <a:avLst/>
              <a:gdLst/>
              <a:ahLst/>
              <a:cxnLst/>
              <a:rect l="l" t="t" r="r" b="b"/>
              <a:pathLst>
                <a:path w="20793" h="5927" extrusionOk="0">
                  <a:moveTo>
                    <a:pt x="8251" y="49"/>
                  </a:moveTo>
                  <a:cubicBezTo>
                    <a:pt x="8155" y="49"/>
                    <a:pt x="8112" y="107"/>
                    <a:pt x="8076" y="189"/>
                  </a:cubicBezTo>
                  <a:cubicBezTo>
                    <a:pt x="5832" y="5380"/>
                    <a:pt x="5644" y="5791"/>
                    <a:pt x="5644" y="5791"/>
                  </a:cubicBezTo>
                  <a:cubicBezTo>
                    <a:pt x="6915" y="5791"/>
                    <a:pt x="6915" y="5791"/>
                    <a:pt x="6915" y="5791"/>
                  </a:cubicBezTo>
                  <a:cubicBezTo>
                    <a:pt x="7180" y="5139"/>
                    <a:pt x="7180" y="5139"/>
                    <a:pt x="7180" y="5139"/>
                  </a:cubicBezTo>
                  <a:cubicBezTo>
                    <a:pt x="9096" y="5139"/>
                    <a:pt x="9096" y="5139"/>
                    <a:pt x="9096" y="5139"/>
                  </a:cubicBezTo>
                  <a:cubicBezTo>
                    <a:pt x="9362" y="5791"/>
                    <a:pt x="9362" y="5791"/>
                    <a:pt x="9362" y="5791"/>
                  </a:cubicBezTo>
                  <a:cubicBezTo>
                    <a:pt x="10858" y="5791"/>
                    <a:pt x="10858" y="5791"/>
                    <a:pt x="10858" y="5791"/>
                  </a:cubicBezTo>
                  <a:cubicBezTo>
                    <a:pt x="10858" y="5791"/>
                    <a:pt x="10730" y="5524"/>
                    <a:pt x="8426" y="189"/>
                  </a:cubicBezTo>
                  <a:cubicBezTo>
                    <a:pt x="8390" y="107"/>
                    <a:pt x="8347" y="49"/>
                    <a:pt x="8251" y="49"/>
                  </a:cubicBezTo>
                  <a:close/>
                  <a:moveTo>
                    <a:pt x="7584" y="4146"/>
                  </a:moveTo>
                  <a:cubicBezTo>
                    <a:pt x="8137" y="2787"/>
                    <a:pt x="8137" y="2787"/>
                    <a:pt x="8137" y="2787"/>
                  </a:cubicBezTo>
                  <a:cubicBezTo>
                    <a:pt x="8691" y="4146"/>
                    <a:pt x="8691" y="4146"/>
                    <a:pt x="8691" y="4146"/>
                  </a:cubicBezTo>
                  <a:lnTo>
                    <a:pt x="7584" y="4146"/>
                  </a:lnTo>
                  <a:close/>
                  <a:moveTo>
                    <a:pt x="4899" y="168"/>
                  </a:moveTo>
                  <a:cubicBezTo>
                    <a:pt x="4969" y="98"/>
                    <a:pt x="5040" y="49"/>
                    <a:pt x="5150" y="49"/>
                  </a:cubicBezTo>
                  <a:cubicBezTo>
                    <a:pt x="5150" y="5791"/>
                    <a:pt x="5150" y="5791"/>
                    <a:pt x="5150" y="5791"/>
                  </a:cubicBezTo>
                  <a:cubicBezTo>
                    <a:pt x="3956" y="5791"/>
                    <a:pt x="3956" y="5791"/>
                    <a:pt x="3956" y="5791"/>
                  </a:cubicBezTo>
                  <a:cubicBezTo>
                    <a:pt x="3956" y="3046"/>
                    <a:pt x="3956" y="3046"/>
                    <a:pt x="3956" y="3046"/>
                  </a:cubicBezTo>
                  <a:cubicBezTo>
                    <a:pt x="2575" y="4426"/>
                    <a:pt x="2575" y="4426"/>
                    <a:pt x="2575" y="4426"/>
                  </a:cubicBezTo>
                  <a:cubicBezTo>
                    <a:pt x="1194" y="3046"/>
                    <a:pt x="1194" y="3046"/>
                    <a:pt x="1194" y="3046"/>
                  </a:cubicBezTo>
                  <a:cubicBezTo>
                    <a:pt x="1194" y="5791"/>
                    <a:pt x="1194" y="5791"/>
                    <a:pt x="1194" y="5791"/>
                  </a:cubicBezTo>
                  <a:cubicBezTo>
                    <a:pt x="0" y="5791"/>
                    <a:pt x="0" y="5791"/>
                    <a:pt x="0" y="5791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110" y="49"/>
                    <a:pt x="181" y="98"/>
                    <a:pt x="250" y="168"/>
                  </a:cubicBezTo>
                  <a:cubicBezTo>
                    <a:pt x="2575" y="2493"/>
                    <a:pt x="2575" y="2493"/>
                    <a:pt x="2575" y="2493"/>
                  </a:cubicBezTo>
                  <a:lnTo>
                    <a:pt x="4899" y="168"/>
                  </a:lnTo>
                  <a:close/>
                  <a:moveTo>
                    <a:pt x="14629" y="3168"/>
                  </a:moveTo>
                  <a:cubicBezTo>
                    <a:pt x="15068" y="2905"/>
                    <a:pt x="15402" y="2445"/>
                    <a:pt x="15402" y="1786"/>
                  </a:cubicBezTo>
                  <a:cubicBezTo>
                    <a:pt x="15402" y="1268"/>
                    <a:pt x="15195" y="842"/>
                    <a:pt x="14836" y="553"/>
                  </a:cubicBezTo>
                  <a:cubicBezTo>
                    <a:pt x="14473" y="260"/>
                    <a:pt x="14052" y="102"/>
                    <a:pt x="13191" y="102"/>
                  </a:cubicBezTo>
                  <a:cubicBezTo>
                    <a:pt x="11351" y="102"/>
                    <a:pt x="11351" y="102"/>
                    <a:pt x="11351" y="102"/>
                  </a:cubicBezTo>
                  <a:cubicBezTo>
                    <a:pt x="11351" y="5791"/>
                    <a:pt x="11351" y="5791"/>
                    <a:pt x="11351" y="5791"/>
                  </a:cubicBezTo>
                  <a:cubicBezTo>
                    <a:pt x="12711" y="5791"/>
                    <a:pt x="12711" y="5791"/>
                    <a:pt x="12711" y="5791"/>
                  </a:cubicBezTo>
                  <a:cubicBezTo>
                    <a:pt x="12711" y="3673"/>
                    <a:pt x="12711" y="3673"/>
                    <a:pt x="12711" y="3673"/>
                  </a:cubicBezTo>
                  <a:cubicBezTo>
                    <a:pt x="12722" y="3673"/>
                    <a:pt x="13013" y="3673"/>
                    <a:pt x="13132" y="3673"/>
                  </a:cubicBezTo>
                  <a:cubicBezTo>
                    <a:pt x="13592" y="3673"/>
                    <a:pt x="13822" y="3847"/>
                    <a:pt x="14015" y="4309"/>
                  </a:cubicBezTo>
                  <a:cubicBezTo>
                    <a:pt x="14177" y="4700"/>
                    <a:pt x="14292" y="5164"/>
                    <a:pt x="14442" y="5791"/>
                  </a:cubicBezTo>
                  <a:cubicBezTo>
                    <a:pt x="15958" y="5791"/>
                    <a:pt x="15958" y="5791"/>
                    <a:pt x="15958" y="5791"/>
                  </a:cubicBezTo>
                  <a:cubicBezTo>
                    <a:pt x="15743" y="5145"/>
                    <a:pt x="15635" y="4841"/>
                    <a:pt x="15473" y="4386"/>
                  </a:cubicBezTo>
                  <a:cubicBezTo>
                    <a:pt x="15252" y="3764"/>
                    <a:pt x="14984" y="3381"/>
                    <a:pt x="14629" y="3168"/>
                  </a:cubicBezTo>
                  <a:close/>
                  <a:moveTo>
                    <a:pt x="13759" y="2469"/>
                  </a:moveTo>
                  <a:cubicBezTo>
                    <a:pt x="13595" y="2596"/>
                    <a:pt x="13383" y="2636"/>
                    <a:pt x="13001" y="2636"/>
                  </a:cubicBezTo>
                  <a:cubicBezTo>
                    <a:pt x="12899" y="2636"/>
                    <a:pt x="12711" y="2636"/>
                    <a:pt x="12711" y="2636"/>
                  </a:cubicBezTo>
                  <a:cubicBezTo>
                    <a:pt x="12711" y="2636"/>
                    <a:pt x="12708" y="1120"/>
                    <a:pt x="12711" y="1120"/>
                  </a:cubicBezTo>
                  <a:cubicBezTo>
                    <a:pt x="12716" y="1120"/>
                    <a:pt x="12873" y="1120"/>
                    <a:pt x="13001" y="1120"/>
                  </a:cubicBezTo>
                  <a:cubicBezTo>
                    <a:pt x="13400" y="1120"/>
                    <a:pt x="13598" y="1164"/>
                    <a:pt x="13759" y="1286"/>
                  </a:cubicBezTo>
                  <a:cubicBezTo>
                    <a:pt x="13942" y="1425"/>
                    <a:pt x="14024" y="1634"/>
                    <a:pt x="14024" y="1877"/>
                  </a:cubicBezTo>
                  <a:cubicBezTo>
                    <a:pt x="14024" y="2140"/>
                    <a:pt x="13933" y="2335"/>
                    <a:pt x="13759" y="2469"/>
                  </a:cubicBezTo>
                  <a:close/>
                  <a:moveTo>
                    <a:pt x="20509" y="4824"/>
                  </a:moveTo>
                  <a:cubicBezTo>
                    <a:pt x="20185" y="5574"/>
                    <a:pt x="19390" y="5927"/>
                    <a:pt x="18483" y="5927"/>
                  </a:cubicBezTo>
                  <a:cubicBezTo>
                    <a:pt x="17552" y="5927"/>
                    <a:pt x="16781" y="5625"/>
                    <a:pt x="16263" y="4998"/>
                  </a:cubicBezTo>
                  <a:cubicBezTo>
                    <a:pt x="17046" y="4177"/>
                    <a:pt x="17046" y="4177"/>
                    <a:pt x="17046" y="4177"/>
                  </a:cubicBezTo>
                  <a:cubicBezTo>
                    <a:pt x="17400" y="4621"/>
                    <a:pt x="17882" y="4873"/>
                    <a:pt x="18423" y="4860"/>
                  </a:cubicBezTo>
                  <a:cubicBezTo>
                    <a:pt x="18812" y="4851"/>
                    <a:pt x="19050" y="4702"/>
                    <a:pt x="19145" y="4483"/>
                  </a:cubicBezTo>
                  <a:cubicBezTo>
                    <a:pt x="19254" y="4233"/>
                    <a:pt x="19152" y="4001"/>
                    <a:pt x="18969" y="3857"/>
                  </a:cubicBezTo>
                  <a:cubicBezTo>
                    <a:pt x="18455" y="3454"/>
                    <a:pt x="17270" y="3430"/>
                    <a:pt x="16709" y="2646"/>
                  </a:cubicBezTo>
                  <a:cubicBezTo>
                    <a:pt x="16418" y="2239"/>
                    <a:pt x="16338" y="1675"/>
                    <a:pt x="16574" y="1134"/>
                  </a:cubicBezTo>
                  <a:cubicBezTo>
                    <a:pt x="16878" y="437"/>
                    <a:pt x="17560" y="0"/>
                    <a:pt x="18464" y="0"/>
                  </a:cubicBezTo>
                  <a:cubicBezTo>
                    <a:pt x="19239" y="0"/>
                    <a:pt x="19975" y="295"/>
                    <a:pt x="20436" y="785"/>
                  </a:cubicBezTo>
                  <a:cubicBezTo>
                    <a:pt x="19654" y="1604"/>
                    <a:pt x="19654" y="1604"/>
                    <a:pt x="19654" y="1604"/>
                  </a:cubicBezTo>
                  <a:cubicBezTo>
                    <a:pt x="19362" y="1257"/>
                    <a:pt x="18942" y="1044"/>
                    <a:pt x="18472" y="1044"/>
                  </a:cubicBezTo>
                  <a:cubicBezTo>
                    <a:pt x="18132" y="1044"/>
                    <a:pt x="17900" y="1196"/>
                    <a:pt x="17831" y="1429"/>
                  </a:cubicBezTo>
                  <a:cubicBezTo>
                    <a:pt x="17774" y="1617"/>
                    <a:pt x="17836" y="1813"/>
                    <a:pt x="18008" y="1947"/>
                  </a:cubicBezTo>
                  <a:cubicBezTo>
                    <a:pt x="18445" y="2288"/>
                    <a:pt x="19553" y="2388"/>
                    <a:pt x="20164" y="2968"/>
                  </a:cubicBezTo>
                  <a:cubicBezTo>
                    <a:pt x="20692" y="3469"/>
                    <a:pt x="20793" y="4167"/>
                    <a:pt x="20509" y="48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Better world fixed red">
  <p:cSld name="Section Header Better world fixed red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5" name="Google Shape;295;p52"/>
          <p:cNvGrpSpPr/>
          <p:nvPr/>
        </p:nvGrpSpPr>
        <p:grpSpPr>
          <a:xfrm>
            <a:off x="0" y="0"/>
            <a:ext cx="12192000" cy="6858000"/>
            <a:chOff x="0" y="0"/>
            <a:chExt cx="7680" cy="4320"/>
          </a:xfrm>
        </p:grpSpPr>
        <p:sp>
          <p:nvSpPr>
            <p:cNvPr id="296" name="Google Shape;296;p52"/>
            <p:cNvSpPr/>
            <p:nvPr/>
          </p:nvSpPr>
          <p:spPr>
            <a:xfrm>
              <a:off x="0" y="0"/>
              <a:ext cx="962" cy="1002"/>
            </a:xfrm>
            <a:custGeom>
              <a:avLst/>
              <a:gdLst/>
              <a:ahLst/>
              <a:cxnLst/>
              <a:rect l="l" t="t" r="r" b="b"/>
              <a:pathLst>
                <a:path w="2403" h="2502" extrusionOk="0">
                  <a:moveTo>
                    <a:pt x="0" y="2502"/>
                  </a:moveTo>
                  <a:cubicBezTo>
                    <a:pt x="108" y="2484"/>
                    <a:pt x="214" y="2454"/>
                    <a:pt x="317" y="2410"/>
                  </a:cubicBezTo>
                  <a:cubicBezTo>
                    <a:pt x="646" y="2273"/>
                    <a:pt x="911" y="2043"/>
                    <a:pt x="1135" y="1769"/>
                  </a:cubicBezTo>
                  <a:cubicBezTo>
                    <a:pt x="1567" y="1239"/>
                    <a:pt x="1827" y="574"/>
                    <a:pt x="2311" y="87"/>
                  </a:cubicBezTo>
                  <a:cubicBezTo>
                    <a:pt x="2340" y="56"/>
                    <a:pt x="2371" y="27"/>
                    <a:pt x="2403" y="0"/>
                  </a:cubicBezTo>
                  <a:cubicBezTo>
                    <a:pt x="1609" y="0"/>
                    <a:pt x="1609" y="0"/>
                    <a:pt x="1609" y="0"/>
                  </a:cubicBezTo>
                  <a:cubicBezTo>
                    <a:pt x="1123" y="679"/>
                    <a:pt x="737" y="1649"/>
                    <a:pt x="0" y="1874"/>
                  </a:cubicBezTo>
                  <a:lnTo>
                    <a:pt x="0" y="2502"/>
                  </a:lnTo>
                  <a:close/>
                </a:path>
              </a:pathLst>
            </a:custGeom>
            <a:solidFill>
              <a:srgbClr val="FE40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297" name="Google Shape;297;p52"/>
            <p:cNvSpPr/>
            <p:nvPr/>
          </p:nvSpPr>
          <p:spPr>
            <a:xfrm>
              <a:off x="1300" y="0"/>
              <a:ext cx="6380" cy="1393"/>
            </a:xfrm>
            <a:custGeom>
              <a:avLst/>
              <a:gdLst/>
              <a:ahLst/>
              <a:cxnLst/>
              <a:rect l="l" t="t" r="r" b="b"/>
              <a:pathLst>
                <a:path w="15931" h="3477" extrusionOk="0">
                  <a:moveTo>
                    <a:pt x="15931" y="0"/>
                  </a:moveTo>
                  <a:cubicBezTo>
                    <a:pt x="15881" y="0"/>
                    <a:pt x="15881" y="0"/>
                    <a:pt x="15881" y="0"/>
                  </a:cubicBezTo>
                  <a:cubicBezTo>
                    <a:pt x="15796" y="48"/>
                    <a:pt x="15719" y="114"/>
                    <a:pt x="15652" y="201"/>
                  </a:cubicBezTo>
                  <a:cubicBezTo>
                    <a:pt x="15487" y="417"/>
                    <a:pt x="15533" y="749"/>
                    <a:pt x="15604" y="990"/>
                  </a:cubicBezTo>
                  <a:cubicBezTo>
                    <a:pt x="15665" y="1195"/>
                    <a:pt x="15755" y="1399"/>
                    <a:pt x="15867" y="1594"/>
                  </a:cubicBezTo>
                  <a:cubicBezTo>
                    <a:pt x="15756" y="1820"/>
                    <a:pt x="15616" y="2029"/>
                    <a:pt x="15445" y="2210"/>
                  </a:cubicBezTo>
                  <a:cubicBezTo>
                    <a:pt x="14943" y="2739"/>
                    <a:pt x="14143" y="2788"/>
                    <a:pt x="13568" y="2337"/>
                  </a:cubicBezTo>
                  <a:cubicBezTo>
                    <a:pt x="12962" y="1862"/>
                    <a:pt x="12636" y="1119"/>
                    <a:pt x="12092" y="582"/>
                  </a:cubicBezTo>
                  <a:cubicBezTo>
                    <a:pt x="11825" y="317"/>
                    <a:pt x="11481" y="104"/>
                    <a:pt x="11114" y="0"/>
                  </a:cubicBezTo>
                  <a:cubicBezTo>
                    <a:pt x="10170" y="0"/>
                    <a:pt x="10170" y="0"/>
                    <a:pt x="10170" y="0"/>
                  </a:cubicBezTo>
                  <a:cubicBezTo>
                    <a:pt x="10099" y="22"/>
                    <a:pt x="10029" y="51"/>
                    <a:pt x="9961" y="86"/>
                  </a:cubicBezTo>
                  <a:cubicBezTo>
                    <a:pt x="9355" y="394"/>
                    <a:pt x="9066" y="1125"/>
                    <a:pt x="8737" y="1676"/>
                  </a:cubicBezTo>
                  <a:cubicBezTo>
                    <a:pt x="8544" y="1998"/>
                    <a:pt x="8314" y="2294"/>
                    <a:pt x="7984" y="2487"/>
                  </a:cubicBezTo>
                  <a:cubicBezTo>
                    <a:pt x="7689" y="2659"/>
                    <a:pt x="7408" y="2562"/>
                    <a:pt x="7168" y="2349"/>
                  </a:cubicBezTo>
                  <a:cubicBezTo>
                    <a:pt x="6864" y="2077"/>
                    <a:pt x="6648" y="1714"/>
                    <a:pt x="6435" y="1371"/>
                  </a:cubicBezTo>
                  <a:cubicBezTo>
                    <a:pt x="6238" y="1056"/>
                    <a:pt x="6056" y="732"/>
                    <a:pt x="5859" y="418"/>
                  </a:cubicBezTo>
                  <a:cubicBezTo>
                    <a:pt x="5771" y="278"/>
                    <a:pt x="5674" y="133"/>
                    <a:pt x="5564" y="0"/>
                  </a:cubicBezTo>
                  <a:cubicBezTo>
                    <a:pt x="3912" y="0"/>
                    <a:pt x="3912" y="0"/>
                    <a:pt x="3912" y="0"/>
                  </a:cubicBezTo>
                  <a:cubicBezTo>
                    <a:pt x="3714" y="270"/>
                    <a:pt x="3579" y="582"/>
                    <a:pt x="3431" y="881"/>
                  </a:cubicBezTo>
                  <a:cubicBezTo>
                    <a:pt x="3263" y="1224"/>
                    <a:pt x="3031" y="1516"/>
                    <a:pt x="2739" y="1763"/>
                  </a:cubicBezTo>
                  <a:cubicBezTo>
                    <a:pt x="2497" y="1967"/>
                    <a:pt x="2191" y="2107"/>
                    <a:pt x="1877" y="2085"/>
                  </a:cubicBezTo>
                  <a:cubicBezTo>
                    <a:pt x="1557" y="2063"/>
                    <a:pt x="1328" y="1741"/>
                    <a:pt x="1191" y="1469"/>
                  </a:cubicBezTo>
                  <a:cubicBezTo>
                    <a:pt x="957" y="1003"/>
                    <a:pt x="876" y="477"/>
                    <a:pt x="67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7" y="92"/>
                    <a:pt x="105" y="191"/>
                    <a:pt x="146" y="289"/>
                  </a:cubicBezTo>
                  <a:cubicBezTo>
                    <a:pt x="428" y="963"/>
                    <a:pt x="509" y="1742"/>
                    <a:pt x="1034" y="2289"/>
                  </a:cubicBezTo>
                  <a:cubicBezTo>
                    <a:pt x="1620" y="2900"/>
                    <a:pt x="2485" y="2716"/>
                    <a:pt x="3088" y="2245"/>
                  </a:cubicBezTo>
                  <a:cubicBezTo>
                    <a:pt x="3404" y="1999"/>
                    <a:pt x="3682" y="1679"/>
                    <a:pt x="3875" y="1328"/>
                  </a:cubicBezTo>
                  <a:cubicBezTo>
                    <a:pt x="4055" y="999"/>
                    <a:pt x="4189" y="647"/>
                    <a:pt x="4405" y="337"/>
                  </a:cubicBezTo>
                  <a:cubicBezTo>
                    <a:pt x="4584" y="80"/>
                    <a:pt x="4740" y="31"/>
                    <a:pt x="4968" y="241"/>
                  </a:cubicBezTo>
                  <a:cubicBezTo>
                    <a:pt x="5249" y="500"/>
                    <a:pt x="5430" y="861"/>
                    <a:pt x="5619" y="1188"/>
                  </a:cubicBezTo>
                  <a:cubicBezTo>
                    <a:pt x="5817" y="1531"/>
                    <a:pt x="6029" y="1870"/>
                    <a:pt x="6257" y="2194"/>
                  </a:cubicBezTo>
                  <a:cubicBezTo>
                    <a:pt x="6488" y="2523"/>
                    <a:pt x="6759" y="2852"/>
                    <a:pt x="7121" y="3043"/>
                  </a:cubicBezTo>
                  <a:cubicBezTo>
                    <a:pt x="7949" y="3477"/>
                    <a:pt x="8735" y="2780"/>
                    <a:pt x="9167" y="2118"/>
                  </a:cubicBezTo>
                  <a:cubicBezTo>
                    <a:pt x="9493" y="1618"/>
                    <a:pt x="9728" y="898"/>
                    <a:pt x="10263" y="603"/>
                  </a:cubicBezTo>
                  <a:cubicBezTo>
                    <a:pt x="10873" y="267"/>
                    <a:pt x="11598" y="883"/>
                    <a:pt x="11974" y="1345"/>
                  </a:cubicBezTo>
                  <a:cubicBezTo>
                    <a:pt x="12458" y="1942"/>
                    <a:pt x="12832" y="2658"/>
                    <a:pt x="13541" y="3025"/>
                  </a:cubicBezTo>
                  <a:cubicBezTo>
                    <a:pt x="14359" y="3450"/>
                    <a:pt x="15319" y="3239"/>
                    <a:pt x="15929" y="2569"/>
                  </a:cubicBezTo>
                  <a:cubicBezTo>
                    <a:pt x="15930" y="2568"/>
                    <a:pt x="15930" y="2568"/>
                    <a:pt x="15931" y="2567"/>
                  </a:cubicBezTo>
                  <a:lnTo>
                    <a:pt x="15931" y="0"/>
                  </a:lnTo>
                  <a:close/>
                </a:path>
              </a:pathLst>
            </a:custGeom>
            <a:solidFill>
              <a:srgbClr val="FE40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298" name="Google Shape;298;p52"/>
            <p:cNvSpPr/>
            <p:nvPr/>
          </p:nvSpPr>
          <p:spPr>
            <a:xfrm>
              <a:off x="0" y="1640"/>
              <a:ext cx="7680" cy="1636"/>
            </a:xfrm>
            <a:custGeom>
              <a:avLst/>
              <a:gdLst/>
              <a:ahLst/>
              <a:cxnLst/>
              <a:rect l="l" t="t" r="r" b="b"/>
              <a:pathLst>
                <a:path w="19177" h="4085" extrusionOk="0">
                  <a:moveTo>
                    <a:pt x="1340" y="2796"/>
                  </a:moveTo>
                  <a:cubicBezTo>
                    <a:pt x="1656" y="2549"/>
                    <a:pt x="1934" y="2229"/>
                    <a:pt x="2127" y="1878"/>
                  </a:cubicBezTo>
                  <a:cubicBezTo>
                    <a:pt x="2307" y="1549"/>
                    <a:pt x="2441" y="1197"/>
                    <a:pt x="2657" y="888"/>
                  </a:cubicBezTo>
                  <a:cubicBezTo>
                    <a:pt x="2836" y="630"/>
                    <a:pt x="2992" y="581"/>
                    <a:pt x="3220" y="791"/>
                  </a:cubicBezTo>
                  <a:cubicBezTo>
                    <a:pt x="3501" y="1050"/>
                    <a:pt x="3682" y="1412"/>
                    <a:pt x="3871" y="1738"/>
                  </a:cubicBezTo>
                  <a:cubicBezTo>
                    <a:pt x="4069" y="2081"/>
                    <a:pt x="4282" y="2420"/>
                    <a:pt x="4509" y="2744"/>
                  </a:cubicBezTo>
                  <a:cubicBezTo>
                    <a:pt x="4740" y="3074"/>
                    <a:pt x="5011" y="3403"/>
                    <a:pt x="5373" y="3593"/>
                  </a:cubicBezTo>
                  <a:cubicBezTo>
                    <a:pt x="6201" y="4027"/>
                    <a:pt x="6987" y="3330"/>
                    <a:pt x="7419" y="2668"/>
                  </a:cubicBezTo>
                  <a:cubicBezTo>
                    <a:pt x="7745" y="2169"/>
                    <a:pt x="7980" y="1448"/>
                    <a:pt x="8515" y="1154"/>
                  </a:cubicBezTo>
                  <a:cubicBezTo>
                    <a:pt x="9125" y="818"/>
                    <a:pt x="9850" y="1433"/>
                    <a:pt x="10226" y="1895"/>
                  </a:cubicBezTo>
                  <a:cubicBezTo>
                    <a:pt x="10710" y="2492"/>
                    <a:pt x="11084" y="3208"/>
                    <a:pt x="11793" y="3576"/>
                  </a:cubicBezTo>
                  <a:cubicBezTo>
                    <a:pt x="12776" y="4085"/>
                    <a:pt x="13807" y="3518"/>
                    <a:pt x="14558" y="2786"/>
                  </a:cubicBezTo>
                  <a:cubicBezTo>
                    <a:pt x="14703" y="2944"/>
                    <a:pt x="14858" y="3090"/>
                    <a:pt x="15020" y="3216"/>
                  </a:cubicBezTo>
                  <a:cubicBezTo>
                    <a:pt x="15699" y="3745"/>
                    <a:pt x="16735" y="3764"/>
                    <a:pt x="17506" y="3441"/>
                  </a:cubicBezTo>
                  <a:cubicBezTo>
                    <a:pt x="18291" y="3112"/>
                    <a:pt x="18762" y="2486"/>
                    <a:pt x="19177" y="1785"/>
                  </a:cubicBezTo>
                  <a:cubicBezTo>
                    <a:pt x="19177" y="623"/>
                    <a:pt x="19177" y="623"/>
                    <a:pt x="19177" y="623"/>
                  </a:cubicBezTo>
                  <a:cubicBezTo>
                    <a:pt x="18955" y="951"/>
                    <a:pt x="18766" y="1306"/>
                    <a:pt x="18568" y="1641"/>
                  </a:cubicBezTo>
                  <a:cubicBezTo>
                    <a:pt x="18129" y="2384"/>
                    <a:pt x="17500" y="2989"/>
                    <a:pt x="16594" y="3048"/>
                  </a:cubicBezTo>
                  <a:cubicBezTo>
                    <a:pt x="16226" y="3072"/>
                    <a:pt x="15784" y="3014"/>
                    <a:pt x="15471" y="2808"/>
                  </a:cubicBezTo>
                  <a:cubicBezTo>
                    <a:pt x="15399" y="2761"/>
                    <a:pt x="15431" y="2783"/>
                    <a:pt x="15375" y="2737"/>
                  </a:cubicBezTo>
                  <a:cubicBezTo>
                    <a:pt x="15326" y="2697"/>
                    <a:pt x="15279" y="2653"/>
                    <a:pt x="15232" y="2610"/>
                  </a:cubicBezTo>
                  <a:cubicBezTo>
                    <a:pt x="15140" y="2523"/>
                    <a:pt x="15054" y="2430"/>
                    <a:pt x="14971" y="2335"/>
                  </a:cubicBezTo>
                  <a:cubicBezTo>
                    <a:pt x="15027" y="2266"/>
                    <a:pt x="15081" y="2198"/>
                    <a:pt x="15132" y="2130"/>
                  </a:cubicBezTo>
                  <a:cubicBezTo>
                    <a:pt x="15421" y="1742"/>
                    <a:pt x="15744" y="1186"/>
                    <a:pt x="15603" y="683"/>
                  </a:cubicBezTo>
                  <a:cubicBezTo>
                    <a:pt x="15434" y="81"/>
                    <a:pt x="14613" y="53"/>
                    <a:pt x="14140" y="260"/>
                  </a:cubicBezTo>
                  <a:cubicBezTo>
                    <a:pt x="13512" y="534"/>
                    <a:pt x="13648" y="1264"/>
                    <a:pt x="13876" y="1764"/>
                  </a:cubicBezTo>
                  <a:cubicBezTo>
                    <a:pt x="13961" y="1951"/>
                    <a:pt x="14066" y="2136"/>
                    <a:pt x="14186" y="2314"/>
                  </a:cubicBezTo>
                  <a:cubicBezTo>
                    <a:pt x="13857" y="2639"/>
                    <a:pt x="13469" y="2925"/>
                    <a:pt x="13065" y="3079"/>
                  </a:cubicBezTo>
                  <a:cubicBezTo>
                    <a:pt x="12807" y="3177"/>
                    <a:pt x="12585" y="3207"/>
                    <a:pt x="12370" y="3156"/>
                  </a:cubicBezTo>
                  <a:cubicBezTo>
                    <a:pt x="12015" y="3073"/>
                    <a:pt x="11737" y="2841"/>
                    <a:pt x="11497" y="2577"/>
                  </a:cubicBezTo>
                  <a:cubicBezTo>
                    <a:pt x="10971" y="2000"/>
                    <a:pt x="10628" y="1285"/>
                    <a:pt x="9973" y="829"/>
                  </a:cubicBezTo>
                  <a:cubicBezTo>
                    <a:pt x="9336" y="385"/>
                    <a:pt x="8483" y="338"/>
                    <a:pt x="7893" y="870"/>
                  </a:cubicBezTo>
                  <a:cubicBezTo>
                    <a:pt x="7386" y="1326"/>
                    <a:pt x="7162" y="2024"/>
                    <a:pt x="6764" y="2564"/>
                  </a:cubicBezTo>
                  <a:cubicBezTo>
                    <a:pt x="6561" y="2840"/>
                    <a:pt x="6233" y="3140"/>
                    <a:pt x="5871" y="3130"/>
                  </a:cubicBezTo>
                  <a:cubicBezTo>
                    <a:pt x="5562" y="3121"/>
                    <a:pt x="5288" y="2789"/>
                    <a:pt x="5116" y="2565"/>
                  </a:cubicBezTo>
                  <a:cubicBezTo>
                    <a:pt x="4627" y="1925"/>
                    <a:pt x="4308" y="1168"/>
                    <a:pt x="3803" y="541"/>
                  </a:cubicBezTo>
                  <a:cubicBezTo>
                    <a:pt x="3550" y="226"/>
                    <a:pt x="3211" y="0"/>
                    <a:pt x="2795" y="71"/>
                  </a:cubicBezTo>
                  <a:cubicBezTo>
                    <a:pt x="2424" y="134"/>
                    <a:pt x="2166" y="517"/>
                    <a:pt x="1994" y="816"/>
                  </a:cubicBezTo>
                  <a:cubicBezTo>
                    <a:pt x="1814" y="1128"/>
                    <a:pt x="1693" y="1473"/>
                    <a:pt x="1489" y="1771"/>
                  </a:cubicBezTo>
                  <a:cubicBezTo>
                    <a:pt x="1272" y="2090"/>
                    <a:pt x="980" y="2366"/>
                    <a:pt x="634" y="2539"/>
                  </a:cubicBezTo>
                  <a:cubicBezTo>
                    <a:pt x="426" y="2643"/>
                    <a:pt x="206" y="2670"/>
                    <a:pt x="0" y="2600"/>
                  </a:cubicBezTo>
                  <a:cubicBezTo>
                    <a:pt x="0" y="3214"/>
                    <a:pt x="0" y="3214"/>
                    <a:pt x="0" y="3214"/>
                  </a:cubicBezTo>
                  <a:cubicBezTo>
                    <a:pt x="459" y="3281"/>
                    <a:pt x="954" y="3097"/>
                    <a:pt x="1340" y="2796"/>
                  </a:cubicBezTo>
                  <a:close/>
                  <a:moveTo>
                    <a:pt x="14287" y="904"/>
                  </a:moveTo>
                  <a:cubicBezTo>
                    <a:pt x="14283" y="918"/>
                    <a:pt x="14319" y="856"/>
                    <a:pt x="14310" y="861"/>
                  </a:cubicBezTo>
                  <a:cubicBezTo>
                    <a:pt x="14321" y="850"/>
                    <a:pt x="14341" y="832"/>
                    <a:pt x="14340" y="831"/>
                  </a:cubicBezTo>
                  <a:cubicBezTo>
                    <a:pt x="14356" y="820"/>
                    <a:pt x="14373" y="811"/>
                    <a:pt x="14389" y="802"/>
                  </a:cubicBezTo>
                  <a:cubicBezTo>
                    <a:pt x="14409" y="791"/>
                    <a:pt x="14465" y="775"/>
                    <a:pt x="14529" y="761"/>
                  </a:cubicBezTo>
                  <a:cubicBezTo>
                    <a:pt x="14599" y="746"/>
                    <a:pt x="14686" y="746"/>
                    <a:pt x="14766" y="747"/>
                  </a:cubicBezTo>
                  <a:cubicBezTo>
                    <a:pt x="14794" y="747"/>
                    <a:pt x="14822" y="749"/>
                    <a:pt x="14850" y="752"/>
                  </a:cubicBezTo>
                  <a:cubicBezTo>
                    <a:pt x="14800" y="748"/>
                    <a:pt x="14878" y="757"/>
                    <a:pt x="14886" y="759"/>
                  </a:cubicBezTo>
                  <a:cubicBezTo>
                    <a:pt x="14910" y="764"/>
                    <a:pt x="14934" y="772"/>
                    <a:pt x="14957" y="779"/>
                  </a:cubicBezTo>
                  <a:cubicBezTo>
                    <a:pt x="14958" y="779"/>
                    <a:pt x="14958" y="779"/>
                    <a:pt x="14958" y="780"/>
                  </a:cubicBezTo>
                  <a:cubicBezTo>
                    <a:pt x="14960" y="781"/>
                    <a:pt x="14964" y="783"/>
                    <a:pt x="14968" y="785"/>
                  </a:cubicBezTo>
                  <a:cubicBezTo>
                    <a:pt x="14981" y="792"/>
                    <a:pt x="14988" y="795"/>
                    <a:pt x="14992" y="796"/>
                  </a:cubicBezTo>
                  <a:cubicBezTo>
                    <a:pt x="14992" y="795"/>
                    <a:pt x="14992" y="795"/>
                    <a:pt x="14992" y="796"/>
                  </a:cubicBezTo>
                  <a:cubicBezTo>
                    <a:pt x="14993" y="796"/>
                    <a:pt x="14993" y="796"/>
                    <a:pt x="14994" y="796"/>
                  </a:cubicBezTo>
                  <a:cubicBezTo>
                    <a:pt x="14995" y="798"/>
                    <a:pt x="14997" y="801"/>
                    <a:pt x="15000" y="804"/>
                  </a:cubicBezTo>
                  <a:cubicBezTo>
                    <a:pt x="15002" y="806"/>
                    <a:pt x="15003" y="808"/>
                    <a:pt x="15005" y="810"/>
                  </a:cubicBezTo>
                  <a:cubicBezTo>
                    <a:pt x="15009" y="814"/>
                    <a:pt x="15013" y="819"/>
                    <a:pt x="15019" y="825"/>
                  </a:cubicBezTo>
                  <a:cubicBezTo>
                    <a:pt x="15014" y="820"/>
                    <a:pt x="15011" y="816"/>
                    <a:pt x="15007" y="813"/>
                  </a:cubicBezTo>
                  <a:cubicBezTo>
                    <a:pt x="15011" y="817"/>
                    <a:pt x="15014" y="822"/>
                    <a:pt x="15017" y="826"/>
                  </a:cubicBezTo>
                  <a:cubicBezTo>
                    <a:pt x="15019" y="829"/>
                    <a:pt x="15021" y="832"/>
                    <a:pt x="15023" y="835"/>
                  </a:cubicBezTo>
                  <a:cubicBezTo>
                    <a:pt x="15023" y="837"/>
                    <a:pt x="15024" y="839"/>
                    <a:pt x="15025" y="842"/>
                  </a:cubicBezTo>
                  <a:cubicBezTo>
                    <a:pt x="15031" y="859"/>
                    <a:pt x="15035" y="870"/>
                    <a:pt x="15037" y="876"/>
                  </a:cubicBezTo>
                  <a:cubicBezTo>
                    <a:pt x="15036" y="878"/>
                    <a:pt x="15035" y="886"/>
                    <a:pt x="15036" y="904"/>
                  </a:cubicBezTo>
                  <a:cubicBezTo>
                    <a:pt x="15037" y="927"/>
                    <a:pt x="15036" y="949"/>
                    <a:pt x="15035" y="971"/>
                  </a:cubicBezTo>
                  <a:cubicBezTo>
                    <a:pt x="15034" y="977"/>
                    <a:pt x="15034" y="981"/>
                    <a:pt x="15034" y="985"/>
                  </a:cubicBezTo>
                  <a:cubicBezTo>
                    <a:pt x="15034" y="985"/>
                    <a:pt x="15034" y="985"/>
                    <a:pt x="15034" y="986"/>
                  </a:cubicBezTo>
                  <a:cubicBezTo>
                    <a:pt x="15018" y="1088"/>
                    <a:pt x="14963" y="1238"/>
                    <a:pt x="14945" y="1280"/>
                  </a:cubicBezTo>
                  <a:cubicBezTo>
                    <a:pt x="14855" y="1480"/>
                    <a:pt x="14734" y="1670"/>
                    <a:pt x="14602" y="1842"/>
                  </a:cubicBezTo>
                  <a:cubicBezTo>
                    <a:pt x="14532" y="1730"/>
                    <a:pt x="14467" y="1614"/>
                    <a:pt x="14409" y="1495"/>
                  </a:cubicBezTo>
                  <a:cubicBezTo>
                    <a:pt x="14361" y="1397"/>
                    <a:pt x="14318" y="1277"/>
                    <a:pt x="14289" y="1154"/>
                  </a:cubicBezTo>
                  <a:cubicBezTo>
                    <a:pt x="14269" y="1070"/>
                    <a:pt x="14266" y="979"/>
                    <a:pt x="14287" y="904"/>
                  </a:cubicBezTo>
                  <a:close/>
                </a:path>
              </a:pathLst>
            </a:custGeom>
            <a:solidFill>
              <a:srgbClr val="FE40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299" name="Google Shape;299;p52"/>
            <p:cNvSpPr/>
            <p:nvPr/>
          </p:nvSpPr>
          <p:spPr>
            <a:xfrm>
              <a:off x="6004" y="1959"/>
              <a:ext cx="6" cy="6"/>
            </a:xfrm>
            <a:custGeom>
              <a:avLst/>
              <a:gdLst/>
              <a:ahLst/>
              <a:cxnLst/>
              <a:rect l="l" t="t" r="r" b="b"/>
              <a:pathLst>
                <a:path w="15" h="17" extrusionOk="0">
                  <a:moveTo>
                    <a:pt x="13" y="14"/>
                  </a:moveTo>
                  <a:cubicBezTo>
                    <a:pt x="11" y="12"/>
                    <a:pt x="10" y="10"/>
                    <a:pt x="8" y="8"/>
                  </a:cubicBezTo>
                  <a:cubicBezTo>
                    <a:pt x="4" y="4"/>
                    <a:pt x="2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5" y="6"/>
                    <a:pt x="15" y="17"/>
                  </a:cubicBezTo>
                  <a:cubicBezTo>
                    <a:pt x="15" y="16"/>
                    <a:pt x="14" y="15"/>
                    <a:pt x="13" y="14"/>
                  </a:cubicBezTo>
                  <a:close/>
                </a:path>
              </a:pathLst>
            </a:custGeom>
            <a:solidFill>
              <a:srgbClr val="FE40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300" name="Google Shape;300;p52"/>
            <p:cNvSpPr/>
            <p:nvPr/>
          </p:nvSpPr>
          <p:spPr>
            <a:xfrm>
              <a:off x="0" y="3115"/>
              <a:ext cx="1314" cy="1205"/>
            </a:xfrm>
            <a:custGeom>
              <a:avLst/>
              <a:gdLst/>
              <a:ahLst/>
              <a:cxnLst/>
              <a:rect l="l" t="t" r="r" b="b"/>
              <a:pathLst>
                <a:path w="3281" h="3008" extrusionOk="0">
                  <a:moveTo>
                    <a:pt x="1239" y="812"/>
                  </a:moveTo>
                  <a:cubicBezTo>
                    <a:pt x="1259" y="803"/>
                    <a:pt x="1370" y="781"/>
                    <a:pt x="1359" y="781"/>
                  </a:cubicBezTo>
                  <a:cubicBezTo>
                    <a:pt x="1387" y="779"/>
                    <a:pt x="1416" y="781"/>
                    <a:pt x="1444" y="783"/>
                  </a:cubicBezTo>
                  <a:cubicBezTo>
                    <a:pt x="1371" y="777"/>
                    <a:pt x="1511" y="812"/>
                    <a:pt x="1465" y="790"/>
                  </a:cubicBezTo>
                  <a:cubicBezTo>
                    <a:pt x="1557" y="831"/>
                    <a:pt x="1614" y="891"/>
                    <a:pt x="1665" y="961"/>
                  </a:cubicBezTo>
                  <a:cubicBezTo>
                    <a:pt x="1750" y="1077"/>
                    <a:pt x="1818" y="1210"/>
                    <a:pt x="1873" y="1342"/>
                  </a:cubicBezTo>
                  <a:cubicBezTo>
                    <a:pt x="2102" y="1888"/>
                    <a:pt x="2198" y="2503"/>
                    <a:pt x="2506" y="3008"/>
                  </a:cubicBezTo>
                  <a:cubicBezTo>
                    <a:pt x="3281" y="3008"/>
                    <a:pt x="3281" y="3008"/>
                    <a:pt x="3281" y="3008"/>
                  </a:cubicBezTo>
                  <a:cubicBezTo>
                    <a:pt x="2860" y="2710"/>
                    <a:pt x="2736" y="2004"/>
                    <a:pt x="2588" y="1557"/>
                  </a:cubicBezTo>
                  <a:cubicBezTo>
                    <a:pt x="2436" y="1095"/>
                    <a:pt x="2223" y="466"/>
                    <a:pt x="1734" y="258"/>
                  </a:cubicBezTo>
                  <a:cubicBezTo>
                    <a:pt x="1126" y="0"/>
                    <a:pt x="527" y="491"/>
                    <a:pt x="166" y="944"/>
                  </a:cubicBezTo>
                  <a:cubicBezTo>
                    <a:pt x="108" y="1017"/>
                    <a:pt x="53" y="1092"/>
                    <a:pt x="0" y="1168"/>
                  </a:cubicBezTo>
                  <a:cubicBezTo>
                    <a:pt x="0" y="2267"/>
                    <a:pt x="0" y="2267"/>
                    <a:pt x="0" y="2267"/>
                  </a:cubicBezTo>
                  <a:cubicBezTo>
                    <a:pt x="243" y="1874"/>
                    <a:pt x="467" y="1467"/>
                    <a:pt x="792" y="1140"/>
                  </a:cubicBezTo>
                  <a:cubicBezTo>
                    <a:pt x="923" y="1007"/>
                    <a:pt x="1070" y="894"/>
                    <a:pt x="1239" y="812"/>
                  </a:cubicBezTo>
                  <a:close/>
                </a:path>
              </a:pathLst>
            </a:custGeom>
            <a:solidFill>
              <a:srgbClr val="FE40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301" name="Google Shape;301;p52"/>
            <p:cNvSpPr/>
            <p:nvPr/>
          </p:nvSpPr>
          <p:spPr>
            <a:xfrm>
              <a:off x="6636" y="3348"/>
              <a:ext cx="888" cy="972"/>
            </a:xfrm>
            <a:custGeom>
              <a:avLst/>
              <a:gdLst/>
              <a:ahLst/>
              <a:cxnLst/>
              <a:rect l="l" t="t" r="r" b="b"/>
              <a:pathLst>
                <a:path w="2218" h="2426" extrusionOk="0">
                  <a:moveTo>
                    <a:pt x="2167" y="1307"/>
                  </a:moveTo>
                  <a:cubicBezTo>
                    <a:pt x="2218" y="1033"/>
                    <a:pt x="2203" y="739"/>
                    <a:pt x="2052" y="497"/>
                  </a:cubicBezTo>
                  <a:cubicBezTo>
                    <a:pt x="1881" y="225"/>
                    <a:pt x="1592" y="116"/>
                    <a:pt x="1288" y="76"/>
                  </a:cubicBezTo>
                  <a:cubicBezTo>
                    <a:pt x="708" y="0"/>
                    <a:pt x="0" y="286"/>
                    <a:pt x="77" y="972"/>
                  </a:cubicBezTo>
                  <a:cubicBezTo>
                    <a:pt x="136" y="1492"/>
                    <a:pt x="465" y="1966"/>
                    <a:pt x="812" y="2366"/>
                  </a:cubicBezTo>
                  <a:cubicBezTo>
                    <a:pt x="786" y="2387"/>
                    <a:pt x="761" y="2407"/>
                    <a:pt x="735" y="2426"/>
                  </a:cubicBezTo>
                  <a:cubicBezTo>
                    <a:pt x="1696" y="2426"/>
                    <a:pt x="1696" y="2426"/>
                    <a:pt x="1696" y="2426"/>
                  </a:cubicBezTo>
                  <a:cubicBezTo>
                    <a:pt x="1681" y="2412"/>
                    <a:pt x="1665" y="2397"/>
                    <a:pt x="1649" y="2382"/>
                  </a:cubicBezTo>
                  <a:cubicBezTo>
                    <a:pt x="1910" y="2059"/>
                    <a:pt x="2096" y="1688"/>
                    <a:pt x="2167" y="1307"/>
                  </a:cubicBezTo>
                  <a:close/>
                  <a:moveTo>
                    <a:pt x="671" y="926"/>
                  </a:moveTo>
                  <a:cubicBezTo>
                    <a:pt x="677" y="957"/>
                    <a:pt x="673" y="889"/>
                    <a:pt x="672" y="847"/>
                  </a:cubicBezTo>
                  <a:cubicBezTo>
                    <a:pt x="674" y="835"/>
                    <a:pt x="677" y="816"/>
                    <a:pt x="679" y="809"/>
                  </a:cubicBezTo>
                  <a:cubicBezTo>
                    <a:pt x="680" y="805"/>
                    <a:pt x="680" y="803"/>
                    <a:pt x="681" y="801"/>
                  </a:cubicBezTo>
                  <a:cubicBezTo>
                    <a:pt x="682" y="799"/>
                    <a:pt x="682" y="798"/>
                    <a:pt x="683" y="797"/>
                  </a:cubicBezTo>
                  <a:cubicBezTo>
                    <a:pt x="690" y="782"/>
                    <a:pt x="735" y="728"/>
                    <a:pt x="689" y="783"/>
                  </a:cubicBezTo>
                  <a:cubicBezTo>
                    <a:pt x="699" y="771"/>
                    <a:pt x="705" y="763"/>
                    <a:pt x="708" y="759"/>
                  </a:cubicBezTo>
                  <a:cubicBezTo>
                    <a:pt x="710" y="758"/>
                    <a:pt x="714" y="756"/>
                    <a:pt x="721" y="751"/>
                  </a:cubicBezTo>
                  <a:cubicBezTo>
                    <a:pt x="880" y="643"/>
                    <a:pt x="1216" y="640"/>
                    <a:pt x="1427" y="715"/>
                  </a:cubicBezTo>
                  <a:cubicBezTo>
                    <a:pt x="1375" y="697"/>
                    <a:pt x="1518" y="782"/>
                    <a:pt x="1490" y="754"/>
                  </a:cubicBezTo>
                  <a:cubicBezTo>
                    <a:pt x="1503" y="766"/>
                    <a:pt x="1515" y="779"/>
                    <a:pt x="1527" y="792"/>
                  </a:cubicBezTo>
                  <a:cubicBezTo>
                    <a:pt x="1498" y="760"/>
                    <a:pt x="1541" y="810"/>
                    <a:pt x="1547" y="820"/>
                  </a:cubicBezTo>
                  <a:cubicBezTo>
                    <a:pt x="1551" y="826"/>
                    <a:pt x="1566" y="858"/>
                    <a:pt x="1570" y="864"/>
                  </a:cubicBezTo>
                  <a:cubicBezTo>
                    <a:pt x="1575" y="880"/>
                    <a:pt x="1579" y="896"/>
                    <a:pt x="1584" y="912"/>
                  </a:cubicBezTo>
                  <a:cubicBezTo>
                    <a:pt x="1585" y="919"/>
                    <a:pt x="1593" y="963"/>
                    <a:pt x="1594" y="964"/>
                  </a:cubicBezTo>
                  <a:cubicBezTo>
                    <a:pt x="1596" y="993"/>
                    <a:pt x="1596" y="1021"/>
                    <a:pt x="1596" y="1049"/>
                  </a:cubicBezTo>
                  <a:cubicBezTo>
                    <a:pt x="1595" y="1261"/>
                    <a:pt x="1481" y="1531"/>
                    <a:pt x="1345" y="1754"/>
                  </a:cubicBezTo>
                  <a:cubicBezTo>
                    <a:pt x="1307" y="1815"/>
                    <a:pt x="1267" y="1875"/>
                    <a:pt x="1223" y="1934"/>
                  </a:cubicBezTo>
                  <a:cubicBezTo>
                    <a:pt x="998" y="1666"/>
                    <a:pt x="806" y="1372"/>
                    <a:pt x="710" y="1085"/>
                  </a:cubicBezTo>
                  <a:cubicBezTo>
                    <a:pt x="693" y="1033"/>
                    <a:pt x="680" y="980"/>
                    <a:pt x="671" y="926"/>
                  </a:cubicBezTo>
                  <a:close/>
                </a:path>
              </a:pathLst>
            </a:custGeom>
            <a:solidFill>
              <a:srgbClr val="FE40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302" name="Google Shape;302;p52"/>
            <p:cNvSpPr/>
            <p:nvPr/>
          </p:nvSpPr>
          <p:spPr>
            <a:xfrm>
              <a:off x="1685" y="3295"/>
              <a:ext cx="1732" cy="1025"/>
            </a:xfrm>
            <a:custGeom>
              <a:avLst/>
              <a:gdLst/>
              <a:ahLst/>
              <a:cxnLst/>
              <a:rect l="l" t="t" r="r" b="b"/>
              <a:pathLst>
                <a:path w="4324" h="2558" extrusionOk="0">
                  <a:moveTo>
                    <a:pt x="2471" y="140"/>
                  </a:moveTo>
                  <a:cubicBezTo>
                    <a:pt x="2105" y="0"/>
                    <a:pt x="1728" y="232"/>
                    <a:pt x="1505" y="508"/>
                  </a:cubicBezTo>
                  <a:cubicBezTo>
                    <a:pt x="1258" y="812"/>
                    <a:pt x="1106" y="1174"/>
                    <a:pt x="932" y="1522"/>
                  </a:cubicBezTo>
                  <a:cubicBezTo>
                    <a:pt x="754" y="1877"/>
                    <a:pt x="406" y="2333"/>
                    <a:pt x="0" y="2558"/>
                  </a:cubicBezTo>
                  <a:cubicBezTo>
                    <a:pt x="929" y="2558"/>
                    <a:pt x="929" y="2558"/>
                    <a:pt x="929" y="2558"/>
                  </a:cubicBezTo>
                  <a:cubicBezTo>
                    <a:pt x="1110" y="2370"/>
                    <a:pt x="1270" y="2157"/>
                    <a:pt x="1394" y="1931"/>
                  </a:cubicBezTo>
                  <a:cubicBezTo>
                    <a:pt x="1574" y="1602"/>
                    <a:pt x="1708" y="1250"/>
                    <a:pt x="1924" y="940"/>
                  </a:cubicBezTo>
                  <a:cubicBezTo>
                    <a:pt x="2102" y="683"/>
                    <a:pt x="2259" y="634"/>
                    <a:pt x="2487" y="844"/>
                  </a:cubicBezTo>
                  <a:cubicBezTo>
                    <a:pt x="2767" y="1103"/>
                    <a:pt x="2949" y="1465"/>
                    <a:pt x="3138" y="1791"/>
                  </a:cubicBezTo>
                  <a:cubicBezTo>
                    <a:pt x="3287" y="2050"/>
                    <a:pt x="3446" y="2308"/>
                    <a:pt x="3613" y="2558"/>
                  </a:cubicBezTo>
                  <a:cubicBezTo>
                    <a:pt x="4324" y="2558"/>
                    <a:pt x="4324" y="2558"/>
                    <a:pt x="4324" y="2558"/>
                  </a:cubicBezTo>
                  <a:cubicBezTo>
                    <a:pt x="4160" y="2330"/>
                    <a:pt x="4025" y="2089"/>
                    <a:pt x="3927" y="1931"/>
                  </a:cubicBezTo>
                  <a:cubicBezTo>
                    <a:pt x="3544" y="1313"/>
                    <a:pt x="3194" y="419"/>
                    <a:pt x="2471" y="140"/>
                  </a:cubicBezTo>
                  <a:close/>
                </a:path>
              </a:pathLst>
            </a:custGeom>
            <a:solidFill>
              <a:srgbClr val="FE40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303" name="Google Shape;303;p52"/>
            <p:cNvSpPr/>
            <p:nvPr/>
          </p:nvSpPr>
          <p:spPr>
            <a:xfrm>
              <a:off x="4117" y="3491"/>
              <a:ext cx="1962" cy="829"/>
            </a:xfrm>
            <a:custGeom>
              <a:avLst/>
              <a:gdLst/>
              <a:ahLst/>
              <a:cxnLst/>
              <a:rect l="l" t="t" r="r" b="b"/>
              <a:pathLst>
                <a:path w="4899" h="2070" extrusionOk="0">
                  <a:moveTo>
                    <a:pt x="4323" y="1481"/>
                  </a:moveTo>
                  <a:cubicBezTo>
                    <a:pt x="3793" y="895"/>
                    <a:pt x="3249" y="274"/>
                    <a:pt x="2447" y="86"/>
                  </a:cubicBezTo>
                  <a:cubicBezTo>
                    <a:pt x="2081" y="0"/>
                    <a:pt x="1707" y="36"/>
                    <a:pt x="1377" y="218"/>
                  </a:cubicBezTo>
                  <a:cubicBezTo>
                    <a:pt x="1082" y="380"/>
                    <a:pt x="864" y="661"/>
                    <a:pt x="682" y="936"/>
                  </a:cubicBezTo>
                  <a:cubicBezTo>
                    <a:pt x="443" y="1299"/>
                    <a:pt x="259" y="1718"/>
                    <a:pt x="0" y="2070"/>
                  </a:cubicBezTo>
                  <a:cubicBezTo>
                    <a:pt x="713" y="2070"/>
                    <a:pt x="713" y="2070"/>
                    <a:pt x="713" y="2070"/>
                  </a:cubicBezTo>
                  <a:cubicBezTo>
                    <a:pt x="992" y="1588"/>
                    <a:pt x="1231" y="982"/>
                    <a:pt x="1710" y="718"/>
                  </a:cubicBezTo>
                  <a:cubicBezTo>
                    <a:pt x="2307" y="390"/>
                    <a:pt x="3039" y="994"/>
                    <a:pt x="3448" y="1414"/>
                  </a:cubicBezTo>
                  <a:cubicBezTo>
                    <a:pt x="3651" y="1621"/>
                    <a:pt x="3844" y="1850"/>
                    <a:pt x="4046" y="2070"/>
                  </a:cubicBezTo>
                  <a:cubicBezTo>
                    <a:pt x="4899" y="2070"/>
                    <a:pt x="4899" y="2070"/>
                    <a:pt x="4899" y="2070"/>
                  </a:cubicBezTo>
                  <a:cubicBezTo>
                    <a:pt x="4690" y="1890"/>
                    <a:pt x="4502" y="1677"/>
                    <a:pt x="4323" y="1481"/>
                  </a:cubicBezTo>
                  <a:close/>
                </a:path>
              </a:pathLst>
            </a:custGeom>
            <a:solidFill>
              <a:srgbClr val="FE40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</p:grpSp>
      <p:grpSp>
        <p:nvGrpSpPr>
          <p:cNvPr id="304" name="Google Shape;304;p52"/>
          <p:cNvGrpSpPr/>
          <p:nvPr/>
        </p:nvGrpSpPr>
        <p:grpSpPr>
          <a:xfrm>
            <a:off x="2787650" y="1847852"/>
            <a:ext cx="6618288" cy="3160713"/>
            <a:chOff x="1756" y="1164"/>
            <a:chExt cx="4169" cy="1991"/>
          </a:xfrm>
        </p:grpSpPr>
        <p:sp>
          <p:nvSpPr>
            <p:cNvPr id="305" name="Google Shape;305;p52"/>
            <p:cNvSpPr/>
            <p:nvPr/>
          </p:nvSpPr>
          <p:spPr>
            <a:xfrm>
              <a:off x="2374" y="1249"/>
              <a:ext cx="538" cy="820"/>
            </a:xfrm>
            <a:custGeom>
              <a:avLst/>
              <a:gdLst/>
              <a:ahLst/>
              <a:cxnLst/>
              <a:rect l="l" t="t" r="r" b="b"/>
              <a:pathLst>
                <a:path w="1476" h="2248" extrusionOk="0">
                  <a:moveTo>
                    <a:pt x="803" y="1208"/>
                  </a:moveTo>
                  <a:cubicBezTo>
                    <a:pt x="772" y="1208"/>
                    <a:pt x="737" y="1208"/>
                    <a:pt x="697" y="1211"/>
                  </a:cubicBezTo>
                  <a:cubicBezTo>
                    <a:pt x="809" y="917"/>
                    <a:pt x="872" y="788"/>
                    <a:pt x="944" y="564"/>
                  </a:cubicBezTo>
                  <a:cubicBezTo>
                    <a:pt x="947" y="756"/>
                    <a:pt x="981" y="972"/>
                    <a:pt x="1005" y="1211"/>
                  </a:cubicBezTo>
                  <a:cubicBezTo>
                    <a:pt x="921" y="1211"/>
                    <a:pt x="866" y="1208"/>
                    <a:pt x="803" y="1208"/>
                  </a:cubicBezTo>
                  <a:moveTo>
                    <a:pt x="1449" y="1237"/>
                  </a:moveTo>
                  <a:cubicBezTo>
                    <a:pt x="1405" y="1224"/>
                    <a:pt x="1346" y="1224"/>
                    <a:pt x="1301" y="1225"/>
                  </a:cubicBezTo>
                  <a:cubicBezTo>
                    <a:pt x="1275" y="992"/>
                    <a:pt x="1192" y="402"/>
                    <a:pt x="1169" y="269"/>
                  </a:cubicBezTo>
                  <a:cubicBezTo>
                    <a:pt x="1134" y="59"/>
                    <a:pt x="1040" y="0"/>
                    <a:pt x="901" y="17"/>
                  </a:cubicBezTo>
                  <a:cubicBezTo>
                    <a:pt x="687" y="45"/>
                    <a:pt x="554" y="403"/>
                    <a:pt x="484" y="549"/>
                  </a:cubicBezTo>
                  <a:cubicBezTo>
                    <a:pt x="411" y="700"/>
                    <a:pt x="227" y="1168"/>
                    <a:pt x="165" y="1337"/>
                  </a:cubicBezTo>
                  <a:cubicBezTo>
                    <a:pt x="133" y="1423"/>
                    <a:pt x="62" y="1621"/>
                    <a:pt x="47" y="1714"/>
                  </a:cubicBezTo>
                  <a:cubicBezTo>
                    <a:pt x="47" y="1714"/>
                    <a:pt x="47" y="1714"/>
                    <a:pt x="47" y="1714"/>
                  </a:cubicBezTo>
                  <a:cubicBezTo>
                    <a:pt x="23" y="1813"/>
                    <a:pt x="0" y="2011"/>
                    <a:pt x="194" y="2046"/>
                  </a:cubicBezTo>
                  <a:cubicBezTo>
                    <a:pt x="197" y="2046"/>
                    <a:pt x="200" y="2047"/>
                    <a:pt x="203" y="2047"/>
                  </a:cubicBezTo>
                  <a:cubicBezTo>
                    <a:pt x="246" y="2054"/>
                    <a:pt x="299" y="2052"/>
                    <a:pt x="364" y="2041"/>
                  </a:cubicBezTo>
                  <a:cubicBezTo>
                    <a:pt x="379" y="2038"/>
                    <a:pt x="392" y="2028"/>
                    <a:pt x="397" y="2013"/>
                  </a:cubicBezTo>
                  <a:cubicBezTo>
                    <a:pt x="466" y="1816"/>
                    <a:pt x="564" y="1584"/>
                    <a:pt x="622" y="1429"/>
                  </a:cubicBezTo>
                  <a:cubicBezTo>
                    <a:pt x="680" y="1421"/>
                    <a:pt x="935" y="1418"/>
                    <a:pt x="1022" y="1418"/>
                  </a:cubicBezTo>
                  <a:cubicBezTo>
                    <a:pt x="1039" y="1606"/>
                    <a:pt x="1061" y="1785"/>
                    <a:pt x="1085" y="1965"/>
                  </a:cubicBezTo>
                  <a:cubicBezTo>
                    <a:pt x="1085" y="1965"/>
                    <a:pt x="1085" y="1965"/>
                    <a:pt x="1085" y="1965"/>
                  </a:cubicBezTo>
                  <a:cubicBezTo>
                    <a:pt x="1096" y="2041"/>
                    <a:pt x="1107" y="2143"/>
                    <a:pt x="1123" y="2213"/>
                  </a:cubicBezTo>
                  <a:cubicBezTo>
                    <a:pt x="1129" y="2236"/>
                    <a:pt x="1155" y="2248"/>
                    <a:pt x="1176" y="2237"/>
                  </a:cubicBezTo>
                  <a:cubicBezTo>
                    <a:pt x="1313" y="2166"/>
                    <a:pt x="1375" y="2031"/>
                    <a:pt x="1364" y="1910"/>
                  </a:cubicBezTo>
                  <a:cubicBezTo>
                    <a:pt x="1350" y="1754"/>
                    <a:pt x="1332" y="1579"/>
                    <a:pt x="1321" y="1424"/>
                  </a:cubicBezTo>
                  <a:cubicBezTo>
                    <a:pt x="1339" y="1422"/>
                    <a:pt x="1355" y="1419"/>
                    <a:pt x="1369" y="1414"/>
                  </a:cubicBezTo>
                  <a:cubicBezTo>
                    <a:pt x="1371" y="1413"/>
                    <a:pt x="1373" y="1413"/>
                    <a:pt x="1375" y="1412"/>
                  </a:cubicBezTo>
                  <a:cubicBezTo>
                    <a:pt x="1376" y="1412"/>
                    <a:pt x="1375" y="1412"/>
                    <a:pt x="1375" y="1411"/>
                  </a:cubicBezTo>
                  <a:cubicBezTo>
                    <a:pt x="1419" y="1393"/>
                    <a:pt x="1446" y="1355"/>
                    <a:pt x="1471" y="1276"/>
                  </a:cubicBezTo>
                  <a:cubicBezTo>
                    <a:pt x="1476" y="1259"/>
                    <a:pt x="1466" y="1242"/>
                    <a:pt x="1449" y="1237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306" name="Google Shape;306;p52"/>
            <p:cNvSpPr/>
            <p:nvPr/>
          </p:nvSpPr>
          <p:spPr>
            <a:xfrm>
              <a:off x="3034" y="1254"/>
              <a:ext cx="507" cy="799"/>
            </a:xfrm>
            <a:custGeom>
              <a:avLst/>
              <a:gdLst/>
              <a:ahLst/>
              <a:cxnLst/>
              <a:rect l="l" t="t" r="r" b="b"/>
              <a:pathLst>
                <a:path w="1389" h="2189" extrusionOk="0">
                  <a:moveTo>
                    <a:pt x="1113" y="1384"/>
                  </a:moveTo>
                  <a:cubicBezTo>
                    <a:pt x="1093" y="1585"/>
                    <a:pt x="860" y="1697"/>
                    <a:pt x="604" y="1700"/>
                  </a:cubicBezTo>
                  <a:cubicBezTo>
                    <a:pt x="624" y="1487"/>
                    <a:pt x="656" y="1300"/>
                    <a:pt x="687" y="1099"/>
                  </a:cubicBezTo>
                  <a:cubicBezTo>
                    <a:pt x="702" y="1099"/>
                    <a:pt x="716" y="1096"/>
                    <a:pt x="730" y="1096"/>
                  </a:cubicBezTo>
                  <a:cubicBezTo>
                    <a:pt x="932" y="1096"/>
                    <a:pt x="1113" y="1220"/>
                    <a:pt x="1113" y="1364"/>
                  </a:cubicBezTo>
                  <a:lnTo>
                    <a:pt x="1113" y="1384"/>
                  </a:lnTo>
                  <a:close/>
                  <a:moveTo>
                    <a:pt x="831" y="271"/>
                  </a:moveTo>
                  <a:cubicBezTo>
                    <a:pt x="845" y="268"/>
                    <a:pt x="857" y="268"/>
                    <a:pt x="868" y="268"/>
                  </a:cubicBezTo>
                  <a:cubicBezTo>
                    <a:pt x="978" y="268"/>
                    <a:pt x="1073" y="354"/>
                    <a:pt x="1073" y="472"/>
                  </a:cubicBezTo>
                  <a:cubicBezTo>
                    <a:pt x="1073" y="633"/>
                    <a:pt x="912" y="777"/>
                    <a:pt x="742" y="809"/>
                  </a:cubicBezTo>
                  <a:cubicBezTo>
                    <a:pt x="762" y="622"/>
                    <a:pt x="808" y="455"/>
                    <a:pt x="831" y="271"/>
                  </a:cubicBezTo>
                  <a:moveTo>
                    <a:pt x="981" y="926"/>
                  </a:moveTo>
                  <a:cubicBezTo>
                    <a:pt x="1139" y="834"/>
                    <a:pt x="1259" y="647"/>
                    <a:pt x="1262" y="489"/>
                  </a:cubicBezTo>
                  <a:cubicBezTo>
                    <a:pt x="1262" y="478"/>
                    <a:pt x="1262" y="478"/>
                    <a:pt x="1262" y="478"/>
                  </a:cubicBezTo>
                  <a:cubicBezTo>
                    <a:pt x="1262" y="328"/>
                    <a:pt x="1142" y="98"/>
                    <a:pt x="848" y="98"/>
                  </a:cubicBezTo>
                  <a:cubicBezTo>
                    <a:pt x="848" y="41"/>
                    <a:pt x="788" y="17"/>
                    <a:pt x="679" y="9"/>
                  </a:cubicBezTo>
                  <a:cubicBezTo>
                    <a:pt x="557" y="0"/>
                    <a:pt x="463" y="8"/>
                    <a:pt x="406" y="137"/>
                  </a:cubicBezTo>
                  <a:cubicBezTo>
                    <a:pt x="311" y="351"/>
                    <a:pt x="0" y="1843"/>
                    <a:pt x="183" y="2102"/>
                  </a:cubicBezTo>
                  <a:cubicBezTo>
                    <a:pt x="242" y="2186"/>
                    <a:pt x="398" y="2189"/>
                    <a:pt x="513" y="2145"/>
                  </a:cubicBezTo>
                  <a:cubicBezTo>
                    <a:pt x="578" y="2120"/>
                    <a:pt x="614" y="2052"/>
                    <a:pt x="601" y="1984"/>
                  </a:cubicBezTo>
                  <a:cubicBezTo>
                    <a:pt x="593" y="1940"/>
                    <a:pt x="591" y="1882"/>
                    <a:pt x="596" y="1813"/>
                  </a:cubicBezTo>
                  <a:cubicBezTo>
                    <a:pt x="666" y="1882"/>
                    <a:pt x="827" y="1910"/>
                    <a:pt x="1001" y="1879"/>
                  </a:cubicBezTo>
                  <a:cubicBezTo>
                    <a:pt x="1191" y="1846"/>
                    <a:pt x="1389" y="1640"/>
                    <a:pt x="1389" y="1389"/>
                  </a:cubicBezTo>
                  <a:cubicBezTo>
                    <a:pt x="1389" y="1151"/>
                    <a:pt x="1208" y="990"/>
                    <a:pt x="981" y="92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307" name="Google Shape;307;p52"/>
            <p:cNvSpPr/>
            <p:nvPr/>
          </p:nvSpPr>
          <p:spPr>
            <a:xfrm>
              <a:off x="4273" y="1392"/>
              <a:ext cx="682" cy="542"/>
            </a:xfrm>
            <a:custGeom>
              <a:avLst/>
              <a:gdLst/>
              <a:ahLst/>
              <a:cxnLst/>
              <a:rect l="l" t="t" r="r" b="b"/>
              <a:pathLst>
                <a:path w="1872" h="1486" extrusionOk="0">
                  <a:moveTo>
                    <a:pt x="1182" y="423"/>
                  </a:moveTo>
                  <a:cubicBezTo>
                    <a:pt x="1177" y="432"/>
                    <a:pt x="1177" y="432"/>
                    <a:pt x="1177" y="432"/>
                  </a:cubicBezTo>
                  <a:cubicBezTo>
                    <a:pt x="1174" y="420"/>
                    <a:pt x="1171" y="409"/>
                    <a:pt x="1171" y="394"/>
                  </a:cubicBezTo>
                  <a:cubicBezTo>
                    <a:pt x="1171" y="314"/>
                    <a:pt x="1229" y="199"/>
                    <a:pt x="1292" y="167"/>
                  </a:cubicBezTo>
                  <a:cubicBezTo>
                    <a:pt x="1283" y="259"/>
                    <a:pt x="1229" y="348"/>
                    <a:pt x="1182" y="423"/>
                  </a:cubicBezTo>
                  <a:moveTo>
                    <a:pt x="392" y="647"/>
                  </a:moveTo>
                  <a:cubicBezTo>
                    <a:pt x="423" y="621"/>
                    <a:pt x="466" y="593"/>
                    <a:pt x="512" y="593"/>
                  </a:cubicBezTo>
                  <a:cubicBezTo>
                    <a:pt x="524" y="593"/>
                    <a:pt x="533" y="593"/>
                    <a:pt x="541" y="595"/>
                  </a:cubicBezTo>
                  <a:cubicBezTo>
                    <a:pt x="512" y="713"/>
                    <a:pt x="317" y="805"/>
                    <a:pt x="274" y="837"/>
                  </a:cubicBezTo>
                  <a:cubicBezTo>
                    <a:pt x="297" y="771"/>
                    <a:pt x="343" y="702"/>
                    <a:pt x="392" y="647"/>
                  </a:cubicBezTo>
                  <a:moveTo>
                    <a:pt x="1829" y="726"/>
                  </a:moveTo>
                  <a:cubicBezTo>
                    <a:pt x="1792" y="786"/>
                    <a:pt x="1792" y="786"/>
                    <a:pt x="1792" y="786"/>
                  </a:cubicBezTo>
                  <a:cubicBezTo>
                    <a:pt x="1717" y="892"/>
                    <a:pt x="1494" y="1224"/>
                    <a:pt x="1349" y="1326"/>
                  </a:cubicBezTo>
                  <a:cubicBezTo>
                    <a:pt x="1344" y="1326"/>
                    <a:pt x="1338" y="1323"/>
                    <a:pt x="1338" y="1314"/>
                  </a:cubicBezTo>
                  <a:cubicBezTo>
                    <a:pt x="1338" y="1197"/>
                    <a:pt x="1576" y="883"/>
                    <a:pt x="1576" y="682"/>
                  </a:cubicBezTo>
                  <a:cubicBezTo>
                    <a:pt x="1576" y="535"/>
                    <a:pt x="1295" y="492"/>
                    <a:pt x="1300" y="469"/>
                  </a:cubicBezTo>
                  <a:cubicBezTo>
                    <a:pt x="1300" y="443"/>
                    <a:pt x="1421" y="265"/>
                    <a:pt x="1421" y="144"/>
                  </a:cubicBezTo>
                  <a:cubicBezTo>
                    <a:pt x="1421" y="95"/>
                    <a:pt x="1344" y="0"/>
                    <a:pt x="1234" y="0"/>
                  </a:cubicBezTo>
                  <a:cubicBezTo>
                    <a:pt x="1056" y="0"/>
                    <a:pt x="1016" y="305"/>
                    <a:pt x="1016" y="334"/>
                  </a:cubicBezTo>
                  <a:cubicBezTo>
                    <a:pt x="1016" y="466"/>
                    <a:pt x="1053" y="501"/>
                    <a:pt x="1113" y="541"/>
                  </a:cubicBezTo>
                  <a:cubicBezTo>
                    <a:pt x="1060" y="629"/>
                    <a:pt x="996" y="733"/>
                    <a:pt x="938" y="824"/>
                  </a:cubicBezTo>
                  <a:cubicBezTo>
                    <a:pt x="817" y="985"/>
                    <a:pt x="607" y="1220"/>
                    <a:pt x="406" y="1220"/>
                  </a:cubicBezTo>
                  <a:cubicBezTo>
                    <a:pt x="297" y="1220"/>
                    <a:pt x="219" y="1162"/>
                    <a:pt x="219" y="1050"/>
                  </a:cubicBezTo>
                  <a:cubicBezTo>
                    <a:pt x="219" y="1024"/>
                    <a:pt x="225" y="992"/>
                    <a:pt x="236" y="958"/>
                  </a:cubicBezTo>
                  <a:cubicBezTo>
                    <a:pt x="268" y="964"/>
                    <a:pt x="308" y="969"/>
                    <a:pt x="348" y="969"/>
                  </a:cubicBezTo>
                  <a:cubicBezTo>
                    <a:pt x="616" y="969"/>
                    <a:pt x="679" y="780"/>
                    <a:pt x="679" y="687"/>
                  </a:cubicBezTo>
                  <a:cubicBezTo>
                    <a:pt x="679" y="682"/>
                    <a:pt x="679" y="676"/>
                    <a:pt x="679" y="671"/>
                  </a:cubicBezTo>
                  <a:cubicBezTo>
                    <a:pt x="679" y="671"/>
                    <a:pt x="679" y="671"/>
                    <a:pt x="679" y="671"/>
                  </a:cubicBezTo>
                  <a:cubicBezTo>
                    <a:pt x="675" y="441"/>
                    <a:pt x="533" y="447"/>
                    <a:pt x="433" y="478"/>
                  </a:cubicBezTo>
                  <a:cubicBezTo>
                    <a:pt x="433" y="478"/>
                    <a:pt x="433" y="478"/>
                    <a:pt x="433" y="478"/>
                  </a:cubicBezTo>
                  <a:cubicBezTo>
                    <a:pt x="191" y="541"/>
                    <a:pt x="0" y="852"/>
                    <a:pt x="0" y="1070"/>
                  </a:cubicBezTo>
                  <a:cubicBezTo>
                    <a:pt x="0" y="1197"/>
                    <a:pt x="47" y="1317"/>
                    <a:pt x="129" y="1386"/>
                  </a:cubicBezTo>
                  <a:cubicBezTo>
                    <a:pt x="129" y="1387"/>
                    <a:pt x="129" y="1387"/>
                    <a:pt x="129" y="1387"/>
                  </a:cubicBezTo>
                  <a:cubicBezTo>
                    <a:pt x="205" y="1453"/>
                    <a:pt x="365" y="1486"/>
                    <a:pt x="521" y="1417"/>
                  </a:cubicBezTo>
                  <a:cubicBezTo>
                    <a:pt x="521" y="1417"/>
                    <a:pt x="521" y="1417"/>
                    <a:pt x="521" y="1417"/>
                  </a:cubicBezTo>
                  <a:cubicBezTo>
                    <a:pt x="699" y="1350"/>
                    <a:pt x="814" y="1204"/>
                    <a:pt x="855" y="1153"/>
                  </a:cubicBezTo>
                  <a:cubicBezTo>
                    <a:pt x="864" y="1144"/>
                    <a:pt x="1153" y="745"/>
                    <a:pt x="1229" y="587"/>
                  </a:cubicBezTo>
                  <a:cubicBezTo>
                    <a:pt x="1234" y="590"/>
                    <a:pt x="1309" y="610"/>
                    <a:pt x="1309" y="630"/>
                  </a:cubicBezTo>
                  <a:cubicBezTo>
                    <a:pt x="1309" y="708"/>
                    <a:pt x="1082" y="1027"/>
                    <a:pt x="1082" y="1211"/>
                  </a:cubicBezTo>
                  <a:cubicBezTo>
                    <a:pt x="1082" y="1343"/>
                    <a:pt x="1240" y="1418"/>
                    <a:pt x="1306" y="1418"/>
                  </a:cubicBezTo>
                  <a:cubicBezTo>
                    <a:pt x="1394" y="1418"/>
                    <a:pt x="1481" y="1357"/>
                    <a:pt x="1525" y="1317"/>
                  </a:cubicBezTo>
                  <a:cubicBezTo>
                    <a:pt x="1638" y="1233"/>
                    <a:pt x="1719" y="1137"/>
                    <a:pt x="1789" y="1048"/>
                  </a:cubicBezTo>
                  <a:cubicBezTo>
                    <a:pt x="1872" y="943"/>
                    <a:pt x="1872" y="838"/>
                    <a:pt x="1856" y="732"/>
                  </a:cubicBezTo>
                  <a:cubicBezTo>
                    <a:pt x="1854" y="718"/>
                    <a:pt x="1836" y="714"/>
                    <a:pt x="1829" y="72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308" name="Google Shape;308;p52"/>
            <p:cNvSpPr/>
            <p:nvPr/>
          </p:nvSpPr>
          <p:spPr>
            <a:xfrm>
              <a:off x="3509" y="1164"/>
              <a:ext cx="876" cy="980"/>
            </a:xfrm>
            <a:custGeom>
              <a:avLst/>
              <a:gdLst/>
              <a:ahLst/>
              <a:cxnLst/>
              <a:rect l="l" t="t" r="r" b="b"/>
              <a:pathLst>
                <a:path w="2403" h="2686" extrusionOk="0">
                  <a:moveTo>
                    <a:pt x="553" y="1271"/>
                  </a:moveTo>
                  <a:cubicBezTo>
                    <a:pt x="585" y="1245"/>
                    <a:pt x="628" y="1217"/>
                    <a:pt x="674" y="1217"/>
                  </a:cubicBezTo>
                  <a:cubicBezTo>
                    <a:pt x="685" y="1217"/>
                    <a:pt x="694" y="1217"/>
                    <a:pt x="702" y="1219"/>
                  </a:cubicBezTo>
                  <a:cubicBezTo>
                    <a:pt x="674" y="1337"/>
                    <a:pt x="478" y="1429"/>
                    <a:pt x="435" y="1461"/>
                  </a:cubicBezTo>
                  <a:cubicBezTo>
                    <a:pt x="458" y="1395"/>
                    <a:pt x="504" y="1326"/>
                    <a:pt x="553" y="1271"/>
                  </a:cubicBezTo>
                  <a:moveTo>
                    <a:pt x="2391" y="598"/>
                  </a:moveTo>
                  <a:cubicBezTo>
                    <a:pt x="2094" y="601"/>
                    <a:pt x="2094" y="601"/>
                    <a:pt x="2094" y="601"/>
                  </a:cubicBezTo>
                  <a:cubicBezTo>
                    <a:pt x="2099" y="545"/>
                    <a:pt x="2111" y="474"/>
                    <a:pt x="2121" y="403"/>
                  </a:cubicBezTo>
                  <a:cubicBezTo>
                    <a:pt x="2160" y="175"/>
                    <a:pt x="2164" y="82"/>
                    <a:pt x="2106" y="37"/>
                  </a:cubicBezTo>
                  <a:cubicBezTo>
                    <a:pt x="2059" y="0"/>
                    <a:pt x="1934" y="10"/>
                    <a:pt x="1833" y="40"/>
                  </a:cubicBezTo>
                  <a:cubicBezTo>
                    <a:pt x="1810" y="45"/>
                    <a:pt x="1783" y="60"/>
                    <a:pt x="1778" y="81"/>
                  </a:cubicBezTo>
                  <a:cubicBezTo>
                    <a:pt x="1749" y="213"/>
                    <a:pt x="1723" y="454"/>
                    <a:pt x="1700" y="604"/>
                  </a:cubicBezTo>
                  <a:cubicBezTo>
                    <a:pt x="1671" y="608"/>
                    <a:pt x="1601" y="606"/>
                    <a:pt x="1540" y="608"/>
                  </a:cubicBezTo>
                  <a:cubicBezTo>
                    <a:pt x="1545" y="552"/>
                    <a:pt x="1556" y="492"/>
                    <a:pt x="1562" y="416"/>
                  </a:cubicBezTo>
                  <a:cubicBezTo>
                    <a:pt x="1577" y="285"/>
                    <a:pt x="1578" y="224"/>
                    <a:pt x="1563" y="191"/>
                  </a:cubicBezTo>
                  <a:cubicBezTo>
                    <a:pt x="1561" y="186"/>
                    <a:pt x="1558" y="181"/>
                    <a:pt x="1553" y="177"/>
                  </a:cubicBezTo>
                  <a:cubicBezTo>
                    <a:pt x="1545" y="167"/>
                    <a:pt x="1533" y="161"/>
                    <a:pt x="1518" y="156"/>
                  </a:cubicBezTo>
                  <a:cubicBezTo>
                    <a:pt x="1476" y="140"/>
                    <a:pt x="1417" y="135"/>
                    <a:pt x="1387" y="135"/>
                  </a:cubicBezTo>
                  <a:cubicBezTo>
                    <a:pt x="1335" y="135"/>
                    <a:pt x="1278" y="150"/>
                    <a:pt x="1257" y="210"/>
                  </a:cubicBezTo>
                  <a:cubicBezTo>
                    <a:pt x="1226" y="311"/>
                    <a:pt x="1206" y="535"/>
                    <a:pt x="1186" y="610"/>
                  </a:cubicBezTo>
                  <a:cubicBezTo>
                    <a:pt x="1128" y="613"/>
                    <a:pt x="956" y="616"/>
                    <a:pt x="956" y="636"/>
                  </a:cubicBezTo>
                  <a:cubicBezTo>
                    <a:pt x="956" y="702"/>
                    <a:pt x="1071" y="725"/>
                    <a:pt x="1148" y="725"/>
                  </a:cubicBezTo>
                  <a:cubicBezTo>
                    <a:pt x="1168" y="725"/>
                    <a:pt x="1168" y="725"/>
                    <a:pt x="1168" y="725"/>
                  </a:cubicBezTo>
                  <a:cubicBezTo>
                    <a:pt x="1139" y="980"/>
                    <a:pt x="1120" y="1204"/>
                    <a:pt x="1102" y="1443"/>
                  </a:cubicBezTo>
                  <a:cubicBezTo>
                    <a:pt x="982" y="1604"/>
                    <a:pt x="771" y="1844"/>
                    <a:pt x="567" y="1844"/>
                  </a:cubicBezTo>
                  <a:cubicBezTo>
                    <a:pt x="458" y="1844"/>
                    <a:pt x="380" y="1786"/>
                    <a:pt x="380" y="1674"/>
                  </a:cubicBezTo>
                  <a:cubicBezTo>
                    <a:pt x="380" y="1648"/>
                    <a:pt x="386" y="1616"/>
                    <a:pt x="398" y="1582"/>
                  </a:cubicBezTo>
                  <a:cubicBezTo>
                    <a:pt x="429" y="1588"/>
                    <a:pt x="469" y="1593"/>
                    <a:pt x="510" y="1593"/>
                  </a:cubicBezTo>
                  <a:cubicBezTo>
                    <a:pt x="642" y="1593"/>
                    <a:pt x="725" y="1547"/>
                    <a:pt x="774" y="1488"/>
                  </a:cubicBezTo>
                  <a:cubicBezTo>
                    <a:pt x="774" y="1488"/>
                    <a:pt x="774" y="1488"/>
                    <a:pt x="774" y="1488"/>
                  </a:cubicBezTo>
                  <a:cubicBezTo>
                    <a:pt x="774" y="1488"/>
                    <a:pt x="774" y="1488"/>
                    <a:pt x="774" y="1488"/>
                  </a:cubicBezTo>
                  <a:cubicBezTo>
                    <a:pt x="775" y="1487"/>
                    <a:pt x="776" y="1486"/>
                    <a:pt x="777" y="1484"/>
                  </a:cubicBezTo>
                  <a:cubicBezTo>
                    <a:pt x="867" y="1377"/>
                    <a:pt x="864" y="1193"/>
                    <a:pt x="812" y="1133"/>
                  </a:cubicBezTo>
                  <a:cubicBezTo>
                    <a:pt x="765" y="1080"/>
                    <a:pt x="656" y="1076"/>
                    <a:pt x="554" y="1115"/>
                  </a:cubicBezTo>
                  <a:cubicBezTo>
                    <a:pt x="554" y="1115"/>
                    <a:pt x="554" y="1115"/>
                    <a:pt x="553" y="1115"/>
                  </a:cubicBezTo>
                  <a:cubicBezTo>
                    <a:pt x="546" y="1118"/>
                    <a:pt x="538" y="1121"/>
                    <a:pt x="531" y="1124"/>
                  </a:cubicBezTo>
                  <a:cubicBezTo>
                    <a:pt x="529" y="1125"/>
                    <a:pt x="527" y="1126"/>
                    <a:pt x="525" y="1127"/>
                  </a:cubicBezTo>
                  <a:cubicBezTo>
                    <a:pt x="520" y="1129"/>
                    <a:pt x="516" y="1131"/>
                    <a:pt x="512" y="1133"/>
                  </a:cubicBezTo>
                  <a:cubicBezTo>
                    <a:pt x="512" y="1133"/>
                    <a:pt x="512" y="1133"/>
                    <a:pt x="512" y="1133"/>
                  </a:cubicBezTo>
                  <a:cubicBezTo>
                    <a:pt x="259" y="1272"/>
                    <a:pt x="0" y="1760"/>
                    <a:pt x="301" y="2021"/>
                  </a:cubicBezTo>
                  <a:cubicBezTo>
                    <a:pt x="395" y="2103"/>
                    <a:pt x="559" y="2107"/>
                    <a:pt x="728" y="2021"/>
                  </a:cubicBezTo>
                  <a:cubicBezTo>
                    <a:pt x="779" y="1997"/>
                    <a:pt x="824" y="1966"/>
                    <a:pt x="863" y="1935"/>
                  </a:cubicBezTo>
                  <a:cubicBezTo>
                    <a:pt x="863" y="1935"/>
                    <a:pt x="863" y="1935"/>
                    <a:pt x="863" y="1935"/>
                  </a:cubicBezTo>
                  <a:cubicBezTo>
                    <a:pt x="962" y="1856"/>
                    <a:pt x="1038" y="1763"/>
                    <a:pt x="1083" y="1701"/>
                  </a:cubicBezTo>
                  <a:cubicBezTo>
                    <a:pt x="1081" y="1732"/>
                    <a:pt x="1079" y="1765"/>
                    <a:pt x="1076" y="1798"/>
                  </a:cubicBezTo>
                  <a:cubicBezTo>
                    <a:pt x="1076" y="1818"/>
                    <a:pt x="1073" y="1841"/>
                    <a:pt x="1073" y="1861"/>
                  </a:cubicBezTo>
                  <a:cubicBezTo>
                    <a:pt x="1073" y="1879"/>
                    <a:pt x="1074" y="1911"/>
                    <a:pt x="1076" y="1946"/>
                  </a:cubicBezTo>
                  <a:cubicBezTo>
                    <a:pt x="1080" y="2069"/>
                    <a:pt x="1081" y="2289"/>
                    <a:pt x="1253" y="2317"/>
                  </a:cubicBezTo>
                  <a:cubicBezTo>
                    <a:pt x="1289" y="2322"/>
                    <a:pt x="1322" y="2296"/>
                    <a:pt x="1326" y="2260"/>
                  </a:cubicBezTo>
                  <a:cubicBezTo>
                    <a:pt x="1329" y="2237"/>
                    <a:pt x="1332" y="2215"/>
                    <a:pt x="1335" y="2192"/>
                  </a:cubicBezTo>
                  <a:cubicBezTo>
                    <a:pt x="1336" y="2189"/>
                    <a:pt x="1337" y="2186"/>
                    <a:pt x="1338" y="2183"/>
                  </a:cubicBezTo>
                  <a:cubicBezTo>
                    <a:pt x="1410" y="1666"/>
                    <a:pt x="1467" y="1275"/>
                    <a:pt x="1525" y="730"/>
                  </a:cubicBezTo>
                  <a:cubicBezTo>
                    <a:pt x="1551" y="733"/>
                    <a:pt x="1568" y="736"/>
                    <a:pt x="1637" y="736"/>
                  </a:cubicBezTo>
                  <a:cubicBezTo>
                    <a:pt x="1689" y="736"/>
                    <a:pt x="1689" y="736"/>
                    <a:pt x="1689" y="736"/>
                  </a:cubicBezTo>
                  <a:cubicBezTo>
                    <a:pt x="1669" y="873"/>
                    <a:pt x="1567" y="1712"/>
                    <a:pt x="1535" y="2164"/>
                  </a:cubicBezTo>
                  <a:cubicBezTo>
                    <a:pt x="1511" y="2466"/>
                    <a:pt x="1499" y="2607"/>
                    <a:pt x="1808" y="2682"/>
                  </a:cubicBezTo>
                  <a:cubicBezTo>
                    <a:pt x="1824" y="2686"/>
                    <a:pt x="1840" y="2675"/>
                    <a:pt x="1842" y="2659"/>
                  </a:cubicBezTo>
                  <a:cubicBezTo>
                    <a:pt x="1847" y="2603"/>
                    <a:pt x="1852" y="2551"/>
                    <a:pt x="1857" y="2503"/>
                  </a:cubicBezTo>
                  <a:cubicBezTo>
                    <a:pt x="1858" y="2501"/>
                    <a:pt x="1858" y="2499"/>
                    <a:pt x="1858" y="2498"/>
                  </a:cubicBezTo>
                  <a:cubicBezTo>
                    <a:pt x="1876" y="2319"/>
                    <a:pt x="1889" y="2205"/>
                    <a:pt x="1889" y="2203"/>
                  </a:cubicBezTo>
                  <a:cubicBezTo>
                    <a:pt x="1944" y="1732"/>
                    <a:pt x="2038" y="1021"/>
                    <a:pt x="2080" y="728"/>
                  </a:cubicBezTo>
                  <a:cubicBezTo>
                    <a:pt x="2102" y="726"/>
                    <a:pt x="2164" y="725"/>
                    <a:pt x="2212" y="718"/>
                  </a:cubicBezTo>
                  <a:cubicBezTo>
                    <a:pt x="2275" y="711"/>
                    <a:pt x="2341" y="694"/>
                    <a:pt x="2399" y="613"/>
                  </a:cubicBezTo>
                  <a:cubicBezTo>
                    <a:pt x="2403" y="607"/>
                    <a:pt x="2399" y="598"/>
                    <a:pt x="2391" y="59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309" name="Google Shape;309;p52"/>
            <p:cNvSpPr/>
            <p:nvPr/>
          </p:nvSpPr>
          <p:spPr>
            <a:xfrm>
              <a:off x="3939" y="2354"/>
              <a:ext cx="442" cy="727"/>
            </a:xfrm>
            <a:custGeom>
              <a:avLst/>
              <a:gdLst/>
              <a:ahLst/>
              <a:cxnLst/>
              <a:rect l="l" t="t" r="r" b="b"/>
              <a:pathLst>
                <a:path w="1211" h="1995" extrusionOk="0">
                  <a:moveTo>
                    <a:pt x="1073" y="787"/>
                  </a:moveTo>
                  <a:cubicBezTo>
                    <a:pt x="1047" y="778"/>
                    <a:pt x="915" y="776"/>
                    <a:pt x="788" y="775"/>
                  </a:cubicBezTo>
                  <a:cubicBezTo>
                    <a:pt x="775" y="775"/>
                    <a:pt x="763" y="775"/>
                    <a:pt x="750" y="775"/>
                  </a:cubicBezTo>
                  <a:cubicBezTo>
                    <a:pt x="523" y="775"/>
                    <a:pt x="523" y="775"/>
                    <a:pt x="523" y="775"/>
                  </a:cubicBezTo>
                  <a:cubicBezTo>
                    <a:pt x="540" y="626"/>
                    <a:pt x="601" y="303"/>
                    <a:pt x="653" y="168"/>
                  </a:cubicBezTo>
                  <a:cubicBezTo>
                    <a:pt x="980" y="151"/>
                    <a:pt x="1164" y="228"/>
                    <a:pt x="1211" y="107"/>
                  </a:cubicBezTo>
                  <a:cubicBezTo>
                    <a:pt x="1192" y="93"/>
                    <a:pt x="1150" y="73"/>
                    <a:pt x="1082" y="54"/>
                  </a:cubicBezTo>
                  <a:cubicBezTo>
                    <a:pt x="1083" y="54"/>
                    <a:pt x="1084" y="54"/>
                    <a:pt x="1084" y="53"/>
                  </a:cubicBezTo>
                  <a:cubicBezTo>
                    <a:pt x="1079" y="53"/>
                    <a:pt x="1067" y="50"/>
                    <a:pt x="1058" y="48"/>
                  </a:cubicBezTo>
                  <a:cubicBezTo>
                    <a:pt x="1033" y="42"/>
                    <a:pt x="1004" y="36"/>
                    <a:pt x="972" y="30"/>
                  </a:cubicBezTo>
                  <a:cubicBezTo>
                    <a:pt x="887" y="14"/>
                    <a:pt x="799" y="4"/>
                    <a:pt x="710" y="1"/>
                  </a:cubicBezTo>
                  <a:cubicBezTo>
                    <a:pt x="670" y="1"/>
                    <a:pt x="670" y="1"/>
                    <a:pt x="670" y="1"/>
                  </a:cubicBezTo>
                  <a:cubicBezTo>
                    <a:pt x="641" y="1"/>
                    <a:pt x="612" y="2"/>
                    <a:pt x="583" y="3"/>
                  </a:cubicBezTo>
                  <a:cubicBezTo>
                    <a:pt x="584" y="3"/>
                    <a:pt x="584" y="3"/>
                    <a:pt x="584" y="3"/>
                  </a:cubicBezTo>
                  <a:cubicBezTo>
                    <a:pt x="373" y="0"/>
                    <a:pt x="142" y="46"/>
                    <a:pt x="84" y="68"/>
                  </a:cubicBezTo>
                  <a:cubicBezTo>
                    <a:pt x="84" y="68"/>
                    <a:pt x="84" y="68"/>
                    <a:pt x="84" y="68"/>
                  </a:cubicBezTo>
                  <a:cubicBezTo>
                    <a:pt x="75" y="70"/>
                    <a:pt x="71" y="75"/>
                    <a:pt x="69" y="88"/>
                  </a:cubicBezTo>
                  <a:cubicBezTo>
                    <a:pt x="72" y="131"/>
                    <a:pt x="215" y="148"/>
                    <a:pt x="215" y="151"/>
                  </a:cubicBezTo>
                  <a:cubicBezTo>
                    <a:pt x="204" y="151"/>
                    <a:pt x="204" y="151"/>
                    <a:pt x="204" y="151"/>
                  </a:cubicBezTo>
                  <a:cubicBezTo>
                    <a:pt x="204" y="154"/>
                    <a:pt x="213" y="154"/>
                    <a:pt x="213" y="157"/>
                  </a:cubicBezTo>
                  <a:cubicBezTo>
                    <a:pt x="89" y="608"/>
                    <a:pt x="8" y="1172"/>
                    <a:pt x="0" y="1621"/>
                  </a:cubicBezTo>
                  <a:cubicBezTo>
                    <a:pt x="0" y="1641"/>
                    <a:pt x="0" y="1641"/>
                    <a:pt x="0" y="1641"/>
                  </a:cubicBezTo>
                  <a:cubicBezTo>
                    <a:pt x="0" y="1684"/>
                    <a:pt x="4" y="1760"/>
                    <a:pt x="19" y="1822"/>
                  </a:cubicBezTo>
                  <a:cubicBezTo>
                    <a:pt x="19" y="1822"/>
                    <a:pt x="19" y="1822"/>
                    <a:pt x="19" y="1822"/>
                  </a:cubicBezTo>
                  <a:cubicBezTo>
                    <a:pt x="47" y="1976"/>
                    <a:pt x="185" y="1995"/>
                    <a:pt x="397" y="1940"/>
                  </a:cubicBezTo>
                  <a:cubicBezTo>
                    <a:pt x="425" y="1933"/>
                    <a:pt x="443" y="1905"/>
                    <a:pt x="436" y="1876"/>
                  </a:cubicBezTo>
                  <a:cubicBezTo>
                    <a:pt x="415" y="1787"/>
                    <a:pt x="405" y="1654"/>
                    <a:pt x="423" y="1463"/>
                  </a:cubicBezTo>
                  <a:cubicBezTo>
                    <a:pt x="423" y="1463"/>
                    <a:pt x="423" y="1463"/>
                    <a:pt x="423" y="1463"/>
                  </a:cubicBezTo>
                  <a:cubicBezTo>
                    <a:pt x="440" y="1284"/>
                    <a:pt x="471" y="1109"/>
                    <a:pt x="494" y="928"/>
                  </a:cubicBezTo>
                  <a:cubicBezTo>
                    <a:pt x="601" y="923"/>
                    <a:pt x="712" y="922"/>
                    <a:pt x="816" y="915"/>
                  </a:cubicBezTo>
                  <a:cubicBezTo>
                    <a:pt x="816" y="915"/>
                    <a:pt x="816" y="915"/>
                    <a:pt x="816" y="915"/>
                  </a:cubicBezTo>
                  <a:cubicBezTo>
                    <a:pt x="913" y="913"/>
                    <a:pt x="1030" y="892"/>
                    <a:pt x="1073" y="787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310" name="Google Shape;310;p52"/>
            <p:cNvSpPr/>
            <p:nvPr/>
          </p:nvSpPr>
          <p:spPr>
            <a:xfrm>
              <a:off x="1756" y="2319"/>
              <a:ext cx="914" cy="744"/>
            </a:xfrm>
            <a:custGeom>
              <a:avLst/>
              <a:gdLst/>
              <a:ahLst/>
              <a:cxnLst/>
              <a:rect l="l" t="t" r="r" b="b"/>
              <a:pathLst>
                <a:path w="2507" h="2040" extrusionOk="0">
                  <a:moveTo>
                    <a:pt x="2505" y="131"/>
                  </a:moveTo>
                  <a:cubicBezTo>
                    <a:pt x="2480" y="78"/>
                    <a:pt x="2331" y="102"/>
                    <a:pt x="2245" y="358"/>
                  </a:cubicBezTo>
                  <a:cubicBezTo>
                    <a:pt x="2245" y="358"/>
                    <a:pt x="2245" y="358"/>
                    <a:pt x="2245" y="358"/>
                  </a:cubicBezTo>
                  <a:cubicBezTo>
                    <a:pt x="2116" y="672"/>
                    <a:pt x="1958" y="1795"/>
                    <a:pt x="1783" y="1795"/>
                  </a:cubicBezTo>
                  <a:cubicBezTo>
                    <a:pt x="1754" y="1795"/>
                    <a:pt x="1751" y="1643"/>
                    <a:pt x="1751" y="1571"/>
                  </a:cubicBezTo>
                  <a:cubicBezTo>
                    <a:pt x="1751" y="1277"/>
                    <a:pt x="1763" y="1013"/>
                    <a:pt x="1771" y="751"/>
                  </a:cubicBezTo>
                  <a:cubicBezTo>
                    <a:pt x="1765" y="643"/>
                    <a:pt x="1772" y="514"/>
                    <a:pt x="1759" y="395"/>
                  </a:cubicBezTo>
                  <a:cubicBezTo>
                    <a:pt x="1759" y="395"/>
                    <a:pt x="1759" y="395"/>
                    <a:pt x="1759" y="395"/>
                  </a:cubicBezTo>
                  <a:cubicBezTo>
                    <a:pt x="1750" y="241"/>
                    <a:pt x="1695" y="51"/>
                    <a:pt x="1506" y="25"/>
                  </a:cubicBezTo>
                  <a:cubicBezTo>
                    <a:pt x="1318" y="0"/>
                    <a:pt x="1198" y="61"/>
                    <a:pt x="1103" y="261"/>
                  </a:cubicBezTo>
                  <a:cubicBezTo>
                    <a:pt x="983" y="492"/>
                    <a:pt x="874" y="889"/>
                    <a:pt x="724" y="1315"/>
                  </a:cubicBezTo>
                  <a:cubicBezTo>
                    <a:pt x="676" y="1450"/>
                    <a:pt x="612" y="1706"/>
                    <a:pt x="575" y="1732"/>
                  </a:cubicBezTo>
                  <a:cubicBezTo>
                    <a:pt x="535" y="1574"/>
                    <a:pt x="529" y="1416"/>
                    <a:pt x="529" y="1257"/>
                  </a:cubicBezTo>
                  <a:cubicBezTo>
                    <a:pt x="529" y="1068"/>
                    <a:pt x="529" y="1068"/>
                    <a:pt x="529" y="1068"/>
                  </a:cubicBezTo>
                  <a:cubicBezTo>
                    <a:pt x="529" y="812"/>
                    <a:pt x="565" y="432"/>
                    <a:pt x="586" y="340"/>
                  </a:cubicBezTo>
                  <a:cubicBezTo>
                    <a:pt x="629" y="155"/>
                    <a:pt x="462" y="47"/>
                    <a:pt x="328" y="47"/>
                  </a:cubicBezTo>
                  <a:cubicBezTo>
                    <a:pt x="193" y="47"/>
                    <a:pt x="97" y="116"/>
                    <a:pt x="74" y="248"/>
                  </a:cubicBezTo>
                  <a:cubicBezTo>
                    <a:pt x="31" y="478"/>
                    <a:pt x="0" y="760"/>
                    <a:pt x="0" y="1045"/>
                  </a:cubicBezTo>
                  <a:cubicBezTo>
                    <a:pt x="0" y="1470"/>
                    <a:pt x="74" y="2040"/>
                    <a:pt x="290" y="2040"/>
                  </a:cubicBezTo>
                  <a:cubicBezTo>
                    <a:pt x="670" y="2040"/>
                    <a:pt x="736" y="1925"/>
                    <a:pt x="808" y="1694"/>
                  </a:cubicBezTo>
                  <a:cubicBezTo>
                    <a:pt x="906" y="1479"/>
                    <a:pt x="1196" y="415"/>
                    <a:pt x="1282" y="297"/>
                  </a:cubicBezTo>
                  <a:cubicBezTo>
                    <a:pt x="1285" y="311"/>
                    <a:pt x="1285" y="326"/>
                    <a:pt x="1285" y="340"/>
                  </a:cubicBezTo>
                  <a:cubicBezTo>
                    <a:pt x="1285" y="369"/>
                    <a:pt x="1282" y="403"/>
                    <a:pt x="1282" y="435"/>
                  </a:cubicBezTo>
                  <a:cubicBezTo>
                    <a:pt x="1282" y="691"/>
                    <a:pt x="1256" y="1019"/>
                    <a:pt x="1256" y="1346"/>
                  </a:cubicBezTo>
                  <a:cubicBezTo>
                    <a:pt x="1256" y="1697"/>
                    <a:pt x="1308" y="2019"/>
                    <a:pt x="1607" y="2019"/>
                  </a:cubicBezTo>
                  <a:cubicBezTo>
                    <a:pt x="1636" y="2019"/>
                    <a:pt x="1777" y="2008"/>
                    <a:pt x="1849" y="1953"/>
                  </a:cubicBezTo>
                  <a:cubicBezTo>
                    <a:pt x="2177" y="1706"/>
                    <a:pt x="2243" y="1257"/>
                    <a:pt x="2318" y="978"/>
                  </a:cubicBezTo>
                  <a:cubicBezTo>
                    <a:pt x="2365" y="807"/>
                    <a:pt x="2440" y="313"/>
                    <a:pt x="2507" y="141"/>
                  </a:cubicBezTo>
                  <a:cubicBezTo>
                    <a:pt x="2507" y="137"/>
                    <a:pt x="2506" y="134"/>
                    <a:pt x="2505" y="131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311" name="Google Shape;311;p52"/>
            <p:cNvSpPr/>
            <p:nvPr/>
          </p:nvSpPr>
          <p:spPr>
            <a:xfrm>
              <a:off x="5675" y="2589"/>
              <a:ext cx="250" cy="398"/>
            </a:xfrm>
            <a:custGeom>
              <a:avLst/>
              <a:gdLst/>
              <a:ahLst/>
              <a:cxnLst/>
              <a:rect l="l" t="t" r="r" b="b"/>
              <a:pathLst>
                <a:path w="683" h="1090" extrusionOk="0">
                  <a:moveTo>
                    <a:pt x="511" y="0"/>
                  </a:moveTo>
                  <a:cubicBezTo>
                    <a:pt x="358" y="0"/>
                    <a:pt x="154" y="106"/>
                    <a:pt x="154" y="325"/>
                  </a:cubicBezTo>
                  <a:cubicBezTo>
                    <a:pt x="154" y="480"/>
                    <a:pt x="246" y="684"/>
                    <a:pt x="246" y="796"/>
                  </a:cubicBezTo>
                  <a:cubicBezTo>
                    <a:pt x="246" y="860"/>
                    <a:pt x="214" y="885"/>
                    <a:pt x="163" y="885"/>
                  </a:cubicBezTo>
                  <a:cubicBezTo>
                    <a:pt x="125" y="885"/>
                    <a:pt x="19" y="851"/>
                    <a:pt x="10" y="851"/>
                  </a:cubicBezTo>
                  <a:cubicBezTo>
                    <a:pt x="7" y="851"/>
                    <a:pt x="0" y="853"/>
                    <a:pt x="1" y="860"/>
                  </a:cubicBezTo>
                  <a:cubicBezTo>
                    <a:pt x="20" y="986"/>
                    <a:pt x="151" y="1090"/>
                    <a:pt x="278" y="1090"/>
                  </a:cubicBezTo>
                  <a:cubicBezTo>
                    <a:pt x="390" y="1090"/>
                    <a:pt x="536" y="1015"/>
                    <a:pt x="536" y="808"/>
                  </a:cubicBezTo>
                  <a:cubicBezTo>
                    <a:pt x="536" y="681"/>
                    <a:pt x="447" y="440"/>
                    <a:pt x="447" y="270"/>
                  </a:cubicBezTo>
                  <a:cubicBezTo>
                    <a:pt x="447" y="171"/>
                    <a:pt x="480" y="95"/>
                    <a:pt x="592" y="82"/>
                  </a:cubicBezTo>
                  <a:cubicBezTo>
                    <a:pt x="609" y="80"/>
                    <a:pt x="626" y="83"/>
                    <a:pt x="642" y="87"/>
                  </a:cubicBezTo>
                  <a:cubicBezTo>
                    <a:pt x="646" y="88"/>
                    <a:pt x="651" y="89"/>
                    <a:pt x="654" y="89"/>
                  </a:cubicBezTo>
                  <a:cubicBezTo>
                    <a:pt x="669" y="89"/>
                    <a:pt x="683" y="83"/>
                    <a:pt x="683" y="72"/>
                  </a:cubicBezTo>
                  <a:cubicBezTo>
                    <a:pt x="683" y="17"/>
                    <a:pt x="571" y="0"/>
                    <a:pt x="511" y="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312" name="Google Shape;312;p52"/>
            <p:cNvSpPr/>
            <p:nvPr/>
          </p:nvSpPr>
          <p:spPr>
            <a:xfrm>
              <a:off x="4272" y="2549"/>
              <a:ext cx="553" cy="486"/>
            </a:xfrm>
            <a:custGeom>
              <a:avLst/>
              <a:gdLst/>
              <a:ahLst/>
              <a:cxnLst/>
              <a:rect l="l" t="t" r="r" b="b"/>
              <a:pathLst>
                <a:path w="1516" h="1332" extrusionOk="0">
                  <a:moveTo>
                    <a:pt x="1102" y="394"/>
                  </a:moveTo>
                  <a:cubicBezTo>
                    <a:pt x="1105" y="357"/>
                    <a:pt x="1113" y="331"/>
                    <a:pt x="1119" y="291"/>
                  </a:cubicBezTo>
                  <a:cubicBezTo>
                    <a:pt x="1134" y="265"/>
                    <a:pt x="1157" y="141"/>
                    <a:pt x="1157" y="107"/>
                  </a:cubicBezTo>
                  <a:cubicBezTo>
                    <a:pt x="1157" y="63"/>
                    <a:pt x="1146" y="15"/>
                    <a:pt x="1087" y="10"/>
                  </a:cubicBezTo>
                  <a:cubicBezTo>
                    <a:pt x="1087" y="9"/>
                    <a:pt x="1087" y="9"/>
                    <a:pt x="1087" y="9"/>
                  </a:cubicBezTo>
                  <a:cubicBezTo>
                    <a:pt x="1004" y="0"/>
                    <a:pt x="929" y="42"/>
                    <a:pt x="880" y="136"/>
                  </a:cubicBezTo>
                  <a:cubicBezTo>
                    <a:pt x="878" y="140"/>
                    <a:pt x="876" y="144"/>
                    <a:pt x="875" y="147"/>
                  </a:cubicBezTo>
                  <a:cubicBezTo>
                    <a:pt x="847" y="201"/>
                    <a:pt x="825" y="267"/>
                    <a:pt x="806" y="340"/>
                  </a:cubicBezTo>
                  <a:cubicBezTo>
                    <a:pt x="758" y="348"/>
                    <a:pt x="715" y="362"/>
                    <a:pt x="642" y="394"/>
                  </a:cubicBezTo>
                  <a:cubicBezTo>
                    <a:pt x="639" y="394"/>
                    <a:pt x="636" y="397"/>
                    <a:pt x="633" y="397"/>
                  </a:cubicBezTo>
                  <a:cubicBezTo>
                    <a:pt x="578" y="420"/>
                    <a:pt x="529" y="442"/>
                    <a:pt x="476" y="455"/>
                  </a:cubicBezTo>
                  <a:cubicBezTo>
                    <a:pt x="464" y="457"/>
                    <a:pt x="452" y="456"/>
                    <a:pt x="440" y="453"/>
                  </a:cubicBezTo>
                  <a:cubicBezTo>
                    <a:pt x="437" y="452"/>
                    <a:pt x="434" y="452"/>
                    <a:pt x="432" y="452"/>
                  </a:cubicBezTo>
                  <a:cubicBezTo>
                    <a:pt x="431" y="452"/>
                    <a:pt x="431" y="452"/>
                    <a:pt x="430" y="452"/>
                  </a:cubicBezTo>
                  <a:cubicBezTo>
                    <a:pt x="430" y="452"/>
                    <a:pt x="429" y="452"/>
                    <a:pt x="429" y="452"/>
                  </a:cubicBezTo>
                  <a:cubicBezTo>
                    <a:pt x="420" y="452"/>
                    <a:pt x="412" y="458"/>
                    <a:pt x="412" y="466"/>
                  </a:cubicBezTo>
                  <a:cubicBezTo>
                    <a:pt x="412" y="467"/>
                    <a:pt x="412" y="468"/>
                    <a:pt x="413" y="469"/>
                  </a:cubicBezTo>
                  <a:cubicBezTo>
                    <a:pt x="411" y="479"/>
                    <a:pt x="413" y="493"/>
                    <a:pt x="415" y="507"/>
                  </a:cubicBezTo>
                  <a:cubicBezTo>
                    <a:pt x="415" y="508"/>
                    <a:pt x="415" y="509"/>
                    <a:pt x="415" y="509"/>
                  </a:cubicBezTo>
                  <a:cubicBezTo>
                    <a:pt x="415" y="535"/>
                    <a:pt x="415" y="535"/>
                    <a:pt x="415" y="535"/>
                  </a:cubicBezTo>
                  <a:cubicBezTo>
                    <a:pt x="409" y="733"/>
                    <a:pt x="346" y="916"/>
                    <a:pt x="232" y="1082"/>
                  </a:cubicBezTo>
                  <a:cubicBezTo>
                    <a:pt x="224" y="1051"/>
                    <a:pt x="222" y="1023"/>
                    <a:pt x="222" y="993"/>
                  </a:cubicBezTo>
                  <a:cubicBezTo>
                    <a:pt x="222" y="938"/>
                    <a:pt x="233" y="880"/>
                    <a:pt x="242" y="832"/>
                  </a:cubicBezTo>
                  <a:cubicBezTo>
                    <a:pt x="245" y="823"/>
                    <a:pt x="245" y="817"/>
                    <a:pt x="245" y="809"/>
                  </a:cubicBezTo>
                  <a:cubicBezTo>
                    <a:pt x="292" y="576"/>
                    <a:pt x="400" y="369"/>
                    <a:pt x="553" y="274"/>
                  </a:cubicBezTo>
                  <a:cubicBezTo>
                    <a:pt x="583" y="258"/>
                    <a:pt x="611" y="256"/>
                    <a:pt x="632" y="256"/>
                  </a:cubicBezTo>
                  <a:cubicBezTo>
                    <a:pt x="633" y="256"/>
                    <a:pt x="634" y="256"/>
                    <a:pt x="636" y="256"/>
                  </a:cubicBezTo>
                  <a:cubicBezTo>
                    <a:pt x="637" y="256"/>
                    <a:pt x="638" y="256"/>
                    <a:pt x="638" y="256"/>
                  </a:cubicBezTo>
                  <a:cubicBezTo>
                    <a:pt x="639" y="256"/>
                    <a:pt x="639" y="256"/>
                    <a:pt x="639" y="256"/>
                  </a:cubicBezTo>
                  <a:cubicBezTo>
                    <a:pt x="640" y="256"/>
                    <a:pt x="642" y="256"/>
                    <a:pt x="643" y="256"/>
                  </a:cubicBezTo>
                  <a:cubicBezTo>
                    <a:pt x="644" y="256"/>
                    <a:pt x="644" y="256"/>
                    <a:pt x="644" y="256"/>
                  </a:cubicBezTo>
                  <a:cubicBezTo>
                    <a:pt x="644" y="256"/>
                    <a:pt x="644" y="256"/>
                    <a:pt x="644" y="256"/>
                  </a:cubicBezTo>
                  <a:cubicBezTo>
                    <a:pt x="646" y="256"/>
                    <a:pt x="648" y="256"/>
                    <a:pt x="651" y="256"/>
                  </a:cubicBezTo>
                  <a:cubicBezTo>
                    <a:pt x="656" y="255"/>
                    <a:pt x="661" y="251"/>
                    <a:pt x="664" y="247"/>
                  </a:cubicBezTo>
                  <a:cubicBezTo>
                    <a:pt x="666" y="243"/>
                    <a:pt x="667" y="240"/>
                    <a:pt x="667" y="236"/>
                  </a:cubicBezTo>
                  <a:cubicBezTo>
                    <a:pt x="667" y="199"/>
                    <a:pt x="532" y="179"/>
                    <a:pt x="503" y="179"/>
                  </a:cubicBezTo>
                  <a:cubicBezTo>
                    <a:pt x="475" y="179"/>
                    <a:pt x="475" y="179"/>
                    <a:pt x="475" y="179"/>
                  </a:cubicBezTo>
                  <a:cubicBezTo>
                    <a:pt x="225" y="179"/>
                    <a:pt x="61" y="515"/>
                    <a:pt x="18" y="740"/>
                  </a:cubicBezTo>
                  <a:cubicBezTo>
                    <a:pt x="6" y="791"/>
                    <a:pt x="0" y="849"/>
                    <a:pt x="0" y="909"/>
                  </a:cubicBezTo>
                  <a:cubicBezTo>
                    <a:pt x="0" y="981"/>
                    <a:pt x="12" y="1056"/>
                    <a:pt x="41" y="1119"/>
                  </a:cubicBezTo>
                  <a:cubicBezTo>
                    <a:pt x="63" y="1171"/>
                    <a:pt x="126" y="1208"/>
                    <a:pt x="165" y="1213"/>
                  </a:cubicBezTo>
                  <a:cubicBezTo>
                    <a:pt x="250" y="1236"/>
                    <a:pt x="366" y="1215"/>
                    <a:pt x="432" y="1088"/>
                  </a:cubicBezTo>
                  <a:cubicBezTo>
                    <a:pt x="488" y="979"/>
                    <a:pt x="503" y="760"/>
                    <a:pt x="487" y="645"/>
                  </a:cubicBezTo>
                  <a:cubicBezTo>
                    <a:pt x="487" y="645"/>
                    <a:pt x="487" y="645"/>
                    <a:pt x="487" y="645"/>
                  </a:cubicBezTo>
                  <a:cubicBezTo>
                    <a:pt x="484" y="609"/>
                    <a:pt x="478" y="571"/>
                    <a:pt x="472" y="530"/>
                  </a:cubicBezTo>
                  <a:cubicBezTo>
                    <a:pt x="504" y="549"/>
                    <a:pt x="595" y="543"/>
                    <a:pt x="635" y="521"/>
                  </a:cubicBezTo>
                  <a:cubicBezTo>
                    <a:pt x="702" y="484"/>
                    <a:pt x="708" y="450"/>
                    <a:pt x="790" y="410"/>
                  </a:cubicBezTo>
                  <a:cubicBezTo>
                    <a:pt x="759" y="560"/>
                    <a:pt x="741" y="732"/>
                    <a:pt x="730" y="898"/>
                  </a:cubicBezTo>
                  <a:cubicBezTo>
                    <a:pt x="730" y="898"/>
                    <a:pt x="730" y="898"/>
                    <a:pt x="730" y="898"/>
                  </a:cubicBezTo>
                  <a:cubicBezTo>
                    <a:pt x="730" y="899"/>
                    <a:pt x="730" y="900"/>
                    <a:pt x="730" y="901"/>
                  </a:cubicBezTo>
                  <a:cubicBezTo>
                    <a:pt x="726" y="955"/>
                    <a:pt x="718" y="1135"/>
                    <a:pt x="715" y="1245"/>
                  </a:cubicBezTo>
                  <a:cubicBezTo>
                    <a:pt x="713" y="1295"/>
                    <a:pt x="759" y="1332"/>
                    <a:pt x="807" y="1321"/>
                  </a:cubicBezTo>
                  <a:cubicBezTo>
                    <a:pt x="888" y="1303"/>
                    <a:pt x="976" y="1261"/>
                    <a:pt x="987" y="1197"/>
                  </a:cubicBezTo>
                  <a:cubicBezTo>
                    <a:pt x="993" y="1197"/>
                    <a:pt x="1027" y="906"/>
                    <a:pt x="1033" y="863"/>
                  </a:cubicBezTo>
                  <a:cubicBezTo>
                    <a:pt x="1062" y="662"/>
                    <a:pt x="1154" y="484"/>
                    <a:pt x="1300" y="331"/>
                  </a:cubicBezTo>
                  <a:cubicBezTo>
                    <a:pt x="1303" y="330"/>
                    <a:pt x="1304" y="327"/>
                    <a:pt x="1306" y="325"/>
                  </a:cubicBezTo>
                  <a:cubicBezTo>
                    <a:pt x="1334" y="295"/>
                    <a:pt x="1368" y="263"/>
                    <a:pt x="1401" y="234"/>
                  </a:cubicBezTo>
                  <a:cubicBezTo>
                    <a:pt x="1407" y="230"/>
                    <a:pt x="1412" y="226"/>
                    <a:pt x="1414" y="222"/>
                  </a:cubicBezTo>
                  <a:cubicBezTo>
                    <a:pt x="1460" y="182"/>
                    <a:pt x="1501" y="148"/>
                    <a:pt x="1516" y="136"/>
                  </a:cubicBezTo>
                  <a:cubicBezTo>
                    <a:pt x="1502" y="130"/>
                    <a:pt x="1484" y="127"/>
                    <a:pt x="1470" y="127"/>
                  </a:cubicBezTo>
                  <a:cubicBezTo>
                    <a:pt x="1338" y="127"/>
                    <a:pt x="1171" y="311"/>
                    <a:pt x="1102" y="394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313" name="Google Shape;313;p52"/>
            <p:cNvSpPr/>
            <p:nvPr/>
          </p:nvSpPr>
          <p:spPr>
            <a:xfrm>
              <a:off x="2629" y="2197"/>
              <a:ext cx="1172" cy="958"/>
            </a:xfrm>
            <a:custGeom>
              <a:avLst/>
              <a:gdLst/>
              <a:ahLst/>
              <a:cxnLst/>
              <a:rect l="l" t="t" r="r" b="b"/>
              <a:pathLst>
                <a:path w="3211" h="2627" extrusionOk="0">
                  <a:moveTo>
                    <a:pt x="2203" y="2123"/>
                  </a:moveTo>
                  <a:cubicBezTo>
                    <a:pt x="2189" y="2123"/>
                    <a:pt x="2186" y="2102"/>
                    <a:pt x="2186" y="2088"/>
                  </a:cubicBezTo>
                  <a:cubicBezTo>
                    <a:pt x="2244" y="1849"/>
                    <a:pt x="2370" y="1562"/>
                    <a:pt x="2603" y="1404"/>
                  </a:cubicBezTo>
                  <a:cubicBezTo>
                    <a:pt x="2534" y="1573"/>
                    <a:pt x="2413" y="2007"/>
                    <a:pt x="2203" y="2123"/>
                  </a:cubicBezTo>
                  <a:moveTo>
                    <a:pt x="1985" y="124"/>
                  </a:moveTo>
                  <a:cubicBezTo>
                    <a:pt x="1985" y="121"/>
                    <a:pt x="1988" y="147"/>
                    <a:pt x="1988" y="161"/>
                  </a:cubicBezTo>
                  <a:cubicBezTo>
                    <a:pt x="1933" y="506"/>
                    <a:pt x="1821" y="768"/>
                    <a:pt x="1686" y="1070"/>
                  </a:cubicBezTo>
                  <a:cubicBezTo>
                    <a:pt x="1694" y="869"/>
                    <a:pt x="1873" y="296"/>
                    <a:pt x="1985" y="124"/>
                  </a:cubicBezTo>
                  <a:moveTo>
                    <a:pt x="3096" y="144"/>
                  </a:moveTo>
                  <a:cubicBezTo>
                    <a:pt x="3096" y="144"/>
                    <a:pt x="3096" y="144"/>
                    <a:pt x="3096" y="144"/>
                  </a:cubicBezTo>
                  <a:cubicBezTo>
                    <a:pt x="3091" y="143"/>
                    <a:pt x="3086" y="142"/>
                    <a:pt x="3080" y="142"/>
                  </a:cubicBezTo>
                  <a:cubicBezTo>
                    <a:pt x="2960" y="125"/>
                    <a:pt x="2861" y="167"/>
                    <a:pt x="2825" y="224"/>
                  </a:cubicBezTo>
                  <a:cubicBezTo>
                    <a:pt x="2819" y="231"/>
                    <a:pt x="2815" y="239"/>
                    <a:pt x="2813" y="247"/>
                  </a:cubicBezTo>
                  <a:cubicBezTo>
                    <a:pt x="2736" y="489"/>
                    <a:pt x="2681" y="843"/>
                    <a:pt x="2652" y="1038"/>
                  </a:cubicBezTo>
                  <a:cubicBezTo>
                    <a:pt x="2652" y="1047"/>
                    <a:pt x="2649" y="1056"/>
                    <a:pt x="2649" y="1064"/>
                  </a:cubicBezTo>
                  <a:cubicBezTo>
                    <a:pt x="2644" y="1104"/>
                    <a:pt x="2644" y="1104"/>
                    <a:pt x="2644" y="1104"/>
                  </a:cubicBezTo>
                  <a:cubicBezTo>
                    <a:pt x="2407" y="1115"/>
                    <a:pt x="2177" y="1305"/>
                    <a:pt x="2067" y="1608"/>
                  </a:cubicBezTo>
                  <a:cubicBezTo>
                    <a:pt x="1913" y="1821"/>
                    <a:pt x="1742" y="2016"/>
                    <a:pt x="1689" y="2016"/>
                  </a:cubicBezTo>
                  <a:cubicBezTo>
                    <a:pt x="1686" y="2016"/>
                    <a:pt x="1683" y="2016"/>
                    <a:pt x="1680" y="2013"/>
                  </a:cubicBezTo>
                  <a:cubicBezTo>
                    <a:pt x="1657" y="1993"/>
                    <a:pt x="1648" y="1907"/>
                    <a:pt x="1648" y="1800"/>
                  </a:cubicBezTo>
                  <a:cubicBezTo>
                    <a:pt x="1648" y="1634"/>
                    <a:pt x="1663" y="1424"/>
                    <a:pt x="1669" y="1355"/>
                  </a:cubicBezTo>
                  <a:cubicBezTo>
                    <a:pt x="1855" y="1001"/>
                    <a:pt x="2017" y="762"/>
                    <a:pt x="2083" y="339"/>
                  </a:cubicBezTo>
                  <a:cubicBezTo>
                    <a:pt x="2088" y="299"/>
                    <a:pt x="2091" y="262"/>
                    <a:pt x="2091" y="230"/>
                  </a:cubicBezTo>
                  <a:cubicBezTo>
                    <a:pt x="2091" y="72"/>
                    <a:pt x="2025" y="0"/>
                    <a:pt x="1919" y="0"/>
                  </a:cubicBezTo>
                  <a:cubicBezTo>
                    <a:pt x="1904" y="0"/>
                    <a:pt x="1890" y="0"/>
                    <a:pt x="1873" y="3"/>
                  </a:cubicBezTo>
                  <a:cubicBezTo>
                    <a:pt x="1640" y="37"/>
                    <a:pt x="1390" y="607"/>
                    <a:pt x="1329" y="1116"/>
                  </a:cubicBezTo>
                  <a:cubicBezTo>
                    <a:pt x="1328" y="1127"/>
                    <a:pt x="1327" y="1137"/>
                    <a:pt x="1325" y="1147"/>
                  </a:cubicBezTo>
                  <a:cubicBezTo>
                    <a:pt x="1234" y="1208"/>
                    <a:pt x="1147" y="1306"/>
                    <a:pt x="1102" y="1360"/>
                  </a:cubicBezTo>
                  <a:cubicBezTo>
                    <a:pt x="1105" y="1323"/>
                    <a:pt x="1113" y="1297"/>
                    <a:pt x="1119" y="1257"/>
                  </a:cubicBezTo>
                  <a:cubicBezTo>
                    <a:pt x="1134" y="1231"/>
                    <a:pt x="1157" y="1107"/>
                    <a:pt x="1157" y="1073"/>
                  </a:cubicBezTo>
                  <a:cubicBezTo>
                    <a:pt x="1157" y="1027"/>
                    <a:pt x="1145" y="975"/>
                    <a:pt x="1076" y="975"/>
                  </a:cubicBezTo>
                  <a:cubicBezTo>
                    <a:pt x="1065" y="975"/>
                    <a:pt x="1050" y="978"/>
                    <a:pt x="1033" y="981"/>
                  </a:cubicBezTo>
                  <a:cubicBezTo>
                    <a:pt x="1010" y="981"/>
                    <a:pt x="975" y="1004"/>
                    <a:pt x="958" y="1018"/>
                  </a:cubicBezTo>
                  <a:cubicBezTo>
                    <a:pt x="932" y="1018"/>
                    <a:pt x="886" y="1087"/>
                    <a:pt x="875" y="1113"/>
                  </a:cubicBezTo>
                  <a:cubicBezTo>
                    <a:pt x="847" y="1167"/>
                    <a:pt x="825" y="1233"/>
                    <a:pt x="806" y="1306"/>
                  </a:cubicBezTo>
                  <a:cubicBezTo>
                    <a:pt x="758" y="1314"/>
                    <a:pt x="715" y="1328"/>
                    <a:pt x="642" y="1360"/>
                  </a:cubicBezTo>
                  <a:cubicBezTo>
                    <a:pt x="639" y="1360"/>
                    <a:pt x="636" y="1363"/>
                    <a:pt x="633" y="1363"/>
                  </a:cubicBezTo>
                  <a:cubicBezTo>
                    <a:pt x="580" y="1385"/>
                    <a:pt x="533" y="1407"/>
                    <a:pt x="482" y="1420"/>
                  </a:cubicBezTo>
                  <a:cubicBezTo>
                    <a:pt x="467" y="1424"/>
                    <a:pt x="452" y="1422"/>
                    <a:pt x="437" y="1419"/>
                  </a:cubicBezTo>
                  <a:cubicBezTo>
                    <a:pt x="435" y="1418"/>
                    <a:pt x="432" y="1418"/>
                    <a:pt x="429" y="1418"/>
                  </a:cubicBezTo>
                  <a:cubicBezTo>
                    <a:pt x="423" y="1418"/>
                    <a:pt x="418" y="1420"/>
                    <a:pt x="414" y="1425"/>
                  </a:cubicBezTo>
                  <a:cubicBezTo>
                    <a:pt x="414" y="1425"/>
                    <a:pt x="414" y="1426"/>
                    <a:pt x="413" y="1426"/>
                  </a:cubicBezTo>
                  <a:cubicBezTo>
                    <a:pt x="413" y="1426"/>
                    <a:pt x="413" y="1426"/>
                    <a:pt x="413" y="1426"/>
                  </a:cubicBezTo>
                  <a:cubicBezTo>
                    <a:pt x="405" y="1438"/>
                    <a:pt x="412" y="1464"/>
                    <a:pt x="415" y="1487"/>
                  </a:cubicBezTo>
                  <a:cubicBezTo>
                    <a:pt x="415" y="1501"/>
                    <a:pt x="415" y="1501"/>
                    <a:pt x="415" y="1501"/>
                  </a:cubicBezTo>
                  <a:cubicBezTo>
                    <a:pt x="409" y="1700"/>
                    <a:pt x="346" y="1884"/>
                    <a:pt x="231" y="2051"/>
                  </a:cubicBezTo>
                  <a:cubicBezTo>
                    <a:pt x="222" y="2019"/>
                    <a:pt x="219" y="1990"/>
                    <a:pt x="219" y="1959"/>
                  </a:cubicBezTo>
                  <a:cubicBezTo>
                    <a:pt x="219" y="1904"/>
                    <a:pt x="231" y="1846"/>
                    <a:pt x="239" y="1798"/>
                  </a:cubicBezTo>
                  <a:cubicBezTo>
                    <a:pt x="242" y="1789"/>
                    <a:pt x="242" y="1783"/>
                    <a:pt x="242" y="1775"/>
                  </a:cubicBezTo>
                  <a:cubicBezTo>
                    <a:pt x="290" y="1542"/>
                    <a:pt x="398" y="1335"/>
                    <a:pt x="550" y="1240"/>
                  </a:cubicBezTo>
                  <a:cubicBezTo>
                    <a:pt x="581" y="1223"/>
                    <a:pt x="611" y="1222"/>
                    <a:pt x="632" y="1222"/>
                  </a:cubicBezTo>
                  <a:cubicBezTo>
                    <a:pt x="633" y="1222"/>
                    <a:pt x="634" y="1222"/>
                    <a:pt x="636" y="1222"/>
                  </a:cubicBezTo>
                  <a:cubicBezTo>
                    <a:pt x="638" y="1222"/>
                    <a:pt x="639" y="1222"/>
                    <a:pt x="641" y="1222"/>
                  </a:cubicBezTo>
                  <a:cubicBezTo>
                    <a:pt x="641" y="1222"/>
                    <a:pt x="641" y="1222"/>
                    <a:pt x="641" y="1222"/>
                  </a:cubicBezTo>
                  <a:cubicBezTo>
                    <a:pt x="641" y="1222"/>
                    <a:pt x="641" y="1222"/>
                    <a:pt x="641" y="1222"/>
                  </a:cubicBezTo>
                  <a:cubicBezTo>
                    <a:pt x="643" y="1222"/>
                    <a:pt x="646" y="1222"/>
                    <a:pt x="648" y="1222"/>
                  </a:cubicBezTo>
                  <a:cubicBezTo>
                    <a:pt x="654" y="1221"/>
                    <a:pt x="659" y="1217"/>
                    <a:pt x="662" y="1213"/>
                  </a:cubicBezTo>
                  <a:cubicBezTo>
                    <a:pt x="664" y="1209"/>
                    <a:pt x="665" y="1206"/>
                    <a:pt x="665" y="1202"/>
                  </a:cubicBezTo>
                  <a:cubicBezTo>
                    <a:pt x="665" y="1165"/>
                    <a:pt x="530" y="1145"/>
                    <a:pt x="501" y="1145"/>
                  </a:cubicBezTo>
                  <a:cubicBezTo>
                    <a:pt x="475" y="1145"/>
                    <a:pt x="475" y="1145"/>
                    <a:pt x="475" y="1145"/>
                  </a:cubicBezTo>
                  <a:cubicBezTo>
                    <a:pt x="225" y="1145"/>
                    <a:pt x="61" y="1481"/>
                    <a:pt x="18" y="1705"/>
                  </a:cubicBezTo>
                  <a:cubicBezTo>
                    <a:pt x="6" y="1757"/>
                    <a:pt x="0" y="1815"/>
                    <a:pt x="0" y="1875"/>
                  </a:cubicBezTo>
                  <a:cubicBezTo>
                    <a:pt x="0" y="1947"/>
                    <a:pt x="12" y="2022"/>
                    <a:pt x="41" y="2085"/>
                  </a:cubicBezTo>
                  <a:cubicBezTo>
                    <a:pt x="61" y="2133"/>
                    <a:pt x="117" y="2168"/>
                    <a:pt x="155" y="2177"/>
                  </a:cubicBezTo>
                  <a:cubicBezTo>
                    <a:pt x="241" y="2203"/>
                    <a:pt x="361" y="2185"/>
                    <a:pt x="429" y="2054"/>
                  </a:cubicBezTo>
                  <a:cubicBezTo>
                    <a:pt x="486" y="1945"/>
                    <a:pt x="500" y="1726"/>
                    <a:pt x="485" y="1611"/>
                  </a:cubicBezTo>
                  <a:cubicBezTo>
                    <a:pt x="485" y="1611"/>
                    <a:pt x="485" y="1611"/>
                    <a:pt x="485" y="1611"/>
                  </a:cubicBezTo>
                  <a:cubicBezTo>
                    <a:pt x="481" y="1575"/>
                    <a:pt x="476" y="1537"/>
                    <a:pt x="469" y="1496"/>
                  </a:cubicBezTo>
                  <a:cubicBezTo>
                    <a:pt x="501" y="1515"/>
                    <a:pt x="592" y="1509"/>
                    <a:pt x="632" y="1487"/>
                  </a:cubicBezTo>
                  <a:cubicBezTo>
                    <a:pt x="700" y="1450"/>
                    <a:pt x="705" y="1415"/>
                    <a:pt x="790" y="1375"/>
                  </a:cubicBezTo>
                  <a:cubicBezTo>
                    <a:pt x="748" y="1577"/>
                    <a:pt x="731" y="1727"/>
                    <a:pt x="721" y="1908"/>
                  </a:cubicBezTo>
                  <a:cubicBezTo>
                    <a:pt x="716" y="1948"/>
                    <a:pt x="714" y="1985"/>
                    <a:pt x="715" y="2018"/>
                  </a:cubicBezTo>
                  <a:cubicBezTo>
                    <a:pt x="715" y="2023"/>
                    <a:pt x="715" y="2028"/>
                    <a:pt x="714" y="2034"/>
                  </a:cubicBezTo>
                  <a:cubicBezTo>
                    <a:pt x="716" y="2037"/>
                    <a:pt x="716" y="2037"/>
                    <a:pt x="716" y="2037"/>
                  </a:cubicBezTo>
                  <a:cubicBezTo>
                    <a:pt x="728" y="2261"/>
                    <a:pt x="859" y="2316"/>
                    <a:pt x="989" y="2235"/>
                  </a:cubicBezTo>
                  <a:cubicBezTo>
                    <a:pt x="989" y="2190"/>
                    <a:pt x="999" y="2100"/>
                    <a:pt x="1006" y="2041"/>
                  </a:cubicBezTo>
                  <a:cubicBezTo>
                    <a:pt x="1017" y="1956"/>
                    <a:pt x="1030" y="1853"/>
                    <a:pt x="1033" y="1829"/>
                  </a:cubicBezTo>
                  <a:cubicBezTo>
                    <a:pt x="1062" y="1628"/>
                    <a:pt x="1154" y="1450"/>
                    <a:pt x="1300" y="1297"/>
                  </a:cubicBezTo>
                  <a:cubicBezTo>
                    <a:pt x="1307" y="1293"/>
                    <a:pt x="1308" y="1283"/>
                    <a:pt x="1313" y="1275"/>
                  </a:cubicBezTo>
                  <a:cubicBezTo>
                    <a:pt x="1307" y="1356"/>
                    <a:pt x="1303" y="1433"/>
                    <a:pt x="1303" y="1507"/>
                  </a:cubicBezTo>
                  <a:cubicBezTo>
                    <a:pt x="1303" y="1743"/>
                    <a:pt x="1341" y="1927"/>
                    <a:pt x="1427" y="2007"/>
                  </a:cubicBezTo>
                  <a:cubicBezTo>
                    <a:pt x="1502" y="2077"/>
                    <a:pt x="1574" y="2117"/>
                    <a:pt x="1654" y="2117"/>
                  </a:cubicBezTo>
                  <a:cubicBezTo>
                    <a:pt x="1758" y="2117"/>
                    <a:pt x="1870" y="2050"/>
                    <a:pt x="2004" y="1899"/>
                  </a:cubicBezTo>
                  <a:cubicBezTo>
                    <a:pt x="2001" y="1934"/>
                    <a:pt x="1999" y="1970"/>
                    <a:pt x="1999" y="2007"/>
                  </a:cubicBezTo>
                  <a:cubicBezTo>
                    <a:pt x="1999" y="2117"/>
                    <a:pt x="2051" y="2275"/>
                    <a:pt x="2166" y="2275"/>
                  </a:cubicBezTo>
                  <a:cubicBezTo>
                    <a:pt x="2324" y="2275"/>
                    <a:pt x="2482" y="2048"/>
                    <a:pt x="2528" y="1944"/>
                  </a:cubicBezTo>
                  <a:cubicBezTo>
                    <a:pt x="2520" y="2030"/>
                    <a:pt x="2505" y="2171"/>
                    <a:pt x="2505" y="2304"/>
                  </a:cubicBezTo>
                  <a:cubicBezTo>
                    <a:pt x="2505" y="2329"/>
                    <a:pt x="2506" y="2354"/>
                    <a:pt x="2507" y="2378"/>
                  </a:cubicBezTo>
                  <a:cubicBezTo>
                    <a:pt x="2507" y="2378"/>
                    <a:pt x="2507" y="2378"/>
                    <a:pt x="2507" y="2378"/>
                  </a:cubicBezTo>
                  <a:cubicBezTo>
                    <a:pt x="2507" y="2393"/>
                    <a:pt x="2508" y="2408"/>
                    <a:pt x="2509" y="2422"/>
                  </a:cubicBezTo>
                  <a:cubicBezTo>
                    <a:pt x="2511" y="2468"/>
                    <a:pt x="2515" y="2520"/>
                    <a:pt x="2536" y="2559"/>
                  </a:cubicBezTo>
                  <a:cubicBezTo>
                    <a:pt x="2536" y="2560"/>
                    <a:pt x="2537" y="2561"/>
                    <a:pt x="2537" y="2563"/>
                  </a:cubicBezTo>
                  <a:cubicBezTo>
                    <a:pt x="2537" y="2561"/>
                    <a:pt x="2537" y="2561"/>
                    <a:pt x="2537" y="2561"/>
                  </a:cubicBezTo>
                  <a:cubicBezTo>
                    <a:pt x="2561" y="2603"/>
                    <a:pt x="2607" y="2627"/>
                    <a:pt x="2697" y="2607"/>
                  </a:cubicBezTo>
                  <a:cubicBezTo>
                    <a:pt x="2760" y="2588"/>
                    <a:pt x="2798" y="2565"/>
                    <a:pt x="2821" y="2547"/>
                  </a:cubicBezTo>
                  <a:cubicBezTo>
                    <a:pt x="2837" y="2534"/>
                    <a:pt x="2846" y="2514"/>
                    <a:pt x="2845" y="2493"/>
                  </a:cubicBezTo>
                  <a:cubicBezTo>
                    <a:pt x="2843" y="2435"/>
                    <a:pt x="2847" y="2299"/>
                    <a:pt x="2853" y="2255"/>
                  </a:cubicBezTo>
                  <a:cubicBezTo>
                    <a:pt x="2930" y="1669"/>
                    <a:pt x="3027" y="940"/>
                    <a:pt x="3146" y="320"/>
                  </a:cubicBezTo>
                  <a:cubicBezTo>
                    <a:pt x="3175" y="211"/>
                    <a:pt x="3211" y="164"/>
                    <a:pt x="3096" y="144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314" name="Google Shape;314;p52"/>
            <p:cNvSpPr/>
            <p:nvPr/>
          </p:nvSpPr>
          <p:spPr>
            <a:xfrm>
              <a:off x="4865" y="2320"/>
              <a:ext cx="450" cy="803"/>
            </a:xfrm>
            <a:custGeom>
              <a:avLst/>
              <a:gdLst/>
              <a:ahLst/>
              <a:cxnLst/>
              <a:rect l="l" t="t" r="r" b="b"/>
              <a:pathLst>
                <a:path w="1233" h="2201" extrusionOk="0">
                  <a:moveTo>
                    <a:pt x="698" y="642"/>
                  </a:moveTo>
                  <a:cubicBezTo>
                    <a:pt x="713" y="555"/>
                    <a:pt x="753" y="176"/>
                    <a:pt x="761" y="156"/>
                  </a:cubicBezTo>
                  <a:cubicBezTo>
                    <a:pt x="761" y="153"/>
                    <a:pt x="767" y="153"/>
                    <a:pt x="770" y="153"/>
                  </a:cubicBezTo>
                  <a:cubicBezTo>
                    <a:pt x="779" y="153"/>
                    <a:pt x="790" y="156"/>
                    <a:pt x="796" y="156"/>
                  </a:cubicBezTo>
                  <a:cubicBezTo>
                    <a:pt x="807" y="161"/>
                    <a:pt x="807" y="161"/>
                    <a:pt x="807" y="161"/>
                  </a:cubicBezTo>
                  <a:cubicBezTo>
                    <a:pt x="925" y="187"/>
                    <a:pt x="1006" y="259"/>
                    <a:pt x="1006" y="400"/>
                  </a:cubicBezTo>
                  <a:cubicBezTo>
                    <a:pt x="1000" y="550"/>
                    <a:pt x="833" y="613"/>
                    <a:pt x="698" y="642"/>
                  </a:cubicBezTo>
                  <a:moveTo>
                    <a:pt x="877" y="769"/>
                  </a:moveTo>
                  <a:cubicBezTo>
                    <a:pt x="877" y="769"/>
                    <a:pt x="877" y="769"/>
                    <a:pt x="877" y="769"/>
                  </a:cubicBezTo>
                  <a:cubicBezTo>
                    <a:pt x="877" y="769"/>
                    <a:pt x="877" y="769"/>
                    <a:pt x="877" y="769"/>
                  </a:cubicBezTo>
                  <a:cubicBezTo>
                    <a:pt x="1074" y="747"/>
                    <a:pt x="1233" y="566"/>
                    <a:pt x="1233" y="386"/>
                  </a:cubicBezTo>
                  <a:cubicBezTo>
                    <a:pt x="1233" y="78"/>
                    <a:pt x="802" y="0"/>
                    <a:pt x="580" y="0"/>
                  </a:cubicBezTo>
                  <a:cubicBezTo>
                    <a:pt x="359" y="0"/>
                    <a:pt x="232" y="26"/>
                    <a:pt x="151" y="54"/>
                  </a:cubicBezTo>
                  <a:cubicBezTo>
                    <a:pt x="53" y="87"/>
                    <a:pt x="7" y="132"/>
                    <a:pt x="1" y="180"/>
                  </a:cubicBezTo>
                  <a:cubicBezTo>
                    <a:pt x="0" y="189"/>
                    <a:pt x="8" y="198"/>
                    <a:pt x="17" y="197"/>
                  </a:cubicBezTo>
                  <a:cubicBezTo>
                    <a:pt x="107" y="188"/>
                    <a:pt x="247" y="164"/>
                    <a:pt x="301" y="167"/>
                  </a:cubicBezTo>
                  <a:cubicBezTo>
                    <a:pt x="304" y="170"/>
                    <a:pt x="304" y="176"/>
                    <a:pt x="304" y="187"/>
                  </a:cubicBezTo>
                  <a:cubicBezTo>
                    <a:pt x="304" y="461"/>
                    <a:pt x="235" y="754"/>
                    <a:pt x="212" y="1010"/>
                  </a:cubicBezTo>
                  <a:cubicBezTo>
                    <a:pt x="189" y="1283"/>
                    <a:pt x="140" y="1568"/>
                    <a:pt x="140" y="1835"/>
                  </a:cubicBezTo>
                  <a:cubicBezTo>
                    <a:pt x="140" y="1908"/>
                    <a:pt x="147" y="1992"/>
                    <a:pt x="163" y="2054"/>
                  </a:cubicBezTo>
                  <a:cubicBezTo>
                    <a:pt x="166" y="2068"/>
                    <a:pt x="170" y="2082"/>
                    <a:pt x="176" y="2095"/>
                  </a:cubicBezTo>
                  <a:cubicBezTo>
                    <a:pt x="184" y="2115"/>
                    <a:pt x="194" y="2131"/>
                    <a:pt x="207" y="2139"/>
                  </a:cubicBezTo>
                  <a:cubicBezTo>
                    <a:pt x="258" y="2188"/>
                    <a:pt x="362" y="2201"/>
                    <a:pt x="570" y="2115"/>
                  </a:cubicBezTo>
                  <a:cubicBezTo>
                    <a:pt x="570" y="2076"/>
                    <a:pt x="570" y="2028"/>
                    <a:pt x="571" y="1977"/>
                  </a:cubicBezTo>
                  <a:cubicBezTo>
                    <a:pt x="572" y="1977"/>
                    <a:pt x="572" y="1976"/>
                    <a:pt x="572" y="1976"/>
                  </a:cubicBezTo>
                  <a:cubicBezTo>
                    <a:pt x="572" y="1976"/>
                    <a:pt x="572" y="1976"/>
                    <a:pt x="572" y="1975"/>
                  </a:cubicBezTo>
                  <a:cubicBezTo>
                    <a:pt x="574" y="1889"/>
                    <a:pt x="578" y="1793"/>
                    <a:pt x="582" y="1711"/>
                  </a:cubicBezTo>
                  <a:cubicBezTo>
                    <a:pt x="584" y="1688"/>
                    <a:pt x="585" y="1665"/>
                    <a:pt x="586" y="1643"/>
                  </a:cubicBezTo>
                  <a:cubicBezTo>
                    <a:pt x="600" y="1330"/>
                    <a:pt x="645" y="1048"/>
                    <a:pt x="682" y="753"/>
                  </a:cubicBezTo>
                  <a:cubicBezTo>
                    <a:pt x="720" y="773"/>
                    <a:pt x="771" y="781"/>
                    <a:pt x="876" y="769"/>
                  </a:cubicBezTo>
                  <a:cubicBezTo>
                    <a:pt x="876" y="769"/>
                    <a:pt x="876" y="769"/>
                    <a:pt x="877" y="769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315" name="Google Shape;315;p52"/>
            <p:cNvSpPr/>
            <p:nvPr/>
          </p:nvSpPr>
          <p:spPr>
            <a:xfrm>
              <a:off x="5176" y="2275"/>
              <a:ext cx="624" cy="807"/>
            </a:xfrm>
            <a:custGeom>
              <a:avLst/>
              <a:gdLst/>
              <a:ahLst/>
              <a:cxnLst/>
              <a:rect l="l" t="t" r="r" b="b"/>
              <a:pathLst>
                <a:path w="1710" h="2211" extrusionOk="0">
                  <a:moveTo>
                    <a:pt x="392" y="1138"/>
                  </a:moveTo>
                  <a:cubicBezTo>
                    <a:pt x="423" y="1112"/>
                    <a:pt x="466" y="1084"/>
                    <a:pt x="512" y="1084"/>
                  </a:cubicBezTo>
                  <a:cubicBezTo>
                    <a:pt x="524" y="1084"/>
                    <a:pt x="532" y="1084"/>
                    <a:pt x="540" y="1086"/>
                  </a:cubicBezTo>
                  <a:cubicBezTo>
                    <a:pt x="510" y="1202"/>
                    <a:pt x="320" y="1292"/>
                    <a:pt x="275" y="1325"/>
                  </a:cubicBezTo>
                  <a:cubicBezTo>
                    <a:pt x="298" y="1260"/>
                    <a:pt x="344" y="1192"/>
                    <a:pt x="392" y="1138"/>
                  </a:cubicBezTo>
                  <a:moveTo>
                    <a:pt x="1710" y="504"/>
                  </a:moveTo>
                  <a:cubicBezTo>
                    <a:pt x="1633" y="493"/>
                    <a:pt x="1479" y="484"/>
                    <a:pt x="1378" y="481"/>
                  </a:cubicBezTo>
                  <a:cubicBezTo>
                    <a:pt x="1382" y="457"/>
                    <a:pt x="1425" y="129"/>
                    <a:pt x="1404" y="69"/>
                  </a:cubicBezTo>
                  <a:cubicBezTo>
                    <a:pt x="1404" y="11"/>
                    <a:pt x="1275" y="0"/>
                    <a:pt x="1226" y="0"/>
                  </a:cubicBezTo>
                  <a:cubicBezTo>
                    <a:pt x="1174" y="0"/>
                    <a:pt x="1116" y="14"/>
                    <a:pt x="1096" y="75"/>
                  </a:cubicBezTo>
                  <a:cubicBezTo>
                    <a:pt x="1065" y="175"/>
                    <a:pt x="1044" y="400"/>
                    <a:pt x="1024" y="474"/>
                  </a:cubicBezTo>
                  <a:cubicBezTo>
                    <a:pt x="967" y="477"/>
                    <a:pt x="794" y="480"/>
                    <a:pt x="794" y="500"/>
                  </a:cubicBezTo>
                  <a:cubicBezTo>
                    <a:pt x="794" y="566"/>
                    <a:pt x="909" y="589"/>
                    <a:pt x="987" y="589"/>
                  </a:cubicBezTo>
                  <a:cubicBezTo>
                    <a:pt x="1007" y="589"/>
                    <a:pt x="1007" y="589"/>
                    <a:pt x="1007" y="589"/>
                  </a:cubicBezTo>
                  <a:cubicBezTo>
                    <a:pt x="978" y="845"/>
                    <a:pt x="959" y="1069"/>
                    <a:pt x="941" y="1308"/>
                  </a:cubicBezTo>
                  <a:cubicBezTo>
                    <a:pt x="821" y="1469"/>
                    <a:pt x="609" y="1708"/>
                    <a:pt x="406" y="1708"/>
                  </a:cubicBezTo>
                  <a:cubicBezTo>
                    <a:pt x="297" y="1708"/>
                    <a:pt x="220" y="1651"/>
                    <a:pt x="219" y="1540"/>
                  </a:cubicBezTo>
                  <a:cubicBezTo>
                    <a:pt x="219" y="1514"/>
                    <a:pt x="225" y="1483"/>
                    <a:pt x="236" y="1449"/>
                  </a:cubicBezTo>
                  <a:cubicBezTo>
                    <a:pt x="268" y="1455"/>
                    <a:pt x="308" y="1460"/>
                    <a:pt x="348" y="1460"/>
                  </a:cubicBezTo>
                  <a:cubicBezTo>
                    <a:pt x="616" y="1460"/>
                    <a:pt x="679" y="1271"/>
                    <a:pt x="679" y="1179"/>
                  </a:cubicBezTo>
                  <a:cubicBezTo>
                    <a:pt x="679" y="1178"/>
                    <a:pt x="679" y="1178"/>
                    <a:pt x="679" y="1178"/>
                  </a:cubicBezTo>
                  <a:cubicBezTo>
                    <a:pt x="679" y="1177"/>
                    <a:pt x="679" y="1164"/>
                    <a:pt x="679" y="1158"/>
                  </a:cubicBezTo>
                  <a:cubicBezTo>
                    <a:pt x="675" y="965"/>
                    <a:pt x="571" y="941"/>
                    <a:pt x="479" y="957"/>
                  </a:cubicBezTo>
                  <a:cubicBezTo>
                    <a:pt x="216" y="991"/>
                    <a:pt x="0" y="1326"/>
                    <a:pt x="0" y="1559"/>
                  </a:cubicBezTo>
                  <a:cubicBezTo>
                    <a:pt x="0" y="1559"/>
                    <a:pt x="1" y="1559"/>
                    <a:pt x="1" y="1560"/>
                  </a:cubicBezTo>
                  <a:cubicBezTo>
                    <a:pt x="1" y="1560"/>
                    <a:pt x="0" y="1561"/>
                    <a:pt x="0" y="1561"/>
                  </a:cubicBezTo>
                  <a:cubicBezTo>
                    <a:pt x="0" y="1688"/>
                    <a:pt x="47" y="1808"/>
                    <a:pt x="129" y="1877"/>
                  </a:cubicBezTo>
                  <a:cubicBezTo>
                    <a:pt x="129" y="1878"/>
                    <a:pt x="129" y="1878"/>
                    <a:pt x="129" y="1878"/>
                  </a:cubicBezTo>
                  <a:cubicBezTo>
                    <a:pt x="133" y="1881"/>
                    <a:pt x="156" y="1897"/>
                    <a:pt x="156" y="1897"/>
                  </a:cubicBezTo>
                  <a:cubicBezTo>
                    <a:pt x="238" y="1950"/>
                    <a:pt x="381" y="1970"/>
                    <a:pt x="521" y="1908"/>
                  </a:cubicBezTo>
                  <a:cubicBezTo>
                    <a:pt x="521" y="1908"/>
                    <a:pt x="521" y="1908"/>
                    <a:pt x="521" y="1908"/>
                  </a:cubicBezTo>
                  <a:cubicBezTo>
                    <a:pt x="699" y="1841"/>
                    <a:pt x="814" y="1695"/>
                    <a:pt x="855" y="1645"/>
                  </a:cubicBezTo>
                  <a:cubicBezTo>
                    <a:pt x="856" y="1643"/>
                    <a:pt x="869" y="1626"/>
                    <a:pt x="889" y="1599"/>
                  </a:cubicBezTo>
                  <a:cubicBezTo>
                    <a:pt x="900" y="1585"/>
                    <a:pt x="911" y="1570"/>
                    <a:pt x="923" y="1555"/>
                  </a:cubicBezTo>
                  <a:cubicBezTo>
                    <a:pt x="920" y="1590"/>
                    <a:pt x="918" y="1626"/>
                    <a:pt x="915" y="1662"/>
                  </a:cubicBezTo>
                  <a:cubicBezTo>
                    <a:pt x="915" y="1682"/>
                    <a:pt x="912" y="1705"/>
                    <a:pt x="912" y="1725"/>
                  </a:cubicBezTo>
                  <a:cubicBezTo>
                    <a:pt x="912" y="1733"/>
                    <a:pt x="912" y="1742"/>
                    <a:pt x="913" y="1753"/>
                  </a:cubicBezTo>
                  <a:cubicBezTo>
                    <a:pt x="913" y="2031"/>
                    <a:pt x="943" y="2166"/>
                    <a:pt x="1112" y="2206"/>
                  </a:cubicBezTo>
                  <a:cubicBezTo>
                    <a:pt x="1134" y="2211"/>
                    <a:pt x="1155" y="2196"/>
                    <a:pt x="1159" y="2174"/>
                  </a:cubicBezTo>
                  <a:cubicBezTo>
                    <a:pt x="1190" y="1972"/>
                    <a:pt x="1210" y="1808"/>
                    <a:pt x="1227" y="1690"/>
                  </a:cubicBezTo>
                  <a:cubicBezTo>
                    <a:pt x="1276" y="1335"/>
                    <a:pt x="1319" y="1013"/>
                    <a:pt x="1362" y="606"/>
                  </a:cubicBezTo>
                  <a:cubicBezTo>
                    <a:pt x="1505" y="610"/>
                    <a:pt x="1644" y="599"/>
                    <a:pt x="1710" y="504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316" name="Google Shape;316;p52"/>
            <p:cNvSpPr/>
            <p:nvPr/>
          </p:nvSpPr>
          <p:spPr>
            <a:xfrm>
              <a:off x="5123" y="1648"/>
              <a:ext cx="411" cy="399"/>
            </a:xfrm>
            <a:custGeom>
              <a:avLst/>
              <a:gdLst/>
              <a:ahLst/>
              <a:cxnLst/>
              <a:rect l="l" t="t" r="r" b="b"/>
              <a:pathLst>
                <a:path w="1127" h="1094" extrusionOk="0">
                  <a:moveTo>
                    <a:pt x="83" y="348"/>
                  </a:moveTo>
                  <a:cubicBezTo>
                    <a:pt x="114" y="295"/>
                    <a:pt x="188" y="243"/>
                    <a:pt x="277" y="212"/>
                  </a:cubicBezTo>
                  <a:cubicBezTo>
                    <a:pt x="317" y="199"/>
                    <a:pt x="358" y="193"/>
                    <a:pt x="396" y="177"/>
                  </a:cubicBezTo>
                  <a:cubicBezTo>
                    <a:pt x="467" y="148"/>
                    <a:pt x="536" y="113"/>
                    <a:pt x="606" y="83"/>
                  </a:cubicBezTo>
                  <a:cubicBezTo>
                    <a:pt x="644" y="66"/>
                    <a:pt x="682" y="50"/>
                    <a:pt x="722" y="39"/>
                  </a:cubicBezTo>
                  <a:cubicBezTo>
                    <a:pt x="856" y="0"/>
                    <a:pt x="983" y="106"/>
                    <a:pt x="1014" y="203"/>
                  </a:cubicBezTo>
                  <a:cubicBezTo>
                    <a:pt x="1030" y="252"/>
                    <a:pt x="1035" y="303"/>
                    <a:pt x="1039" y="354"/>
                  </a:cubicBezTo>
                  <a:cubicBezTo>
                    <a:pt x="1042" y="391"/>
                    <a:pt x="1043" y="429"/>
                    <a:pt x="1050" y="466"/>
                  </a:cubicBezTo>
                  <a:cubicBezTo>
                    <a:pt x="1059" y="512"/>
                    <a:pt x="1070" y="559"/>
                    <a:pt x="1085" y="604"/>
                  </a:cubicBezTo>
                  <a:cubicBezTo>
                    <a:pt x="1114" y="692"/>
                    <a:pt x="1127" y="780"/>
                    <a:pt x="1102" y="872"/>
                  </a:cubicBezTo>
                  <a:cubicBezTo>
                    <a:pt x="1063" y="1017"/>
                    <a:pt x="915" y="1094"/>
                    <a:pt x="774" y="1041"/>
                  </a:cubicBezTo>
                  <a:cubicBezTo>
                    <a:pt x="724" y="1021"/>
                    <a:pt x="686" y="985"/>
                    <a:pt x="647" y="949"/>
                  </a:cubicBezTo>
                  <a:cubicBezTo>
                    <a:pt x="603" y="910"/>
                    <a:pt x="559" y="870"/>
                    <a:pt x="512" y="833"/>
                  </a:cubicBezTo>
                  <a:cubicBezTo>
                    <a:pt x="473" y="802"/>
                    <a:pt x="425" y="786"/>
                    <a:pt x="377" y="773"/>
                  </a:cubicBezTo>
                  <a:cubicBezTo>
                    <a:pt x="318" y="758"/>
                    <a:pt x="258" y="745"/>
                    <a:pt x="199" y="726"/>
                  </a:cubicBezTo>
                  <a:cubicBezTo>
                    <a:pt x="28" y="672"/>
                    <a:pt x="0" y="495"/>
                    <a:pt x="83" y="3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317" name="Google Shape;317;p52"/>
            <p:cNvSpPr/>
            <p:nvPr/>
          </p:nvSpPr>
          <p:spPr>
            <a:xfrm>
              <a:off x="5503" y="1525"/>
              <a:ext cx="176" cy="184"/>
            </a:xfrm>
            <a:custGeom>
              <a:avLst/>
              <a:gdLst/>
              <a:ahLst/>
              <a:cxnLst/>
              <a:rect l="l" t="t" r="r" b="b"/>
              <a:pathLst>
                <a:path w="482" h="502" extrusionOk="0">
                  <a:moveTo>
                    <a:pt x="436" y="327"/>
                  </a:moveTo>
                  <a:cubicBezTo>
                    <a:pt x="394" y="397"/>
                    <a:pt x="330" y="458"/>
                    <a:pt x="239" y="486"/>
                  </a:cubicBezTo>
                  <a:cubicBezTo>
                    <a:pt x="194" y="500"/>
                    <a:pt x="150" y="502"/>
                    <a:pt x="106" y="485"/>
                  </a:cubicBezTo>
                  <a:cubicBezTo>
                    <a:pt x="40" y="460"/>
                    <a:pt x="0" y="397"/>
                    <a:pt x="3" y="321"/>
                  </a:cubicBezTo>
                  <a:cubicBezTo>
                    <a:pt x="6" y="225"/>
                    <a:pt x="50" y="148"/>
                    <a:pt x="120" y="85"/>
                  </a:cubicBezTo>
                  <a:cubicBezTo>
                    <a:pt x="172" y="38"/>
                    <a:pt x="233" y="8"/>
                    <a:pt x="304" y="5"/>
                  </a:cubicBezTo>
                  <a:cubicBezTo>
                    <a:pt x="400" y="0"/>
                    <a:pt x="472" y="65"/>
                    <a:pt x="478" y="161"/>
                  </a:cubicBezTo>
                  <a:cubicBezTo>
                    <a:pt x="482" y="216"/>
                    <a:pt x="468" y="268"/>
                    <a:pt x="436" y="32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318" name="Google Shape;318;p52"/>
            <p:cNvSpPr/>
            <p:nvPr/>
          </p:nvSpPr>
          <p:spPr>
            <a:xfrm>
              <a:off x="5339" y="1418"/>
              <a:ext cx="159" cy="214"/>
            </a:xfrm>
            <a:custGeom>
              <a:avLst/>
              <a:gdLst/>
              <a:ahLst/>
              <a:cxnLst/>
              <a:rect l="l" t="t" r="r" b="b"/>
              <a:pathLst>
                <a:path w="436" h="586" extrusionOk="0">
                  <a:moveTo>
                    <a:pt x="54" y="175"/>
                  </a:moveTo>
                  <a:cubicBezTo>
                    <a:pt x="86" y="118"/>
                    <a:pt x="122" y="75"/>
                    <a:pt x="174" y="49"/>
                  </a:cubicBezTo>
                  <a:cubicBezTo>
                    <a:pt x="269" y="0"/>
                    <a:pt x="369" y="38"/>
                    <a:pt x="407" y="139"/>
                  </a:cubicBezTo>
                  <a:cubicBezTo>
                    <a:pt x="436" y="217"/>
                    <a:pt x="430" y="294"/>
                    <a:pt x="401" y="370"/>
                  </a:cubicBezTo>
                  <a:cubicBezTo>
                    <a:pt x="378" y="428"/>
                    <a:pt x="344" y="477"/>
                    <a:pt x="293" y="513"/>
                  </a:cubicBezTo>
                  <a:cubicBezTo>
                    <a:pt x="191" y="586"/>
                    <a:pt x="70" y="548"/>
                    <a:pt x="31" y="429"/>
                  </a:cubicBezTo>
                  <a:cubicBezTo>
                    <a:pt x="0" y="338"/>
                    <a:pt x="16" y="251"/>
                    <a:pt x="54" y="1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319" name="Google Shape;319;p52"/>
            <p:cNvSpPr/>
            <p:nvPr/>
          </p:nvSpPr>
          <p:spPr>
            <a:xfrm>
              <a:off x="5558" y="1722"/>
              <a:ext cx="171" cy="151"/>
            </a:xfrm>
            <a:custGeom>
              <a:avLst/>
              <a:gdLst/>
              <a:ahLst/>
              <a:cxnLst/>
              <a:rect l="l" t="t" r="r" b="b"/>
              <a:pathLst>
                <a:path w="468" h="414" extrusionOk="0">
                  <a:moveTo>
                    <a:pt x="43" y="143"/>
                  </a:moveTo>
                  <a:cubicBezTo>
                    <a:pt x="94" y="63"/>
                    <a:pt x="176" y="7"/>
                    <a:pt x="287" y="3"/>
                  </a:cubicBezTo>
                  <a:cubicBezTo>
                    <a:pt x="371" y="0"/>
                    <a:pt x="440" y="49"/>
                    <a:pt x="456" y="121"/>
                  </a:cubicBezTo>
                  <a:cubicBezTo>
                    <a:pt x="468" y="177"/>
                    <a:pt x="455" y="229"/>
                    <a:pt x="424" y="274"/>
                  </a:cubicBezTo>
                  <a:cubicBezTo>
                    <a:pt x="365" y="363"/>
                    <a:pt x="283" y="413"/>
                    <a:pt x="175" y="413"/>
                  </a:cubicBezTo>
                  <a:cubicBezTo>
                    <a:pt x="101" y="414"/>
                    <a:pt x="38" y="373"/>
                    <a:pt x="17" y="309"/>
                  </a:cubicBezTo>
                  <a:cubicBezTo>
                    <a:pt x="0" y="256"/>
                    <a:pt x="11" y="205"/>
                    <a:pt x="43" y="14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  <p:sp>
          <p:nvSpPr>
            <p:cNvPr id="320" name="Google Shape;320;p52"/>
            <p:cNvSpPr/>
            <p:nvPr/>
          </p:nvSpPr>
          <p:spPr>
            <a:xfrm>
              <a:off x="5171" y="1484"/>
              <a:ext cx="142" cy="194"/>
            </a:xfrm>
            <a:custGeom>
              <a:avLst/>
              <a:gdLst/>
              <a:ahLst/>
              <a:cxnLst/>
              <a:rect l="l" t="t" r="r" b="b"/>
              <a:pathLst>
                <a:path w="389" h="531" extrusionOk="0">
                  <a:moveTo>
                    <a:pt x="345" y="397"/>
                  </a:moveTo>
                  <a:cubicBezTo>
                    <a:pt x="326" y="420"/>
                    <a:pt x="308" y="445"/>
                    <a:pt x="286" y="465"/>
                  </a:cubicBezTo>
                  <a:cubicBezTo>
                    <a:pt x="207" y="531"/>
                    <a:pt x="104" y="513"/>
                    <a:pt x="50" y="425"/>
                  </a:cubicBezTo>
                  <a:cubicBezTo>
                    <a:pt x="5" y="353"/>
                    <a:pt x="0" y="275"/>
                    <a:pt x="23" y="194"/>
                  </a:cubicBezTo>
                  <a:cubicBezTo>
                    <a:pt x="34" y="153"/>
                    <a:pt x="55" y="116"/>
                    <a:pt x="85" y="84"/>
                  </a:cubicBezTo>
                  <a:cubicBezTo>
                    <a:pt x="164" y="0"/>
                    <a:pt x="285" y="14"/>
                    <a:pt x="342" y="115"/>
                  </a:cubicBezTo>
                  <a:cubicBezTo>
                    <a:pt x="389" y="198"/>
                    <a:pt x="389" y="308"/>
                    <a:pt x="345" y="3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endParaRPr>
            </a:p>
          </p:txBody>
        </p:sp>
      </p:grpSp>
      <p:sp>
        <p:nvSpPr>
          <p:cNvPr id="321" name="Google Shape;321;p52"/>
          <p:cNvSpPr txBox="1">
            <a:spLocks noGrp="1"/>
          </p:cNvSpPr>
          <p:nvPr>
            <p:ph type="dt" idx="10"/>
          </p:nvPr>
        </p:nvSpPr>
        <p:spPr>
          <a:xfrm>
            <a:off x="7795859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52"/>
          <p:cNvSpPr txBox="1">
            <a:spLocks noGrp="1"/>
          </p:cNvSpPr>
          <p:nvPr>
            <p:ph type="sldNum" idx="12"/>
          </p:nvPr>
        </p:nvSpPr>
        <p:spPr>
          <a:xfrm>
            <a:off x="11448319" y="6563021"/>
            <a:ext cx="3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1pPr>
            <a:lvl2pPr marL="0" lvl="1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2pPr>
            <a:lvl3pPr marL="0" lvl="2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3pPr>
            <a:lvl4pPr marL="0" lvl="3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4pPr>
            <a:lvl5pPr marL="0" lvl="4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5pPr>
            <a:lvl6pPr marL="0" lvl="5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6pPr>
            <a:lvl7pPr marL="0" lvl="6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7pPr>
            <a:lvl8pPr marL="0" lvl="7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8pPr>
            <a:lvl9pPr marL="0" lvl="8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23" name="Google Shape;323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4215" y="6244202"/>
            <a:ext cx="1979735" cy="433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red">
  <p:cSld name="Section Header red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3"/>
          <p:cNvSpPr txBox="1">
            <a:spLocks noGrp="1"/>
          </p:cNvSpPr>
          <p:nvPr>
            <p:ph type="ctrTitle"/>
          </p:nvPr>
        </p:nvSpPr>
        <p:spPr>
          <a:xfrm>
            <a:off x="1362075" y="1293813"/>
            <a:ext cx="9467850" cy="2554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NTR"/>
              <a:buNone/>
              <a:defRPr sz="48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53"/>
          <p:cNvSpPr txBox="1">
            <a:spLocks noGrp="1"/>
          </p:cNvSpPr>
          <p:nvPr>
            <p:ph type="body" idx="1"/>
          </p:nvPr>
        </p:nvSpPr>
        <p:spPr>
          <a:xfrm>
            <a:off x="1362075" y="4575600"/>
            <a:ext cx="94678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0"/>
              </a:buClr>
              <a:buSzPts val="2800"/>
              <a:buNone/>
              <a:defRPr sz="2800" b="0">
                <a:solidFill>
                  <a:srgbClr val="0000A0"/>
                </a:solidFill>
                <a:latin typeface="NTR"/>
                <a:ea typeface="NTR"/>
                <a:cs typeface="NTR"/>
                <a:sym typeface="NTR"/>
              </a:defRPr>
            </a:lvl1pPr>
            <a:lvl2pPr marL="914400" lvl="1" indent="-228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27" name="Google Shape;327;p53"/>
          <p:cNvSpPr txBox="1">
            <a:spLocks noGrp="1"/>
          </p:cNvSpPr>
          <p:nvPr>
            <p:ph type="dt" idx="10"/>
          </p:nvPr>
        </p:nvSpPr>
        <p:spPr>
          <a:xfrm>
            <a:off x="7795859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8" name="Google Shape;328;p53"/>
          <p:cNvSpPr txBox="1">
            <a:spLocks noGrp="1"/>
          </p:cNvSpPr>
          <p:nvPr>
            <p:ph type="sldNum" idx="12"/>
          </p:nvPr>
        </p:nvSpPr>
        <p:spPr>
          <a:xfrm>
            <a:off x="11448319" y="6563021"/>
            <a:ext cx="3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1pPr>
            <a:lvl2pPr marL="0" lvl="1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2pPr>
            <a:lvl3pPr marL="0" lvl="2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3pPr>
            <a:lvl4pPr marL="0" lvl="3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4pPr>
            <a:lvl5pPr marL="0" lvl="4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5pPr>
            <a:lvl6pPr marL="0" lvl="5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6pPr>
            <a:lvl7pPr marL="0" lvl="6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7pPr>
            <a:lvl8pPr marL="0" lvl="7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8pPr>
            <a:lvl9pPr marL="0" lvl="8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29" name="Google Shape;329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4215" y="6244202"/>
            <a:ext cx="1979735" cy="433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 Large headline">
  <p:cSld name="Red Large headline"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4"/>
          <p:cNvSpPr txBox="1">
            <a:spLocks noGrp="1"/>
          </p:cNvSpPr>
          <p:nvPr>
            <p:ph type="ctrTitle"/>
          </p:nvPr>
        </p:nvSpPr>
        <p:spPr>
          <a:xfrm>
            <a:off x="1393825" y="1890000"/>
            <a:ext cx="9467850" cy="2554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TR"/>
              <a:buNone/>
              <a:defRPr sz="72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54"/>
          <p:cNvSpPr txBox="1">
            <a:spLocks noGrp="1"/>
          </p:cNvSpPr>
          <p:nvPr>
            <p:ph type="dt" idx="10"/>
          </p:nvPr>
        </p:nvSpPr>
        <p:spPr>
          <a:xfrm>
            <a:off x="7795859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54"/>
          <p:cNvSpPr txBox="1">
            <a:spLocks noGrp="1"/>
          </p:cNvSpPr>
          <p:nvPr>
            <p:ph type="sldNum" idx="12"/>
          </p:nvPr>
        </p:nvSpPr>
        <p:spPr>
          <a:xfrm>
            <a:off x="11448319" y="6563021"/>
            <a:ext cx="3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1pPr>
            <a:lvl2pPr marL="0" lvl="1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2pPr>
            <a:lvl3pPr marL="0" lvl="2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3pPr>
            <a:lvl4pPr marL="0" lvl="3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4pPr>
            <a:lvl5pPr marL="0" lvl="4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5pPr>
            <a:lvl6pPr marL="0" lvl="5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6pPr>
            <a:lvl7pPr marL="0" lvl="6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7pPr>
            <a:lvl8pPr marL="0" lvl="7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8pPr>
            <a:lvl9pPr marL="0" lvl="8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34" name="Google Shape;334;p54"/>
          <p:cNvSpPr txBox="1">
            <a:spLocks noGrp="1"/>
          </p:cNvSpPr>
          <p:nvPr>
            <p:ph type="body" idx="1"/>
          </p:nvPr>
        </p:nvSpPr>
        <p:spPr>
          <a:xfrm>
            <a:off x="1362075" y="4443354"/>
            <a:ext cx="9467850" cy="1176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0"/>
              </a:buClr>
              <a:buSzPts val="2800"/>
              <a:buNone/>
              <a:defRPr sz="2800" b="0">
                <a:solidFill>
                  <a:srgbClr val="0000A0"/>
                </a:solidFill>
                <a:latin typeface="NTR"/>
                <a:ea typeface="NTR"/>
                <a:cs typeface="NTR"/>
                <a:sym typeface="NTR"/>
              </a:defRPr>
            </a:lvl1pPr>
            <a:lvl2pPr marL="914400" lvl="1" indent="-228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335" name="Google Shape;335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4215" y="6244202"/>
            <a:ext cx="1979735" cy="433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quote image red">
  <p:cSld name="Big quote image red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5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38" name="Google Shape;338;p55"/>
          <p:cNvSpPr txBox="1">
            <a:spLocks noGrp="1"/>
          </p:cNvSpPr>
          <p:nvPr>
            <p:ph type="body" idx="1"/>
          </p:nvPr>
        </p:nvSpPr>
        <p:spPr>
          <a:xfrm>
            <a:off x="407989" y="540000"/>
            <a:ext cx="6805611" cy="5346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 b="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1pPr>
            <a:lvl2pPr marL="914400" lvl="1" indent="-228600" algn="l">
              <a:lnSpc>
                <a:spcPct val="85000"/>
              </a:lnSpc>
              <a:spcBef>
                <a:spcPts val="4200"/>
              </a:spcBef>
              <a:spcAft>
                <a:spcPts val="0"/>
              </a:spcAft>
              <a:buSzPts val="1450"/>
              <a:buFont typeface="Arial"/>
              <a:buNone/>
              <a:defRPr sz="1450" b="1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2pPr>
            <a:lvl3pPr marL="1371600" lvl="2" indent="-2286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50"/>
              <a:buNone/>
              <a:defRPr sz="145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9" name="Google Shape;339;p55"/>
          <p:cNvSpPr txBox="1">
            <a:spLocks noGrp="1"/>
          </p:cNvSpPr>
          <p:nvPr>
            <p:ph type="dt" idx="10"/>
          </p:nvPr>
        </p:nvSpPr>
        <p:spPr>
          <a:xfrm>
            <a:off x="7795859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0" name="Google Shape;340;p55"/>
          <p:cNvSpPr txBox="1">
            <a:spLocks noGrp="1"/>
          </p:cNvSpPr>
          <p:nvPr>
            <p:ph type="sldNum" idx="12"/>
          </p:nvPr>
        </p:nvSpPr>
        <p:spPr>
          <a:xfrm>
            <a:off x="11448319" y="6563021"/>
            <a:ext cx="3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1pPr>
            <a:lvl2pPr marL="0" lvl="1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2pPr>
            <a:lvl3pPr marL="0" lvl="2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3pPr>
            <a:lvl4pPr marL="0" lvl="3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4pPr>
            <a:lvl5pPr marL="0" lvl="4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5pPr>
            <a:lvl6pPr marL="0" lvl="5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6pPr>
            <a:lvl7pPr marL="0" lvl="6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7pPr>
            <a:lvl8pPr marL="0" lvl="7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8pPr>
            <a:lvl9pPr marL="0" lvl="8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2 color quote alt 1">
  <p:cSld name="1_2 color quote alt 1"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6"/>
          <p:cNvSpPr txBox="1">
            <a:spLocks noGrp="1"/>
          </p:cNvSpPr>
          <p:nvPr>
            <p:ph type="body" idx="1"/>
          </p:nvPr>
        </p:nvSpPr>
        <p:spPr>
          <a:xfrm>
            <a:off x="1300163" y="1407600"/>
            <a:ext cx="95916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 b="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1pPr>
            <a:lvl2pPr marL="914400" lvl="1" indent="-22860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 b="0">
                <a:solidFill>
                  <a:srgbClr val="0000A0"/>
                </a:solidFill>
                <a:latin typeface="NTR"/>
                <a:ea typeface="NTR"/>
                <a:cs typeface="NTR"/>
                <a:sym typeface="NTR"/>
              </a:defRPr>
            </a:lvl2pPr>
            <a:lvl3pPr marL="1371600" lvl="2" indent="-228600" algn="ctr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1450"/>
              <a:buFont typeface="Arial"/>
              <a:buNone/>
              <a:defRPr sz="1450"/>
            </a:lvl3pPr>
            <a:lvl4pPr marL="1828800" lvl="3" indent="-2286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50"/>
              <a:buNone/>
              <a:defRPr sz="1450"/>
            </a:lvl4pPr>
            <a:lvl5pPr marL="2286000" lvl="4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45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3" name="Google Shape;343;p56"/>
          <p:cNvSpPr txBox="1">
            <a:spLocks noGrp="1"/>
          </p:cNvSpPr>
          <p:nvPr>
            <p:ph type="dt" idx="10"/>
          </p:nvPr>
        </p:nvSpPr>
        <p:spPr>
          <a:xfrm>
            <a:off x="7795859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4" name="Google Shape;344;p56"/>
          <p:cNvSpPr txBox="1">
            <a:spLocks noGrp="1"/>
          </p:cNvSpPr>
          <p:nvPr>
            <p:ph type="sldNum" idx="12"/>
          </p:nvPr>
        </p:nvSpPr>
        <p:spPr>
          <a:xfrm>
            <a:off x="11448319" y="6563021"/>
            <a:ext cx="3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1pPr>
            <a:lvl2pPr marL="0" lvl="1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2pPr>
            <a:lvl3pPr marL="0" lvl="2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3pPr>
            <a:lvl4pPr marL="0" lvl="3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4pPr>
            <a:lvl5pPr marL="0" lvl="4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5pPr>
            <a:lvl6pPr marL="0" lvl="5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6pPr>
            <a:lvl7pPr marL="0" lvl="6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7pPr>
            <a:lvl8pPr marL="0" lvl="7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8pPr>
            <a:lvl9pPr marL="0" lvl="8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45" name="Google Shape;345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4215" y="6244202"/>
            <a:ext cx="1979735" cy="433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gest quote red">
  <p:cSld name="Biggest quote red"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7"/>
          <p:cNvSpPr txBox="1">
            <a:spLocks noGrp="1"/>
          </p:cNvSpPr>
          <p:nvPr>
            <p:ph type="dt" idx="10"/>
          </p:nvPr>
        </p:nvSpPr>
        <p:spPr>
          <a:xfrm>
            <a:off x="7795859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57"/>
          <p:cNvSpPr txBox="1">
            <a:spLocks noGrp="1"/>
          </p:cNvSpPr>
          <p:nvPr>
            <p:ph type="sldNum" idx="12"/>
          </p:nvPr>
        </p:nvSpPr>
        <p:spPr>
          <a:xfrm>
            <a:off x="11448319" y="6563021"/>
            <a:ext cx="3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1pPr>
            <a:lvl2pPr marL="0" lvl="1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2pPr>
            <a:lvl3pPr marL="0" lvl="2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3pPr>
            <a:lvl4pPr marL="0" lvl="3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4pPr>
            <a:lvl5pPr marL="0" lvl="4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5pPr>
            <a:lvl6pPr marL="0" lvl="5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6pPr>
            <a:lvl7pPr marL="0" lvl="6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7pPr>
            <a:lvl8pPr marL="0" lvl="7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8pPr>
            <a:lvl9pPr marL="0" lvl="8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49" name="Google Shape;349;p57"/>
          <p:cNvSpPr txBox="1">
            <a:spLocks noGrp="1"/>
          </p:cNvSpPr>
          <p:nvPr>
            <p:ph type="body" idx="1"/>
          </p:nvPr>
        </p:nvSpPr>
        <p:spPr>
          <a:xfrm>
            <a:off x="407989" y="852758"/>
            <a:ext cx="8016820" cy="4127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 b="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1pPr>
            <a:lvl2pPr marL="914400" lvl="1" indent="-228600" algn="l">
              <a:lnSpc>
                <a:spcPct val="85000"/>
              </a:lnSpc>
              <a:spcBef>
                <a:spcPts val="4200"/>
              </a:spcBef>
              <a:spcAft>
                <a:spcPts val="0"/>
              </a:spcAft>
              <a:buSzPts val="1450"/>
              <a:buFont typeface="Arial"/>
              <a:buNone/>
              <a:defRPr sz="1450" b="1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50"/>
              <a:buNone/>
              <a:defRPr sz="145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50" name="Google Shape;350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4215" y="6244202"/>
            <a:ext cx="1979735" cy="433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or quote alt 1 red">
  <p:cSld name="2 color quote alt 1 red"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8"/>
          <p:cNvSpPr txBox="1">
            <a:spLocks noGrp="1"/>
          </p:cNvSpPr>
          <p:nvPr>
            <p:ph type="dt" idx="10"/>
          </p:nvPr>
        </p:nvSpPr>
        <p:spPr>
          <a:xfrm>
            <a:off x="7795859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3" name="Google Shape;353;p58"/>
          <p:cNvSpPr txBox="1">
            <a:spLocks noGrp="1"/>
          </p:cNvSpPr>
          <p:nvPr>
            <p:ph type="sldNum" idx="12"/>
          </p:nvPr>
        </p:nvSpPr>
        <p:spPr>
          <a:xfrm>
            <a:off x="11448319" y="6563021"/>
            <a:ext cx="3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1pPr>
            <a:lvl2pPr marL="0" lvl="1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2pPr>
            <a:lvl3pPr marL="0" lvl="2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3pPr>
            <a:lvl4pPr marL="0" lvl="3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4pPr>
            <a:lvl5pPr marL="0" lvl="4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5pPr>
            <a:lvl6pPr marL="0" lvl="5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6pPr>
            <a:lvl7pPr marL="0" lvl="6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7pPr>
            <a:lvl8pPr marL="0" lvl="7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8pPr>
            <a:lvl9pPr marL="0" lvl="8" indent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4" name="Google Shape;354;p58"/>
          <p:cNvSpPr txBox="1">
            <a:spLocks noGrp="1"/>
          </p:cNvSpPr>
          <p:nvPr>
            <p:ph type="body" idx="1"/>
          </p:nvPr>
        </p:nvSpPr>
        <p:spPr>
          <a:xfrm>
            <a:off x="2314575" y="1407600"/>
            <a:ext cx="7561263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None/>
              <a:defRPr sz="4400" b="0">
                <a:solidFill>
                  <a:schemeClr val="lt2"/>
                </a:solidFill>
                <a:latin typeface="NTR"/>
                <a:ea typeface="NTR"/>
                <a:cs typeface="NTR"/>
                <a:sym typeface="NTR"/>
              </a:defRPr>
            </a:lvl1pPr>
            <a:lvl2pPr marL="914400" lvl="1" indent="-22860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 b="0">
                <a:solidFill>
                  <a:srgbClr val="0000A0"/>
                </a:solidFill>
                <a:latin typeface="NTR"/>
                <a:ea typeface="NTR"/>
                <a:cs typeface="NTR"/>
                <a:sym typeface="NTR"/>
              </a:defRPr>
            </a:lvl2pPr>
            <a:lvl3pPr marL="1371600" lvl="2" indent="-228600" algn="ctr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1450"/>
              <a:buFont typeface="Arial"/>
              <a:buNone/>
              <a:defRPr sz="1450"/>
            </a:lvl3pPr>
            <a:lvl4pPr marL="1828800" lvl="3" indent="-2286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50"/>
              <a:buNone/>
              <a:defRPr sz="1450"/>
            </a:lvl4pPr>
            <a:lvl5pPr marL="2286000" lvl="4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45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55" name="Google Shape;355;p5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4215" y="6244202"/>
            <a:ext cx="1979735" cy="433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serGuide">
  <p:cSld name="UserGuide"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9"/>
          <p:cNvSpPr txBox="1">
            <a:spLocks noGrp="1"/>
          </p:cNvSpPr>
          <p:nvPr>
            <p:ph type="dt" idx="10"/>
          </p:nvPr>
        </p:nvSpPr>
        <p:spPr>
          <a:xfrm>
            <a:off x="7795859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59"/>
          <p:cNvSpPr txBox="1">
            <a:spLocks noGrp="1"/>
          </p:cNvSpPr>
          <p:nvPr>
            <p:ph type="sldNum" idx="12"/>
          </p:nvPr>
        </p:nvSpPr>
        <p:spPr>
          <a:xfrm>
            <a:off x="11448319" y="6563021"/>
            <a:ext cx="3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359" name="Google Shape;359;p59"/>
          <p:cNvGrpSpPr/>
          <p:nvPr/>
        </p:nvGrpSpPr>
        <p:grpSpPr>
          <a:xfrm>
            <a:off x="9372488" y="320400"/>
            <a:ext cx="2411525" cy="5678181"/>
            <a:chOff x="8878889" y="583471"/>
            <a:chExt cx="2569430" cy="6049985"/>
          </a:xfrm>
        </p:grpSpPr>
        <p:pic>
          <p:nvPicPr>
            <p:cNvPr id="360" name="Google Shape;360;p59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878893" y="583471"/>
              <a:ext cx="2569426" cy="14405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1" name="Google Shape;361;p5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878891" y="2109127"/>
              <a:ext cx="2569427" cy="14442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" name="Google Shape;362;p5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878890" y="3638473"/>
              <a:ext cx="2569427" cy="1444253"/>
            </a:xfrm>
            <a:prstGeom prst="rect">
              <a:avLst/>
            </a:prstGeom>
            <a:noFill/>
            <a:ln w="9525" cap="flat" cmpd="sng">
              <a:solidFill>
                <a:srgbClr val="393636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363" name="Google Shape;363;p5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878889" y="5189202"/>
              <a:ext cx="2569428" cy="1444254"/>
            </a:xfrm>
            <a:prstGeom prst="rect">
              <a:avLst/>
            </a:prstGeom>
            <a:noFill/>
            <a:ln w="9525" cap="flat" cmpd="sng">
              <a:solidFill>
                <a:srgbClr val="393636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sp>
        <p:nvSpPr>
          <p:cNvPr id="364" name="Google Shape;364;p59"/>
          <p:cNvSpPr txBox="1"/>
          <p:nvPr/>
        </p:nvSpPr>
        <p:spPr>
          <a:xfrm>
            <a:off x="407988" y="1293813"/>
            <a:ext cx="7564437" cy="4524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Welcome to the Mars Petcare PowerPoint template.</a:t>
            </a:r>
            <a:br>
              <a:rPr lang="en-GB" sz="22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</a:br>
            <a:r>
              <a:rPr lang="en-GB" sz="22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This template has been designed to help you create presentations that are engaging and on-brand.</a:t>
            </a:r>
            <a:endParaRPr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It has been designed to be flexible and to give enough </a:t>
            </a:r>
            <a:br>
              <a:rPr lang="en-GB" sz="22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</a:br>
            <a:r>
              <a:rPr lang="en-GB" sz="22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options for you to create a deck that matches the tone</a:t>
            </a:r>
            <a:br>
              <a:rPr lang="en-GB" sz="22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</a:br>
            <a:r>
              <a:rPr lang="en-GB" sz="22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of your presentation. From understated, subtle slides </a:t>
            </a:r>
            <a:br>
              <a:rPr lang="en-GB" sz="22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</a:br>
            <a:r>
              <a:rPr lang="en-GB" sz="22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for more serious subjects to vibrant, expressive slides </a:t>
            </a:r>
            <a:br>
              <a:rPr lang="en-GB" sz="22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</a:br>
            <a:r>
              <a:rPr lang="en-GB" sz="22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for more emotive, uplifting subjects.</a:t>
            </a:r>
            <a:endParaRPr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Start by deciding which style would be most appropriate </a:t>
            </a:r>
            <a:br>
              <a:rPr lang="en-GB" sz="22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</a:br>
            <a:r>
              <a:rPr lang="en-GB" sz="22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for your presentation then use similar slide designs to </a:t>
            </a:r>
            <a:br>
              <a:rPr lang="en-GB" sz="22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</a:br>
            <a:r>
              <a:rPr lang="en-GB" sz="220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create a consistent and relevant deck.</a:t>
            </a:r>
            <a:endParaRPr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200">
              <a:solidFill>
                <a:schemeClr val="dk2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365" name="Google Shape;365;p59"/>
          <p:cNvSpPr txBox="1"/>
          <p:nvPr/>
        </p:nvSpPr>
        <p:spPr>
          <a:xfrm>
            <a:off x="407986" y="320401"/>
            <a:ext cx="6610351" cy="666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0" i="0" u="none" strike="noStrike" cap="none">
                <a:solidFill>
                  <a:srgbClr val="FF1414"/>
                </a:solidFill>
                <a:latin typeface="Arial Black"/>
                <a:ea typeface="Arial Black"/>
                <a:cs typeface="Arial Black"/>
                <a:sym typeface="Arial Black"/>
              </a:rPr>
              <a:t>Mars Petcare PowerPoint</a:t>
            </a:r>
            <a:br>
              <a:rPr lang="en-GB" sz="2600" b="0" i="0" u="none" strike="noStrike" cap="none">
                <a:solidFill>
                  <a:srgbClr val="FF1414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n-GB" sz="2600" b="0" i="0" u="none" strike="noStrike" cap="none">
                <a:solidFill>
                  <a:srgbClr val="FF1414"/>
                </a:solidFill>
                <a:latin typeface="Arial Black"/>
                <a:ea typeface="Arial Black"/>
                <a:cs typeface="Arial Black"/>
                <a:sym typeface="Arial Black"/>
              </a:rPr>
              <a:t>User Guide</a:t>
            </a:r>
            <a:endParaRPr sz="1200">
              <a:solidFill>
                <a:schemeClr val="dk2"/>
              </a:solidFill>
              <a:latin typeface="NTR"/>
              <a:ea typeface="NTR"/>
              <a:cs typeface="NTR"/>
              <a:sym typeface="NTR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_Journey_Blank_Background">
  <p:cSld name="Full_Journey_Blank_Background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60"/>
          <p:cNvSpPr txBox="1">
            <a:spLocks noGrp="1"/>
          </p:cNvSpPr>
          <p:nvPr>
            <p:ph type="dt" idx="10"/>
          </p:nvPr>
        </p:nvSpPr>
        <p:spPr>
          <a:xfrm>
            <a:off x="7795859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8" name="Google Shape;368;p60"/>
          <p:cNvSpPr txBox="1">
            <a:spLocks noGrp="1"/>
          </p:cNvSpPr>
          <p:nvPr>
            <p:ph type="sldNum" idx="12"/>
          </p:nvPr>
        </p:nvSpPr>
        <p:spPr>
          <a:xfrm>
            <a:off x="11448319" y="6563021"/>
            <a:ext cx="3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69" name="Google Shape;369;p6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8EE"/>
          </a:solidFill>
          <a:ln>
            <a:noFill/>
          </a:ln>
        </p:spPr>
        <p:txBody>
          <a:bodyPr spcFirstLastPara="1" wrap="square" lIns="288000" tIns="108000" rIns="288000" bIns="108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One column">
  <p:cSld name="1_One column"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1"/>
          <p:cNvSpPr txBox="1">
            <a:spLocks noGrp="1"/>
          </p:cNvSpPr>
          <p:nvPr>
            <p:ph type="title"/>
          </p:nvPr>
        </p:nvSpPr>
        <p:spPr>
          <a:xfrm>
            <a:off x="407989" y="320400"/>
            <a:ext cx="11376024" cy="8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NTR"/>
              <a:buNone/>
              <a:defRPr>
                <a:latin typeface="NTR"/>
                <a:ea typeface="NTR"/>
                <a:cs typeface="NTR"/>
                <a:sym typeface="NT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2" name="Google Shape;372;p61"/>
          <p:cNvSpPr txBox="1">
            <a:spLocks noGrp="1"/>
          </p:cNvSpPr>
          <p:nvPr>
            <p:ph type="dt" idx="10"/>
          </p:nvPr>
        </p:nvSpPr>
        <p:spPr>
          <a:xfrm>
            <a:off x="7795859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3" name="Google Shape;373;p61"/>
          <p:cNvSpPr txBox="1">
            <a:spLocks noGrp="1"/>
          </p:cNvSpPr>
          <p:nvPr>
            <p:ph type="sldNum" idx="12"/>
          </p:nvPr>
        </p:nvSpPr>
        <p:spPr>
          <a:xfrm>
            <a:off x="11448319" y="6563021"/>
            <a:ext cx="3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>
                <a:solidFill>
                  <a:srgbClr val="0000A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00">
                <a:solidFill>
                  <a:srgbClr val="0000A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00">
                <a:solidFill>
                  <a:srgbClr val="0000A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00">
                <a:solidFill>
                  <a:srgbClr val="0000A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00">
                <a:solidFill>
                  <a:srgbClr val="0000A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00">
                <a:solidFill>
                  <a:srgbClr val="0000A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00">
                <a:solidFill>
                  <a:srgbClr val="0000A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00">
                <a:solidFill>
                  <a:srgbClr val="0000A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00">
                <a:solidFill>
                  <a:srgbClr val="0000A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ver">
  <p:cSld name="Cover">
    <p:bg>
      <p:bgPr>
        <a:gradFill>
          <a:gsLst>
            <a:gs pos="0">
              <a:schemeClr val="accent4"/>
            </a:gs>
            <a:gs pos="100000">
              <a:schemeClr val="accent2"/>
            </a:gs>
          </a:gsLst>
          <a:lin ang="3600000" scaled="0"/>
        </a:gra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3"/>
          <p:cNvSpPr txBox="1">
            <a:spLocks noGrp="1"/>
          </p:cNvSpPr>
          <p:nvPr>
            <p:ph type="body" idx="1"/>
          </p:nvPr>
        </p:nvSpPr>
        <p:spPr>
          <a:xfrm>
            <a:off x="609600" y="1961310"/>
            <a:ext cx="6831106" cy="981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 - white">
  <p:cSld name="Basic - white"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4"/>
          <p:cNvSpPr txBox="1">
            <a:spLocks noGrp="1"/>
          </p:cNvSpPr>
          <p:nvPr>
            <p:ph type="body" idx="1"/>
          </p:nvPr>
        </p:nvSpPr>
        <p:spPr>
          <a:xfrm>
            <a:off x="563497" y="528398"/>
            <a:ext cx="208800" cy="20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4" name="Google Shape;384;p64"/>
          <p:cNvSpPr txBox="1">
            <a:spLocks noGrp="1"/>
          </p:cNvSpPr>
          <p:nvPr>
            <p:ph type="title"/>
          </p:nvPr>
        </p:nvSpPr>
        <p:spPr>
          <a:xfrm>
            <a:off x="618065" y="609600"/>
            <a:ext cx="10965600" cy="1192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5" name="Google Shape;385;p64"/>
          <p:cNvSpPr txBox="1">
            <a:spLocks noGrp="1"/>
          </p:cNvSpPr>
          <p:nvPr>
            <p:ph type="body" idx="2"/>
          </p:nvPr>
        </p:nvSpPr>
        <p:spPr>
          <a:xfrm>
            <a:off x="618066" y="2436812"/>
            <a:ext cx="10965600" cy="3811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6" name="Google Shape;386;p64"/>
          <p:cNvSpPr txBox="1">
            <a:spLocks noGrp="1"/>
          </p:cNvSpPr>
          <p:nvPr>
            <p:ph type="ftr" idx="11"/>
          </p:nvPr>
        </p:nvSpPr>
        <p:spPr>
          <a:xfrm>
            <a:off x="6493933" y="6498000"/>
            <a:ext cx="484674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i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64"/>
          <p:cNvSpPr txBox="1">
            <a:spLocks noGrp="1"/>
          </p:cNvSpPr>
          <p:nvPr>
            <p:ph type="sldNum" idx="12"/>
          </p:nvPr>
        </p:nvSpPr>
        <p:spPr>
          <a:xfrm>
            <a:off x="11365923" y="6498000"/>
            <a:ext cx="46412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 - grey">
  <p:cSld name="Basic - grey">
    <p:bg>
      <p:bgPr>
        <a:solidFill>
          <a:schemeClr val="accent5"/>
        </a:solidFill>
        <a:effectLst/>
      </p:bgPr>
    </p:bg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5"/>
          <p:cNvSpPr txBox="1">
            <a:spLocks noGrp="1"/>
          </p:cNvSpPr>
          <p:nvPr>
            <p:ph type="title"/>
          </p:nvPr>
        </p:nvSpPr>
        <p:spPr>
          <a:xfrm>
            <a:off x="618065" y="609600"/>
            <a:ext cx="10965600" cy="1192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0" name="Google Shape;390;p65"/>
          <p:cNvSpPr txBox="1">
            <a:spLocks noGrp="1"/>
          </p:cNvSpPr>
          <p:nvPr>
            <p:ph type="body" idx="1"/>
          </p:nvPr>
        </p:nvSpPr>
        <p:spPr>
          <a:xfrm>
            <a:off x="618066" y="2436812"/>
            <a:ext cx="10965600" cy="3811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1" name="Google Shape;391;p65"/>
          <p:cNvSpPr txBox="1">
            <a:spLocks noGrp="1"/>
          </p:cNvSpPr>
          <p:nvPr>
            <p:ph type="ftr" idx="11"/>
          </p:nvPr>
        </p:nvSpPr>
        <p:spPr>
          <a:xfrm>
            <a:off x="6493933" y="6498000"/>
            <a:ext cx="484674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i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2" name="Google Shape;392;p65"/>
          <p:cNvSpPr txBox="1">
            <a:spLocks noGrp="1"/>
          </p:cNvSpPr>
          <p:nvPr>
            <p:ph type="sldNum" idx="12"/>
          </p:nvPr>
        </p:nvSpPr>
        <p:spPr>
          <a:xfrm>
            <a:off x="11365923" y="6498000"/>
            <a:ext cx="46412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93" name="Google Shape;393;p65"/>
          <p:cNvSpPr txBox="1">
            <a:spLocks noGrp="1"/>
          </p:cNvSpPr>
          <p:nvPr>
            <p:ph type="body" idx="2"/>
          </p:nvPr>
        </p:nvSpPr>
        <p:spPr>
          <a:xfrm>
            <a:off x="563497" y="528398"/>
            <a:ext cx="208800" cy="20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asic - grey">
  <p:cSld name="1_Basic - grey"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66"/>
          <p:cNvSpPr txBox="1">
            <a:spLocks noGrp="1"/>
          </p:cNvSpPr>
          <p:nvPr>
            <p:ph type="title"/>
          </p:nvPr>
        </p:nvSpPr>
        <p:spPr>
          <a:xfrm>
            <a:off x="613200" y="1620078"/>
            <a:ext cx="10965600" cy="361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Poppins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6" name="Google Shape;396;p66"/>
          <p:cNvSpPr txBox="1">
            <a:spLocks noGrp="1"/>
          </p:cNvSpPr>
          <p:nvPr>
            <p:ph type="ftr" idx="11"/>
          </p:nvPr>
        </p:nvSpPr>
        <p:spPr>
          <a:xfrm>
            <a:off x="6493933" y="6498000"/>
            <a:ext cx="484674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i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66"/>
          <p:cNvSpPr txBox="1">
            <a:spLocks noGrp="1"/>
          </p:cNvSpPr>
          <p:nvPr>
            <p:ph type="sldNum" idx="12"/>
          </p:nvPr>
        </p:nvSpPr>
        <p:spPr>
          <a:xfrm>
            <a:off x="11365923" y="6498000"/>
            <a:ext cx="46412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98" name="Google Shape;398;p66"/>
          <p:cNvSpPr/>
          <p:nvPr/>
        </p:nvSpPr>
        <p:spPr>
          <a:xfrm>
            <a:off x="5877609" y="1210876"/>
            <a:ext cx="441598" cy="301070"/>
          </a:xfrm>
          <a:custGeom>
            <a:avLst/>
            <a:gdLst/>
            <a:ahLst/>
            <a:cxnLst/>
            <a:rect l="l" t="t" r="r" b="b"/>
            <a:pathLst>
              <a:path w="441598" h="301070" extrusionOk="0">
                <a:moveTo>
                  <a:pt x="0" y="200707"/>
                </a:moveTo>
                <a:cubicBezTo>
                  <a:pt x="0" y="256130"/>
                  <a:pt x="44923" y="301070"/>
                  <a:pt x="100363" y="301070"/>
                </a:cubicBezTo>
                <a:cubicBezTo>
                  <a:pt x="155786" y="301070"/>
                  <a:pt x="200726" y="256147"/>
                  <a:pt x="200726" y="200707"/>
                </a:cubicBezTo>
                <a:cubicBezTo>
                  <a:pt x="200726" y="145961"/>
                  <a:pt x="156872" y="101486"/>
                  <a:pt x="102389" y="100402"/>
                </a:cubicBezTo>
                <a:cubicBezTo>
                  <a:pt x="127719" y="75559"/>
                  <a:pt x="162424" y="60204"/>
                  <a:pt x="200726" y="60204"/>
                </a:cubicBezTo>
                <a:lnTo>
                  <a:pt x="200708" y="0"/>
                </a:lnTo>
                <a:cubicBezTo>
                  <a:pt x="89862" y="0"/>
                  <a:pt x="0" y="89866"/>
                  <a:pt x="0" y="200707"/>
                </a:cubicBezTo>
                <a:close/>
                <a:moveTo>
                  <a:pt x="441579" y="0"/>
                </a:moveTo>
                <a:cubicBezTo>
                  <a:pt x="330733" y="0"/>
                  <a:pt x="240872" y="89866"/>
                  <a:pt x="240872" y="200707"/>
                </a:cubicBezTo>
                <a:cubicBezTo>
                  <a:pt x="240872" y="256130"/>
                  <a:pt x="285813" y="301070"/>
                  <a:pt x="341235" y="301070"/>
                </a:cubicBezTo>
                <a:cubicBezTo>
                  <a:pt x="396656" y="301070"/>
                  <a:pt x="441598" y="256147"/>
                  <a:pt x="441598" y="200707"/>
                </a:cubicBezTo>
                <a:cubicBezTo>
                  <a:pt x="441598" y="145961"/>
                  <a:pt x="397744" y="101486"/>
                  <a:pt x="343260" y="100402"/>
                </a:cubicBezTo>
                <a:cubicBezTo>
                  <a:pt x="368590" y="75559"/>
                  <a:pt x="403315" y="60204"/>
                  <a:pt x="441598" y="6020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9" name="Google Shape;399;p66"/>
          <p:cNvSpPr/>
          <p:nvPr/>
        </p:nvSpPr>
        <p:spPr>
          <a:xfrm>
            <a:off x="5877608" y="5348453"/>
            <a:ext cx="441598" cy="301070"/>
          </a:xfrm>
          <a:custGeom>
            <a:avLst/>
            <a:gdLst/>
            <a:ahLst/>
            <a:cxnLst/>
            <a:rect l="l" t="t" r="r" b="b"/>
            <a:pathLst>
              <a:path w="441598" h="301070" extrusionOk="0">
                <a:moveTo>
                  <a:pt x="0" y="200707"/>
                </a:moveTo>
                <a:cubicBezTo>
                  <a:pt x="0" y="256130"/>
                  <a:pt x="44923" y="301070"/>
                  <a:pt x="100363" y="301070"/>
                </a:cubicBezTo>
                <a:cubicBezTo>
                  <a:pt x="155786" y="301070"/>
                  <a:pt x="200726" y="256147"/>
                  <a:pt x="200726" y="200707"/>
                </a:cubicBezTo>
                <a:cubicBezTo>
                  <a:pt x="200726" y="145961"/>
                  <a:pt x="156872" y="101486"/>
                  <a:pt x="102389" y="100402"/>
                </a:cubicBezTo>
                <a:cubicBezTo>
                  <a:pt x="127719" y="75559"/>
                  <a:pt x="162424" y="60204"/>
                  <a:pt x="200726" y="60204"/>
                </a:cubicBezTo>
                <a:lnTo>
                  <a:pt x="200708" y="0"/>
                </a:lnTo>
                <a:cubicBezTo>
                  <a:pt x="89862" y="0"/>
                  <a:pt x="0" y="89866"/>
                  <a:pt x="0" y="200707"/>
                </a:cubicBezTo>
                <a:close/>
                <a:moveTo>
                  <a:pt x="441579" y="0"/>
                </a:moveTo>
                <a:cubicBezTo>
                  <a:pt x="330733" y="0"/>
                  <a:pt x="240872" y="89866"/>
                  <a:pt x="240872" y="200707"/>
                </a:cubicBezTo>
                <a:cubicBezTo>
                  <a:pt x="240872" y="256130"/>
                  <a:pt x="285813" y="301070"/>
                  <a:pt x="341235" y="301070"/>
                </a:cubicBezTo>
                <a:cubicBezTo>
                  <a:pt x="396656" y="301070"/>
                  <a:pt x="441598" y="256147"/>
                  <a:pt x="441598" y="200707"/>
                </a:cubicBezTo>
                <a:cubicBezTo>
                  <a:pt x="441598" y="145961"/>
                  <a:pt x="397744" y="101486"/>
                  <a:pt x="343260" y="100402"/>
                </a:cubicBezTo>
                <a:cubicBezTo>
                  <a:pt x="368590" y="75559"/>
                  <a:pt x="403315" y="60204"/>
                  <a:pt x="441598" y="6020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 - 50/50">
  <p:cSld name="Basic - 50/50"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7"/>
          <p:cNvSpPr/>
          <p:nvPr/>
        </p:nvSpPr>
        <p:spPr>
          <a:xfrm>
            <a:off x="0" y="0"/>
            <a:ext cx="6096000" cy="6498000"/>
          </a:xfrm>
          <a:custGeom>
            <a:avLst/>
            <a:gdLst/>
            <a:ahLst/>
            <a:cxnLst/>
            <a:rect l="l" t="t" r="r" b="b"/>
            <a:pathLst>
              <a:path w="6096000" h="6498000" extrusionOk="0">
                <a:moveTo>
                  <a:pt x="0" y="0"/>
                </a:moveTo>
                <a:lnTo>
                  <a:pt x="6096000" y="0"/>
                </a:lnTo>
                <a:lnTo>
                  <a:pt x="6096000" y="5924550"/>
                </a:lnTo>
                <a:lnTo>
                  <a:pt x="6096000" y="6244050"/>
                </a:lnTo>
                <a:lnTo>
                  <a:pt x="6096000" y="6498000"/>
                </a:lnTo>
                <a:lnTo>
                  <a:pt x="5844197" y="6498000"/>
                </a:lnTo>
                <a:lnTo>
                  <a:pt x="5243119" y="6498000"/>
                </a:lnTo>
                <a:lnTo>
                  <a:pt x="0" y="64980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2" name="Google Shape;402;p67"/>
          <p:cNvSpPr txBox="1">
            <a:spLocks noGrp="1"/>
          </p:cNvSpPr>
          <p:nvPr>
            <p:ph type="title"/>
          </p:nvPr>
        </p:nvSpPr>
        <p:spPr>
          <a:xfrm>
            <a:off x="618065" y="609600"/>
            <a:ext cx="5304753" cy="1192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67"/>
          <p:cNvSpPr txBox="1">
            <a:spLocks noGrp="1"/>
          </p:cNvSpPr>
          <p:nvPr>
            <p:ph type="body" idx="1"/>
          </p:nvPr>
        </p:nvSpPr>
        <p:spPr>
          <a:xfrm>
            <a:off x="618066" y="2436812"/>
            <a:ext cx="5304753" cy="3811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4" name="Google Shape;404;p67"/>
          <p:cNvSpPr txBox="1">
            <a:spLocks noGrp="1"/>
          </p:cNvSpPr>
          <p:nvPr>
            <p:ph type="ftr" idx="11"/>
          </p:nvPr>
        </p:nvSpPr>
        <p:spPr>
          <a:xfrm>
            <a:off x="6493933" y="6498000"/>
            <a:ext cx="484674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i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5" name="Google Shape;405;p67"/>
          <p:cNvSpPr txBox="1">
            <a:spLocks noGrp="1"/>
          </p:cNvSpPr>
          <p:nvPr>
            <p:ph type="sldNum" idx="12"/>
          </p:nvPr>
        </p:nvSpPr>
        <p:spPr>
          <a:xfrm>
            <a:off x="11365923" y="6498000"/>
            <a:ext cx="46412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6" name="Google Shape;406;p67"/>
          <p:cNvSpPr txBox="1">
            <a:spLocks noGrp="1"/>
          </p:cNvSpPr>
          <p:nvPr>
            <p:ph type="body" idx="2"/>
          </p:nvPr>
        </p:nvSpPr>
        <p:spPr>
          <a:xfrm>
            <a:off x="563497" y="528398"/>
            <a:ext cx="208800" cy="20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image background">
  <p:cSld name="Agenda - image background"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8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49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09" name="Google Shape;409;p68"/>
          <p:cNvSpPr txBox="1">
            <a:spLocks noGrp="1"/>
          </p:cNvSpPr>
          <p:nvPr>
            <p:ph type="title"/>
          </p:nvPr>
        </p:nvSpPr>
        <p:spPr>
          <a:xfrm>
            <a:off x="618065" y="609600"/>
            <a:ext cx="5477935" cy="1192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0" name="Google Shape;410;p68"/>
          <p:cNvSpPr txBox="1">
            <a:spLocks noGrp="1"/>
          </p:cNvSpPr>
          <p:nvPr>
            <p:ph type="body" idx="1"/>
          </p:nvPr>
        </p:nvSpPr>
        <p:spPr>
          <a:xfrm>
            <a:off x="6096000" y="1802342"/>
            <a:ext cx="5487666" cy="44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1" name="Google Shape;411;p68"/>
          <p:cNvSpPr txBox="1">
            <a:spLocks noGrp="1"/>
          </p:cNvSpPr>
          <p:nvPr>
            <p:ph type="ftr" idx="11"/>
          </p:nvPr>
        </p:nvSpPr>
        <p:spPr>
          <a:xfrm>
            <a:off x="6493933" y="6498000"/>
            <a:ext cx="484674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i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2" name="Google Shape;412;p68"/>
          <p:cNvSpPr txBox="1">
            <a:spLocks noGrp="1"/>
          </p:cNvSpPr>
          <p:nvPr>
            <p:ph type="sldNum" idx="12"/>
          </p:nvPr>
        </p:nvSpPr>
        <p:spPr>
          <a:xfrm>
            <a:off x="11365923" y="6498000"/>
            <a:ext cx="46412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13" name="Google Shape;413;p68"/>
          <p:cNvSpPr txBox="1">
            <a:spLocks noGrp="1"/>
          </p:cNvSpPr>
          <p:nvPr>
            <p:ph type="body" idx="3"/>
          </p:nvPr>
        </p:nvSpPr>
        <p:spPr>
          <a:xfrm>
            <a:off x="563497" y="528398"/>
            <a:ext cx="208800" cy="20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genda - image background">
  <p:cSld name="1_Agenda - image background"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9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49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16" name="Google Shape;416;p69"/>
          <p:cNvSpPr txBox="1">
            <a:spLocks noGrp="1"/>
          </p:cNvSpPr>
          <p:nvPr>
            <p:ph type="title"/>
          </p:nvPr>
        </p:nvSpPr>
        <p:spPr>
          <a:xfrm>
            <a:off x="618065" y="609600"/>
            <a:ext cx="5477935" cy="1192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7" name="Google Shape;417;p69"/>
          <p:cNvSpPr txBox="1">
            <a:spLocks noGrp="1"/>
          </p:cNvSpPr>
          <p:nvPr>
            <p:ph type="ftr" idx="11"/>
          </p:nvPr>
        </p:nvSpPr>
        <p:spPr>
          <a:xfrm>
            <a:off x="6493933" y="6498000"/>
            <a:ext cx="484674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i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8" name="Google Shape;418;p69"/>
          <p:cNvSpPr txBox="1">
            <a:spLocks noGrp="1"/>
          </p:cNvSpPr>
          <p:nvPr>
            <p:ph type="sldNum" idx="12"/>
          </p:nvPr>
        </p:nvSpPr>
        <p:spPr>
          <a:xfrm>
            <a:off x="11365923" y="6498000"/>
            <a:ext cx="46412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19" name="Google Shape;419;p69"/>
          <p:cNvSpPr txBox="1">
            <a:spLocks noGrp="1"/>
          </p:cNvSpPr>
          <p:nvPr>
            <p:ph type="body" idx="1"/>
          </p:nvPr>
        </p:nvSpPr>
        <p:spPr>
          <a:xfrm>
            <a:off x="563497" y="528398"/>
            <a:ext cx="208800" cy="20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0" name="Google Shape;420;p69"/>
          <p:cNvSpPr txBox="1">
            <a:spLocks noGrp="1"/>
          </p:cNvSpPr>
          <p:nvPr>
            <p:ph type="body" idx="3"/>
          </p:nvPr>
        </p:nvSpPr>
        <p:spPr>
          <a:xfrm>
            <a:off x="6095999" y="1802342"/>
            <a:ext cx="792480" cy="528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None/>
              <a:defRPr sz="3200" b="1">
                <a:solidFill>
                  <a:schemeClr val="accent4"/>
                </a:solidFill>
              </a:defRPr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1" name="Google Shape;421;p69"/>
          <p:cNvSpPr txBox="1">
            <a:spLocks noGrp="1"/>
          </p:cNvSpPr>
          <p:nvPr>
            <p:ph type="body" idx="4"/>
          </p:nvPr>
        </p:nvSpPr>
        <p:spPr>
          <a:xfrm>
            <a:off x="6095999" y="2466686"/>
            <a:ext cx="792480" cy="528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None/>
              <a:defRPr sz="3200" b="1">
                <a:solidFill>
                  <a:schemeClr val="accent4"/>
                </a:solidFill>
              </a:defRPr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2" name="Google Shape;422;p69"/>
          <p:cNvSpPr txBox="1">
            <a:spLocks noGrp="1"/>
          </p:cNvSpPr>
          <p:nvPr>
            <p:ph type="body" idx="5"/>
          </p:nvPr>
        </p:nvSpPr>
        <p:spPr>
          <a:xfrm>
            <a:off x="6095999" y="3131030"/>
            <a:ext cx="792480" cy="528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None/>
              <a:defRPr sz="3200" b="1">
                <a:solidFill>
                  <a:schemeClr val="accent4"/>
                </a:solidFill>
              </a:defRPr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3" name="Google Shape;423;p69"/>
          <p:cNvSpPr txBox="1">
            <a:spLocks noGrp="1"/>
          </p:cNvSpPr>
          <p:nvPr>
            <p:ph type="body" idx="6"/>
          </p:nvPr>
        </p:nvSpPr>
        <p:spPr>
          <a:xfrm>
            <a:off x="6095999" y="3795374"/>
            <a:ext cx="792480" cy="528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None/>
              <a:defRPr sz="3200" b="1">
                <a:solidFill>
                  <a:schemeClr val="accent4"/>
                </a:solidFill>
              </a:defRPr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4" name="Google Shape;424;p69"/>
          <p:cNvSpPr txBox="1">
            <a:spLocks noGrp="1"/>
          </p:cNvSpPr>
          <p:nvPr>
            <p:ph type="body" idx="7"/>
          </p:nvPr>
        </p:nvSpPr>
        <p:spPr>
          <a:xfrm>
            <a:off x="6095999" y="4459718"/>
            <a:ext cx="792480" cy="528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None/>
              <a:defRPr sz="3200" b="1">
                <a:solidFill>
                  <a:schemeClr val="accent4"/>
                </a:solidFill>
              </a:defRPr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5" name="Google Shape;425;p69"/>
          <p:cNvSpPr txBox="1">
            <a:spLocks noGrp="1"/>
          </p:cNvSpPr>
          <p:nvPr>
            <p:ph type="body" idx="8"/>
          </p:nvPr>
        </p:nvSpPr>
        <p:spPr>
          <a:xfrm>
            <a:off x="6969354" y="1802342"/>
            <a:ext cx="4860696" cy="528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6" name="Google Shape;426;p69"/>
          <p:cNvSpPr txBox="1">
            <a:spLocks noGrp="1"/>
          </p:cNvSpPr>
          <p:nvPr>
            <p:ph type="body" idx="9"/>
          </p:nvPr>
        </p:nvSpPr>
        <p:spPr>
          <a:xfrm>
            <a:off x="6969354" y="2466686"/>
            <a:ext cx="4860696" cy="528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7" name="Google Shape;427;p69"/>
          <p:cNvSpPr txBox="1">
            <a:spLocks noGrp="1"/>
          </p:cNvSpPr>
          <p:nvPr>
            <p:ph type="body" idx="13"/>
          </p:nvPr>
        </p:nvSpPr>
        <p:spPr>
          <a:xfrm>
            <a:off x="6969353" y="3153100"/>
            <a:ext cx="4860696" cy="528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8" name="Google Shape;428;p69"/>
          <p:cNvSpPr txBox="1">
            <a:spLocks noGrp="1"/>
          </p:cNvSpPr>
          <p:nvPr>
            <p:ph type="body" idx="14"/>
          </p:nvPr>
        </p:nvSpPr>
        <p:spPr>
          <a:xfrm>
            <a:off x="6969353" y="3806964"/>
            <a:ext cx="4860696" cy="528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9" name="Google Shape;429;p69"/>
          <p:cNvSpPr txBox="1">
            <a:spLocks noGrp="1"/>
          </p:cNvSpPr>
          <p:nvPr>
            <p:ph type="body" idx="15"/>
          </p:nvPr>
        </p:nvSpPr>
        <p:spPr>
          <a:xfrm>
            <a:off x="6969353" y="4457103"/>
            <a:ext cx="4860696" cy="528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Alternative">
  <p:cSld name="Agenda - Alternative"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70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49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32" name="Google Shape;432;p70"/>
          <p:cNvSpPr txBox="1">
            <a:spLocks noGrp="1"/>
          </p:cNvSpPr>
          <p:nvPr>
            <p:ph type="body" idx="1"/>
          </p:nvPr>
        </p:nvSpPr>
        <p:spPr>
          <a:xfrm>
            <a:off x="1748774" y="1312299"/>
            <a:ext cx="208800" cy="20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3" name="Google Shape;433;p70"/>
          <p:cNvSpPr txBox="1">
            <a:spLocks noGrp="1"/>
          </p:cNvSpPr>
          <p:nvPr>
            <p:ph type="ftr" idx="11"/>
          </p:nvPr>
        </p:nvSpPr>
        <p:spPr>
          <a:xfrm>
            <a:off x="6493933" y="6498000"/>
            <a:ext cx="484674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i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70"/>
          <p:cNvSpPr txBox="1">
            <a:spLocks noGrp="1"/>
          </p:cNvSpPr>
          <p:nvPr>
            <p:ph type="sldNum" idx="12"/>
          </p:nvPr>
        </p:nvSpPr>
        <p:spPr>
          <a:xfrm>
            <a:off x="11365923" y="6498000"/>
            <a:ext cx="46412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5" name="Google Shape;435;p70"/>
          <p:cNvSpPr txBox="1">
            <a:spLocks noGrp="1"/>
          </p:cNvSpPr>
          <p:nvPr>
            <p:ph type="body" idx="3"/>
          </p:nvPr>
        </p:nvSpPr>
        <p:spPr>
          <a:xfrm rot="10800000">
            <a:off x="10236518" y="5334727"/>
            <a:ext cx="208800" cy="20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6" name="Google Shape;436;p70"/>
          <p:cNvSpPr txBox="1">
            <a:spLocks noGrp="1"/>
          </p:cNvSpPr>
          <p:nvPr>
            <p:ph type="body" idx="4"/>
          </p:nvPr>
        </p:nvSpPr>
        <p:spPr>
          <a:xfrm>
            <a:off x="2145000" y="1704600"/>
            <a:ext cx="7902000" cy="344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360000" tIns="45700" rIns="5184000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None/>
              <a:defRPr sz="3200" b="1">
                <a:solidFill>
                  <a:schemeClr val="accent4"/>
                </a:solidFill>
              </a:defRPr>
            </a:lvl1pPr>
            <a:lvl2pPr marL="914400" lvl="1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7" name="Google Shape;437;p70"/>
          <p:cNvSpPr txBox="1">
            <a:spLocks noGrp="1"/>
          </p:cNvSpPr>
          <p:nvPr>
            <p:ph type="body" idx="5"/>
          </p:nvPr>
        </p:nvSpPr>
        <p:spPr>
          <a:xfrm>
            <a:off x="5294599" y="1704600"/>
            <a:ext cx="4752402" cy="3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0000" bIns="45700" anchor="ctr" anchorCtr="0">
            <a:normAutofit/>
          </a:bodyPr>
          <a:lstStyle>
            <a:lvl1pPr marL="457200" lvl="0" indent="-3810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Century Gothic"/>
              <a:buAutoNum type="arabicPeriod"/>
              <a:defRPr sz="2400" b="0">
                <a:solidFill>
                  <a:schemeClr val="accent6"/>
                </a:solidFill>
              </a:defRPr>
            </a:lvl1pPr>
            <a:lvl2pPr marL="914400" lvl="1" indent="-228600" algn="l">
              <a:lnSpc>
                <a:spcPct val="80000"/>
              </a:lnSpc>
              <a:spcBef>
                <a:spcPts val="18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/ statement - image">
  <p:cSld name="Quote / statement - image">
    <p:bg>
      <p:bgPr>
        <a:solidFill>
          <a:schemeClr val="dk1"/>
        </a:solidFill>
        <a:effectLst/>
      </p:bgPr>
    </p:bg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71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49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40" name="Google Shape;440;p71"/>
          <p:cNvSpPr txBox="1">
            <a:spLocks noGrp="1"/>
          </p:cNvSpPr>
          <p:nvPr>
            <p:ph type="body" idx="1"/>
          </p:nvPr>
        </p:nvSpPr>
        <p:spPr>
          <a:xfrm>
            <a:off x="1748774" y="1312299"/>
            <a:ext cx="208800" cy="20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1" name="Google Shape;441;p71"/>
          <p:cNvSpPr txBox="1">
            <a:spLocks noGrp="1"/>
          </p:cNvSpPr>
          <p:nvPr>
            <p:ph type="body" idx="3"/>
          </p:nvPr>
        </p:nvSpPr>
        <p:spPr>
          <a:xfrm>
            <a:off x="2145585" y="1704806"/>
            <a:ext cx="7900830" cy="3448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 sz="6000">
                <a:solidFill>
                  <a:schemeClr val="accent4"/>
                </a:solidFill>
              </a:defRPr>
            </a:lvl2pPr>
            <a:lvl3pPr marL="1371600" lvl="2" indent="-228600" algn="ct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3pPr>
            <a:lvl4pPr marL="1828800" lvl="3" indent="-228600" algn="ct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4pPr>
            <a:lvl5pPr marL="2286000" lvl="4" indent="-228600" algn="ct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2" name="Google Shape;442;p71"/>
          <p:cNvSpPr txBox="1">
            <a:spLocks noGrp="1"/>
          </p:cNvSpPr>
          <p:nvPr>
            <p:ph type="ftr" idx="11"/>
          </p:nvPr>
        </p:nvSpPr>
        <p:spPr>
          <a:xfrm>
            <a:off x="6493933" y="6498000"/>
            <a:ext cx="484674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i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3" name="Google Shape;443;p71"/>
          <p:cNvSpPr txBox="1">
            <a:spLocks noGrp="1"/>
          </p:cNvSpPr>
          <p:nvPr>
            <p:ph type="sldNum" idx="12"/>
          </p:nvPr>
        </p:nvSpPr>
        <p:spPr>
          <a:xfrm>
            <a:off x="11365923" y="6498000"/>
            <a:ext cx="46412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44" name="Google Shape;444;p71"/>
          <p:cNvSpPr txBox="1">
            <a:spLocks noGrp="1"/>
          </p:cNvSpPr>
          <p:nvPr>
            <p:ph type="body" idx="4"/>
          </p:nvPr>
        </p:nvSpPr>
        <p:spPr>
          <a:xfrm rot="10800000">
            <a:off x="10236518" y="5334727"/>
            <a:ext cx="208800" cy="20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/ statement - image w/ box">
  <p:cSld name="Quote / statement - image w/ box"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72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49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47" name="Google Shape;447;p72"/>
          <p:cNvSpPr txBox="1">
            <a:spLocks noGrp="1"/>
          </p:cNvSpPr>
          <p:nvPr>
            <p:ph type="body" idx="1"/>
          </p:nvPr>
        </p:nvSpPr>
        <p:spPr>
          <a:xfrm>
            <a:off x="1748774" y="1312299"/>
            <a:ext cx="208800" cy="20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8" name="Google Shape;448;p72"/>
          <p:cNvSpPr txBox="1">
            <a:spLocks noGrp="1"/>
          </p:cNvSpPr>
          <p:nvPr>
            <p:ph type="body" idx="3"/>
          </p:nvPr>
        </p:nvSpPr>
        <p:spPr>
          <a:xfrm>
            <a:off x="2145585" y="1704806"/>
            <a:ext cx="7900830" cy="34483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 b="1">
                <a:solidFill>
                  <a:schemeClr val="accent2"/>
                </a:solidFill>
              </a:defRPr>
            </a:lvl1pPr>
            <a:lvl2pPr marL="914400" lvl="1" indent="-228600" algn="ct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2pPr>
            <a:lvl3pPr marL="1371600" lvl="2" indent="-228600" algn="ct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 b="1">
                <a:solidFill>
                  <a:schemeClr val="accent2"/>
                </a:solidFill>
              </a:defRPr>
            </a:lvl3pPr>
            <a:lvl4pPr marL="1828800" lvl="3" indent="-228600" algn="ct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marL="2286000" lvl="4" indent="-228600" algn="ct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 b="1">
                <a:solidFill>
                  <a:schemeClr val="accent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9" name="Google Shape;449;p72"/>
          <p:cNvSpPr txBox="1">
            <a:spLocks noGrp="1"/>
          </p:cNvSpPr>
          <p:nvPr>
            <p:ph type="ftr" idx="11"/>
          </p:nvPr>
        </p:nvSpPr>
        <p:spPr>
          <a:xfrm>
            <a:off x="6493933" y="6498000"/>
            <a:ext cx="484674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i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0" name="Google Shape;450;p72"/>
          <p:cNvSpPr txBox="1">
            <a:spLocks noGrp="1"/>
          </p:cNvSpPr>
          <p:nvPr>
            <p:ph type="sldNum" idx="12"/>
          </p:nvPr>
        </p:nvSpPr>
        <p:spPr>
          <a:xfrm>
            <a:off x="11365923" y="6498000"/>
            <a:ext cx="46412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51" name="Google Shape;451;p72"/>
          <p:cNvSpPr txBox="1">
            <a:spLocks noGrp="1"/>
          </p:cNvSpPr>
          <p:nvPr>
            <p:ph type="body" idx="4"/>
          </p:nvPr>
        </p:nvSpPr>
        <p:spPr>
          <a:xfrm rot="10800000">
            <a:off x="10236518" y="5334727"/>
            <a:ext cx="208800" cy="20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ivider">
  <p:cSld name="Slide divider">
    <p:bg>
      <p:bgPr>
        <a:solidFill>
          <a:schemeClr val="accent4"/>
        </a:solidFill>
        <a:effectLst/>
      </p:bgPr>
    </p:bg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73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49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54" name="Google Shape;454;p73"/>
          <p:cNvSpPr txBox="1">
            <a:spLocks noGrp="1"/>
          </p:cNvSpPr>
          <p:nvPr>
            <p:ph type="ftr" idx="11"/>
          </p:nvPr>
        </p:nvSpPr>
        <p:spPr>
          <a:xfrm>
            <a:off x="6493933" y="6498000"/>
            <a:ext cx="484674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i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5" name="Google Shape;455;p73"/>
          <p:cNvSpPr txBox="1">
            <a:spLocks noGrp="1"/>
          </p:cNvSpPr>
          <p:nvPr>
            <p:ph type="sldNum" idx="12"/>
          </p:nvPr>
        </p:nvSpPr>
        <p:spPr>
          <a:xfrm>
            <a:off x="11365923" y="6498000"/>
            <a:ext cx="46412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56" name="Google Shape;456;p73"/>
          <p:cNvSpPr txBox="1">
            <a:spLocks noGrp="1"/>
          </p:cNvSpPr>
          <p:nvPr>
            <p:ph type="body" idx="1"/>
          </p:nvPr>
        </p:nvSpPr>
        <p:spPr>
          <a:xfrm>
            <a:off x="5293766" y="0"/>
            <a:ext cx="6116546" cy="32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0"/>
              <a:buNone/>
              <a:defRPr sz="20000" b="1">
                <a:solidFill>
                  <a:schemeClr val="accent6"/>
                </a:solidFill>
              </a:defRPr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7" name="Google Shape;457;p73"/>
          <p:cNvSpPr txBox="1">
            <a:spLocks noGrp="1"/>
          </p:cNvSpPr>
          <p:nvPr>
            <p:ph type="body" idx="3"/>
          </p:nvPr>
        </p:nvSpPr>
        <p:spPr>
          <a:xfrm>
            <a:off x="6557963" y="3081200"/>
            <a:ext cx="4852349" cy="3169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 b="1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ivider Alternative">
  <p:cSld name="Slide divider Alternative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74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2000" cy="6498000"/>
          </a:xfrm>
          <a:prstGeom prst="rect">
            <a:avLst/>
          </a:prstGeom>
          <a:gradFill>
            <a:gsLst>
              <a:gs pos="0">
                <a:srgbClr val="2B2D42">
                  <a:alpha val="18823"/>
                </a:srgbClr>
              </a:gs>
              <a:gs pos="100000">
                <a:srgbClr val="2B2D4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0" name="Google Shape;460;p7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498000"/>
          </a:xfrm>
          <a:prstGeom prst="rect">
            <a:avLst/>
          </a:prstGeom>
          <a:noFill/>
          <a:ln>
            <a:noFill/>
          </a:ln>
        </p:spPr>
      </p:sp>
      <p:sp>
        <p:nvSpPr>
          <p:cNvPr id="461" name="Google Shape;461;p74"/>
          <p:cNvSpPr txBox="1">
            <a:spLocks noGrp="1"/>
          </p:cNvSpPr>
          <p:nvPr>
            <p:ph type="ftr" idx="11"/>
          </p:nvPr>
        </p:nvSpPr>
        <p:spPr>
          <a:xfrm>
            <a:off x="6493933" y="6498000"/>
            <a:ext cx="484674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i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2" name="Google Shape;462;p74"/>
          <p:cNvSpPr txBox="1">
            <a:spLocks noGrp="1"/>
          </p:cNvSpPr>
          <p:nvPr>
            <p:ph type="sldNum" idx="12"/>
          </p:nvPr>
        </p:nvSpPr>
        <p:spPr>
          <a:xfrm>
            <a:off x="11365923" y="6498000"/>
            <a:ext cx="46412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63" name="Google Shape;463;p74"/>
          <p:cNvSpPr txBox="1">
            <a:spLocks noGrp="1"/>
          </p:cNvSpPr>
          <p:nvPr>
            <p:ph type="body" idx="3"/>
          </p:nvPr>
        </p:nvSpPr>
        <p:spPr>
          <a:xfrm>
            <a:off x="-1878904" y="-362"/>
            <a:ext cx="7974904" cy="6497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0"/>
              <a:buNone/>
              <a:defRPr sz="50000" b="1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4" name="Google Shape;464;p74"/>
          <p:cNvSpPr txBox="1">
            <a:spLocks noGrp="1"/>
          </p:cNvSpPr>
          <p:nvPr>
            <p:ph type="body" idx="4"/>
          </p:nvPr>
        </p:nvSpPr>
        <p:spPr>
          <a:xfrm>
            <a:off x="4816257" y="609600"/>
            <a:ext cx="6762967" cy="5635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- left - Dove">
  <p:cSld name="Image - left - Dove"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75"/>
          <p:cNvSpPr/>
          <p:nvPr/>
        </p:nvSpPr>
        <p:spPr>
          <a:xfrm>
            <a:off x="6096000" y="0"/>
            <a:ext cx="6098400" cy="6501600"/>
          </a:xfrm>
          <a:custGeom>
            <a:avLst/>
            <a:gdLst/>
            <a:ahLst/>
            <a:cxnLst/>
            <a:rect l="l" t="t" r="r" b="b"/>
            <a:pathLst>
              <a:path w="6098400" h="6501600" extrusionOk="0">
                <a:moveTo>
                  <a:pt x="0" y="0"/>
                </a:moveTo>
                <a:lnTo>
                  <a:pt x="6098400" y="0"/>
                </a:lnTo>
                <a:lnTo>
                  <a:pt x="6098400" y="6501600"/>
                </a:lnTo>
                <a:lnTo>
                  <a:pt x="252099" y="6501600"/>
                </a:lnTo>
                <a:lnTo>
                  <a:pt x="251737" y="6498000"/>
                </a:lnTo>
                <a:lnTo>
                  <a:pt x="1200" y="6498000"/>
                </a:lnTo>
                <a:lnTo>
                  <a:pt x="1200" y="6249506"/>
                </a:lnTo>
                <a:lnTo>
                  <a:pt x="0" y="624938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7" name="Google Shape;467;p75"/>
          <p:cNvSpPr>
            <a:spLocks noGrp="1"/>
          </p:cNvSpPr>
          <p:nvPr>
            <p:ph type="pic" idx="2"/>
          </p:nvPr>
        </p:nvSpPr>
        <p:spPr>
          <a:xfrm>
            <a:off x="0" y="0"/>
            <a:ext cx="6096000" cy="650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68" name="Google Shape;468;p75"/>
          <p:cNvSpPr txBox="1">
            <a:spLocks noGrp="1"/>
          </p:cNvSpPr>
          <p:nvPr>
            <p:ph type="body" idx="1"/>
          </p:nvPr>
        </p:nvSpPr>
        <p:spPr>
          <a:xfrm>
            <a:off x="6437168" y="609600"/>
            <a:ext cx="5392882" cy="5638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9" name="Google Shape;469;p75"/>
          <p:cNvSpPr txBox="1">
            <a:spLocks noGrp="1"/>
          </p:cNvSpPr>
          <p:nvPr>
            <p:ph type="ftr" idx="11"/>
          </p:nvPr>
        </p:nvSpPr>
        <p:spPr>
          <a:xfrm>
            <a:off x="6493933" y="6498000"/>
            <a:ext cx="484674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i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75"/>
          <p:cNvSpPr txBox="1">
            <a:spLocks noGrp="1"/>
          </p:cNvSpPr>
          <p:nvPr>
            <p:ph type="sldNum" idx="12"/>
          </p:nvPr>
        </p:nvSpPr>
        <p:spPr>
          <a:xfrm>
            <a:off x="11365923" y="6498000"/>
            <a:ext cx="46412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71" name="Google Shape;471;p75"/>
          <p:cNvSpPr txBox="1">
            <a:spLocks noGrp="1"/>
          </p:cNvSpPr>
          <p:nvPr>
            <p:ph type="body" idx="3"/>
          </p:nvPr>
        </p:nvSpPr>
        <p:spPr>
          <a:xfrm>
            <a:off x="563497" y="528398"/>
            <a:ext cx="208800" cy="20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2" name="Google Shape;472;p75"/>
          <p:cNvSpPr txBox="1">
            <a:spLocks noGrp="1"/>
          </p:cNvSpPr>
          <p:nvPr>
            <p:ph type="title"/>
          </p:nvPr>
        </p:nvSpPr>
        <p:spPr>
          <a:xfrm>
            <a:off x="618065" y="609599"/>
            <a:ext cx="5477935" cy="1827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216000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- left - white">
  <p:cSld name="Image - left - white"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76"/>
          <p:cNvSpPr>
            <a:spLocks noGrp="1"/>
          </p:cNvSpPr>
          <p:nvPr>
            <p:ph type="pic" idx="2"/>
          </p:nvPr>
        </p:nvSpPr>
        <p:spPr>
          <a:xfrm>
            <a:off x="0" y="0"/>
            <a:ext cx="6096000" cy="650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75" name="Google Shape;475;p76"/>
          <p:cNvSpPr txBox="1">
            <a:spLocks noGrp="1"/>
          </p:cNvSpPr>
          <p:nvPr>
            <p:ph type="body" idx="1"/>
          </p:nvPr>
        </p:nvSpPr>
        <p:spPr>
          <a:xfrm>
            <a:off x="6437168" y="609600"/>
            <a:ext cx="5392882" cy="5638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6" name="Google Shape;476;p76"/>
          <p:cNvSpPr txBox="1">
            <a:spLocks noGrp="1"/>
          </p:cNvSpPr>
          <p:nvPr>
            <p:ph type="ftr" idx="11"/>
          </p:nvPr>
        </p:nvSpPr>
        <p:spPr>
          <a:xfrm>
            <a:off x="6493933" y="6498000"/>
            <a:ext cx="484674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i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7" name="Google Shape;477;p76"/>
          <p:cNvSpPr txBox="1">
            <a:spLocks noGrp="1"/>
          </p:cNvSpPr>
          <p:nvPr>
            <p:ph type="sldNum" idx="12"/>
          </p:nvPr>
        </p:nvSpPr>
        <p:spPr>
          <a:xfrm>
            <a:off x="11365923" y="6498000"/>
            <a:ext cx="46412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78" name="Google Shape;478;p76"/>
          <p:cNvSpPr txBox="1">
            <a:spLocks noGrp="1"/>
          </p:cNvSpPr>
          <p:nvPr>
            <p:ph type="body" idx="3"/>
          </p:nvPr>
        </p:nvSpPr>
        <p:spPr>
          <a:xfrm>
            <a:off x="563497" y="528398"/>
            <a:ext cx="208800" cy="20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9" name="Google Shape;479;p76"/>
          <p:cNvSpPr txBox="1">
            <a:spLocks noGrp="1"/>
          </p:cNvSpPr>
          <p:nvPr>
            <p:ph type="title"/>
          </p:nvPr>
        </p:nvSpPr>
        <p:spPr>
          <a:xfrm>
            <a:off x="618065" y="609599"/>
            <a:ext cx="5477935" cy="1827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216000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- right - Dove">
  <p:cSld name="Image - right - Dove"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77"/>
          <p:cNvSpPr/>
          <p:nvPr/>
        </p:nvSpPr>
        <p:spPr>
          <a:xfrm flipH="1">
            <a:off x="0" y="0"/>
            <a:ext cx="6098400" cy="6501600"/>
          </a:xfrm>
          <a:custGeom>
            <a:avLst/>
            <a:gdLst/>
            <a:ahLst/>
            <a:cxnLst/>
            <a:rect l="l" t="t" r="r" b="b"/>
            <a:pathLst>
              <a:path w="6098400" h="6501600" extrusionOk="0">
                <a:moveTo>
                  <a:pt x="6098400" y="0"/>
                </a:moveTo>
                <a:lnTo>
                  <a:pt x="0" y="0"/>
                </a:lnTo>
                <a:lnTo>
                  <a:pt x="0" y="6249385"/>
                </a:lnTo>
                <a:lnTo>
                  <a:pt x="2400" y="6249627"/>
                </a:lnTo>
                <a:lnTo>
                  <a:pt x="2400" y="6498000"/>
                </a:lnTo>
                <a:lnTo>
                  <a:pt x="251737" y="6498000"/>
                </a:lnTo>
                <a:lnTo>
                  <a:pt x="252099" y="6501600"/>
                </a:lnTo>
                <a:lnTo>
                  <a:pt x="6098400" y="65016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2" name="Google Shape;482;p77"/>
          <p:cNvSpPr>
            <a:spLocks noGrp="1"/>
          </p:cNvSpPr>
          <p:nvPr>
            <p:ph type="pic" idx="2"/>
          </p:nvPr>
        </p:nvSpPr>
        <p:spPr>
          <a:xfrm>
            <a:off x="6096000" y="0"/>
            <a:ext cx="6096000" cy="650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83" name="Google Shape;483;p77"/>
          <p:cNvSpPr txBox="1">
            <a:spLocks noGrp="1"/>
          </p:cNvSpPr>
          <p:nvPr>
            <p:ph type="title"/>
          </p:nvPr>
        </p:nvSpPr>
        <p:spPr>
          <a:xfrm>
            <a:off x="609600" y="609600"/>
            <a:ext cx="5089731" cy="182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4" name="Google Shape;484;p77"/>
          <p:cNvSpPr txBox="1">
            <a:spLocks noGrp="1"/>
          </p:cNvSpPr>
          <p:nvPr>
            <p:ph type="body" idx="1"/>
          </p:nvPr>
        </p:nvSpPr>
        <p:spPr>
          <a:xfrm>
            <a:off x="609601" y="2436812"/>
            <a:ext cx="5089731" cy="3811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5" name="Google Shape;485;p77"/>
          <p:cNvSpPr txBox="1">
            <a:spLocks noGrp="1"/>
          </p:cNvSpPr>
          <p:nvPr>
            <p:ph type="ftr" idx="11"/>
          </p:nvPr>
        </p:nvSpPr>
        <p:spPr>
          <a:xfrm>
            <a:off x="6493933" y="6498000"/>
            <a:ext cx="484674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i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6" name="Google Shape;486;p77"/>
          <p:cNvSpPr txBox="1">
            <a:spLocks noGrp="1"/>
          </p:cNvSpPr>
          <p:nvPr>
            <p:ph type="sldNum" idx="12"/>
          </p:nvPr>
        </p:nvSpPr>
        <p:spPr>
          <a:xfrm>
            <a:off x="11365923" y="6498000"/>
            <a:ext cx="46412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7" name="Google Shape;487;p77"/>
          <p:cNvSpPr txBox="1">
            <a:spLocks noGrp="1"/>
          </p:cNvSpPr>
          <p:nvPr>
            <p:ph type="body" idx="3"/>
          </p:nvPr>
        </p:nvSpPr>
        <p:spPr>
          <a:xfrm>
            <a:off x="563497" y="528398"/>
            <a:ext cx="208800" cy="20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- right - white">
  <p:cSld name="Image - right - white"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78"/>
          <p:cNvSpPr>
            <a:spLocks noGrp="1"/>
          </p:cNvSpPr>
          <p:nvPr>
            <p:ph type="pic" idx="2"/>
          </p:nvPr>
        </p:nvSpPr>
        <p:spPr>
          <a:xfrm>
            <a:off x="6096000" y="0"/>
            <a:ext cx="6096000" cy="650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90" name="Google Shape;490;p78"/>
          <p:cNvSpPr txBox="1">
            <a:spLocks noGrp="1"/>
          </p:cNvSpPr>
          <p:nvPr>
            <p:ph type="title"/>
          </p:nvPr>
        </p:nvSpPr>
        <p:spPr>
          <a:xfrm>
            <a:off x="609600" y="609600"/>
            <a:ext cx="5089731" cy="182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1" name="Google Shape;491;p78"/>
          <p:cNvSpPr txBox="1">
            <a:spLocks noGrp="1"/>
          </p:cNvSpPr>
          <p:nvPr>
            <p:ph type="body" idx="1"/>
          </p:nvPr>
        </p:nvSpPr>
        <p:spPr>
          <a:xfrm>
            <a:off x="609601" y="2436812"/>
            <a:ext cx="5089731" cy="3811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2" name="Google Shape;492;p78"/>
          <p:cNvSpPr txBox="1">
            <a:spLocks noGrp="1"/>
          </p:cNvSpPr>
          <p:nvPr>
            <p:ph type="ftr" idx="11"/>
          </p:nvPr>
        </p:nvSpPr>
        <p:spPr>
          <a:xfrm>
            <a:off x="6493933" y="6498000"/>
            <a:ext cx="484674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i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3" name="Google Shape;493;p78"/>
          <p:cNvSpPr txBox="1">
            <a:spLocks noGrp="1"/>
          </p:cNvSpPr>
          <p:nvPr>
            <p:ph type="sldNum" idx="12"/>
          </p:nvPr>
        </p:nvSpPr>
        <p:spPr>
          <a:xfrm>
            <a:off x="11365923" y="6498000"/>
            <a:ext cx="46412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94" name="Google Shape;494;p78"/>
          <p:cNvSpPr txBox="1">
            <a:spLocks noGrp="1"/>
          </p:cNvSpPr>
          <p:nvPr>
            <p:ph type="body" idx="3"/>
          </p:nvPr>
        </p:nvSpPr>
        <p:spPr>
          <a:xfrm>
            <a:off x="563497" y="528398"/>
            <a:ext cx="208800" cy="20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- right 3rd">
  <p:cSld name="Image - right 3rd"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79"/>
          <p:cNvSpPr>
            <a:spLocks noGrp="1"/>
          </p:cNvSpPr>
          <p:nvPr>
            <p:ph type="pic" idx="2"/>
          </p:nvPr>
        </p:nvSpPr>
        <p:spPr>
          <a:xfrm>
            <a:off x="7357532" y="0"/>
            <a:ext cx="4834469" cy="649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97" name="Google Shape;497;p79"/>
          <p:cNvSpPr txBox="1">
            <a:spLocks noGrp="1"/>
          </p:cNvSpPr>
          <p:nvPr>
            <p:ph type="title"/>
          </p:nvPr>
        </p:nvSpPr>
        <p:spPr>
          <a:xfrm>
            <a:off x="618065" y="609600"/>
            <a:ext cx="6645180" cy="1192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8" name="Google Shape;498;p79"/>
          <p:cNvSpPr txBox="1">
            <a:spLocks noGrp="1"/>
          </p:cNvSpPr>
          <p:nvPr>
            <p:ph type="body" idx="1"/>
          </p:nvPr>
        </p:nvSpPr>
        <p:spPr>
          <a:xfrm>
            <a:off x="618066" y="2436812"/>
            <a:ext cx="6645180" cy="3811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9" name="Google Shape;499;p79"/>
          <p:cNvSpPr txBox="1">
            <a:spLocks noGrp="1"/>
          </p:cNvSpPr>
          <p:nvPr>
            <p:ph type="ftr" idx="11"/>
          </p:nvPr>
        </p:nvSpPr>
        <p:spPr>
          <a:xfrm>
            <a:off x="6493933" y="6498000"/>
            <a:ext cx="484674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i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0" name="Google Shape;500;p79"/>
          <p:cNvSpPr txBox="1">
            <a:spLocks noGrp="1"/>
          </p:cNvSpPr>
          <p:nvPr>
            <p:ph type="sldNum" idx="12"/>
          </p:nvPr>
        </p:nvSpPr>
        <p:spPr>
          <a:xfrm>
            <a:off x="11365923" y="6498000"/>
            <a:ext cx="46412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01" name="Google Shape;501;p79"/>
          <p:cNvSpPr txBox="1">
            <a:spLocks noGrp="1"/>
          </p:cNvSpPr>
          <p:nvPr>
            <p:ph type="body" idx="3"/>
          </p:nvPr>
        </p:nvSpPr>
        <p:spPr>
          <a:xfrm>
            <a:off x="563497" y="528398"/>
            <a:ext cx="208800" cy="20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layout x 4">
  <p:cSld name="Team layout x 4"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80"/>
          <p:cNvSpPr/>
          <p:nvPr/>
        </p:nvSpPr>
        <p:spPr>
          <a:xfrm>
            <a:off x="0" y="3429000"/>
            <a:ext cx="12192000" cy="3069000"/>
          </a:xfrm>
          <a:custGeom>
            <a:avLst/>
            <a:gdLst/>
            <a:ahLst/>
            <a:cxnLst/>
            <a:rect l="l" t="t" r="r" b="b"/>
            <a:pathLst>
              <a:path w="12192000" h="3069000" extrusionOk="0">
                <a:moveTo>
                  <a:pt x="0" y="0"/>
                </a:moveTo>
                <a:lnTo>
                  <a:pt x="12192000" y="0"/>
                </a:lnTo>
                <a:lnTo>
                  <a:pt x="12192000" y="3069000"/>
                </a:lnTo>
                <a:lnTo>
                  <a:pt x="7013196" y="3069000"/>
                </a:lnTo>
                <a:lnTo>
                  <a:pt x="6347607" y="3069000"/>
                </a:lnTo>
                <a:lnTo>
                  <a:pt x="5844394" y="3069000"/>
                </a:lnTo>
                <a:lnTo>
                  <a:pt x="5020812" y="3069000"/>
                </a:lnTo>
                <a:lnTo>
                  <a:pt x="0" y="30690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4" name="Google Shape;504;p80"/>
          <p:cNvSpPr>
            <a:spLocks noGrp="1"/>
          </p:cNvSpPr>
          <p:nvPr>
            <p:ph type="pic" idx="2"/>
          </p:nvPr>
        </p:nvSpPr>
        <p:spPr>
          <a:xfrm>
            <a:off x="1388810" y="2245892"/>
            <a:ext cx="1866855" cy="186685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05" name="Google Shape;505;p80"/>
          <p:cNvSpPr txBox="1">
            <a:spLocks noGrp="1"/>
          </p:cNvSpPr>
          <p:nvPr>
            <p:ph type="title"/>
          </p:nvPr>
        </p:nvSpPr>
        <p:spPr>
          <a:xfrm>
            <a:off x="618065" y="609600"/>
            <a:ext cx="6645180" cy="1192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6" name="Google Shape;506;p80"/>
          <p:cNvSpPr txBox="1">
            <a:spLocks noGrp="1"/>
          </p:cNvSpPr>
          <p:nvPr>
            <p:ph type="ftr" idx="11"/>
          </p:nvPr>
        </p:nvSpPr>
        <p:spPr>
          <a:xfrm>
            <a:off x="6493933" y="6498000"/>
            <a:ext cx="484674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i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7" name="Google Shape;507;p80"/>
          <p:cNvSpPr txBox="1">
            <a:spLocks noGrp="1"/>
          </p:cNvSpPr>
          <p:nvPr>
            <p:ph type="sldNum" idx="12"/>
          </p:nvPr>
        </p:nvSpPr>
        <p:spPr>
          <a:xfrm>
            <a:off x="11365923" y="6498000"/>
            <a:ext cx="46412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08" name="Google Shape;508;p80"/>
          <p:cNvSpPr txBox="1">
            <a:spLocks noGrp="1"/>
          </p:cNvSpPr>
          <p:nvPr>
            <p:ph type="body" idx="1"/>
          </p:nvPr>
        </p:nvSpPr>
        <p:spPr>
          <a:xfrm>
            <a:off x="563497" y="528398"/>
            <a:ext cx="208800" cy="20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9" name="Google Shape;509;p80"/>
          <p:cNvSpPr txBox="1">
            <a:spLocks noGrp="1"/>
          </p:cNvSpPr>
          <p:nvPr>
            <p:ph type="body" idx="3"/>
          </p:nvPr>
        </p:nvSpPr>
        <p:spPr>
          <a:xfrm>
            <a:off x="1388810" y="4119144"/>
            <a:ext cx="1866855" cy="1131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720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1">
                <a:solidFill>
                  <a:schemeClr val="accent2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</a:defRPr>
            </a:lvl2pPr>
            <a:lvl3pPr marL="1371600" lvl="2" indent="-30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0" name="Google Shape;510;p80"/>
          <p:cNvSpPr>
            <a:spLocks noGrp="1"/>
          </p:cNvSpPr>
          <p:nvPr>
            <p:ph type="pic" idx="4"/>
          </p:nvPr>
        </p:nvSpPr>
        <p:spPr>
          <a:xfrm>
            <a:off x="3904652" y="2245892"/>
            <a:ext cx="1866855" cy="186685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11" name="Google Shape;511;p80"/>
          <p:cNvSpPr txBox="1">
            <a:spLocks noGrp="1"/>
          </p:cNvSpPr>
          <p:nvPr>
            <p:ph type="body" idx="5"/>
          </p:nvPr>
        </p:nvSpPr>
        <p:spPr>
          <a:xfrm>
            <a:off x="3904652" y="4119144"/>
            <a:ext cx="1866855" cy="1131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720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1">
                <a:solidFill>
                  <a:schemeClr val="accent2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2" name="Google Shape;512;p80"/>
          <p:cNvSpPr>
            <a:spLocks noGrp="1"/>
          </p:cNvSpPr>
          <p:nvPr>
            <p:ph type="pic" idx="6"/>
          </p:nvPr>
        </p:nvSpPr>
        <p:spPr>
          <a:xfrm>
            <a:off x="6420494" y="2245892"/>
            <a:ext cx="1866855" cy="186685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13" name="Google Shape;513;p80"/>
          <p:cNvSpPr txBox="1">
            <a:spLocks noGrp="1"/>
          </p:cNvSpPr>
          <p:nvPr>
            <p:ph type="body" idx="7"/>
          </p:nvPr>
        </p:nvSpPr>
        <p:spPr>
          <a:xfrm>
            <a:off x="6420494" y="4119144"/>
            <a:ext cx="1866855" cy="1131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720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1">
                <a:solidFill>
                  <a:schemeClr val="accent2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4" name="Google Shape;514;p80"/>
          <p:cNvSpPr>
            <a:spLocks noGrp="1"/>
          </p:cNvSpPr>
          <p:nvPr>
            <p:ph type="pic" idx="8"/>
          </p:nvPr>
        </p:nvSpPr>
        <p:spPr>
          <a:xfrm>
            <a:off x="8936335" y="2245892"/>
            <a:ext cx="1866855" cy="186685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15" name="Google Shape;515;p80"/>
          <p:cNvSpPr txBox="1">
            <a:spLocks noGrp="1"/>
          </p:cNvSpPr>
          <p:nvPr>
            <p:ph type="body" idx="9"/>
          </p:nvPr>
        </p:nvSpPr>
        <p:spPr>
          <a:xfrm>
            <a:off x="8936335" y="4119144"/>
            <a:ext cx="1866855" cy="1131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720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1">
                <a:solidFill>
                  <a:schemeClr val="accent2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layout x 8">
  <p:cSld name="Team layout x 8"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81"/>
          <p:cNvSpPr/>
          <p:nvPr/>
        </p:nvSpPr>
        <p:spPr>
          <a:xfrm>
            <a:off x="0" y="1970203"/>
            <a:ext cx="12192000" cy="4527798"/>
          </a:xfrm>
          <a:custGeom>
            <a:avLst/>
            <a:gdLst/>
            <a:ahLst/>
            <a:cxnLst/>
            <a:rect l="l" t="t" r="r" b="b"/>
            <a:pathLst>
              <a:path w="12192000" h="1951167" extrusionOk="0">
                <a:moveTo>
                  <a:pt x="0" y="0"/>
                </a:moveTo>
                <a:lnTo>
                  <a:pt x="12192000" y="0"/>
                </a:lnTo>
                <a:lnTo>
                  <a:pt x="12192000" y="1951167"/>
                </a:lnTo>
                <a:lnTo>
                  <a:pt x="6347607" y="1951167"/>
                </a:lnTo>
                <a:lnTo>
                  <a:pt x="6347607" y="1951166"/>
                </a:lnTo>
                <a:lnTo>
                  <a:pt x="5844394" y="1951166"/>
                </a:lnTo>
                <a:lnTo>
                  <a:pt x="5844394" y="1951167"/>
                </a:lnTo>
                <a:lnTo>
                  <a:pt x="0" y="1951167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8" name="Google Shape;518;p81"/>
          <p:cNvSpPr>
            <a:spLocks noGrp="1"/>
          </p:cNvSpPr>
          <p:nvPr>
            <p:ph type="pic" idx="2"/>
          </p:nvPr>
        </p:nvSpPr>
        <p:spPr>
          <a:xfrm>
            <a:off x="1571538" y="1463879"/>
            <a:ext cx="1501400" cy="150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19" name="Google Shape;519;p81"/>
          <p:cNvSpPr txBox="1">
            <a:spLocks noGrp="1"/>
          </p:cNvSpPr>
          <p:nvPr>
            <p:ph type="title"/>
          </p:nvPr>
        </p:nvSpPr>
        <p:spPr>
          <a:xfrm>
            <a:off x="618065" y="609600"/>
            <a:ext cx="10961160" cy="854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0" name="Google Shape;520;p81"/>
          <p:cNvSpPr txBox="1">
            <a:spLocks noGrp="1"/>
          </p:cNvSpPr>
          <p:nvPr>
            <p:ph type="ftr" idx="11"/>
          </p:nvPr>
        </p:nvSpPr>
        <p:spPr>
          <a:xfrm>
            <a:off x="6493933" y="6498000"/>
            <a:ext cx="484674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i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1" name="Google Shape;521;p81"/>
          <p:cNvSpPr txBox="1">
            <a:spLocks noGrp="1"/>
          </p:cNvSpPr>
          <p:nvPr>
            <p:ph type="sldNum" idx="12"/>
          </p:nvPr>
        </p:nvSpPr>
        <p:spPr>
          <a:xfrm>
            <a:off x="11365923" y="6498000"/>
            <a:ext cx="46412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22" name="Google Shape;522;p81"/>
          <p:cNvSpPr txBox="1">
            <a:spLocks noGrp="1"/>
          </p:cNvSpPr>
          <p:nvPr>
            <p:ph type="body" idx="1"/>
          </p:nvPr>
        </p:nvSpPr>
        <p:spPr>
          <a:xfrm>
            <a:off x="563497" y="528398"/>
            <a:ext cx="208800" cy="20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3" name="Google Shape;523;p81"/>
          <p:cNvSpPr txBox="1">
            <a:spLocks noGrp="1"/>
          </p:cNvSpPr>
          <p:nvPr>
            <p:ph type="body" idx="3"/>
          </p:nvPr>
        </p:nvSpPr>
        <p:spPr>
          <a:xfrm>
            <a:off x="1231784" y="2974154"/>
            <a:ext cx="2180908" cy="8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720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1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4" name="Google Shape;524;p81"/>
          <p:cNvSpPr>
            <a:spLocks noGrp="1"/>
          </p:cNvSpPr>
          <p:nvPr>
            <p:ph type="pic" idx="4"/>
          </p:nvPr>
        </p:nvSpPr>
        <p:spPr>
          <a:xfrm>
            <a:off x="4087380" y="1463879"/>
            <a:ext cx="1501400" cy="150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25" name="Google Shape;525;p81"/>
          <p:cNvSpPr txBox="1">
            <a:spLocks noGrp="1"/>
          </p:cNvSpPr>
          <p:nvPr>
            <p:ph type="body" idx="5"/>
          </p:nvPr>
        </p:nvSpPr>
        <p:spPr>
          <a:xfrm>
            <a:off x="3747626" y="2974154"/>
            <a:ext cx="2180908" cy="8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720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1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6" name="Google Shape;526;p81"/>
          <p:cNvSpPr>
            <a:spLocks noGrp="1"/>
          </p:cNvSpPr>
          <p:nvPr>
            <p:ph type="pic" idx="6"/>
          </p:nvPr>
        </p:nvSpPr>
        <p:spPr>
          <a:xfrm>
            <a:off x="6603222" y="1463879"/>
            <a:ext cx="1501400" cy="150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27" name="Google Shape;527;p81"/>
          <p:cNvSpPr txBox="1">
            <a:spLocks noGrp="1"/>
          </p:cNvSpPr>
          <p:nvPr>
            <p:ph type="body" idx="7"/>
          </p:nvPr>
        </p:nvSpPr>
        <p:spPr>
          <a:xfrm>
            <a:off x="6263468" y="2974154"/>
            <a:ext cx="2180908" cy="8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720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1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8" name="Google Shape;528;p81"/>
          <p:cNvSpPr>
            <a:spLocks noGrp="1"/>
          </p:cNvSpPr>
          <p:nvPr>
            <p:ph type="pic" idx="8"/>
          </p:nvPr>
        </p:nvSpPr>
        <p:spPr>
          <a:xfrm>
            <a:off x="9119063" y="1463879"/>
            <a:ext cx="1501400" cy="150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29" name="Google Shape;529;p81"/>
          <p:cNvSpPr txBox="1">
            <a:spLocks noGrp="1"/>
          </p:cNvSpPr>
          <p:nvPr>
            <p:ph type="body" idx="9"/>
          </p:nvPr>
        </p:nvSpPr>
        <p:spPr>
          <a:xfrm>
            <a:off x="8779309" y="2974154"/>
            <a:ext cx="2180908" cy="8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720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1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0" name="Google Shape;530;p81"/>
          <p:cNvSpPr>
            <a:spLocks noGrp="1"/>
          </p:cNvSpPr>
          <p:nvPr>
            <p:ph type="pic" idx="13"/>
          </p:nvPr>
        </p:nvSpPr>
        <p:spPr>
          <a:xfrm>
            <a:off x="1571538" y="3782179"/>
            <a:ext cx="1501400" cy="150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31" name="Google Shape;531;p81"/>
          <p:cNvSpPr txBox="1">
            <a:spLocks noGrp="1"/>
          </p:cNvSpPr>
          <p:nvPr>
            <p:ph type="body" idx="14"/>
          </p:nvPr>
        </p:nvSpPr>
        <p:spPr>
          <a:xfrm>
            <a:off x="1231784" y="5292454"/>
            <a:ext cx="2180908" cy="8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720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1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2" name="Google Shape;532;p81"/>
          <p:cNvSpPr>
            <a:spLocks noGrp="1"/>
          </p:cNvSpPr>
          <p:nvPr>
            <p:ph type="pic" idx="15"/>
          </p:nvPr>
        </p:nvSpPr>
        <p:spPr>
          <a:xfrm>
            <a:off x="4087380" y="3782179"/>
            <a:ext cx="1501400" cy="150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33" name="Google Shape;533;p81"/>
          <p:cNvSpPr txBox="1">
            <a:spLocks noGrp="1"/>
          </p:cNvSpPr>
          <p:nvPr>
            <p:ph type="body" idx="16"/>
          </p:nvPr>
        </p:nvSpPr>
        <p:spPr>
          <a:xfrm>
            <a:off x="3747626" y="5292454"/>
            <a:ext cx="2180908" cy="8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720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1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4" name="Google Shape;534;p81"/>
          <p:cNvSpPr>
            <a:spLocks noGrp="1"/>
          </p:cNvSpPr>
          <p:nvPr>
            <p:ph type="pic" idx="17"/>
          </p:nvPr>
        </p:nvSpPr>
        <p:spPr>
          <a:xfrm>
            <a:off x="6603222" y="3782179"/>
            <a:ext cx="1501400" cy="150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35" name="Google Shape;535;p81"/>
          <p:cNvSpPr txBox="1">
            <a:spLocks noGrp="1"/>
          </p:cNvSpPr>
          <p:nvPr>
            <p:ph type="body" idx="18"/>
          </p:nvPr>
        </p:nvSpPr>
        <p:spPr>
          <a:xfrm>
            <a:off x="6263468" y="5292454"/>
            <a:ext cx="2180908" cy="8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720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1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6" name="Google Shape;536;p81"/>
          <p:cNvSpPr>
            <a:spLocks noGrp="1"/>
          </p:cNvSpPr>
          <p:nvPr>
            <p:ph type="pic" idx="19"/>
          </p:nvPr>
        </p:nvSpPr>
        <p:spPr>
          <a:xfrm>
            <a:off x="9119063" y="3782179"/>
            <a:ext cx="1501400" cy="150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37" name="Google Shape;537;p81"/>
          <p:cNvSpPr txBox="1">
            <a:spLocks noGrp="1"/>
          </p:cNvSpPr>
          <p:nvPr>
            <p:ph type="body" idx="20"/>
          </p:nvPr>
        </p:nvSpPr>
        <p:spPr>
          <a:xfrm>
            <a:off x="8779309" y="5292454"/>
            <a:ext cx="2180908" cy="8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720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1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layout x 10">
  <p:cSld name="Team layout x 10"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82"/>
          <p:cNvSpPr/>
          <p:nvPr/>
        </p:nvSpPr>
        <p:spPr>
          <a:xfrm>
            <a:off x="0" y="1998482"/>
            <a:ext cx="12192000" cy="4495952"/>
          </a:xfrm>
          <a:custGeom>
            <a:avLst/>
            <a:gdLst/>
            <a:ahLst/>
            <a:cxnLst/>
            <a:rect l="l" t="t" r="r" b="b"/>
            <a:pathLst>
              <a:path w="12192000" h="1951167" extrusionOk="0">
                <a:moveTo>
                  <a:pt x="0" y="0"/>
                </a:moveTo>
                <a:lnTo>
                  <a:pt x="12192000" y="0"/>
                </a:lnTo>
                <a:lnTo>
                  <a:pt x="12192000" y="1951167"/>
                </a:lnTo>
                <a:lnTo>
                  <a:pt x="6347607" y="1951167"/>
                </a:lnTo>
                <a:lnTo>
                  <a:pt x="6347607" y="1951166"/>
                </a:lnTo>
                <a:lnTo>
                  <a:pt x="5844394" y="1951166"/>
                </a:lnTo>
                <a:lnTo>
                  <a:pt x="5844394" y="1951167"/>
                </a:lnTo>
                <a:lnTo>
                  <a:pt x="0" y="1951167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0" name="Google Shape;540;p82"/>
          <p:cNvSpPr>
            <a:spLocks noGrp="1"/>
          </p:cNvSpPr>
          <p:nvPr>
            <p:ph type="pic" idx="2"/>
          </p:nvPr>
        </p:nvSpPr>
        <p:spPr>
          <a:xfrm>
            <a:off x="757806" y="1463879"/>
            <a:ext cx="1501400" cy="150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41" name="Google Shape;541;p82"/>
          <p:cNvSpPr txBox="1">
            <a:spLocks noGrp="1"/>
          </p:cNvSpPr>
          <p:nvPr>
            <p:ph type="title"/>
          </p:nvPr>
        </p:nvSpPr>
        <p:spPr>
          <a:xfrm>
            <a:off x="618065" y="609600"/>
            <a:ext cx="10961160" cy="854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2" name="Google Shape;542;p82"/>
          <p:cNvSpPr txBox="1">
            <a:spLocks noGrp="1"/>
          </p:cNvSpPr>
          <p:nvPr>
            <p:ph type="ftr" idx="11"/>
          </p:nvPr>
        </p:nvSpPr>
        <p:spPr>
          <a:xfrm>
            <a:off x="6493933" y="6498000"/>
            <a:ext cx="484674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i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3" name="Google Shape;543;p82"/>
          <p:cNvSpPr txBox="1">
            <a:spLocks noGrp="1"/>
          </p:cNvSpPr>
          <p:nvPr>
            <p:ph type="sldNum" idx="12"/>
          </p:nvPr>
        </p:nvSpPr>
        <p:spPr>
          <a:xfrm>
            <a:off x="11365923" y="6498000"/>
            <a:ext cx="46412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44" name="Google Shape;544;p82"/>
          <p:cNvSpPr txBox="1">
            <a:spLocks noGrp="1"/>
          </p:cNvSpPr>
          <p:nvPr>
            <p:ph type="body" idx="1"/>
          </p:nvPr>
        </p:nvSpPr>
        <p:spPr>
          <a:xfrm>
            <a:off x="563497" y="528398"/>
            <a:ext cx="208800" cy="20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5" name="Google Shape;545;p82"/>
          <p:cNvSpPr txBox="1">
            <a:spLocks noGrp="1"/>
          </p:cNvSpPr>
          <p:nvPr>
            <p:ph type="body" idx="3"/>
          </p:nvPr>
        </p:nvSpPr>
        <p:spPr>
          <a:xfrm>
            <a:off x="418052" y="2974154"/>
            <a:ext cx="2180908" cy="8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720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1">
                <a:solidFill>
                  <a:schemeClr val="accent2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6" name="Google Shape;546;p82"/>
          <p:cNvSpPr>
            <a:spLocks noGrp="1"/>
          </p:cNvSpPr>
          <p:nvPr>
            <p:ph type="pic" idx="4"/>
          </p:nvPr>
        </p:nvSpPr>
        <p:spPr>
          <a:xfrm>
            <a:off x="3051553" y="1463879"/>
            <a:ext cx="1501400" cy="150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47" name="Google Shape;547;p82"/>
          <p:cNvSpPr txBox="1">
            <a:spLocks noGrp="1"/>
          </p:cNvSpPr>
          <p:nvPr>
            <p:ph type="body" idx="5"/>
          </p:nvPr>
        </p:nvSpPr>
        <p:spPr>
          <a:xfrm>
            <a:off x="2711799" y="2974154"/>
            <a:ext cx="2180908" cy="8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720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1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8" name="Google Shape;548;p82"/>
          <p:cNvSpPr>
            <a:spLocks noGrp="1"/>
          </p:cNvSpPr>
          <p:nvPr>
            <p:ph type="pic" idx="6"/>
          </p:nvPr>
        </p:nvSpPr>
        <p:spPr>
          <a:xfrm>
            <a:off x="5345300" y="1463879"/>
            <a:ext cx="1501400" cy="150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49" name="Google Shape;549;p82"/>
          <p:cNvSpPr txBox="1">
            <a:spLocks noGrp="1"/>
          </p:cNvSpPr>
          <p:nvPr>
            <p:ph type="body" idx="7"/>
          </p:nvPr>
        </p:nvSpPr>
        <p:spPr>
          <a:xfrm>
            <a:off x="5005546" y="2974154"/>
            <a:ext cx="2180908" cy="8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720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1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0" name="Google Shape;550;p82"/>
          <p:cNvSpPr>
            <a:spLocks noGrp="1"/>
          </p:cNvSpPr>
          <p:nvPr>
            <p:ph type="pic" idx="8"/>
          </p:nvPr>
        </p:nvSpPr>
        <p:spPr>
          <a:xfrm>
            <a:off x="7639047" y="1463879"/>
            <a:ext cx="1501400" cy="150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51" name="Google Shape;551;p82"/>
          <p:cNvSpPr txBox="1">
            <a:spLocks noGrp="1"/>
          </p:cNvSpPr>
          <p:nvPr>
            <p:ph type="body" idx="9"/>
          </p:nvPr>
        </p:nvSpPr>
        <p:spPr>
          <a:xfrm>
            <a:off x="7299293" y="2974154"/>
            <a:ext cx="2180908" cy="8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720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1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2" name="Google Shape;552;p82"/>
          <p:cNvSpPr>
            <a:spLocks noGrp="1"/>
          </p:cNvSpPr>
          <p:nvPr>
            <p:ph type="pic" idx="13"/>
          </p:nvPr>
        </p:nvSpPr>
        <p:spPr>
          <a:xfrm>
            <a:off x="757806" y="3782179"/>
            <a:ext cx="1501400" cy="150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53" name="Google Shape;553;p82"/>
          <p:cNvSpPr txBox="1">
            <a:spLocks noGrp="1"/>
          </p:cNvSpPr>
          <p:nvPr>
            <p:ph type="body" idx="14"/>
          </p:nvPr>
        </p:nvSpPr>
        <p:spPr>
          <a:xfrm>
            <a:off x="418052" y="5292454"/>
            <a:ext cx="2180908" cy="8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720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1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4" name="Google Shape;554;p82"/>
          <p:cNvSpPr>
            <a:spLocks noGrp="1"/>
          </p:cNvSpPr>
          <p:nvPr>
            <p:ph type="pic" idx="15"/>
          </p:nvPr>
        </p:nvSpPr>
        <p:spPr>
          <a:xfrm>
            <a:off x="3051553" y="3782179"/>
            <a:ext cx="1501400" cy="150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55" name="Google Shape;555;p82"/>
          <p:cNvSpPr txBox="1">
            <a:spLocks noGrp="1"/>
          </p:cNvSpPr>
          <p:nvPr>
            <p:ph type="body" idx="16"/>
          </p:nvPr>
        </p:nvSpPr>
        <p:spPr>
          <a:xfrm>
            <a:off x="2711799" y="5292454"/>
            <a:ext cx="2180908" cy="8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720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1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6" name="Google Shape;556;p82"/>
          <p:cNvSpPr>
            <a:spLocks noGrp="1"/>
          </p:cNvSpPr>
          <p:nvPr>
            <p:ph type="pic" idx="17"/>
          </p:nvPr>
        </p:nvSpPr>
        <p:spPr>
          <a:xfrm>
            <a:off x="5345300" y="3782179"/>
            <a:ext cx="1501400" cy="150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57" name="Google Shape;557;p82"/>
          <p:cNvSpPr txBox="1">
            <a:spLocks noGrp="1"/>
          </p:cNvSpPr>
          <p:nvPr>
            <p:ph type="body" idx="18"/>
          </p:nvPr>
        </p:nvSpPr>
        <p:spPr>
          <a:xfrm>
            <a:off x="5005546" y="5292454"/>
            <a:ext cx="2180908" cy="8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720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1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8" name="Google Shape;558;p82"/>
          <p:cNvSpPr>
            <a:spLocks noGrp="1"/>
          </p:cNvSpPr>
          <p:nvPr>
            <p:ph type="pic" idx="19"/>
          </p:nvPr>
        </p:nvSpPr>
        <p:spPr>
          <a:xfrm>
            <a:off x="7639047" y="3782179"/>
            <a:ext cx="1501400" cy="150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59" name="Google Shape;559;p82"/>
          <p:cNvSpPr txBox="1">
            <a:spLocks noGrp="1"/>
          </p:cNvSpPr>
          <p:nvPr>
            <p:ph type="body" idx="20"/>
          </p:nvPr>
        </p:nvSpPr>
        <p:spPr>
          <a:xfrm>
            <a:off x="7299293" y="5292454"/>
            <a:ext cx="2180908" cy="8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720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1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0" name="Google Shape;560;p82"/>
          <p:cNvSpPr>
            <a:spLocks noGrp="1"/>
          </p:cNvSpPr>
          <p:nvPr>
            <p:ph type="pic" idx="21"/>
          </p:nvPr>
        </p:nvSpPr>
        <p:spPr>
          <a:xfrm>
            <a:off x="9932794" y="1463879"/>
            <a:ext cx="1501400" cy="150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61" name="Google Shape;561;p82"/>
          <p:cNvSpPr txBox="1">
            <a:spLocks noGrp="1"/>
          </p:cNvSpPr>
          <p:nvPr>
            <p:ph type="body" idx="22"/>
          </p:nvPr>
        </p:nvSpPr>
        <p:spPr>
          <a:xfrm>
            <a:off x="9593040" y="2974154"/>
            <a:ext cx="2180908" cy="8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720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1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2" name="Google Shape;562;p82"/>
          <p:cNvSpPr>
            <a:spLocks noGrp="1"/>
          </p:cNvSpPr>
          <p:nvPr>
            <p:ph type="pic" idx="23"/>
          </p:nvPr>
        </p:nvSpPr>
        <p:spPr>
          <a:xfrm>
            <a:off x="9932794" y="3782179"/>
            <a:ext cx="1501400" cy="150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63" name="Google Shape;563;p82"/>
          <p:cNvSpPr txBox="1">
            <a:spLocks noGrp="1"/>
          </p:cNvSpPr>
          <p:nvPr>
            <p:ph type="body" idx="24"/>
          </p:nvPr>
        </p:nvSpPr>
        <p:spPr>
          <a:xfrm>
            <a:off x="9593040" y="5292454"/>
            <a:ext cx="2180908" cy="8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720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1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- left 3rd">
  <p:cSld name="Image - left 3rd"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83"/>
          <p:cNvSpPr txBox="1">
            <a:spLocks noGrp="1"/>
          </p:cNvSpPr>
          <p:nvPr>
            <p:ph type="ftr" idx="11"/>
          </p:nvPr>
        </p:nvSpPr>
        <p:spPr>
          <a:xfrm>
            <a:off x="6493933" y="6498000"/>
            <a:ext cx="484674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i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6" name="Google Shape;566;p83"/>
          <p:cNvSpPr txBox="1">
            <a:spLocks noGrp="1"/>
          </p:cNvSpPr>
          <p:nvPr>
            <p:ph type="sldNum" idx="12"/>
          </p:nvPr>
        </p:nvSpPr>
        <p:spPr>
          <a:xfrm>
            <a:off x="11365923" y="6498000"/>
            <a:ext cx="46412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67" name="Google Shape;567;p83"/>
          <p:cNvSpPr/>
          <p:nvPr/>
        </p:nvSpPr>
        <p:spPr>
          <a:xfrm>
            <a:off x="0" y="0"/>
            <a:ext cx="6096000" cy="6498000"/>
          </a:xfrm>
          <a:custGeom>
            <a:avLst/>
            <a:gdLst/>
            <a:ahLst/>
            <a:cxnLst/>
            <a:rect l="l" t="t" r="r" b="b"/>
            <a:pathLst>
              <a:path w="6096000" h="6498000" extrusionOk="0">
                <a:moveTo>
                  <a:pt x="0" y="0"/>
                </a:moveTo>
                <a:lnTo>
                  <a:pt x="6096000" y="0"/>
                </a:lnTo>
                <a:lnTo>
                  <a:pt x="6096000" y="5924550"/>
                </a:lnTo>
                <a:lnTo>
                  <a:pt x="6096000" y="6244050"/>
                </a:lnTo>
                <a:lnTo>
                  <a:pt x="6096000" y="6498000"/>
                </a:lnTo>
                <a:lnTo>
                  <a:pt x="5243119" y="6498000"/>
                </a:lnTo>
                <a:lnTo>
                  <a:pt x="5243119" y="6496050"/>
                </a:lnTo>
                <a:lnTo>
                  <a:pt x="0" y="6496050"/>
                </a:lnTo>
                <a:close/>
              </a:path>
            </a:pathLst>
          </a:custGeom>
          <a:solidFill>
            <a:srgbClr val="EDF2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8" name="Google Shape;568;p83"/>
          <p:cNvSpPr>
            <a:spLocks noGrp="1"/>
          </p:cNvSpPr>
          <p:nvPr>
            <p:ph type="pic" idx="2"/>
          </p:nvPr>
        </p:nvSpPr>
        <p:spPr>
          <a:xfrm>
            <a:off x="0" y="355600"/>
            <a:ext cx="2793824" cy="614045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69" name="Google Shape;569;p83"/>
          <p:cNvSpPr txBox="1">
            <a:spLocks noGrp="1"/>
          </p:cNvSpPr>
          <p:nvPr>
            <p:ph type="title"/>
          </p:nvPr>
        </p:nvSpPr>
        <p:spPr>
          <a:xfrm>
            <a:off x="3039149" y="609600"/>
            <a:ext cx="8540076" cy="1192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0" name="Google Shape;570;p83"/>
          <p:cNvSpPr txBox="1">
            <a:spLocks noGrp="1"/>
          </p:cNvSpPr>
          <p:nvPr>
            <p:ph type="body" idx="1"/>
          </p:nvPr>
        </p:nvSpPr>
        <p:spPr>
          <a:xfrm>
            <a:off x="3039150" y="2436812"/>
            <a:ext cx="2963332" cy="3811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1" name="Google Shape;571;p83"/>
          <p:cNvSpPr txBox="1">
            <a:spLocks noGrp="1"/>
          </p:cNvSpPr>
          <p:nvPr>
            <p:ph type="body" idx="3"/>
          </p:nvPr>
        </p:nvSpPr>
        <p:spPr>
          <a:xfrm>
            <a:off x="2986908" y="528398"/>
            <a:ext cx="208800" cy="20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Image - left 3rd">
  <p:cSld name="1_Image - left 3rd"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84"/>
          <p:cNvSpPr/>
          <p:nvPr/>
        </p:nvSpPr>
        <p:spPr>
          <a:xfrm>
            <a:off x="6096000" y="0"/>
            <a:ext cx="6096000" cy="6498000"/>
          </a:xfrm>
          <a:custGeom>
            <a:avLst/>
            <a:gdLst/>
            <a:ahLst/>
            <a:cxnLst/>
            <a:rect l="l" t="t" r="r" b="b"/>
            <a:pathLst>
              <a:path w="6096000" h="6498000" extrusionOk="0">
                <a:moveTo>
                  <a:pt x="0" y="0"/>
                </a:moveTo>
                <a:lnTo>
                  <a:pt x="6096000" y="0"/>
                </a:lnTo>
                <a:lnTo>
                  <a:pt x="6096000" y="5924550"/>
                </a:lnTo>
                <a:lnTo>
                  <a:pt x="6096000" y="6244050"/>
                </a:lnTo>
                <a:lnTo>
                  <a:pt x="6096000" y="6498000"/>
                </a:lnTo>
                <a:lnTo>
                  <a:pt x="5243119" y="6498000"/>
                </a:lnTo>
                <a:lnTo>
                  <a:pt x="5243119" y="6496050"/>
                </a:lnTo>
                <a:lnTo>
                  <a:pt x="0" y="6496050"/>
                </a:lnTo>
                <a:close/>
              </a:path>
            </a:pathLst>
          </a:custGeom>
          <a:solidFill>
            <a:srgbClr val="EDF2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4" name="Google Shape;574;p84"/>
          <p:cNvSpPr txBox="1">
            <a:spLocks noGrp="1"/>
          </p:cNvSpPr>
          <p:nvPr>
            <p:ph type="ftr" idx="11"/>
          </p:nvPr>
        </p:nvSpPr>
        <p:spPr>
          <a:xfrm>
            <a:off x="6493933" y="6498000"/>
            <a:ext cx="484674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i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5" name="Google Shape;575;p84"/>
          <p:cNvSpPr txBox="1">
            <a:spLocks noGrp="1"/>
          </p:cNvSpPr>
          <p:nvPr>
            <p:ph type="sldNum" idx="12"/>
          </p:nvPr>
        </p:nvSpPr>
        <p:spPr>
          <a:xfrm>
            <a:off x="11365923" y="6498000"/>
            <a:ext cx="46412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76" name="Google Shape;576;p84"/>
          <p:cNvSpPr>
            <a:spLocks noGrp="1"/>
          </p:cNvSpPr>
          <p:nvPr>
            <p:ph type="pic" idx="2"/>
          </p:nvPr>
        </p:nvSpPr>
        <p:spPr>
          <a:xfrm>
            <a:off x="0" y="355600"/>
            <a:ext cx="2793824" cy="614045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77" name="Google Shape;577;p84"/>
          <p:cNvSpPr txBox="1">
            <a:spLocks noGrp="1"/>
          </p:cNvSpPr>
          <p:nvPr>
            <p:ph type="title"/>
          </p:nvPr>
        </p:nvSpPr>
        <p:spPr>
          <a:xfrm>
            <a:off x="3039149" y="609600"/>
            <a:ext cx="8540076" cy="1192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8" name="Google Shape;578;p84"/>
          <p:cNvSpPr txBox="1">
            <a:spLocks noGrp="1"/>
          </p:cNvSpPr>
          <p:nvPr>
            <p:ph type="body" idx="1"/>
          </p:nvPr>
        </p:nvSpPr>
        <p:spPr>
          <a:xfrm>
            <a:off x="3039150" y="2436812"/>
            <a:ext cx="2963332" cy="3811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9" name="Google Shape;579;p84"/>
          <p:cNvSpPr txBox="1">
            <a:spLocks noGrp="1"/>
          </p:cNvSpPr>
          <p:nvPr>
            <p:ph type="body" idx="3"/>
          </p:nvPr>
        </p:nvSpPr>
        <p:spPr>
          <a:xfrm>
            <a:off x="2986908" y="528398"/>
            <a:ext cx="208800" cy="20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bottom 1/2">
  <p:cSld name="Image bottom 1/2"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85"/>
          <p:cNvSpPr/>
          <p:nvPr/>
        </p:nvSpPr>
        <p:spPr>
          <a:xfrm>
            <a:off x="0" y="0"/>
            <a:ext cx="4246177" cy="6496050"/>
          </a:xfrm>
          <a:prstGeom prst="rect">
            <a:avLst/>
          </a:prstGeom>
          <a:solidFill>
            <a:srgbClr val="EDF2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2" name="Google Shape;582;p85"/>
          <p:cNvSpPr>
            <a:spLocks noGrp="1"/>
          </p:cNvSpPr>
          <p:nvPr>
            <p:ph type="pic" idx="2"/>
          </p:nvPr>
        </p:nvSpPr>
        <p:spPr>
          <a:xfrm>
            <a:off x="1128518" y="3096180"/>
            <a:ext cx="11072296" cy="340182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83" name="Google Shape;583;p85"/>
          <p:cNvSpPr txBox="1">
            <a:spLocks noGrp="1"/>
          </p:cNvSpPr>
          <p:nvPr>
            <p:ph type="title"/>
          </p:nvPr>
        </p:nvSpPr>
        <p:spPr>
          <a:xfrm>
            <a:off x="618065" y="609599"/>
            <a:ext cx="3463605" cy="2486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4" name="Google Shape;584;p85"/>
          <p:cNvSpPr txBox="1">
            <a:spLocks noGrp="1"/>
          </p:cNvSpPr>
          <p:nvPr>
            <p:ph type="body" idx="1"/>
          </p:nvPr>
        </p:nvSpPr>
        <p:spPr>
          <a:xfrm>
            <a:off x="5031779" y="609598"/>
            <a:ext cx="6547446" cy="2484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5" name="Google Shape;585;p85"/>
          <p:cNvSpPr txBox="1">
            <a:spLocks noGrp="1"/>
          </p:cNvSpPr>
          <p:nvPr>
            <p:ph type="ftr" idx="11"/>
          </p:nvPr>
        </p:nvSpPr>
        <p:spPr>
          <a:xfrm>
            <a:off x="6493933" y="6498000"/>
            <a:ext cx="484674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i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6" name="Google Shape;586;p85"/>
          <p:cNvSpPr txBox="1">
            <a:spLocks noGrp="1"/>
          </p:cNvSpPr>
          <p:nvPr>
            <p:ph type="sldNum" idx="12"/>
          </p:nvPr>
        </p:nvSpPr>
        <p:spPr>
          <a:xfrm>
            <a:off x="11365923" y="6498000"/>
            <a:ext cx="46412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87" name="Google Shape;587;p85"/>
          <p:cNvSpPr txBox="1">
            <a:spLocks noGrp="1"/>
          </p:cNvSpPr>
          <p:nvPr>
            <p:ph type="body" idx="3"/>
          </p:nvPr>
        </p:nvSpPr>
        <p:spPr>
          <a:xfrm>
            <a:off x="563497" y="528398"/>
            <a:ext cx="208800" cy="20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top 1/2">
  <p:cSld name="Image top 1/2"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86"/>
          <p:cNvSpPr/>
          <p:nvPr/>
        </p:nvSpPr>
        <p:spPr>
          <a:xfrm>
            <a:off x="0" y="3429000"/>
            <a:ext cx="12192000" cy="3069000"/>
          </a:xfrm>
          <a:custGeom>
            <a:avLst/>
            <a:gdLst/>
            <a:ahLst/>
            <a:cxnLst/>
            <a:rect l="l" t="t" r="r" b="b"/>
            <a:pathLst>
              <a:path w="12192000" h="3069000" extrusionOk="0">
                <a:moveTo>
                  <a:pt x="0" y="0"/>
                </a:moveTo>
                <a:lnTo>
                  <a:pt x="12192000" y="0"/>
                </a:lnTo>
                <a:lnTo>
                  <a:pt x="12192000" y="3067050"/>
                </a:lnTo>
                <a:lnTo>
                  <a:pt x="7013196" y="3067050"/>
                </a:lnTo>
                <a:lnTo>
                  <a:pt x="7013196" y="3069000"/>
                </a:lnTo>
                <a:lnTo>
                  <a:pt x="5020812" y="3069000"/>
                </a:lnTo>
                <a:lnTo>
                  <a:pt x="5020812" y="3067050"/>
                </a:lnTo>
                <a:lnTo>
                  <a:pt x="0" y="306705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0" name="Google Shape;590;p86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523560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91" name="Google Shape;591;p86"/>
          <p:cNvSpPr txBox="1">
            <a:spLocks noGrp="1"/>
          </p:cNvSpPr>
          <p:nvPr>
            <p:ph type="body" idx="1"/>
          </p:nvPr>
        </p:nvSpPr>
        <p:spPr>
          <a:xfrm>
            <a:off x="563497" y="528398"/>
            <a:ext cx="208800" cy="20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2" name="Google Shape;592;p86"/>
          <p:cNvSpPr txBox="1">
            <a:spLocks noGrp="1"/>
          </p:cNvSpPr>
          <p:nvPr>
            <p:ph type="title"/>
          </p:nvPr>
        </p:nvSpPr>
        <p:spPr>
          <a:xfrm>
            <a:off x="618065" y="609599"/>
            <a:ext cx="4899257" cy="1827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3" name="Google Shape;593;p86"/>
          <p:cNvSpPr txBox="1">
            <a:spLocks noGrp="1"/>
          </p:cNvSpPr>
          <p:nvPr>
            <p:ph type="body" idx="3"/>
          </p:nvPr>
        </p:nvSpPr>
        <p:spPr>
          <a:xfrm>
            <a:off x="618066" y="2436812"/>
            <a:ext cx="4899257" cy="3811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4" name="Google Shape;594;p86"/>
          <p:cNvSpPr txBox="1">
            <a:spLocks noGrp="1"/>
          </p:cNvSpPr>
          <p:nvPr>
            <p:ph type="ftr" idx="11"/>
          </p:nvPr>
        </p:nvSpPr>
        <p:spPr>
          <a:xfrm>
            <a:off x="6493933" y="6498000"/>
            <a:ext cx="484674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i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5" name="Google Shape;595;p86"/>
          <p:cNvSpPr txBox="1">
            <a:spLocks noGrp="1"/>
          </p:cNvSpPr>
          <p:nvPr>
            <p:ph type="sldNum" idx="12"/>
          </p:nvPr>
        </p:nvSpPr>
        <p:spPr>
          <a:xfrm>
            <a:off x="11365923" y="6498000"/>
            <a:ext cx="46412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all out points">
  <p:cSld name="3 call out points"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87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2000" cy="6497638"/>
          </a:xfrm>
          <a:prstGeom prst="rect">
            <a:avLst/>
          </a:prstGeom>
          <a:gradFill>
            <a:gsLst>
              <a:gs pos="0">
                <a:srgbClr val="2B2D42">
                  <a:alpha val="18823"/>
                </a:srgbClr>
              </a:gs>
              <a:gs pos="100000">
                <a:srgbClr val="2B2D4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8" name="Google Shape;598;p87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498000"/>
          </a:xfrm>
          <a:prstGeom prst="rect">
            <a:avLst/>
          </a:prstGeom>
          <a:noFill/>
          <a:ln>
            <a:noFill/>
          </a:ln>
        </p:spPr>
      </p:sp>
      <p:sp>
        <p:nvSpPr>
          <p:cNvPr id="599" name="Google Shape;599;p87"/>
          <p:cNvSpPr txBox="1">
            <a:spLocks noGrp="1"/>
          </p:cNvSpPr>
          <p:nvPr>
            <p:ph type="title"/>
          </p:nvPr>
        </p:nvSpPr>
        <p:spPr>
          <a:xfrm>
            <a:off x="618065" y="609600"/>
            <a:ext cx="3434105" cy="28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0" name="Google Shape;600;p87"/>
          <p:cNvSpPr txBox="1">
            <a:spLocks noGrp="1"/>
          </p:cNvSpPr>
          <p:nvPr>
            <p:ph type="ftr" idx="11"/>
          </p:nvPr>
        </p:nvSpPr>
        <p:spPr>
          <a:xfrm>
            <a:off x="6493933" y="6498000"/>
            <a:ext cx="484674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i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1" name="Google Shape;601;p87"/>
          <p:cNvSpPr txBox="1">
            <a:spLocks noGrp="1"/>
          </p:cNvSpPr>
          <p:nvPr>
            <p:ph type="sldNum" idx="12"/>
          </p:nvPr>
        </p:nvSpPr>
        <p:spPr>
          <a:xfrm>
            <a:off x="11365923" y="6498000"/>
            <a:ext cx="46412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02" name="Google Shape;602;p87"/>
          <p:cNvSpPr txBox="1">
            <a:spLocks noGrp="1"/>
          </p:cNvSpPr>
          <p:nvPr>
            <p:ph type="body" idx="3"/>
          </p:nvPr>
        </p:nvSpPr>
        <p:spPr>
          <a:xfrm>
            <a:off x="563497" y="528398"/>
            <a:ext cx="208800" cy="20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3" name="Google Shape;603;p87"/>
          <p:cNvSpPr txBox="1">
            <a:spLocks noGrp="1"/>
          </p:cNvSpPr>
          <p:nvPr>
            <p:ph type="body" idx="4"/>
          </p:nvPr>
        </p:nvSpPr>
        <p:spPr>
          <a:xfrm>
            <a:off x="4440239" y="1056612"/>
            <a:ext cx="1655762" cy="1413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 b="1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4" name="Google Shape;604;p87"/>
          <p:cNvSpPr txBox="1">
            <a:spLocks noGrp="1"/>
          </p:cNvSpPr>
          <p:nvPr>
            <p:ph type="body" idx="5"/>
          </p:nvPr>
        </p:nvSpPr>
        <p:spPr>
          <a:xfrm>
            <a:off x="6099937" y="1056612"/>
            <a:ext cx="2975169" cy="1413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5" name="Google Shape;605;p87"/>
          <p:cNvSpPr txBox="1">
            <a:spLocks noGrp="1"/>
          </p:cNvSpPr>
          <p:nvPr>
            <p:ph type="body" idx="6"/>
          </p:nvPr>
        </p:nvSpPr>
        <p:spPr>
          <a:xfrm>
            <a:off x="4440239" y="2710048"/>
            <a:ext cx="1655762" cy="1413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 b="1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6" name="Google Shape;606;p87"/>
          <p:cNvSpPr txBox="1">
            <a:spLocks noGrp="1"/>
          </p:cNvSpPr>
          <p:nvPr>
            <p:ph type="body" idx="7"/>
          </p:nvPr>
        </p:nvSpPr>
        <p:spPr>
          <a:xfrm>
            <a:off x="6099937" y="2710048"/>
            <a:ext cx="2975169" cy="1413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7" name="Google Shape;607;p87"/>
          <p:cNvSpPr txBox="1">
            <a:spLocks noGrp="1"/>
          </p:cNvSpPr>
          <p:nvPr>
            <p:ph type="body" idx="8"/>
          </p:nvPr>
        </p:nvSpPr>
        <p:spPr>
          <a:xfrm>
            <a:off x="4440239" y="4363484"/>
            <a:ext cx="1655762" cy="1413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 b="1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8" name="Google Shape;608;p87"/>
          <p:cNvSpPr txBox="1">
            <a:spLocks noGrp="1"/>
          </p:cNvSpPr>
          <p:nvPr>
            <p:ph type="body" idx="9"/>
          </p:nvPr>
        </p:nvSpPr>
        <p:spPr>
          <a:xfrm>
            <a:off x="6099937" y="4363484"/>
            <a:ext cx="2975169" cy="1413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lt layout - image background">
  <p:cSld name="Alt layout - image background"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88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2000" cy="6498000"/>
          </a:xfrm>
          <a:prstGeom prst="rect">
            <a:avLst/>
          </a:prstGeom>
          <a:gradFill>
            <a:gsLst>
              <a:gs pos="0">
                <a:srgbClr val="2B2D42">
                  <a:alpha val="18823"/>
                </a:srgbClr>
              </a:gs>
              <a:gs pos="100000">
                <a:srgbClr val="2B2D4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1" name="Google Shape;611;p88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498000"/>
          </a:xfrm>
          <a:prstGeom prst="rect">
            <a:avLst/>
          </a:prstGeom>
          <a:noFill/>
          <a:ln>
            <a:noFill/>
          </a:ln>
        </p:spPr>
      </p:sp>
      <p:sp>
        <p:nvSpPr>
          <p:cNvPr id="612" name="Google Shape;612;p88"/>
          <p:cNvSpPr txBox="1">
            <a:spLocks noGrp="1"/>
          </p:cNvSpPr>
          <p:nvPr>
            <p:ph type="ftr" idx="11"/>
          </p:nvPr>
        </p:nvSpPr>
        <p:spPr>
          <a:xfrm>
            <a:off x="6493933" y="6498000"/>
            <a:ext cx="484674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i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3" name="Google Shape;613;p88"/>
          <p:cNvSpPr txBox="1">
            <a:spLocks noGrp="1"/>
          </p:cNvSpPr>
          <p:nvPr>
            <p:ph type="sldNum" idx="12"/>
          </p:nvPr>
        </p:nvSpPr>
        <p:spPr>
          <a:xfrm>
            <a:off x="11365923" y="6498000"/>
            <a:ext cx="46412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4" name="Google Shape;614;p88"/>
          <p:cNvSpPr txBox="1">
            <a:spLocks noGrp="1"/>
          </p:cNvSpPr>
          <p:nvPr>
            <p:ph type="title"/>
          </p:nvPr>
        </p:nvSpPr>
        <p:spPr>
          <a:xfrm>
            <a:off x="618066" y="2436813"/>
            <a:ext cx="5063118" cy="1846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5" name="Google Shape;615;p88"/>
          <p:cNvSpPr txBox="1">
            <a:spLocks noGrp="1"/>
          </p:cNvSpPr>
          <p:nvPr>
            <p:ph type="body" idx="3"/>
          </p:nvPr>
        </p:nvSpPr>
        <p:spPr>
          <a:xfrm>
            <a:off x="6096000" y="609600"/>
            <a:ext cx="5487666" cy="5638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302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6" name="Google Shape;616;p88"/>
          <p:cNvSpPr txBox="1">
            <a:spLocks noGrp="1"/>
          </p:cNvSpPr>
          <p:nvPr>
            <p:ph type="body" idx="4"/>
          </p:nvPr>
        </p:nvSpPr>
        <p:spPr>
          <a:xfrm>
            <a:off x="563497" y="2355611"/>
            <a:ext cx="208800" cy="20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oints - image">
  <p:cSld name="3 points - image"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89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49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19" name="Google Shape;619;p89"/>
          <p:cNvSpPr txBox="1">
            <a:spLocks noGrp="1"/>
          </p:cNvSpPr>
          <p:nvPr>
            <p:ph type="title"/>
          </p:nvPr>
        </p:nvSpPr>
        <p:spPr>
          <a:xfrm>
            <a:off x="618065" y="609599"/>
            <a:ext cx="5477935" cy="1827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Poppins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0" name="Google Shape;620;p89"/>
          <p:cNvSpPr txBox="1">
            <a:spLocks noGrp="1"/>
          </p:cNvSpPr>
          <p:nvPr>
            <p:ph type="ftr" idx="11"/>
          </p:nvPr>
        </p:nvSpPr>
        <p:spPr>
          <a:xfrm>
            <a:off x="6493933" y="6498000"/>
            <a:ext cx="484674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i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1" name="Google Shape;621;p89"/>
          <p:cNvSpPr txBox="1">
            <a:spLocks noGrp="1"/>
          </p:cNvSpPr>
          <p:nvPr>
            <p:ph type="sldNum" idx="12"/>
          </p:nvPr>
        </p:nvSpPr>
        <p:spPr>
          <a:xfrm>
            <a:off x="11365923" y="6498000"/>
            <a:ext cx="46412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22" name="Google Shape;622;p89"/>
          <p:cNvSpPr>
            <a:spLocks noGrp="1"/>
          </p:cNvSpPr>
          <p:nvPr>
            <p:ph type="body" idx="1"/>
          </p:nvPr>
        </p:nvSpPr>
        <p:spPr>
          <a:xfrm>
            <a:off x="2013312" y="2984362"/>
            <a:ext cx="849600" cy="849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  <a:defRPr sz="3200" b="1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3" name="Google Shape;623;p89"/>
          <p:cNvSpPr txBox="1">
            <a:spLocks noGrp="1"/>
          </p:cNvSpPr>
          <p:nvPr>
            <p:ph type="body" idx="3"/>
          </p:nvPr>
        </p:nvSpPr>
        <p:spPr>
          <a:xfrm>
            <a:off x="937745" y="3948809"/>
            <a:ext cx="2973032" cy="2374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 b="1">
                <a:solidFill>
                  <a:schemeClr val="accent2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</a:defRPr>
            </a:lvl2pPr>
            <a:lvl3pPr marL="1371600" lvl="2" indent="-33020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marL="1828800" lvl="3" indent="-22860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4" name="Google Shape;624;p89"/>
          <p:cNvSpPr>
            <a:spLocks noGrp="1"/>
          </p:cNvSpPr>
          <p:nvPr>
            <p:ph type="body" idx="4"/>
          </p:nvPr>
        </p:nvSpPr>
        <p:spPr>
          <a:xfrm>
            <a:off x="5671200" y="2984362"/>
            <a:ext cx="849600" cy="849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  <a:defRPr sz="3200" b="1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5" name="Google Shape;625;p89"/>
          <p:cNvSpPr>
            <a:spLocks noGrp="1"/>
          </p:cNvSpPr>
          <p:nvPr>
            <p:ph type="body" idx="5"/>
          </p:nvPr>
        </p:nvSpPr>
        <p:spPr>
          <a:xfrm>
            <a:off x="9329088" y="2984362"/>
            <a:ext cx="849600" cy="849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  <a:defRPr sz="3200" b="1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6" name="Google Shape;626;p89"/>
          <p:cNvSpPr txBox="1">
            <a:spLocks noGrp="1"/>
          </p:cNvSpPr>
          <p:nvPr>
            <p:ph type="body" idx="6"/>
          </p:nvPr>
        </p:nvSpPr>
        <p:spPr>
          <a:xfrm>
            <a:off x="563497" y="528398"/>
            <a:ext cx="208800" cy="20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7" name="Google Shape;627;p89"/>
          <p:cNvSpPr txBox="1">
            <a:spLocks noGrp="1"/>
          </p:cNvSpPr>
          <p:nvPr>
            <p:ph type="body" idx="7"/>
          </p:nvPr>
        </p:nvSpPr>
        <p:spPr>
          <a:xfrm>
            <a:off x="4609484" y="3948809"/>
            <a:ext cx="2973032" cy="2374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 b="1">
                <a:solidFill>
                  <a:schemeClr val="accent2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</a:defRPr>
            </a:lvl2pPr>
            <a:lvl3pPr marL="1371600" lvl="2" indent="-33020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marL="1828800" lvl="3" indent="-22860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8" name="Google Shape;628;p89"/>
          <p:cNvSpPr txBox="1">
            <a:spLocks noGrp="1"/>
          </p:cNvSpPr>
          <p:nvPr>
            <p:ph type="body" idx="8"/>
          </p:nvPr>
        </p:nvSpPr>
        <p:spPr>
          <a:xfrm>
            <a:off x="8267078" y="3948809"/>
            <a:ext cx="2973032" cy="2374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 b="1">
                <a:solidFill>
                  <a:schemeClr val="accent2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</a:defRPr>
            </a:lvl2pPr>
            <a:lvl3pPr marL="1371600" lvl="2" indent="-33020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marL="1828800" lvl="3" indent="-22860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oints - image alternative-Blue">
  <p:cSld name="3 points - image alternative-Blue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90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49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31" name="Google Shape;631;p90"/>
          <p:cNvSpPr txBox="1">
            <a:spLocks noGrp="1"/>
          </p:cNvSpPr>
          <p:nvPr>
            <p:ph type="title"/>
          </p:nvPr>
        </p:nvSpPr>
        <p:spPr>
          <a:xfrm>
            <a:off x="618065" y="609599"/>
            <a:ext cx="5477935" cy="1827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2" name="Google Shape;632;p90"/>
          <p:cNvSpPr txBox="1">
            <a:spLocks noGrp="1"/>
          </p:cNvSpPr>
          <p:nvPr>
            <p:ph type="ftr" idx="11"/>
          </p:nvPr>
        </p:nvSpPr>
        <p:spPr>
          <a:xfrm>
            <a:off x="6493933" y="6498000"/>
            <a:ext cx="484674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i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3" name="Google Shape;633;p90"/>
          <p:cNvSpPr txBox="1">
            <a:spLocks noGrp="1"/>
          </p:cNvSpPr>
          <p:nvPr>
            <p:ph type="sldNum" idx="12"/>
          </p:nvPr>
        </p:nvSpPr>
        <p:spPr>
          <a:xfrm>
            <a:off x="11365923" y="6498000"/>
            <a:ext cx="46412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34" name="Google Shape;634;p90"/>
          <p:cNvSpPr txBox="1">
            <a:spLocks noGrp="1"/>
          </p:cNvSpPr>
          <p:nvPr>
            <p:ph type="body" idx="1"/>
          </p:nvPr>
        </p:nvSpPr>
        <p:spPr>
          <a:xfrm>
            <a:off x="937979" y="3070253"/>
            <a:ext cx="2973600" cy="266374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 b="1">
                <a:solidFill>
                  <a:schemeClr val="accent2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</a:defRPr>
            </a:lvl2pPr>
            <a:lvl3pPr marL="1371600" lvl="2" indent="-33020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marL="1828800" lvl="3" indent="-22860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5" name="Google Shape;635;p90"/>
          <p:cNvSpPr txBox="1">
            <a:spLocks noGrp="1"/>
          </p:cNvSpPr>
          <p:nvPr>
            <p:ph type="body" idx="3"/>
          </p:nvPr>
        </p:nvSpPr>
        <p:spPr>
          <a:xfrm>
            <a:off x="563497" y="528398"/>
            <a:ext cx="208800" cy="20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6" name="Google Shape;636;p90"/>
          <p:cNvSpPr txBox="1">
            <a:spLocks noGrp="1"/>
          </p:cNvSpPr>
          <p:nvPr>
            <p:ph type="body" idx="4"/>
          </p:nvPr>
        </p:nvSpPr>
        <p:spPr>
          <a:xfrm>
            <a:off x="4609484" y="3070253"/>
            <a:ext cx="2973032" cy="266374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 b="1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3020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marL="1828800" lvl="3" indent="-22860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7" name="Google Shape;637;p90"/>
          <p:cNvSpPr txBox="1">
            <a:spLocks noGrp="1"/>
          </p:cNvSpPr>
          <p:nvPr>
            <p:ph type="body" idx="5"/>
          </p:nvPr>
        </p:nvSpPr>
        <p:spPr>
          <a:xfrm>
            <a:off x="8264341" y="3070253"/>
            <a:ext cx="2973032" cy="266374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 b="1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3020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marL="1828800" lvl="3" indent="-22860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8" name="Google Shape;638;p90"/>
          <p:cNvSpPr txBox="1">
            <a:spLocks noGrp="1"/>
          </p:cNvSpPr>
          <p:nvPr>
            <p:ph type="body" idx="6"/>
          </p:nvPr>
        </p:nvSpPr>
        <p:spPr>
          <a:xfrm>
            <a:off x="937979" y="2951452"/>
            <a:ext cx="2973600" cy="118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9" name="Google Shape;639;p90"/>
          <p:cNvSpPr txBox="1">
            <a:spLocks noGrp="1"/>
          </p:cNvSpPr>
          <p:nvPr>
            <p:ph type="body" idx="7"/>
          </p:nvPr>
        </p:nvSpPr>
        <p:spPr>
          <a:xfrm>
            <a:off x="4609200" y="2951452"/>
            <a:ext cx="2973600" cy="118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0" name="Google Shape;640;p90"/>
          <p:cNvSpPr txBox="1">
            <a:spLocks noGrp="1"/>
          </p:cNvSpPr>
          <p:nvPr>
            <p:ph type="body" idx="8"/>
          </p:nvPr>
        </p:nvSpPr>
        <p:spPr>
          <a:xfrm>
            <a:off x="8264057" y="2951452"/>
            <a:ext cx="2973600" cy="118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oints - image top">
  <p:cSld name="3 points - image top"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91"/>
          <p:cNvSpPr>
            <a:spLocks noGrp="1"/>
          </p:cNvSpPr>
          <p:nvPr>
            <p:ph type="pic" idx="2"/>
          </p:nvPr>
        </p:nvSpPr>
        <p:spPr>
          <a:xfrm>
            <a:off x="0" y="1"/>
            <a:ext cx="12192000" cy="342899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43" name="Google Shape;643;p91"/>
          <p:cNvSpPr/>
          <p:nvPr/>
        </p:nvSpPr>
        <p:spPr>
          <a:xfrm>
            <a:off x="4062000" y="3429000"/>
            <a:ext cx="4069800" cy="3069000"/>
          </a:xfrm>
          <a:custGeom>
            <a:avLst/>
            <a:gdLst/>
            <a:ahLst/>
            <a:cxnLst/>
            <a:rect l="l" t="t" r="r" b="b"/>
            <a:pathLst>
              <a:path w="4069800" h="3069000" extrusionOk="0">
                <a:moveTo>
                  <a:pt x="0" y="0"/>
                </a:moveTo>
                <a:lnTo>
                  <a:pt x="4068000" y="0"/>
                </a:lnTo>
                <a:lnTo>
                  <a:pt x="4069800" y="0"/>
                </a:lnTo>
                <a:lnTo>
                  <a:pt x="4069800" y="3069000"/>
                </a:lnTo>
                <a:lnTo>
                  <a:pt x="2951196" y="3069000"/>
                </a:lnTo>
                <a:lnTo>
                  <a:pt x="2287827" y="3069000"/>
                </a:lnTo>
                <a:lnTo>
                  <a:pt x="1783774" y="3069000"/>
                </a:lnTo>
                <a:lnTo>
                  <a:pt x="958811" y="3069000"/>
                </a:lnTo>
                <a:lnTo>
                  <a:pt x="1800" y="3069000"/>
                </a:lnTo>
                <a:lnTo>
                  <a:pt x="1800" y="235974"/>
                </a:lnTo>
                <a:lnTo>
                  <a:pt x="0" y="235974"/>
                </a:lnTo>
                <a:close/>
              </a:path>
            </a:pathLst>
          </a:custGeom>
          <a:solidFill>
            <a:schemeClr val="l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4" name="Google Shape;644;p91"/>
          <p:cNvSpPr txBox="1">
            <a:spLocks noGrp="1"/>
          </p:cNvSpPr>
          <p:nvPr>
            <p:ph type="ftr" idx="11"/>
          </p:nvPr>
        </p:nvSpPr>
        <p:spPr>
          <a:xfrm>
            <a:off x="6493933" y="6498000"/>
            <a:ext cx="484674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i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5" name="Google Shape;645;p91"/>
          <p:cNvSpPr txBox="1">
            <a:spLocks noGrp="1"/>
          </p:cNvSpPr>
          <p:nvPr>
            <p:ph type="sldNum" idx="12"/>
          </p:nvPr>
        </p:nvSpPr>
        <p:spPr>
          <a:xfrm>
            <a:off x="11365923" y="6498000"/>
            <a:ext cx="46412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46" name="Google Shape;646;p91"/>
          <p:cNvSpPr txBox="1">
            <a:spLocks noGrp="1"/>
          </p:cNvSpPr>
          <p:nvPr>
            <p:ph type="title"/>
          </p:nvPr>
        </p:nvSpPr>
        <p:spPr>
          <a:xfrm>
            <a:off x="618065" y="609599"/>
            <a:ext cx="5477935" cy="1827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7" name="Google Shape;647;p91"/>
          <p:cNvSpPr txBox="1">
            <a:spLocks noGrp="1"/>
          </p:cNvSpPr>
          <p:nvPr>
            <p:ph type="body" idx="1"/>
          </p:nvPr>
        </p:nvSpPr>
        <p:spPr>
          <a:xfrm>
            <a:off x="563497" y="528398"/>
            <a:ext cx="208800" cy="20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8" name="Google Shape;648;p91"/>
          <p:cNvSpPr>
            <a:spLocks noGrp="1"/>
          </p:cNvSpPr>
          <p:nvPr>
            <p:ph type="body" idx="3"/>
          </p:nvPr>
        </p:nvSpPr>
        <p:spPr>
          <a:xfrm>
            <a:off x="2013312" y="2984362"/>
            <a:ext cx="849600" cy="849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 b="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9" name="Google Shape;649;p91"/>
          <p:cNvSpPr txBox="1">
            <a:spLocks noGrp="1"/>
          </p:cNvSpPr>
          <p:nvPr>
            <p:ph type="body" idx="4"/>
          </p:nvPr>
        </p:nvSpPr>
        <p:spPr>
          <a:xfrm>
            <a:off x="937745" y="3969327"/>
            <a:ext cx="2973032" cy="2232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 b="1">
                <a:solidFill>
                  <a:schemeClr val="accent2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</a:defRPr>
            </a:lvl2pPr>
            <a:lvl3pPr marL="1371600" lvl="2" indent="-33020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marL="1828800" lvl="3" indent="-22860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0" name="Google Shape;650;p91"/>
          <p:cNvSpPr>
            <a:spLocks noGrp="1"/>
          </p:cNvSpPr>
          <p:nvPr>
            <p:ph type="body" idx="5"/>
          </p:nvPr>
        </p:nvSpPr>
        <p:spPr>
          <a:xfrm>
            <a:off x="5671200" y="2984362"/>
            <a:ext cx="849600" cy="8496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 b="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1" name="Google Shape;651;p91"/>
          <p:cNvSpPr>
            <a:spLocks noGrp="1"/>
          </p:cNvSpPr>
          <p:nvPr>
            <p:ph type="body" idx="6"/>
          </p:nvPr>
        </p:nvSpPr>
        <p:spPr>
          <a:xfrm>
            <a:off x="9329088" y="2984362"/>
            <a:ext cx="849600" cy="849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 b="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2" name="Google Shape;652;p91"/>
          <p:cNvSpPr txBox="1">
            <a:spLocks noGrp="1"/>
          </p:cNvSpPr>
          <p:nvPr>
            <p:ph type="body" idx="7"/>
          </p:nvPr>
        </p:nvSpPr>
        <p:spPr>
          <a:xfrm>
            <a:off x="4609484" y="3969327"/>
            <a:ext cx="2973032" cy="2232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 b="1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3020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22860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22860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3" name="Google Shape;653;p91"/>
          <p:cNvSpPr txBox="1">
            <a:spLocks noGrp="1"/>
          </p:cNvSpPr>
          <p:nvPr>
            <p:ph type="body" idx="8"/>
          </p:nvPr>
        </p:nvSpPr>
        <p:spPr>
          <a:xfrm>
            <a:off x="8267078" y="3969327"/>
            <a:ext cx="2973032" cy="2232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 b="1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3020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22860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22860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/ chart 2/3">
  <p:cSld name="Image / chart 2/3"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92"/>
          <p:cNvSpPr txBox="1">
            <a:spLocks noGrp="1"/>
          </p:cNvSpPr>
          <p:nvPr>
            <p:ph type="body" idx="1"/>
          </p:nvPr>
        </p:nvSpPr>
        <p:spPr>
          <a:xfrm>
            <a:off x="4064000" y="0"/>
            <a:ext cx="8128000" cy="64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6" name="Google Shape;656;p92"/>
          <p:cNvSpPr txBox="1">
            <a:spLocks noGrp="1"/>
          </p:cNvSpPr>
          <p:nvPr>
            <p:ph type="title"/>
          </p:nvPr>
        </p:nvSpPr>
        <p:spPr>
          <a:xfrm>
            <a:off x="618065" y="609599"/>
            <a:ext cx="3229316" cy="1827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7" name="Google Shape;657;p92"/>
          <p:cNvSpPr txBox="1">
            <a:spLocks noGrp="1"/>
          </p:cNvSpPr>
          <p:nvPr>
            <p:ph type="body" idx="2"/>
          </p:nvPr>
        </p:nvSpPr>
        <p:spPr>
          <a:xfrm>
            <a:off x="618066" y="2436812"/>
            <a:ext cx="3229316" cy="3811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8" name="Google Shape;658;p92"/>
          <p:cNvSpPr txBox="1">
            <a:spLocks noGrp="1"/>
          </p:cNvSpPr>
          <p:nvPr>
            <p:ph type="ftr" idx="11"/>
          </p:nvPr>
        </p:nvSpPr>
        <p:spPr>
          <a:xfrm>
            <a:off x="6493933" y="6498000"/>
            <a:ext cx="484674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i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9" name="Google Shape;659;p92"/>
          <p:cNvSpPr txBox="1">
            <a:spLocks noGrp="1"/>
          </p:cNvSpPr>
          <p:nvPr>
            <p:ph type="sldNum" idx="12"/>
          </p:nvPr>
        </p:nvSpPr>
        <p:spPr>
          <a:xfrm>
            <a:off x="11365923" y="6498000"/>
            <a:ext cx="46412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60" name="Google Shape;660;p92"/>
          <p:cNvSpPr txBox="1">
            <a:spLocks noGrp="1"/>
          </p:cNvSpPr>
          <p:nvPr>
            <p:ph type="body" idx="3"/>
          </p:nvPr>
        </p:nvSpPr>
        <p:spPr>
          <a:xfrm>
            <a:off x="563497" y="528398"/>
            <a:ext cx="208800" cy="20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 points">
  <p:cSld name="1_4 points"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93"/>
          <p:cNvSpPr>
            <a:spLocks noGrp="1"/>
          </p:cNvSpPr>
          <p:nvPr>
            <p:ph type="pic" idx="2"/>
          </p:nvPr>
        </p:nvSpPr>
        <p:spPr>
          <a:xfrm>
            <a:off x="4064400" y="0"/>
            <a:ext cx="4063200" cy="649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63" name="Google Shape;663;p93"/>
          <p:cNvSpPr txBox="1">
            <a:spLocks noGrp="1"/>
          </p:cNvSpPr>
          <p:nvPr>
            <p:ph type="ftr" idx="11"/>
          </p:nvPr>
        </p:nvSpPr>
        <p:spPr>
          <a:xfrm>
            <a:off x="6493933" y="6498000"/>
            <a:ext cx="484674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i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4" name="Google Shape;664;p93"/>
          <p:cNvSpPr txBox="1">
            <a:spLocks noGrp="1"/>
          </p:cNvSpPr>
          <p:nvPr>
            <p:ph type="sldNum" idx="12"/>
          </p:nvPr>
        </p:nvSpPr>
        <p:spPr>
          <a:xfrm>
            <a:off x="11365923" y="6498000"/>
            <a:ext cx="46412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65" name="Google Shape;665;p93"/>
          <p:cNvSpPr txBox="1">
            <a:spLocks noGrp="1"/>
          </p:cNvSpPr>
          <p:nvPr>
            <p:ph type="title"/>
          </p:nvPr>
        </p:nvSpPr>
        <p:spPr>
          <a:xfrm>
            <a:off x="618065" y="609599"/>
            <a:ext cx="3229316" cy="1827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6" name="Google Shape;666;p93"/>
          <p:cNvSpPr txBox="1">
            <a:spLocks noGrp="1"/>
          </p:cNvSpPr>
          <p:nvPr>
            <p:ph type="body" idx="1"/>
          </p:nvPr>
        </p:nvSpPr>
        <p:spPr>
          <a:xfrm>
            <a:off x="563497" y="528398"/>
            <a:ext cx="208800" cy="20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points">
  <p:cSld name="4 points"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94"/>
          <p:cNvSpPr>
            <a:spLocks noGrp="1"/>
          </p:cNvSpPr>
          <p:nvPr>
            <p:ph type="pic" idx="2"/>
          </p:nvPr>
        </p:nvSpPr>
        <p:spPr>
          <a:xfrm>
            <a:off x="4064400" y="0"/>
            <a:ext cx="4063200" cy="649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69" name="Google Shape;669;p94"/>
          <p:cNvSpPr txBox="1">
            <a:spLocks noGrp="1"/>
          </p:cNvSpPr>
          <p:nvPr>
            <p:ph type="ftr" idx="11"/>
          </p:nvPr>
        </p:nvSpPr>
        <p:spPr>
          <a:xfrm>
            <a:off x="6493933" y="6498000"/>
            <a:ext cx="484674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i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0" name="Google Shape;670;p94"/>
          <p:cNvSpPr txBox="1">
            <a:spLocks noGrp="1"/>
          </p:cNvSpPr>
          <p:nvPr>
            <p:ph type="sldNum" idx="12"/>
          </p:nvPr>
        </p:nvSpPr>
        <p:spPr>
          <a:xfrm>
            <a:off x="11365923" y="6498000"/>
            <a:ext cx="46412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1" name="Google Shape;671;p94"/>
          <p:cNvSpPr txBox="1">
            <a:spLocks noGrp="1"/>
          </p:cNvSpPr>
          <p:nvPr>
            <p:ph type="body" idx="1"/>
          </p:nvPr>
        </p:nvSpPr>
        <p:spPr>
          <a:xfrm>
            <a:off x="457200" y="1137949"/>
            <a:ext cx="3189288" cy="2109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  <a:defRPr sz="3200" b="1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2" name="Google Shape;672;p94"/>
          <p:cNvSpPr txBox="1">
            <a:spLocks noGrp="1"/>
          </p:cNvSpPr>
          <p:nvPr>
            <p:ph type="body" idx="3"/>
          </p:nvPr>
        </p:nvSpPr>
        <p:spPr>
          <a:xfrm>
            <a:off x="457200" y="3787631"/>
            <a:ext cx="3189288" cy="2109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  <a:defRPr sz="3200" b="1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3" name="Google Shape;673;p94"/>
          <p:cNvSpPr txBox="1">
            <a:spLocks noGrp="1"/>
          </p:cNvSpPr>
          <p:nvPr>
            <p:ph type="body" idx="4"/>
          </p:nvPr>
        </p:nvSpPr>
        <p:spPr>
          <a:xfrm>
            <a:off x="8504959" y="1137949"/>
            <a:ext cx="3189288" cy="2109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  <a:defRPr sz="3200" b="1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4" name="Google Shape;674;p94"/>
          <p:cNvSpPr txBox="1">
            <a:spLocks noGrp="1"/>
          </p:cNvSpPr>
          <p:nvPr>
            <p:ph type="body" idx="5"/>
          </p:nvPr>
        </p:nvSpPr>
        <p:spPr>
          <a:xfrm>
            <a:off x="8504959" y="3787631"/>
            <a:ext cx="3189288" cy="2109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  <a:defRPr sz="3200" b="1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/ content split">
  <p:cSld name="Image / content split"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95"/>
          <p:cNvSpPr/>
          <p:nvPr/>
        </p:nvSpPr>
        <p:spPr>
          <a:xfrm>
            <a:off x="4062000" y="0"/>
            <a:ext cx="4069800" cy="6498000"/>
          </a:xfrm>
          <a:custGeom>
            <a:avLst/>
            <a:gdLst/>
            <a:ahLst/>
            <a:cxnLst/>
            <a:rect l="l" t="t" r="r" b="b"/>
            <a:pathLst>
              <a:path w="4069800" h="6498000" extrusionOk="0">
                <a:moveTo>
                  <a:pt x="0" y="0"/>
                </a:moveTo>
                <a:lnTo>
                  <a:pt x="4068000" y="0"/>
                </a:lnTo>
                <a:lnTo>
                  <a:pt x="4068000" y="3429000"/>
                </a:lnTo>
                <a:lnTo>
                  <a:pt x="4069800" y="3429000"/>
                </a:lnTo>
                <a:lnTo>
                  <a:pt x="4069800" y="6498000"/>
                </a:lnTo>
                <a:lnTo>
                  <a:pt x="2951196" y="6498000"/>
                </a:lnTo>
                <a:lnTo>
                  <a:pt x="2287827" y="6498000"/>
                </a:lnTo>
                <a:lnTo>
                  <a:pt x="1783774" y="6498000"/>
                </a:lnTo>
                <a:lnTo>
                  <a:pt x="958811" y="6498000"/>
                </a:lnTo>
                <a:lnTo>
                  <a:pt x="1800" y="6498000"/>
                </a:lnTo>
                <a:lnTo>
                  <a:pt x="1800" y="3664974"/>
                </a:lnTo>
                <a:lnTo>
                  <a:pt x="0" y="3664974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7" name="Google Shape;677;p95"/>
          <p:cNvSpPr>
            <a:spLocks noGrp="1"/>
          </p:cNvSpPr>
          <p:nvPr>
            <p:ph type="pic" idx="2"/>
          </p:nvPr>
        </p:nvSpPr>
        <p:spPr>
          <a:xfrm>
            <a:off x="0" y="1"/>
            <a:ext cx="4063800" cy="649799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78" name="Google Shape;678;p95"/>
          <p:cNvSpPr txBox="1">
            <a:spLocks noGrp="1"/>
          </p:cNvSpPr>
          <p:nvPr>
            <p:ph type="title"/>
          </p:nvPr>
        </p:nvSpPr>
        <p:spPr>
          <a:xfrm>
            <a:off x="4432928" y="609599"/>
            <a:ext cx="3531201" cy="1827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Poppins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9" name="Google Shape;679;p95"/>
          <p:cNvSpPr txBox="1">
            <a:spLocks noGrp="1"/>
          </p:cNvSpPr>
          <p:nvPr>
            <p:ph type="ftr" idx="11"/>
          </p:nvPr>
        </p:nvSpPr>
        <p:spPr>
          <a:xfrm>
            <a:off x="6493933" y="6498000"/>
            <a:ext cx="484674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i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0" name="Google Shape;680;p95"/>
          <p:cNvSpPr txBox="1">
            <a:spLocks noGrp="1"/>
          </p:cNvSpPr>
          <p:nvPr>
            <p:ph type="sldNum" idx="12"/>
          </p:nvPr>
        </p:nvSpPr>
        <p:spPr>
          <a:xfrm>
            <a:off x="11365923" y="6498000"/>
            <a:ext cx="46412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1" name="Google Shape;681;p95"/>
          <p:cNvSpPr txBox="1">
            <a:spLocks noGrp="1"/>
          </p:cNvSpPr>
          <p:nvPr>
            <p:ph type="body" idx="1"/>
          </p:nvPr>
        </p:nvSpPr>
        <p:spPr>
          <a:xfrm>
            <a:off x="4432928" y="2436814"/>
            <a:ext cx="3531201" cy="3811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2" name="Google Shape;682;p95"/>
          <p:cNvSpPr txBox="1">
            <a:spLocks noGrp="1"/>
          </p:cNvSpPr>
          <p:nvPr>
            <p:ph type="body" idx="3"/>
          </p:nvPr>
        </p:nvSpPr>
        <p:spPr>
          <a:xfrm>
            <a:off x="4387351" y="528398"/>
            <a:ext cx="208800" cy="20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lternative basic">
  <p:cSld name="Alternative basic">
    <p:bg>
      <p:bgPr>
        <a:solidFill>
          <a:schemeClr val="accent5"/>
        </a:solidFill>
        <a:effectLst/>
      </p:bgPr>
    </p:bg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96"/>
          <p:cNvSpPr txBox="1">
            <a:spLocks noGrp="1"/>
          </p:cNvSpPr>
          <p:nvPr>
            <p:ph type="title"/>
          </p:nvPr>
        </p:nvSpPr>
        <p:spPr>
          <a:xfrm>
            <a:off x="618065" y="609600"/>
            <a:ext cx="3218829" cy="28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5" name="Google Shape;685;p96"/>
          <p:cNvSpPr txBox="1">
            <a:spLocks noGrp="1"/>
          </p:cNvSpPr>
          <p:nvPr>
            <p:ph type="body" idx="1"/>
          </p:nvPr>
        </p:nvSpPr>
        <p:spPr>
          <a:xfrm>
            <a:off x="4063800" y="3630706"/>
            <a:ext cx="7519866" cy="2617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6" name="Google Shape;686;p96"/>
          <p:cNvSpPr txBox="1">
            <a:spLocks noGrp="1"/>
          </p:cNvSpPr>
          <p:nvPr>
            <p:ph type="ftr" idx="11"/>
          </p:nvPr>
        </p:nvSpPr>
        <p:spPr>
          <a:xfrm>
            <a:off x="6493933" y="6498000"/>
            <a:ext cx="484674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i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7" name="Google Shape;687;p96"/>
          <p:cNvSpPr txBox="1">
            <a:spLocks noGrp="1"/>
          </p:cNvSpPr>
          <p:nvPr>
            <p:ph type="sldNum" idx="12"/>
          </p:nvPr>
        </p:nvSpPr>
        <p:spPr>
          <a:xfrm>
            <a:off x="11365923" y="6498000"/>
            <a:ext cx="46412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8" name="Google Shape;688;p96"/>
          <p:cNvSpPr txBox="1">
            <a:spLocks noGrp="1"/>
          </p:cNvSpPr>
          <p:nvPr>
            <p:ph type="body" idx="2"/>
          </p:nvPr>
        </p:nvSpPr>
        <p:spPr>
          <a:xfrm>
            <a:off x="4064000" y="0"/>
            <a:ext cx="8128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9" name="Google Shape;689;p96"/>
          <p:cNvSpPr txBox="1">
            <a:spLocks noGrp="1"/>
          </p:cNvSpPr>
          <p:nvPr>
            <p:ph type="body" idx="3"/>
          </p:nvPr>
        </p:nvSpPr>
        <p:spPr>
          <a:xfrm>
            <a:off x="563497" y="528398"/>
            <a:ext cx="208800" cy="20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vices">
  <p:cSld name="Devices">
    <p:bg>
      <p:bgPr>
        <a:solidFill>
          <a:schemeClr val="accent5"/>
        </a:solidFill>
        <a:effectLst/>
      </p:bgPr>
    </p:bg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97"/>
          <p:cNvSpPr txBox="1">
            <a:spLocks noGrp="1"/>
          </p:cNvSpPr>
          <p:nvPr>
            <p:ph type="title"/>
          </p:nvPr>
        </p:nvSpPr>
        <p:spPr>
          <a:xfrm>
            <a:off x="618065" y="609600"/>
            <a:ext cx="10965600" cy="1192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2" name="Google Shape;692;p97"/>
          <p:cNvSpPr txBox="1">
            <a:spLocks noGrp="1"/>
          </p:cNvSpPr>
          <p:nvPr>
            <p:ph type="body" idx="1"/>
          </p:nvPr>
        </p:nvSpPr>
        <p:spPr>
          <a:xfrm>
            <a:off x="618067" y="2436812"/>
            <a:ext cx="2962580" cy="3811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3" name="Google Shape;693;p97"/>
          <p:cNvSpPr txBox="1">
            <a:spLocks noGrp="1"/>
          </p:cNvSpPr>
          <p:nvPr>
            <p:ph type="ftr" idx="11"/>
          </p:nvPr>
        </p:nvSpPr>
        <p:spPr>
          <a:xfrm>
            <a:off x="6493933" y="6498000"/>
            <a:ext cx="484674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i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4" name="Google Shape;694;p97"/>
          <p:cNvSpPr txBox="1">
            <a:spLocks noGrp="1"/>
          </p:cNvSpPr>
          <p:nvPr>
            <p:ph type="sldNum" idx="12"/>
          </p:nvPr>
        </p:nvSpPr>
        <p:spPr>
          <a:xfrm>
            <a:off x="11365923" y="6498000"/>
            <a:ext cx="46412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5" name="Google Shape;695;p97"/>
          <p:cNvSpPr txBox="1">
            <a:spLocks noGrp="1"/>
          </p:cNvSpPr>
          <p:nvPr>
            <p:ph type="body" idx="2"/>
          </p:nvPr>
        </p:nvSpPr>
        <p:spPr>
          <a:xfrm>
            <a:off x="563497" y="528398"/>
            <a:ext cx="208800" cy="20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6" name="Google Shape;696;p97"/>
          <p:cNvSpPr>
            <a:spLocks noGrp="1"/>
          </p:cNvSpPr>
          <p:nvPr>
            <p:ph type="body" idx="3"/>
          </p:nvPr>
        </p:nvSpPr>
        <p:spPr>
          <a:xfrm>
            <a:off x="5062050" y="1422000"/>
            <a:ext cx="6768000" cy="4014000"/>
          </a:xfrm>
          <a:prstGeom prst="round2SameRect">
            <a:avLst>
              <a:gd name="adj1" fmla="val 6156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7" name="Google Shape;697;p97"/>
          <p:cNvSpPr>
            <a:spLocks noGrp="1"/>
          </p:cNvSpPr>
          <p:nvPr>
            <p:ph type="pic" idx="4"/>
          </p:nvPr>
        </p:nvSpPr>
        <p:spPr>
          <a:xfrm>
            <a:off x="5062294" y="1712514"/>
            <a:ext cx="6767512" cy="3723486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698" name="Google Shape;698;p97"/>
          <p:cNvSpPr txBox="1">
            <a:spLocks noGrp="1"/>
          </p:cNvSpPr>
          <p:nvPr>
            <p:ph type="body" idx="5"/>
          </p:nvPr>
        </p:nvSpPr>
        <p:spPr>
          <a:xfrm>
            <a:off x="5062050" y="5400000"/>
            <a:ext cx="6768000" cy="3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9" name="Google Shape;699;p97"/>
          <p:cNvSpPr>
            <a:spLocks noGrp="1"/>
          </p:cNvSpPr>
          <p:nvPr>
            <p:ph type="body" idx="6"/>
          </p:nvPr>
        </p:nvSpPr>
        <p:spPr>
          <a:xfrm>
            <a:off x="8428050" y="1541493"/>
            <a:ext cx="36000" cy="36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0" name="Google Shape;700;p97"/>
          <p:cNvSpPr>
            <a:spLocks noGrp="1"/>
          </p:cNvSpPr>
          <p:nvPr>
            <p:ph type="body" idx="7"/>
          </p:nvPr>
        </p:nvSpPr>
        <p:spPr>
          <a:xfrm>
            <a:off x="3962200" y="2150333"/>
            <a:ext cx="1962204" cy="4014000"/>
          </a:xfrm>
          <a:prstGeom prst="round2SameRect">
            <a:avLst>
              <a:gd name="adj1" fmla="val 6156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1" name="Google Shape;701;p97"/>
          <p:cNvSpPr>
            <a:spLocks noGrp="1"/>
          </p:cNvSpPr>
          <p:nvPr>
            <p:ph type="pic" idx="8"/>
          </p:nvPr>
        </p:nvSpPr>
        <p:spPr>
          <a:xfrm>
            <a:off x="3962444" y="2440847"/>
            <a:ext cx="1962063" cy="3723486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02" name="Google Shape;702;p97"/>
          <p:cNvSpPr txBox="1">
            <a:spLocks noGrp="1"/>
          </p:cNvSpPr>
          <p:nvPr>
            <p:ph type="body" idx="9"/>
          </p:nvPr>
        </p:nvSpPr>
        <p:spPr>
          <a:xfrm>
            <a:off x="3962200" y="6128333"/>
            <a:ext cx="1962204" cy="3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3" name="Google Shape;703;p97"/>
          <p:cNvSpPr>
            <a:spLocks noGrp="1"/>
          </p:cNvSpPr>
          <p:nvPr>
            <p:ph type="body" idx="13"/>
          </p:nvPr>
        </p:nvSpPr>
        <p:spPr>
          <a:xfrm>
            <a:off x="4807103" y="2271316"/>
            <a:ext cx="36000" cy="36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4" name="Google Shape;704;p97"/>
          <p:cNvSpPr>
            <a:spLocks noGrp="1"/>
          </p:cNvSpPr>
          <p:nvPr>
            <p:ph type="body" idx="14"/>
          </p:nvPr>
        </p:nvSpPr>
        <p:spPr>
          <a:xfrm>
            <a:off x="4899178" y="2271316"/>
            <a:ext cx="182876" cy="360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oints with Background">
  <p:cSld name="3 points with Background"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98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49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07" name="Google Shape;707;p98"/>
          <p:cNvSpPr txBox="1">
            <a:spLocks noGrp="1"/>
          </p:cNvSpPr>
          <p:nvPr>
            <p:ph type="ftr" idx="11"/>
          </p:nvPr>
        </p:nvSpPr>
        <p:spPr>
          <a:xfrm>
            <a:off x="6493933" y="6498000"/>
            <a:ext cx="484674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i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8" name="Google Shape;708;p98"/>
          <p:cNvSpPr txBox="1">
            <a:spLocks noGrp="1"/>
          </p:cNvSpPr>
          <p:nvPr>
            <p:ph type="sldNum" idx="12"/>
          </p:nvPr>
        </p:nvSpPr>
        <p:spPr>
          <a:xfrm>
            <a:off x="11365923" y="6498000"/>
            <a:ext cx="46412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09" name="Google Shape;709;p98"/>
          <p:cNvSpPr txBox="1">
            <a:spLocks noGrp="1"/>
          </p:cNvSpPr>
          <p:nvPr>
            <p:ph type="body" idx="1"/>
          </p:nvPr>
        </p:nvSpPr>
        <p:spPr>
          <a:xfrm>
            <a:off x="759204" y="609601"/>
            <a:ext cx="3517784" cy="5325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3800"/>
              <a:buNone/>
              <a:defRPr sz="13800" b="1">
                <a:solidFill>
                  <a:schemeClr val="accent2"/>
                </a:solidFill>
              </a:defRPr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0" name="Google Shape;710;p98"/>
          <p:cNvSpPr txBox="1">
            <a:spLocks noGrp="1"/>
          </p:cNvSpPr>
          <p:nvPr>
            <p:ph type="body" idx="3"/>
          </p:nvPr>
        </p:nvSpPr>
        <p:spPr>
          <a:xfrm>
            <a:off x="4337109" y="609601"/>
            <a:ext cx="3517784" cy="5325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3800"/>
              <a:buNone/>
              <a:defRPr sz="13800" b="1">
                <a:solidFill>
                  <a:schemeClr val="accent2"/>
                </a:solidFill>
              </a:defRPr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1" name="Google Shape;711;p98"/>
          <p:cNvSpPr txBox="1">
            <a:spLocks noGrp="1"/>
          </p:cNvSpPr>
          <p:nvPr>
            <p:ph type="body" idx="4"/>
          </p:nvPr>
        </p:nvSpPr>
        <p:spPr>
          <a:xfrm>
            <a:off x="7915014" y="609601"/>
            <a:ext cx="3517784" cy="5325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3800"/>
              <a:buNone/>
              <a:defRPr sz="13800" b="1">
                <a:solidFill>
                  <a:schemeClr val="accent2"/>
                </a:solidFill>
              </a:defRPr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oints with Background 2">
  <p:cSld name="3 points with Background 2"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99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2000" cy="6498000"/>
          </a:xfrm>
          <a:prstGeom prst="rect">
            <a:avLst/>
          </a:prstGeom>
          <a:gradFill>
            <a:gsLst>
              <a:gs pos="0">
                <a:srgbClr val="2B2D42">
                  <a:alpha val="18823"/>
                </a:srgbClr>
              </a:gs>
              <a:gs pos="100000">
                <a:srgbClr val="2B2D4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4" name="Google Shape;714;p99"/>
          <p:cNvSpPr>
            <a:spLocks noGrp="1"/>
          </p:cNvSpPr>
          <p:nvPr>
            <p:ph type="pic" idx="2"/>
          </p:nvPr>
        </p:nvSpPr>
        <p:spPr>
          <a:xfrm>
            <a:off x="0" y="1"/>
            <a:ext cx="4074822" cy="6497999"/>
          </a:xfrm>
          <a:prstGeom prst="rect">
            <a:avLst/>
          </a:prstGeom>
          <a:noFill/>
          <a:ln>
            <a:noFill/>
          </a:ln>
        </p:spPr>
      </p:sp>
      <p:sp>
        <p:nvSpPr>
          <p:cNvPr id="715" name="Google Shape;715;p99"/>
          <p:cNvSpPr>
            <a:spLocks noGrp="1"/>
          </p:cNvSpPr>
          <p:nvPr>
            <p:ph type="pic" idx="3"/>
          </p:nvPr>
        </p:nvSpPr>
        <p:spPr>
          <a:xfrm>
            <a:off x="4064000" y="0"/>
            <a:ext cx="4064000" cy="6497999"/>
          </a:xfrm>
          <a:prstGeom prst="rect">
            <a:avLst/>
          </a:prstGeom>
          <a:noFill/>
          <a:ln>
            <a:noFill/>
          </a:ln>
        </p:spPr>
      </p:sp>
      <p:sp>
        <p:nvSpPr>
          <p:cNvPr id="716" name="Google Shape;716;p99"/>
          <p:cNvSpPr>
            <a:spLocks noGrp="1"/>
          </p:cNvSpPr>
          <p:nvPr>
            <p:ph type="pic" idx="4"/>
          </p:nvPr>
        </p:nvSpPr>
        <p:spPr>
          <a:xfrm>
            <a:off x="8117178" y="1"/>
            <a:ext cx="4074822" cy="6497999"/>
          </a:xfrm>
          <a:prstGeom prst="rect">
            <a:avLst/>
          </a:prstGeom>
          <a:noFill/>
          <a:ln>
            <a:noFill/>
          </a:ln>
        </p:spPr>
      </p:sp>
      <p:sp>
        <p:nvSpPr>
          <p:cNvPr id="717" name="Google Shape;717;p99"/>
          <p:cNvSpPr txBox="1">
            <a:spLocks noGrp="1"/>
          </p:cNvSpPr>
          <p:nvPr>
            <p:ph type="ftr" idx="11"/>
          </p:nvPr>
        </p:nvSpPr>
        <p:spPr>
          <a:xfrm>
            <a:off x="6493933" y="6498000"/>
            <a:ext cx="484674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i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8" name="Google Shape;718;p99"/>
          <p:cNvSpPr txBox="1">
            <a:spLocks noGrp="1"/>
          </p:cNvSpPr>
          <p:nvPr>
            <p:ph type="sldNum" idx="12"/>
          </p:nvPr>
        </p:nvSpPr>
        <p:spPr>
          <a:xfrm>
            <a:off x="11365923" y="6498000"/>
            <a:ext cx="46412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19" name="Google Shape;719;p99"/>
          <p:cNvSpPr txBox="1">
            <a:spLocks noGrp="1"/>
          </p:cNvSpPr>
          <p:nvPr>
            <p:ph type="body" idx="5"/>
          </p:nvPr>
        </p:nvSpPr>
        <p:spPr>
          <a:xfrm>
            <a:off x="513750" y="2283295"/>
            <a:ext cx="3036500" cy="3651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 b="1">
                <a:solidFill>
                  <a:schemeClr val="accent2"/>
                </a:solidFill>
              </a:defRPr>
            </a:lvl1pPr>
            <a:lvl2pPr marL="914400" lvl="1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1">
                <a:solidFill>
                  <a:schemeClr val="lt2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0" name="Google Shape;720;p99"/>
          <p:cNvSpPr txBox="1">
            <a:spLocks noGrp="1"/>
          </p:cNvSpPr>
          <p:nvPr>
            <p:ph type="body" idx="6"/>
          </p:nvPr>
        </p:nvSpPr>
        <p:spPr>
          <a:xfrm>
            <a:off x="4577750" y="2283295"/>
            <a:ext cx="3036500" cy="3651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 b="1">
                <a:solidFill>
                  <a:schemeClr val="accent2"/>
                </a:solidFill>
              </a:defRPr>
            </a:lvl1pPr>
            <a:lvl2pPr marL="914400" lvl="1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1">
                <a:solidFill>
                  <a:schemeClr val="lt2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1" name="Google Shape;721;p99"/>
          <p:cNvSpPr txBox="1">
            <a:spLocks noGrp="1"/>
          </p:cNvSpPr>
          <p:nvPr>
            <p:ph type="body" idx="7"/>
          </p:nvPr>
        </p:nvSpPr>
        <p:spPr>
          <a:xfrm>
            <a:off x="8641750" y="2283295"/>
            <a:ext cx="3036500" cy="3651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 b="1">
                <a:solidFill>
                  <a:schemeClr val="accent2"/>
                </a:solidFill>
              </a:defRPr>
            </a:lvl1pPr>
            <a:lvl2pPr marL="914400" lvl="1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1">
                <a:solidFill>
                  <a:schemeClr val="lt2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allouts with imagery">
  <p:cSld name="Title + 2 callouts with imagery"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100"/>
          <p:cNvSpPr>
            <a:spLocks noGrp="1"/>
          </p:cNvSpPr>
          <p:nvPr>
            <p:ph type="pic" idx="2"/>
          </p:nvPr>
        </p:nvSpPr>
        <p:spPr>
          <a:xfrm>
            <a:off x="4064000" y="1"/>
            <a:ext cx="4064000" cy="6497999"/>
          </a:xfrm>
          <a:prstGeom prst="rect">
            <a:avLst/>
          </a:prstGeom>
          <a:noFill/>
          <a:ln>
            <a:noFill/>
          </a:ln>
        </p:spPr>
      </p:sp>
      <p:sp>
        <p:nvSpPr>
          <p:cNvPr id="724" name="Google Shape;724;p100"/>
          <p:cNvSpPr>
            <a:spLocks noGrp="1"/>
          </p:cNvSpPr>
          <p:nvPr>
            <p:ph type="pic" idx="3"/>
          </p:nvPr>
        </p:nvSpPr>
        <p:spPr>
          <a:xfrm>
            <a:off x="8117178" y="1"/>
            <a:ext cx="4074822" cy="6497999"/>
          </a:xfrm>
          <a:prstGeom prst="rect">
            <a:avLst/>
          </a:prstGeom>
          <a:noFill/>
          <a:ln>
            <a:noFill/>
          </a:ln>
        </p:spPr>
      </p:sp>
      <p:sp>
        <p:nvSpPr>
          <p:cNvPr id="725" name="Google Shape;725;p100"/>
          <p:cNvSpPr txBox="1">
            <a:spLocks noGrp="1"/>
          </p:cNvSpPr>
          <p:nvPr>
            <p:ph type="body" idx="1"/>
          </p:nvPr>
        </p:nvSpPr>
        <p:spPr>
          <a:xfrm>
            <a:off x="4064000" y="0"/>
            <a:ext cx="8128000" cy="6498000"/>
          </a:xfrm>
          <a:prstGeom prst="rect">
            <a:avLst/>
          </a:prstGeom>
          <a:gradFill>
            <a:gsLst>
              <a:gs pos="0">
                <a:srgbClr val="2B2D42">
                  <a:alpha val="18823"/>
                </a:srgbClr>
              </a:gs>
              <a:gs pos="100000">
                <a:srgbClr val="2B2D4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6" name="Google Shape;726;p100"/>
          <p:cNvSpPr txBox="1">
            <a:spLocks noGrp="1"/>
          </p:cNvSpPr>
          <p:nvPr>
            <p:ph type="ftr" idx="11"/>
          </p:nvPr>
        </p:nvSpPr>
        <p:spPr>
          <a:xfrm>
            <a:off x="6493933" y="6498000"/>
            <a:ext cx="484674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i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7" name="Google Shape;727;p100"/>
          <p:cNvSpPr txBox="1">
            <a:spLocks noGrp="1"/>
          </p:cNvSpPr>
          <p:nvPr>
            <p:ph type="sldNum" idx="12"/>
          </p:nvPr>
        </p:nvSpPr>
        <p:spPr>
          <a:xfrm>
            <a:off x="11365923" y="6498000"/>
            <a:ext cx="46412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28" name="Google Shape;728;p100"/>
          <p:cNvSpPr txBox="1">
            <a:spLocks noGrp="1"/>
          </p:cNvSpPr>
          <p:nvPr>
            <p:ph type="title"/>
          </p:nvPr>
        </p:nvSpPr>
        <p:spPr>
          <a:xfrm>
            <a:off x="618066" y="2436813"/>
            <a:ext cx="3023302" cy="3498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Poppins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9" name="Google Shape;729;p100"/>
          <p:cNvSpPr txBox="1">
            <a:spLocks noGrp="1"/>
          </p:cNvSpPr>
          <p:nvPr>
            <p:ph type="body" idx="4"/>
          </p:nvPr>
        </p:nvSpPr>
        <p:spPr>
          <a:xfrm>
            <a:off x="563497" y="2355611"/>
            <a:ext cx="208800" cy="20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marL="914400" lvl="1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0" name="Google Shape;730;p100"/>
          <p:cNvSpPr txBox="1">
            <a:spLocks noGrp="1"/>
          </p:cNvSpPr>
          <p:nvPr>
            <p:ph type="body" idx="5"/>
          </p:nvPr>
        </p:nvSpPr>
        <p:spPr>
          <a:xfrm>
            <a:off x="4577750" y="2283295"/>
            <a:ext cx="3036500" cy="3651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 b="1">
                <a:solidFill>
                  <a:schemeClr val="accent2"/>
                </a:solidFill>
              </a:defRPr>
            </a:lvl1pPr>
            <a:lvl2pPr marL="914400" lvl="1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1">
                <a:solidFill>
                  <a:schemeClr val="lt2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1" name="Google Shape;731;p100"/>
          <p:cNvSpPr txBox="1">
            <a:spLocks noGrp="1"/>
          </p:cNvSpPr>
          <p:nvPr>
            <p:ph type="body" idx="6"/>
          </p:nvPr>
        </p:nvSpPr>
        <p:spPr>
          <a:xfrm>
            <a:off x="8641750" y="2283295"/>
            <a:ext cx="3036500" cy="3651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 b="1">
                <a:solidFill>
                  <a:schemeClr val="accent2"/>
                </a:solidFill>
              </a:defRPr>
            </a:lvl1pPr>
            <a:lvl2pPr marL="914400" lvl="1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1">
                <a:solidFill>
                  <a:schemeClr val="lt2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63.xml"/><Relationship Id="rId26" Type="http://schemas.openxmlformats.org/officeDocument/2006/relationships/slideLayout" Target="../slideLayouts/slideLayout71.xml"/><Relationship Id="rId39" Type="http://schemas.openxmlformats.org/officeDocument/2006/relationships/theme" Target="../theme/theme2.xml"/><Relationship Id="rId21" Type="http://schemas.openxmlformats.org/officeDocument/2006/relationships/slideLayout" Target="../slideLayouts/slideLayout66.xml"/><Relationship Id="rId34" Type="http://schemas.openxmlformats.org/officeDocument/2006/relationships/slideLayout" Target="../slideLayouts/slideLayout79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2.xml"/><Relationship Id="rId25" Type="http://schemas.openxmlformats.org/officeDocument/2006/relationships/slideLayout" Target="../slideLayouts/slideLayout70.xml"/><Relationship Id="rId33" Type="http://schemas.openxmlformats.org/officeDocument/2006/relationships/slideLayout" Target="../slideLayouts/slideLayout78.xml"/><Relationship Id="rId38" Type="http://schemas.openxmlformats.org/officeDocument/2006/relationships/slideLayout" Target="../slideLayouts/slideLayout83.xml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65.xml"/><Relationship Id="rId29" Type="http://schemas.openxmlformats.org/officeDocument/2006/relationships/slideLayout" Target="../slideLayouts/slideLayout74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24" Type="http://schemas.openxmlformats.org/officeDocument/2006/relationships/slideLayout" Target="../slideLayouts/slideLayout69.xml"/><Relationship Id="rId32" Type="http://schemas.openxmlformats.org/officeDocument/2006/relationships/slideLayout" Target="../slideLayouts/slideLayout77.xml"/><Relationship Id="rId37" Type="http://schemas.openxmlformats.org/officeDocument/2006/relationships/slideLayout" Target="../slideLayouts/slideLayout82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23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73.xml"/><Relationship Id="rId36" Type="http://schemas.openxmlformats.org/officeDocument/2006/relationships/slideLayout" Target="../slideLayouts/slideLayout81.xml"/><Relationship Id="rId10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64.xml"/><Relationship Id="rId31" Type="http://schemas.openxmlformats.org/officeDocument/2006/relationships/slideLayout" Target="../slideLayouts/slideLayout76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7.xml"/><Relationship Id="rId27" Type="http://schemas.openxmlformats.org/officeDocument/2006/relationships/slideLayout" Target="../slideLayouts/slideLayout72.xml"/><Relationship Id="rId30" Type="http://schemas.openxmlformats.org/officeDocument/2006/relationships/slideLayout" Target="../slideLayouts/slideLayout75.xml"/><Relationship Id="rId35" Type="http://schemas.openxmlformats.org/officeDocument/2006/relationships/slideLayout" Target="../slideLayouts/slideLayout80.xml"/><Relationship Id="rId8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407989" y="320400"/>
            <a:ext cx="11376024" cy="8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NTR"/>
              <a:buNone/>
              <a:defRPr sz="2600" b="0" i="0" u="none" strike="noStrike" cap="none">
                <a:solidFill>
                  <a:schemeClr val="dk2"/>
                </a:solidFill>
                <a:latin typeface="NTR"/>
                <a:ea typeface="NTR"/>
                <a:cs typeface="NTR"/>
                <a:sym typeface="NT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407989" y="1296000"/>
            <a:ext cx="11376024" cy="4595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A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A0"/>
                </a:solidFill>
                <a:latin typeface="NTR"/>
                <a:ea typeface="NTR"/>
                <a:cs typeface="NTR"/>
                <a:sym typeface="NTR"/>
              </a:defRPr>
            </a:lvl1pPr>
            <a:lvl2pPr marL="914400" marR="0" lvl="1" indent="-22860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7795859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A0"/>
                </a:solidFill>
                <a:latin typeface="NTR"/>
                <a:ea typeface="NTR"/>
                <a:cs typeface="NTR"/>
                <a:sym typeface="NT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sldNum" idx="12"/>
          </p:nvPr>
        </p:nvSpPr>
        <p:spPr>
          <a:xfrm>
            <a:off x="11448319" y="6563021"/>
            <a:ext cx="3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0000A0"/>
                </a:solidFill>
                <a:latin typeface="NTR"/>
                <a:ea typeface="NTR"/>
                <a:cs typeface="NTR"/>
                <a:sym typeface="NTR"/>
              </a:defRPr>
            </a:lvl1pPr>
            <a:lvl2pPr marL="0" marR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0000A0"/>
                </a:solidFill>
                <a:latin typeface="NTR"/>
                <a:ea typeface="NTR"/>
                <a:cs typeface="NTR"/>
                <a:sym typeface="NTR"/>
              </a:defRPr>
            </a:lvl2pPr>
            <a:lvl3pPr marL="0" marR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0000A0"/>
                </a:solidFill>
                <a:latin typeface="NTR"/>
                <a:ea typeface="NTR"/>
                <a:cs typeface="NTR"/>
                <a:sym typeface="NTR"/>
              </a:defRPr>
            </a:lvl3pPr>
            <a:lvl4pPr marL="0" marR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0000A0"/>
                </a:solidFill>
                <a:latin typeface="NTR"/>
                <a:ea typeface="NTR"/>
                <a:cs typeface="NTR"/>
                <a:sym typeface="NTR"/>
              </a:defRPr>
            </a:lvl4pPr>
            <a:lvl5pPr marL="0" marR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0000A0"/>
                </a:solidFill>
                <a:latin typeface="NTR"/>
                <a:ea typeface="NTR"/>
                <a:cs typeface="NTR"/>
                <a:sym typeface="NTR"/>
              </a:defRPr>
            </a:lvl5pPr>
            <a:lvl6pPr marL="0" marR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0000A0"/>
                </a:solidFill>
                <a:latin typeface="NTR"/>
                <a:ea typeface="NTR"/>
                <a:cs typeface="NTR"/>
                <a:sym typeface="NTR"/>
              </a:defRPr>
            </a:lvl6pPr>
            <a:lvl7pPr marL="0" marR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0000A0"/>
                </a:solidFill>
                <a:latin typeface="NTR"/>
                <a:ea typeface="NTR"/>
                <a:cs typeface="NTR"/>
                <a:sym typeface="NTR"/>
              </a:defRPr>
            </a:lvl7pPr>
            <a:lvl8pPr marL="0" marR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0000A0"/>
                </a:solidFill>
                <a:latin typeface="NTR"/>
                <a:ea typeface="NTR"/>
                <a:cs typeface="NTR"/>
                <a:sym typeface="NTR"/>
              </a:defRPr>
            </a:lvl8pPr>
            <a:lvl9pPr marL="0" marR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0000A0"/>
                </a:solidFill>
                <a:latin typeface="NTR"/>
                <a:ea typeface="NTR"/>
                <a:cs typeface="NTR"/>
                <a:sym typeface="NT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4" name="Google Shape;14;p15"/>
          <p:cNvPicPr preferRelativeResize="0"/>
          <p:nvPr/>
        </p:nvPicPr>
        <p:blipFill rotWithShape="1">
          <a:blip r:embed="rId47">
            <a:alphaModFix/>
          </a:blip>
          <a:srcRect/>
          <a:stretch/>
        </p:blipFill>
        <p:spPr>
          <a:xfrm>
            <a:off x="414216" y="6244202"/>
            <a:ext cx="1979734" cy="43384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  <p:sldLayoutId id="2147483677" r:id="rId28"/>
    <p:sldLayoutId id="2147483678" r:id="rId29"/>
    <p:sldLayoutId id="2147483679" r:id="rId30"/>
    <p:sldLayoutId id="2147483680" r:id="rId31"/>
    <p:sldLayoutId id="2147483681" r:id="rId32"/>
    <p:sldLayoutId id="2147483682" r:id="rId33"/>
    <p:sldLayoutId id="2147483683" r:id="rId34"/>
    <p:sldLayoutId id="2147483684" r:id="rId35"/>
    <p:sldLayoutId id="2147483685" r:id="rId36"/>
    <p:sldLayoutId id="2147483686" r:id="rId37"/>
    <p:sldLayoutId id="2147483687" r:id="rId38"/>
    <p:sldLayoutId id="2147483688" r:id="rId39"/>
    <p:sldLayoutId id="2147483689" r:id="rId40"/>
    <p:sldLayoutId id="2147483690" r:id="rId41"/>
    <p:sldLayoutId id="2147483691" r:id="rId42"/>
    <p:sldLayoutId id="2147483692" r:id="rId43"/>
    <p:sldLayoutId id="2147483693" r:id="rId44"/>
    <p:sldLayoutId id="2147483694" r:id="rId4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821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257">
          <p15:clr>
            <a:srgbClr val="F26B43"/>
          </p15:clr>
        </p15:guide>
        <p15:guide id="4" pos="7423">
          <p15:clr>
            <a:srgbClr val="F26B43"/>
          </p15:clr>
        </p15:guide>
        <p15:guide id="5" pos="819">
          <p15:clr>
            <a:srgbClr val="F26B43"/>
          </p15:clr>
        </p15:guide>
        <p15:guide id="6" pos="858">
          <p15:clr>
            <a:srgbClr val="F26B43"/>
          </p15:clr>
        </p15:guide>
        <p15:guide id="7" pos="1419">
          <p15:clr>
            <a:srgbClr val="F26B43"/>
          </p15:clr>
        </p15:guide>
        <p15:guide id="8" pos="1458">
          <p15:clr>
            <a:srgbClr val="F26B43"/>
          </p15:clr>
        </p15:guide>
        <p15:guide id="9" pos="2019">
          <p15:clr>
            <a:srgbClr val="F26B43"/>
          </p15:clr>
        </p15:guide>
        <p15:guide id="10" pos="2058">
          <p15:clr>
            <a:srgbClr val="F26B43"/>
          </p15:clr>
        </p15:guide>
        <p15:guide id="11" pos="2619">
          <p15:clr>
            <a:srgbClr val="F26B43"/>
          </p15:clr>
        </p15:guide>
        <p15:guide id="12" pos="2658">
          <p15:clr>
            <a:srgbClr val="F26B43"/>
          </p15:clr>
        </p15:guide>
        <p15:guide id="13" pos="3221">
          <p15:clr>
            <a:srgbClr val="F26B43"/>
          </p15:clr>
        </p15:guide>
        <p15:guide id="14" pos="3260">
          <p15:clr>
            <a:srgbClr val="F26B43"/>
          </p15:clr>
        </p15:guide>
        <p15:guide id="15" pos="4421">
          <p15:clr>
            <a:srgbClr val="F26B43"/>
          </p15:clr>
        </p15:guide>
        <p15:guide id="16" pos="4460">
          <p15:clr>
            <a:srgbClr val="F26B43"/>
          </p15:clr>
        </p15:guide>
        <p15:guide id="17" pos="5022">
          <p15:clr>
            <a:srgbClr val="F26B43"/>
          </p15:clr>
        </p15:guide>
        <p15:guide id="18" pos="5061">
          <p15:clr>
            <a:srgbClr val="F26B43"/>
          </p15:clr>
        </p15:guide>
        <p15:guide id="19" pos="5622">
          <p15:clr>
            <a:srgbClr val="F26B43"/>
          </p15:clr>
        </p15:guide>
        <p15:guide id="20" pos="5650">
          <p15:clr>
            <a:srgbClr val="F26B43"/>
          </p15:clr>
        </p15:guide>
        <p15:guide id="21" pos="6221">
          <p15:clr>
            <a:srgbClr val="F26B43"/>
          </p15:clr>
        </p15:guide>
        <p15:guide id="22" pos="6261">
          <p15:clr>
            <a:srgbClr val="F26B43"/>
          </p15:clr>
        </p15:guide>
        <p15:guide id="23" pos="6822">
          <p15:clr>
            <a:srgbClr val="F26B43"/>
          </p15:clr>
        </p15:guide>
        <p15:guide id="24" pos="6861">
          <p15:clr>
            <a:srgbClr val="F26B43"/>
          </p15:clr>
        </p15:guide>
        <p15:guide id="25" orient="horz" pos="374">
          <p15:clr>
            <a:srgbClr val="F26B43"/>
          </p15:clr>
        </p15:guide>
        <p15:guide id="26" orient="horz" pos="3905">
          <p15:clr>
            <a:srgbClr val="F26B43"/>
          </p15:clr>
        </p15:guide>
        <p15:guide id="27" pos="3860">
          <p15:clr>
            <a:srgbClr val="F26B43"/>
          </p15:clr>
        </p15:guide>
        <p15:guide id="28" orient="horz" pos="815">
          <p15:clr>
            <a:srgbClr val="F26B43"/>
          </p15:clr>
        </p15:guide>
        <p15:guide id="29" orient="horz" pos="1162">
          <p15:clr>
            <a:srgbClr val="F26B43"/>
          </p15:clr>
        </p15:guide>
        <p15:guide id="30" orient="horz" pos="201">
          <p15:clr>
            <a:srgbClr val="F26B43"/>
          </p15:clr>
        </p15:guide>
        <p15:guide id="31" orient="horz" pos="3711">
          <p15:clr>
            <a:srgbClr val="F26B43"/>
          </p15:clr>
        </p15:guide>
        <p15:guide id="32" orient="horz" pos="597">
          <p15:clr>
            <a:srgbClr val="F26B43"/>
          </p15:clr>
        </p15:guide>
        <p15:guide id="33" orient="horz" pos="4194">
          <p15:clr>
            <a:srgbClr val="F26B43"/>
          </p15:clr>
        </p15:guide>
        <p15:guide id="34" orient="horz" pos="310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2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6" name="Google Shape;376;p62"/>
          <p:cNvSpPr txBox="1">
            <a:spLocks noGrp="1"/>
          </p:cNvSpPr>
          <p:nvPr>
            <p:ph type="title"/>
          </p:nvPr>
        </p:nvSpPr>
        <p:spPr>
          <a:xfrm>
            <a:off x="618065" y="609600"/>
            <a:ext cx="10965600" cy="1192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77" name="Google Shape;377;p62"/>
          <p:cNvSpPr txBox="1">
            <a:spLocks noGrp="1"/>
          </p:cNvSpPr>
          <p:nvPr>
            <p:ph type="body" idx="1"/>
          </p:nvPr>
        </p:nvSpPr>
        <p:spPr>
          <a:xfrm>
            <a:off x="618066" y="1802342"/>
            <a:ext cx="10965600" cy="44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302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378" name="Google Shape;378;p62"/>
          <p:cNvSpPr txBox="1">
            <a:spLocks noGrp="1"/>
          </p:cNvSpPr>
          <p:nvPr>
            <p:ph type="ftr" idx="11"/>
          </p:nvPr>
        </p:nvSpPr>
        <p:spPr>
          <a:xfrm>
            <a:off x="6493933" y="6498000"/>
            <a:ext cx="484674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379" name="Google Shape;379;p62"/>
          <p:cNvSpPr txBox="1">
            <a:spLocks noGrp="1"/>
          </p:cNvSpPr>
          <p:nvPr>
            <p:ph type="sldNum" idx="12"/>
          </p:nvPr>
        </p:nvSpPr>
        <p:spPr>
          <a:xfrm>
            <a:off x="11365923" y="6498000"/>
            <a:ext cx="46412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18" r:id="rId23"/>
    <p:sldLayoutId id="2147483719" r:id="rId24"/>
    <p:sldLayoutId id="2147483720" r:id="rId25"/>
    <p:sldLayoutId id="2147483721" r:id="rId26"/>
    <p:sldLayoutId id="2147483722" r:id="rId27"/>
    <p:sldLayoutId id="2147483723" r:id="rId28"/>
    <p:sldLayoutId id="2147483724" r:id="rId29"/>
    <p:sldLayoutId id="2147483725" r:id="rId30"/>
    <p:sldLayoutId id="2147483726" r:id="rId31"/>
    <p:sldLayoutId id="2147483727" r:id="rId32"/>
    <p:sldLayoutId id="2147483728" r:id="rId33"/>
    <p:sldLayoutId id="2147483729" r:id="rId34"/>
    <p:sldLayoutId id="2147483730" r:id="rId35"/>
    <p:sldLayoutId id="2147483731" r:id="rId36"/>
    <p:sldLayoutId id="2147483732" r:id="rId37"/>
    <p:sldLayoutId id="2147483733" r:id="rId3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26">
          <p15:clr>
            <a:srgbClr val="A4A3A4"/>
          </p15:clr>
        </p15:guide>
        <p15:guide id="4" pos="384">
          <p15:clr>
            <a:srgbClr val="F26B43"/>
          </p15:clr>
        </p15:guide>
        <p15:guide id="5" pos="7452">
          <p15:clr>
            <a:srgbClr val="A4A3A4"/>
          </p15:clr>
        </p15:guide>
        <p15:guide id="6" pos="7294">
          <p15:clr>
            <a:srgbClr val="F26B43"/>
          </p15:clr>
        </p15:guide>
        <p15:guide id="7" orient="horz" pos="4092">
          <p15:clr>
            <a:srgbClr val="A4A3A4"/>
          </p15:clr>
        </p15:guide>
        <p15:guide id="8" orient="horz" pos="224">
          <p15:clr>
            <a:srgbClr val="A4A3A4"/>
          </p15:clr>
        </p15:guide>
        <p15:guide id="9" orient="horz" pos="384">
          <p15:clr>
            <a:srgbClr val="F26B43"/>
          </p15:clr>
        </p15:guide>
        <p15:guide id="10" orient="horz" pos="3934">
          <p15:clr>
            <a:srgbClr val="F26B43"/>
          </p15:clr>
        </p15:guide>
        <p15:guide id="11" orient="horz" pos="153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12"/>
          <p:cNvSpPr txBox="1">
            <a:spLocks noGrp="1"/>
          </p:cNvSpPr>
          <p:nvPr>
            <p:ph type="title"/>
          </p:nvPr>
        </p:nvSpPr>
        <p:spPr>
          <a:xfrm>
            <a:off x="407989" y="320400"/>
            <a:ext cx="11376024" cy="8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NTR"/>
              <a:buNone/>
            </a:pPr>
            <a:r>
              <a:rPr lang="en-GB"/>
              <a:t>Taxonomy breakdown for Paid Search</a:t>
            </a:r>
            <a:endParaRPr/>
          </a:p>
        </p:txBody>
      </p:sp>
      <p:sp>
        <p:nvSpPr>
          <p:cNvPr id="976" name="Google Shape;976;p12"/>
          <p:cNvSpPr txBox="1">
            <a:spLocks noGrp="1"/>
          </p:cNvSpPr>
          <p:nvPr>
            <p:ph type="dt" idx="10"/>
          </p:nvPr>
        </p:nvSpPr>
        <p:spPr>
          <a:xfrm>
            <a:off x="7795859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Copyright © 2020 Mars, Incorporated — Confidential</a:t>
            </a:r>
            <a:endParaRPr/>
          </a:p>
        </p:txBody>
      </p:sp>
      <p:sp>
        <p:nvSpPr>
          <p:cNvPr id="977" name="Google Shape;977;p12"/>
          <p:cNvSpPr txBox="1">
            <a:spLocks noGrp="1"/>
          </p:cNvSpPr>
          <p:nvPr>
            <p:ph type="sldNum" idx="12"/>
          </p:nvPr>
        </p:nvSpPr>
        <p:spPr>
          <a:xfrm>
            <a:off x="11448319" y="6563021"/>
            <a:ext cx="3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978" name="Google Shape;978;p12"/>
          <p:cNvSpPr/>
          <p:nvPr/>
        </p:nvSpPr>
        <p:spPr>
          <a:xfrm>
            <a:off x="407987" y="1184400"/>
            <a:ext cx="5484812" cy="560209"/>
          </a:xfrm>
          <a:prstGeom prst="rect">
            <a:avLst/>
          </a:prstGeom>
          <a:solidFill>
            <a:srgbClr val="0000A0"/>
          </a:solidFill>
          <a:ln w="38100" cap="flat" cmpd="sng">
            <a:solidFill>
              <a:srgbClr val="000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288000" tIns="108000" rIns="288000" bIns="108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Account Name</a:t>
            </a:r>
            <a:endParaRPr sz="2000" b="1" dirty="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979" name="Google Shape;979;p12"/>
          <p:cNvSpPr txBox="1"/>
          <p:nvPr/>
        </p:nvSpPr>
        <p:spPr>
          <a:xfrm>
            <a:off x="407986" y="1819276"/>
            <a:ext cx="9597148" cy="4889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>
              <a:spcBef>
                <a:spcPts val="900"/>
              </a:spcBef>
            </a:pPr>
            <a:r>
              <a:rPr lang="en-GB" sz="1200" b="1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Market</a:t>
            </a:r>
            <a:r>
              <a:rPr lang="en-GB" sz="1200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: the country media is purchased in, e.g. GB (ISO-2)</a:t>
            </a:r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Agency: </a:t>
            </a:r>
            <a:r>
              <a:rPr lang="en-GB" sz="1200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ESS, MCM</a:t>
            </a:r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Mars</a:t>
            </a:r>
          </a:p>
          <a:p>
            <a:pPr>
              <a:spcBef>
                <a:spcPts val="900"/>
              </a:spcBef>
            </a:pPr>
            <a:r>
              <a:rPr lang="en-GB" sz="1200" b="1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Segment: </a:t>
            </a:r>
            <a:r>
              <a:rPr lang="en-GB" sz="1200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PN, MW etc</a:t>
            </a:r>
          </a:p>
          <a:p>
            <a:pPr>
              <a:spcBef>
                <a:spcPts val="900"/>
              </a:spcBef>
            </a:pPr>
            <a:r>
              <a:rPr lang="en-GB" sz="1200" b="1" dirty="0">
                <a:solidFill>
                  <a:schemeClr val="dk1"/>
                </a:solidFill>
                <a:latin typeface="NTR"/>
                <a:sym typeface="NTR"/>
              </a:rPr>
              <a:t>Brand: </a:t>
            </a:r>
            <a:r>
              <a:rPr lang="en-GB" sz="1200" dirty="0">
                <a:solidFill>
                  <a:schemeClr val="dk1"/>
                </a:solidFill>
                <a:latin typeface="NTR"/>
                <a:sym typeface="NTR"/>
              </a:rPr>
              <a:t>JWB, Perfect fit, etc</a:t>
            </a:r>
          </a:p>
          <a:p>
            <a:pPr>
              <a:spcBef>
                <a:spcPts val="900"/>
              </a:spcBef>
            </a:pPr>
            <a:r>
              <a:rPr lang="en-GB" sz="1200" b="1" dirty="0">
                <a:solidFill>
                  <a:schemeClr val="dk1"/>
                </a:solidFill>
                <a:latin typeface="NTR"/>
                <a:sym typeface="NTR"/>
              </a:rPr>
              <a:t>Currency: </a:t>
            </a:r>
            <a:r>
              <a:rPr lang="en-GB" sz="1200" dirty="0">
                <a:solidFill>
                  <a:schemeClr val="dk1"/>
                </a:solidFill>
                <a:latin typeface="NTR"/>
                <a:sym typeface="NTR"/>
              </a:rPr>
              <a:t>GBP, EUR</a:t>
            </a:r>
          </a:p>
          <a:p>
            <a:pPr>
              <a:spcBef>
                <a:spcPts val="900"/>
              </a:spcBef>
            </a:pPr>
            <a:r>
              <a:rPr lang="en-GB" sz="1200" b="1" dirty="0">
                <a:solidFill>
                  <a:schemeClr val="dk1"/>
                </a:solidFill>
                <a:latin typeface="NTR"/>
                <a:sym typeface="NTR"/>
              </a:rPr>
              <a:t>Platform: </a:t>
            </a:r>
            <a:r>
              <a:rPr lang="en-GB" sz="1200" dirty="0">
                <a:solidFill>
                  <a:schemeClr val="dk1"/>
                </a:solidFill>
                <a:latin typeface="NTR"/>
                <a:sym typeface="NTR"/>
              </a:rPr>
              <a:t>PPC, YouTube, Display</a:t>
            </a:r>
          </a:p>
          <a:p>
            <a:pPr>
              <a:spcBef>
                <a:spcPts val="900"/>
              </a:spcBef>
            </a:pPr>
            <a:endParaRPr lang="en-GB" sz="1200" dirty="0">
              <a:solidFill>
                <a:schemeClr val="dk1"/>
              </a:solidFill>
              <a:latin typeface="NTR"/>
              <a:sym typeface="NTR"/>
            </a:endParaRPr>
          </a:p>
          <a:p>
            <a:pPr>
              <a:spcBef>
                <a:spcPts val="900"/>
              </a:spcBef>
            </a:pPr>
            <a:r>
              <a:rPr lang="en-GB" sz="2400" dirty="0">
                <a:solidFill>
                  <a:schemeClr val="dk1"/>
                </a:solidFill>
                <a:latin typeface="NTR"/>
              </a:rPr>
              <a:t>E.G., FR_ESS_MARS_PN_PEDIGREE_EUR</a:t>
            </a:r>
            <a:r>
              <a:rPr lang="en-GB" sz="2400" dirty="0">
                <a:solidFill>
                  <a:srgbClr val="00B050"/>
                </a:solidFill>
                <a:latin typeface="NTR"/>
              </a:rPr>
              <a:t>_PPC</a:t>
            </a:r>
          </a:p>
          <a:p>
            <a:pPr>
              <a:spcBef>
                <a:spcPts val="900"/>
              </a:spcBef>
            </a:pPr>
            <a:endParaRPr lang="en-GB" sz="2400" dirty="0">
              <a:solidFill>
                <a:srgbClr val="00B050"/>
              </a:solidFill>
              <a:latin typeface="NTR"/>
            </a:endParaRPr>
          </a:p>
          <a:p>
            <a:pPr>
              <a:spcBef>
                <a:spcPts val="900"/>
              </a:spcBef>
            </a:pPr>
            <a:r>
              <a:rPr lang="en-US" dirty="0">
                <a:solidFill>
                  <a:srgbClr val="00B050"/>
                </a:solidFill>
                <a:latin typeface="NTR"/>
              </a:rPr>
              <a:t>The green part is unique to Google Ads to help us differentiate YouTube and PPC that run on the platform. </a:t>
            </a:r>
          </a:p>
          <a:p>
            <a:pPr>
              <a:spcBef>
                <a:spcPts val="900"/>
              </a:spcBef>
            </a:pPr>
            <a:r>
              <a:rPr lang="en-US" dirty="0">
                <a:solidFill>
                  <a:srgbClr val="00B050"/>
                </a:solidFill>
                <a:latin typeface="NTR"/>
              </a:rPr>
              <a:t>Legacy accounts that we do not foresee running in the future is to use the AGENCY criteria as MCM rather than ESS.</a:t>
            </a:r>
          </a:p>
          <a:p>
            <a:pPr>
              <a:spcBef>
                <a:spcPts val="900"/>
              </a:spcBef>
            </a:pPr>
            <a:endParaRPr lang="en-GB" sz="2400" dirty="0">
              <a:solidFill>
                <a:srgbClr val="00B050"/>
              </a:solidFill>
              <a:latin typeface="NTR"/>
            </a:endParaRPr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endParaRPr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12"/>
          <p:cNvSpPr txBox="1">
            <a:spLocks noGrp="1"/>
          </p:cNvSpPr>
          <p:nvPr>
            <p:ph type="title"/>
          </p:nvPr>
        </p:nvSpPr>
        <p:spPr>
          <a:xfrm>
            <a:off x="407989" y="320400"/>
            <a:ext cx="11376024" cy="8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NTR"/>
              <a:buNone/>
            </a:pPr>
            <a:r>
              <a:rPr lang="en-GB"/>
              <a:t>Taxonomy breakdown for Paid Search</a:t>
            </a:r>
            <a:endParaRPr/>
          </a:p>
        </p:txBody>
      </p:sp>
      <p:sp>
        <p:nvSpPr>
          <p:cNvPr id="976" name="Google Shape;976;p12"/>
          <p:cNvSpPr txBox="1">
            <a:spLocks noGrp="1"/>
          </p:cNvSpPr>
          <p:nvPr>
            <p:ph type="dt" idx="10"/>
          </p:nvPr>
        </p:nvSpPr>
        <p:spPr>
          <a:xfrm>
            <a:off x="7795859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Copyright © 2020 Mars, Incorporated — Confidential</a:t>
            </a:r>
            <a:endParaRPr/>
          </a:p>
        </p:txBody>
      </p:sp>
      <p:sp>
        <p:nvSpPr>
          <p:cNvPr id="977" name="Google Shape;977;p12"/>
          <p:cNvSpPr txBox="1">
            <a:spLocks noGrp="1"/>
          </p:cNvSpPr>
          <p:nvPr>
            <p:ph type="sldNum" idx="12"/>
          </p:nvPr>
        </p:nvSpPr>
        <p:spPr>
          <a:xfrm>
            <a:off x="11448319" y="6563021"/>
            <a:ext cx="3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978" name="Google Shape;978;p12"/>
          <p:cNvSpPr/>
          <p:nvPr/>
        </p:nvSpPr>
        <p:spPr>
          <a:xfrm>
            <a:off x="407987" y="1184400"/>
            <a:ext cx="5484812" cy="560209"/>
          </a:xfrm>
          <a:prstGeom prst="rect">
            <a:avLst/>
          </a:prstGeom>
          <a:solidFill>
            <a:srgbClr val="0000A0"/>
          </a:solidFill>
          <a:ln w="38100" cap="flat" cmpd="sng">
            <a:solidFill>
              <a:srgbClr val="000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288000" tIns="108000" rIns="288000" bIns="108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Campaign Name</a:t>
            </a:r>
            <a:endParaRPr sz="2000" b="1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979" name="Google Shape;979;p12"/>
          <p:cNvSpPr txBox="1"/>
          <p:nvPr/>
        </p:nvSpPr>
        <p:spPr>
          <a:xfrm>
            <a:off x="407987" y="1819276"/>
            <a:ext cx="5484900" cy="4827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Segment: </a:t>
            </a:r>
            <a:r>
              <a:rPr lang="en-GB" sz="1200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PN, MW etc</a:t>
            </a:r>
            <a:endParaRPr sz="1200" dirty="0"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Region: </a:t>
            </a:r>
            <a:r>
              <a:rPr lang="en-GB" sz="1200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Global, Europe, etc.</a:t>
            </a:r>
            <a:endParaRPr sz="1200" dirty="0"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Market</a:t>
            </a:r>
            <a:r>
              <a:rPr lang="en-GB" sz="1200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: the country media is purchased in, e.g. GB (ISO-2)</a:t>
            </a:r>
            <a:endParaRPr sz="1200" dirty="0"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Language</a:t>
            </a:r>
            <a:r>
              <a:rPr lang="en-GB" sz="1200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: language of the ad copy, e.g. </a:t>
            </a:r>
            <a:r>
              <a:rPr lang="en-GB" sz="1200" dirty="0" err="1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en</a:t>
            </a:r>
            <a:r>
              <a:rPr lang="en-GB" sz="1200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 (ISO 639-1)</a:t>
            </a:r>
            <a:endParaRPr sz="1200" dirty="0"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Channel</a:t>
            </a:r>
            <a:r>
              <a:rPr lang="en-GB" sz="1200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: the media channel in use, e.g. Paid search</a:t>
            </a:r>
            <a:endParaRPr sz="1200" dirty="0"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Publisher</a:t>
            </a:r>
            <a:r>
              <a:rPr lang="en-GB" sz="1200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: what search engine is this on, e.g. Google, Bing </a:t>
            </a:r>
            <a:r>
              <a:rPr lang="en-GB" sz="1200" dirty="0" err="1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ect</a:t>
            </a:r>
            <a:r>
              <a:rPr lang="en-GB" sz="1200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 </a:t>
            </a:r>
            <a:endParaRPr sz="1200" dirty="0"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Device</a:t>
            </a:r>
            <a:r>
              <a:rPr lang="en-GB" sz="1200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: the device type on which the ads will be shown, (blank if no device targeting) e.g. mobile</a:t>
            </a:r>
            <a:endParaRPr sz="1200" dirty="0"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Campaign Type</a:t>
            </a:r>
            <a:r>
              <a:rPr lang="en-GB" sz="1200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: the topic of the campaign, e.g. branded generic</a:t>
            </a:r>
            <a:endParaRPr sz="1200" dirty="0"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Brand</a:t>
            </a:r>
            <a:r>
              <a:rPr lang="en-GB" sz="1200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: name of the brand the ad is used for, e.g. Pedigree</a:t>
            </a:r>
            <a:endParaRPr sz="1200" dirty="0"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Cohort</a:t>
            </a:r>
            <a:r>
              <a:rPr lang="en-GB" sz="1200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: the people which the ad is targeting, (blank if no audience targeting)</a:t>
            </a:r>
            <a:endParaRPr sz="1200" dirty="0"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Bid Strategy</a:t>
            </a:r>
            <a:r>
              <a:rPr lang="en-GB" sz="1200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: type of bidding method is being used, e.g. </a:t>
            </a:r>
            <a:r>
              <a:rPr lang="en-GB" sz="1200" dirty="0" err="1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tCPA</a:t>
            </a:r>
            <a:r>
              <a:rPr lang="en-GB" sz="1200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, manual</a:t>
            </a:r>
            <a:endParaRPr sz="1200" dirty="0"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Date</a:t>
            </a:r>
            <a:r>
              <a:rPr lang="en-GB" sz="1200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: month and year the campaign starts or BAU if an always on campaign, e.g. mar20 or BAU</a:t>
            </a:r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chemeClr val="dk1"/>
                </a:solidFill>
                <a:latin typeface="NTR"/>
                <a:sym typeface="NTR"/>
              </a:rPr>
              <a:t>Match Type:</a:t>
            </a:r>
            <a:endParaRPr sz="1200" b="1" dirty="0"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Free text:</a:t>
            </a:r>
            <a:endParaRPr sz="1200" dirty="0"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980" name="Google Shape;980;p12"/>
          <p:cNvSpPr txBox="1"/>
          <p:nvPr/>
        </p:nvSpPr>
        <p:spPr>
          <a:xfrm>
            <a:off x="6465455" y="1819276"/>
            <a:ext cx="5396345" cy="1165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Product</a:t>
            </a:r>
            <a:r>
              <a:rPr lang="en-GB" sz="1400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: the main product or keyword group that is being advertised, e.g. pedigree </a:t>
            </a:r>
            <a:r>
              <a:rPr lang="en-GB" sz="1400" dirty="0" err="1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dentistix</a:t>
            </a:r>
            <a:endParaRPr sz="1400" dirty="0">
              <a:solidFill>
                <a:schemeClr val="dk1"/>
              </a:solidFill>
              <a:latin typeface="NTR"/>
              <a:ea typeface="NTR"/>
              <a:cs typeface="NTR"/>
              <a:sym typeface="NTR"/>
            </a:endParaRPr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Free text: </a:t>
            </a:r>
            <a:r>
              <a:rPr lang="en-GB" sz="1400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match type if needed</a:t>
            </a:r>
            <a:endParaRPr sz="1400" dirty="0">
              <a:solidFill>
                <a:schemeClr val="dk1"/>
              </a:solidFill>
              <a:latin typeface="NTR"/>
              <a:ea typeface="NTR"/>
              <a:cs typeface="NTR"/>
              <a:sym typeface="NTR"/>
            </a:endParaRPr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981" name="Google Shape;981;p12"/>
          <p:cNvSpPr/>
          <p:nvPr/>
        </p:nvSpPr>
        <p:spPr>
          <a:xfrm>
            <a:off x="6465455" y="1184400"/>
            <a:ext cx="5318556" cy="560209"/>
          </a:xfrm>
          <a:prstGeom prst="rect">
            <a:avLst/>
          </a:prstGeom>
          <a:solidFill>
            <a:srgbClr val="0000A0"/>
          </a:solidFill>
          <a:ln w="38100" cap="flat" cmpd="sng">
            <a:solidFill>
              <a:srgbClr val="000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288000" tIns="108000" rIns="288000" bIns="108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Ad Group Name</a:t>
            </a:r>
            <a:endParaRPr sz="2000" b="1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</p:spTree>
    <p:extLst>
      <p:ext uri="{BB962C8B-B14F-4D97-AF65-F5344CB8AC3E}">
        <p14:creationId xmlns:p14="http://schemas.microsoft.com/office/powerpoint/2010/main" val="3263310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12"/>
          <p:cNvSpPr txBox="1">
            <a:spLocks noGrp="1"/>
          </p:cNvSpPr>
          <p:nvPr>
            <p:ph type="title"/>
          </p:nvPr>
        </p:nvSpPr>
        <p:spPr>
          <a:xfrm>
            <a:off x="407989" y="320400"/>
            <a:ext cx="11376024" cy="8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NTR"/>
              <a:buNone/>
            </a:pPr>
            <a:r>
              <a:rPr lang="en-GB" dirty="0"/>
              <a:t>Example Paid Search Campaign</a:t>
            </a:r>
            <a:endParaRPr dirty="0"/>
          </a:p>
        </p:txBody>
      </p:sp>
      <p:sp>
        <p:nvSpPr>
          <p:cNvPr id="976" name="Google Shape;976;p12"/>
          <p:cNvSpPr txBox="1">
            <a:spLocks noGrp="1"/>
          </p:cNvSpPr>
          <p:nvPr>
            <p:ph type="dt" idx="10"/>
          </p:nvPr>
        </p:nvSpPr>
        <p:spPr>
          <a:xfrm>
            <a:off x="7795859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Copyright © 2020 Mars, Incorporated — Confidential</a:t>
            </a:r>
            <a:endParaRPr/>
          </a:p>
        </p:txBody>
      </p:sp>
      <p:sp>
        <p:nvSpPr>
          <p:cNvPr id="977" name="Google Shape;977;p12"/>
          <p:cNvSpPr txBox="1">
            <a:spLocks noGrp="1"/>
          </p:cNvSpPr>
          <p:nvPr>
            <p:ph type="sldNum" idx="12"/>
          </p:nvPr>
        </p:nvSpPr>
        <p:spPr>
          <a:xfrm>
            <a:off x="11448319" y="6563021"/>
            <a:ext cx="3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978" name="Google Shape;978;p12"/>
          <p:cNvSpPr/>
          <p:nvPr/>
        </p:nvSpPr>
        <p:spPr>
          <a:xfrm>
            <a:off x="407987" y="1184400"/>
            <a:ext cx="6889458" cy="560209"/>
          </a:xfrm>
          <a:prstGeom prst="rect">
            <a:avLst/>
          </a:prstGeom>
          <a:solidFill>
            <a:srgbClr val="0000A0"/>
          </a:solidFill>
          <a:ln w="38100" cap="flat" cmpd="sng">
            <a:solidFill>
              <a:srgbClr val="000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288000" tIns="108000" rIns="288000" bIns="108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Campaign Name</a:t>
            </a:r>
            <a:endParaRPr sz="2000" b="1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979" name="Google Shape;979;p12"/>
          <p:cNvSpPr txBox="1"/>
          <p:nvPr/>
        </p:nvSpPr>
        <p:spPr>
          <a:xfrm>
            <a:off x="407987" y="1819276"/>
            <a:ext cx="6889458" cy="438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Example Campaigns: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200" b="1" dirty="0">
              <a:solidFill>
                <a:schemeClr val="dk1"/>
              </a:solidFill>
              <a:latin typeface="NTR"/>
              <a:ea typeface="NTR"/>
              <a:cs typeface="NTR"/>
              <a:sym typeface="NT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200" b="1" dirty="0">
              <a:solidFill>
                <a:schemeClr val="dk1"/>
              </a:solidFill>
              <a:latin typeface="NTR"/>
              <a:ea typeface="NTR"/>
              <a:cs typeface="NTR"/>
              <a:sym typeface="NT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200" b="1" dirty="0">
              <a:solidFill>
                <a:schemeClr val="dk1"/>
              </a:solidFill>
              <a:latin typeface="NTR"/>
              <a:ea typeface="NTR"/>
              <a:cs typeface="NTR"/>
              <a:sym typeface="NT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 err="1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PN_EMEA_GB_EN_Paid</a:t>
            </a:r>
            <a:r>
              <a:rPr lang="en-GB" sz="2000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 Search_Google_Mobile_D2C </a:t>
            </a:r>
            <a:r>
              <a:rPr lang="en-GB" sz="2000" dirty="0" err="1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Brand_JWB_tCPA_BAU_Phrase</a:t>
            </a:r>
            <a:endParaRPr lang="en-GB" sz="2000" dirty="0">
              <a:solidFill>
                <a:schemeClr val="dk1"/>
              </a:solidFill>
              <a:latin typeface="NTR"/>
              <a:ea typeface="NTR"/>
              <a:cs typeface="NTR"/>
              <a:sym typeface="NT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2000" dirty="0">
              <a:solidFill>
                <a:schemeClr val="dk1"/>
              </a:solidFill>
              <a:latin typeface="NTR"/>
              <a:ea typeface="NTR"/>
              <a:cs typeface="NTR"/>
              <a:sym typeface="NT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2000" dirty="0">
              <a:solidFill>
                <a:schemeClr val="dk1"/>
              </a:solidFill>
              <a:latin typeface="NTR"/>
              <a:ea typeface="NTR"/>
              <a:cs typeface="NTR"/>
              <a:sym typeface="NTR"/>
            </a:endParaRPr>
          </a:p>
          <a:p>
            <a:r>
              <a:rPr lang="en-GB" sz="2000" dirty="0" err="1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PN_EMEA_FR_FR_Paid</a:t>
            </a:r>
            <a:r>
              <a:rPr lang="en-GB" sz="2000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 Search_Google_D2C </a:t>
            </a:r>
            <a:r>
              <a:rPr lang="en-GB" sz="2000" dirty="0" err="1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Generic_Dentastix_tCPA_BAU_Broad</a:t>
            </a:r>
            <a:endParaRPr lang="en-GB" sz="2000" dirty="0">
              <a:solidFill>
                <a:schemeClr val="dk1"/>
              </a:solidFill>
              <a:latin typeface="NTR"/>
              <a:ea typeface="NTR"/>
              <a:cs typeface="NTR"/>
              <a:sym typeface="NTR"/>
            </a:endParaRPr>
          </a:p>
          <a:p>
            <a:endParaRPr lang="en-GB" sz="2000" dirty="0">
              <a:solidFill>
                <a:schemeClr val="dk1"/>
              </a:solidFill>
              <a:latin typeface="NTR"/>
              <a:ea typeface="NTR"/>
              <a:cs typeface="NTR"/>
              <a:sym typeface="NTR"/>
            </a:endParaRPr>
          </a:p>
          <a:p>
            <a:endParaRPr lang="en-GB" sz="2000" dirty="0">
              <a:solidFill>
                <a:schemeClr val="dk1"/>
              </a:solidFill>
              <a:latin typeface="NTR"/>
              <a:ea typeface="NTR"/>
              <a:cs typeface="NTR"/>
              <a:sym typeface="NTR"/>
            </a:endParaRPr>
          </a:p>
          <a:p>
            <a:r>
              <a:rPr lang="en-GB" sz="2000" dirty="0" err="1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PN_EMEA_DE_DE_Paid</a:t>
            </a:r>
            <a:r>
              <a:rPr lang="en-GB" sz="2000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 </a:t>
            </a:r>
            <a:r>
              <a:rPr lang="en-GB" sz="2000" dirty="0" err="1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Search_Google_Brand</a:t>
            </a:r>
            <a:r>
              <a:rPr lang="en-GB" sz="2000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 Awareness </a:t>
            </a:r>
            <a:r>
              <a:rPr lang="en-GB" sz="2000" dirty="0" err="1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Generic_JWB_Manual_BAU_Broad</a:t>
            </a:r>
            <a:endParaRPr lang="en-GB" sz="2000" dirty="0">
              <a:solidFill>
                <a:schemeClr val="dk1"/>
              </a:solidFill>
              <a:latin typeface="NTR"/>
              <a:ea typeface="NTR"/>
              <a:cs typeface="NTR"/>
              <a:sym typeface="NTR"/>
            </a:endParaRPr>
          </a:p>
          <a:p>
            <a:endParaRPr lang="en-GB" sz="2000" dirty="0">
              <a:solidFill>
                <a:schemeClr val="dk1"/>
              </a:solidFill>
              <a:latin typeface="NTR"/>
              <a:ea typeface="NTR"/>
              <a:cs typeface="NTR"/>
              <a:sym typeface="NT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dk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980" name="Google Shape;980;p12"/>
          <p:cNvSpPr txBox="1"/>
          <p:nvPr/>
        </p:nvSpPr>
        <p:spPr>
          <a:xfrm>
            <a:off x="7998781" y="1819276"/>
            <a:ext cx="3863019" cy="1950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Example Ad Groups: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400" dirty="0">
              <a:solidFill>
                <a:schemeClr val="dk1"/>
              </a:solidFill>
              <a:latin typeface="NTR"/>
              <a:ea typeface="NTR"/>
              <a:cs typeface="NTR"/>
              <a:sym typeface="NT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400" dirty="0">
              <a:solidFill>
                <a:schemeClr val="dk1"/>
              </a:solidFill>
              <a:latin typeface="NTR"/>
              <a:ea typeface="NTR"/>
              <a:cs typeface="NTR"/>
              <a:sym typeface="NT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Dog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Dental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Cat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Grain Free</a:t>
            </a:r>
            <a:endParaRPr sz="2000" dirty="0">
              <a:solidFill>
                <a:schemeClr val="dk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981" name="Google Shape;981;p12"/>
          <p:cNvSpPr/>
          <p:nvPr/>
        </p:nvSpPr>
        <p:spPr>
          <a:xfrm>
            <a:off x="7998781" y="1184400"/>
            <a:ext cx="3785230" cy="560209"/>
          </a:xfrm>
          <a:prstGeom prst="rect">
            <a:avLst/>
          </a:prstGeom>
          <a:solidFill>
            <a:srgbClr val="0000A0"/>
          </a:solidFill>
          <a:ln w="38100" cap="flat" cmpd="sng">
            <a:solidFill>
              <a:srgbClr val="000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288000" tIns="108000" rIns="288000" bIns="108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Ad Group Name</a:t>
            </a:r>
            <a:endParaRPr sz="2000" b="1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</p:spTree>
    <p:extLst>
      <p:ext uri="{BB962C8B-B14F-4D97-AF65-F5344CB8AC3E}">
        <p14:creationId xmlns:p14="http://schemas.microsoft.com/office/powerpoint/2010/main" val="4220381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12"/>
          <p:cNvSpPr txBox="1">
            <a:spLocks noGrp="1"/>
          </p:cNvSpPr>
          <p:nvPr>
            <p:ph type="title"/>
          </p:nvPr>
        </p:nvSpPr>
        <p:spPr>
          <a:xfrm>
            <a:off x="407989" y="320400"/>
            <a:ext cx="11376024" cy="8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NTR"/>
              <a:buNone/>
            </a:pPr>
            <a:r>
              <a:rPr lang="en-GB" dirty="0"/>
              <a:t>Google Ads URLs will have auto tagging enabled, meaning data is automatically imported into Google Analytics </a:t>
            </a:r>
            <a:endParaRPr dirty="0"/>
          </a:p>
        </p:txBody>
      </p:sp>
      <p:sp>
        <p:nvSpPr>
          <p:cNvPr id="976" name="Google Shape;976;p12"/>
          <p:cNvSpPr txBox="1">
            <a:spLocks noGrp="1"/>
          </p:cNvSpPr>
          <p:nvPr>
            <p:ph type="dt" idx="10"/>
          </p:nvPr>
        </p:nvSpPr>
        <p:spPr>
          <a:xfrm>
            <a:off x="7795859" y="6563021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Copyright © 2020 Mars, Incorporated — Confidential</a:t>
            </a:r>
            <a:endParaRPr/>
          </a:p>
        </p:txBody>
      </p:sp>
      <p:sp>
        <p:nvSpPr>
          <p:cNvPr id="977" name="Google Shape;977;p12"/>
          <p:cNvSpPr txBox="1">
            <a:spLocks noGrp="1"/>
          </p:cNvSpPr>
          <p:nvPr>
            <p:ph type="sldNum" idx="12"/>
          </p:nvPr>
        </p:nvSpPr>
        <p:spPr>
          <a:xfrm>
            <a:off x="11448319" y="6563021"/>
            <a:ext cx="324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  <p:sp>
        <p:nvSpPr>
          <p:cNvPr id="979" name="Google Shape;979;p12"/>
          <p:cNvSpPr txBox="1"/>
          <p:nvPr/>
        </p:nvSpPr>
        <p:spPr>
          <a:xfrm>
            <a:off x="407989" y="1786513"/>
            <a:ext cx="2708075" cy="3950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How auto-tagging works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1" dirty="0">
              <a:solidFill>
                <a:schemeClr val="dk1"/>
              </a:solidFill>
              <a:latin typeface="NTR"/>
              <a:ea typeface="NTR"/>
              <a:cs typeface="NTR"/>
              <a:sym typeface="NT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Auto-tagging automatically imports Google Ads data into Analytics. Combining Google Ads data with the rich post-click information provided by Analytics allows you to see what happened on your site after people clicked on your ads.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>
              <a:solidFill>
                <a:schemeClr val="dk1"/>
              </a:solidFill>
              <a:latin typeface="NTR"/>
              <a:ea typeface="NTR"/>
              <a:cs typeface="NTR"/>
              <a:sym typeface="NT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This </a:t>
            </a:r>
            <a:r>
              <a:rPr lang="en-GB" sz="1200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means less user error and time spent manually tagging URLs, as well as allowing easy linking and importing of Google Analytics goals into Google ads conversion tracking.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200" dirty="0">
              <a:solidFill>
                <a:schemeClr val="dk1"/>
              </a:solidFill>
              <a:latin typeface="NTR"/>
              <a:ea typeface="NTR"/>
              <a:cs typeface="NTR"/>
              <a:sym typeface="NT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The PPC team will activate auto tagging as a one time event at the account level, no further action is required once this has been completed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200" b="1" dirty="0">
              <a:solidFill>
                <a:schemeClr val="dk1"/>
              </a:solidFill>
              <a:latin typeface="NTR"/>
              <a:ea typeface="NTR"/>
              <a:cs typeface="NTR"/>
              <a:sym typeface="NT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200" b="1" dirty="0">
              <a:solidFill>
                <a:schemeClr val="dk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9" name="Google Shape;979;p12">
            <a:extLst>
              <a:ext uri="{FF2B5EF4-FFF2-40B4-BE49-F238E27FC236}">
                <a16:creationId xmlns:a16="http://schemas.microsoft.com/office/drawing/2014/main" id="{ADA79EC4-64EB-6E2B-438E-28EF08AE06CD}"/>
              </a:ext>
            </a:extLst>
          </p:cNvPr>
          <p:cNvSpPr txBox="1"/>
          <p:nvPr/>
        </p:nvSpPr>
        <p:spPr>
          <a:xfrm>
            <a:off x="3834576" y="1786513"/>
            <a:ext cx="7775743" cy="432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Auto-tagging vs. manual tagging reporting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1" dirty="0">
              <a:solidFill>
                <a:schemeClr val="dk1"/>
              </a:solidFill>
              <a:latin typeface="NTR"/>
              <a:ea typeface="NTR"/>
              <a:cs typeface="NTR"/>
              <a:sym typeface="NT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Manual tagging can provide data for only the following dimensions: Campaign, Source, Medium, Content, Keyword. When you use auto-tagging, however, you can see data for several additional dimensions, including: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>
              <a:solidFill>
                <a:schemeClr val="dk1"/>
              </a:solidFill>
              <a:latin typeface="NTR"/>
              <a:ea typeface="NTR"/>
              <a:cs typeface="NTR"/>
              <a:sym typeface="NTR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Query Match Type (How your keyword was actually matched to the search query)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Ad Group (The ad group associated with the keyword/creative and click)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Final URL (Google Ads Final URL)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Ad Format (text, display, video)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Ad Distribution Network (Google Search)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Placement Domain (the domain on the content network where your ads were displayed)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Google Ads Customer ID (the unique three-part number that's assigned to your Google Ads account)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dk1"/>
              </a:solidFill>
              <a:latin typeface="NTR"/>
              <a:ea typeface="NTR"/>
              <a:cs typeface="NTR"/>
              <a:sym typeface="NT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When you use auto-tagging, you get richer data than with manual tagging in the following reports: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>
              <a:solidFill>
                <a:schemeClr val="dk1"/>
              </a:solidFill>
              <a:latin typeface="NTR"/>
              <a:ea typeface="NTR"/>
              <a:cs typeface="NTR"/>
              <a:sym typeface="NTR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Hour of Day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Placements (Where your ads on the content network were placed)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Display Targeting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Video Campaigns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Shopping Campaigns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NTR"/>
                <a:ea typeface="NTR"/>
                <a:cs typeface="NTR"/>
                <a:sym typeface="NTR"/>
              </a:rPr>
              <a:t>In addition, any reporting features and ad-units that become available in future will only be available if you use auto-tagging.</a:t>
            </a:r>
            <a:endParaRPr lang="en-GB" sz="1200" dirty="0">
              <a:solidFill>
                <a:schemeClr val="dk1"/>
              </a:solidFill>
              <a:latin typeface="NTR"/>
              <a:ea typeface="NTR"/>
              <a:cs typeface="NTR"/>
              <a:sym typeface="NT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200" b="1" dirty="0">
              <a:solidFill>
                <a:schemeClr val="dk1"/>
              </a:solidFill>
              <a:latin typeface="NTR"/>
              <a:ea typeface="NTR"/>
              <a:cs typeface="NTR"/>
              <a:sym typeface="NTR"/>
            </a:endParaRPr>
          </a:p>
        </p:txBody>
      </p:sp>
    </p:spTree>
    <p:extLst>
      <p:ext uri="{BB962C8B-B14F-4D97-AF65-F5344CB8AC3E}">
        <p14:creationId xmlns:p14="http://schemas.microsoft.com/office/powerpoint/2010/main" val="678972556"/>
      </p:ext>
    </p:extLst>
  </p:cSld>
  <p:clrMapOvr>
    <a:masterClrMapping/>
  </p:clrMapOvr>
</p:sld>
</file>

<file path=ppt/theme/theme1.xml><?xml version="1.0" encoding="utf-8"?>
<a:theme xmlns:a="http://schemas.openxmlformats.org/drawingml/2006/main" name="1_Mars Petcare Jan 19">
  <a:themeElements>
    <a:clrScheme name="Mars Petcare v2">
      <a:dk1>
        <a:srgbClr val="736E6E"/>
      </a:dk1>
      <a:lt1>
        <a:srgbClr val="FFFFFF"/>
      </a:lt1>
      <a:dk2>
        <a:srgbClr val="FF1414"/>
      </a:dk2>
      <a:lt2>
        <a:srgbClr val="FFFAF0"/>
      </a:lt2>
      <a:accent1>
        <a:srgbClr val="A80404"/>
      </a:accent1>
      <a:accent2>
        <a:srgbClr val="DA291C"/>
      </a:accent2>
      <a:accent3>
        <a:srgbClr val="FC6363"/>
      </a:accent3>
      <a:accent4>
        <a:srgbClr val="DB033B"/>
      </a:accent4>
      <a:accent5>
        <a:srgbClr val="00D7B9"/>
      </a:accent5>
      <a:accent6>
        <a:srgbClr val="FFDC00"/>
      </a:accent6>
      <a:hlink>
        <a:srgbClr val="A80404"/>
      </a:hlink>
      <a:folHlink>
        <a:srgbClr val="A8040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C | WPP | GMW // Template 2021">
  <a:themeElements>
    <a:clrScheme name="MC + Mars Jan 2021">
      <a:dk1>
        <a:srgbClr val="011627"/>
      </a:dk1>
      <a:lt1>
        <a:srgbClr val="FFFFFF"/>
      </a:lt1>
      <a:dk2>
        <a:srgbClr val="404E5C"/>
      </a:dk2>
      <a:lt2>
        <a:srgbClr val="E1005D"/>
      </a:lt2>
      <a:accent1>
        <a:srgbClr val="E1005D"/>
      </a:accent1>
      <a:accent2>
        <a:srgbClr val="0900A1"/>
      </a:accent2>
      <a:accent3>
        <a:srgbClr val="DADEE1"/>
      </a:accent3>
      <a:accent4>
        <a:srgbClr val="3FCBB6"/>
      </a:accent4>
      <a:accent5>
        <a:srgbClr val="EDF2F3"/>
      </a:accent5>
      <a:accent6>
        <a:srgbClr val="FDDE02"/>
      </a:accent6>
      <a:hlink>
        <a:srgbClr val="E1005D"/>
      </a:hlink>
      <a:folHlink>
        <a:srgbClr val="E1005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0D8689B31B8B4B96874533B95D8B77" ma:contentTypeVersion="13" ma:contentTypeDescription="Create a new document." ma:contentTypeScope="" ma:versionID="1c08fcf3e6db4ef4f1af194f8085dd0e">
  <xsd:schema xmlns:xsd="http://www.w3.org/2001/XMLSchema" xmlns:xs="http://www.w3.org/2001/XMLSchema" xmlns:p="http://schemas.microsoft.com/office/2006/metadata/properties" xmlns:ns2="b184fd8c-feb0-44a2-8b5a-31cbef26b624" xmlns:ns3="5e17d599-2558-480c-a093-3f7153a2aab6" targetNamespace="http://schemas.microsoft.com/office/2006/metadata/properties" ma:root="true" ma:fieldsID="b1193c929575188f1c7aa06c0f5e6e8e" ns2:_="" ns3:_="">
    <xsd:import namespace="b184fd8c-feb0-44a2-8b5a-31cbef26b624"/>
    <xsd:import namespace="5e17d599-2558-480c-a093-3f7153a2aab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84fd8c-feb0-44a2-8b5a-31cbef26b6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17d599-2558-480c-a093-3f7153a2aab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5e17d599-2558-480c-a093-3f7153a2aab6">
      <UserInfo>
        <DisplayName>Paulina Martinez</DisplayName>
        <AccountId>2141</AccountId>
        <AccountType/>
      </UserInfo>
      <UserInfo>
        <DisplayName>Luis Olvera</DisplayName>
        <AccountId>2143</AccountId>
        <AccountType/>
      </UserInfo>
      <UserInfo>
        <DisplayName>Miguel Caballero</DisplayName>
        <AccountId>2144</AccountId>
        <AccountType/>
      </UserInfo>
      <UserInfo>
        <DisplayName>Orlando Garcia</DisplayName>
        <AccountId>2145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053F57CD-97A4-41D5-8EE9-B866662B4B45}"/>
</file>

<file path=customXml/itemProps2.xml><?xml version="1.0" encoding="utf-8"?>
<ds:datastoreItem xmlns:ds="http://schemas.openxmlformats.org/officeDocument/2006/customXml" ds:itemID="{6B303B06-A9EC-4B7C-B608-9F30603C5CEF}"/>
</file>

<file path=customXml/itemProps3.xml><?xml version="1.0" encoding="utf-8"?>
<ds:datastoreItem xmlns:ds="http://schemas.openxmlformats.org/officeDocument/2006/customXml" ds:itemID="{1F0C831C-CC69-4687-9B8C-B2628AC28FEC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788</Words>
  <Application>Microsoft Office PowerPoint</Application>
  <PresentationFormat>Widescreen</PresentationFormat>
  <Paragraphs>90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 Black</vt:lpstr>
      <vt:lpstr>Arial</vt:lpstr>
      <vt:lpstr>Century Gothic</vt:lpstr>
      <vt:lpstr>Poppins</vt:lpstr>
      <vt:lpstr>Calibri</vt:lpstr>
      <vt:lpstr>NTR</vt:lpstr>
      <vt:lpstr>1_Mars Petcare Jan 19</vt:lpstr>
      <vt:lpstr>MC | WPP | GMW // Template 2021</vt:lpstr>
      <vt:lpstr>Taxonomy breakdown for Paid Search</vt:lpstr>
      <vt:lpstr>Taxonomy breakdown for Paid Search</vt:lpstr>
      <vt:lpstr>Example Paid Search Campaign</vt:lpstr>
      <vt:lpstr>Google Ads URLs will have auto tagging enabled, meaning data is automatically imported into Google Analytics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Taxonomy breakdown for Paid Search</dc:title>
  <dc:creator>Ebrahim, Samira</dc:creator>
  <cp:lastModifiedBy>Ben.Tippetts-Essence</cp:lastModifiedBy>
  <cp:revision>4</cp:revision>
  <dcterms:created xsi:type="dcterms:W3CDTF">2021-07-14T16:25:10Z</dcterms:created>
  <dcterms:modified xsi:type="dcterms:W3CDTF">2022-06-30T15:00:25Z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0x010100810D8689B31B8B4B96874533B95D8B77</vt:lpwstr>
  </property>
</Properties>
</file>