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33"/>
  </p:notesMasterIdLst>
  <p:sldIdLst>
    <p:sldId id="347" r:id="rId5"/>
    <p:sldId id="385" r:id="rId6"/>
    <p:sldId id="257" r:id="rId7"/>
    <p:sldId id="260" r:id="rId8"/>
    <p:sldId id="327" r:id="rId9"/>
    <p:sldId id="264" r:id="rId10"/>
    <p:sldId id="265" r:id="rId11"/>
    <p:sldId id="266" r:id="rId12"/>
    <p:sldId id="306" r:id="rId13"/>
    <p:sldId id="307" r:id="rId14"/>
    <p:sldId id="308" r:id="rId15"/>
    <p:sldId id="322" r:id="rId16"/>
    <p:sldId id="323" r:id="rId17"/>
    <p:sldId id="304" r:id="rId18"/>
    <p:sldId id="305" r:id="rId19"/>
    <p:sldId id="294" r:id="rId20"/>
    <p:sldId id="258" r:id="rId21"/>
    <p:sldId id="309" r:id="rId22"/>
    <p:sldId id="310" r:id="rId23"/>
    <p:sldId id="284" r:id="rId24"/>
    <p:sldId id="274" r:id="rId25"/>
    <p:sldId id="277" r:id="rId26"/>
    <p:sldId id="281" r:id="rId27"/>
    <p:sldId id="282" r:id="rId28"/>
    <p:sldId id="349" r:id="rId29"/>
    <p:sldId id="350" r:id="rId30"/>
    <p:sldId id="386" r:id="rId31"/>
    <p:sldId id="3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A65A184-364B-F345-9B6E-DE136E1D4BC5}">
          <p14:sldIdLst>
            <p14:sldId id="347"/>
            <p14:sldId id="385"/>
          </p14:sldIdLst>
        </p14:section>
        <p14:section name="Cover + agenda" id="{3100FC04-F0BE-1648-BA15-D369A64EF63D}">
          <p14:sldIdLst>
            <p14:sldId id="257"/>
            <p14:sldId id="260"/>
            <p14:sldId id="327"/>
          </p14:sldIdLst>
        </p14:section>
        <p14:section name="Statements + slide dividers + quotes" id="{28E2738E-4572-2C49-B8C7-D2A4EE9055EA}">
          <p14:sldIdLst>
            <p14:sldId id="264"/>
            <p14:sldId id="265"/>
            <p14:sldId id="266"/>
            <p14:sldId id="306"/>
            <p14:sldId id="307"/>
            <p14:sldId id="308"/>
            <p14:sldId id="322"/>
            <p14:sldId id="323"/>
            <p14:sldId id="304"/>
            <p14:sldId id="305"/>
          </p14:sldIdLst>
        </p14:section>
        <p14:section name="Standard layouts" id="{1A1A407A-F086-1147-BCF4-BE0433D7E511}">
          <p14:sldIdLst>
            <p14:sldId id="294"/>
            <p14:sldId id="258"/>
            <p14:sldId id="309"/>
            <p14:sldId id="310"/>
            <p14:sldId id="284"/>
            <p14:sldId id="274"/>
            <p14:sldId id="277"/>
            <p14:sldId id="281"/>
            <p14:sldId id="282"/>
            <p14:sldId id="349"/>
            <p14:sldId id="350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CDB"/>
    <a:srgbClr val="FDE1AB"/>
    <a:srgbClr val="FCCE79"/>
    <a:srgbClr val="FBBC46"/>
    <a:srgbClr val="B6C2EE"/>
    <a:srgbClr val="8B9DE5"/>
    <a:srgbClr val="5F78DB"/>
    <a:srgbClr val="C6F4F4"/>
    <a:srgbClr val="A4EEEE"/>
    <a:srgbClr val="82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081D1-C66E-B549-889A-448B5B86BE72}" v="50" dt="2023-03-16T12:35:3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37"/>
    <p:restoredTop sz="96525"/>
  </p:normalViewPr>
  <p:slideViewPr>
    <p:cSldViewPr snapToGrid="0">
      <p:cViewPr varScale="1">
        <p:scale>
          <a:sx n="132" d="100"/>
          <a:sy n="132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8-D74C-8C14-78F08C060C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08-D74C-8C14-78F08C060C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08-D74C-8C14-78F08C060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2455439"/>
        <c:axId val="911798671"/>
      </c:barChart>
      <c:catAx>
        <c:axId val="912455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798671"/>
        <c:crosses val="autoZero"/>
        <c:auto val="1"/>
        <c:lblAlgn val="ctr"/>
        <c:lblOffset val="100"/>
        <c:noMultiLvlLbl val="0"/>
      </c:catAx>
      <c:valAx>
        <c:axId val="911798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455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layout>
        <c:manualLayout>
          <c:xMode val="edge"/>
          <c:yMode val="edge"/>
          <c:x val="0.25964982687224619"/>
          <c:y val="2.555597664411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99-F94A-A6BF-E44B8CC5D5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99-F94A-A6BF-E44B8CC5D5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99-F94A-A6BF-E44B8CC5D5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99-F94A-A6BF-E44B8CC5D5B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99-F94A-A6BF-E44B8CC5D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715359817878443"/>
          <c:y val="0.40939668443064159"/>
          <c:w val="0.21700223232681554"/>
          <c:h val="0.311421062588061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E6-E94F-9ACF-2408840F4D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E6-E94F-9ACF-2408840F4D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3E6-E94F-9ACF-2408840F4D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3E6-E94F-9ACF-2408840F4D1A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D-A745-B224-05141D14E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95096-647E-7E40-B544-3E0FFE63A660}" type="datetimeFigureOut">
              <a:rPr lang="en-GB" smtClean="0"/>
              <a:t>17/03/2023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635CC-E9AB-F241-BD47-49145ED01C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9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61539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C29CC-6571-16C4-0A5E-9E0F6D8748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1CFAAB-8D25-A525-5A66-7CC1F8C51A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BC34C1-86ED-B6CD-4FA1-BFE76FBC98BF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9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354"/>
            <a:ext cx="6096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2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02E9AB-4C79-B96B-58C5-A2E25708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990063" cy="152567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25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6185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799" y="279724"/>
            <a:ext cx="4990063" cy="178085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5350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09532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/ black box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8196262" cy="4108450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6FB04FF-5BAC-2BD5-FC22-039F925B7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69025"/>
          </a:xfrm>
          <a:solidFill>
            <a:schemeClr val="tx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FD9022-2914-7F52-5A0E-72641AC75369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FDD4009-DFF3-9493-EE2A-C4C86E74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8196262" cy="15320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colour + adjustable RH 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-1"/>
            <a:ext cx="2568575" cy="6169028"/>
          </a:xfrm>
          <a:solidFill>
            <a:schemeClr val="bg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0AFED-62E3-D680-8583-5024D77E7F21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6F261-3084-02CA-45B7-471636DD7D0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7C12AD9-55AF-1D69-7EE8-32D89221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3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12F60-D130-DB98-71CB-5C4FFFC9D2B4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3E4B8-D659-5EC6-927A-2121CE38D98B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679CA42-04F0-AA3D-1F63-7D59F202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608337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862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 + black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6354"/>
            <a:ext cx="44958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55496"/>
          </a:xfrm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AE0620-5A7D-A48E-B01F-3591700519A5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16F155E-4DA3-D996-6763-E72D0D79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1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76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44C6837-2462-56EE-7235-DC2A311D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84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block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572EAC-B651-3D6C-EF45-6A68A0F12134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C62386-C2D0-5EC4-1719-ABF5CBCA155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DD52938-1550-DCDB-D8D8-FE58953D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72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FFF8B64-862B-6862-D840-DD47275E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224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 w/ imag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133B677-29A5-A0EC-E6BD-A37065FD78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4CA71-4FEB-E6F8-25A7-3AC9F40B9080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D42C411-D788-F488-7D3D-748CEC2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6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A1BC5B-0CBD-4BA7-96DF-4842AE3F77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3425" y="0"/>
            <a:ext cx="2568575" cy="61690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76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169CB28-1D52-DC01-A716-31468E22FE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0"/>
            <a:ext cx="4495800" cy="6174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C772E9-69F2-44C7-EA22-CD86A7199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9375" y="1368425"/>
            <a:ext cx="4492625" cy="3429000"/>
          </a:xfrm>
          <a:solidFill>
            <a:schemeClr val="tx1"/>
          </a:solidFill>
        </p:spPr>
        <p:txBody>
          <a:bodyPr lIns="432000" tIns="360000" rIns="432000" bIns="360000" anchor="ctr"/>
          <a:lstStyle>
            <a:lvl1pPr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6D0988-1731-EBBF-16FB-1BEAD56FBF6F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95944C4-66F7-4758-44CF-24BBFCAB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43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2060576"/>
            <a:ext cx="4192601" cy="4108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30801" y="1"/>
            <a:ext cx="4492622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2F26926-A7AB-71E8-9853-4F38F51C8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9547" y="3429000"/>
            <a:ext cx="3419298" cy="2740025"/>
          </a:xfrm>
        </p:spPr>
        <p:txBody>
          <a:bodyPr tIns="180000" bIns="180000" anchor="ctr"/>
          <a:lstStyle>
            <a:lvl1pPr>
              <a:spcAft>
                <a:spcPts val="0"/>
              </a:spcAft>
              <a:defRPr sz="1400" b="1"/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1BA91-8C48-CB81-ED47-208A0F06840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E7AF910-31F6-9F3E-4EED-7CFB8BE39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3330233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alternati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1"/>
            <a:ext cx="5130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3871414"/>
            <a:ext cx="8196262" cy="2297612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22306" y="1"/>
            <a:ext cx="4501117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E295680-BBDD-4439-F9C1-7D05EDD12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5813" y="2066362"/>
            <a:ext cx="4192582" cy="1368990"/>
          </a:xfrm>
        </p:spPr>
        <p:txBody>
          <a:bodyPr numCol="1" spcCol="360000"/>
          <a:lstStyle>
            <a:lvl1pPr>
              <a:spcAft>
                <a:spcPts val="600"/>
              </a:spcAft>
              <a:defRPr sz="20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ECFDEA-E3D1-5065-AAFE-4D2554A70741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E1D55985-B157-345D-BC8A-81C0E5244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200324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33C581-B6B9-DC60-BD58-9247567D9C8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CBC36CFA-9B2C-4CC8-7D59-282DE2A3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3693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EB7F9-27FF-E5EF-B365-24F2EE393EF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62612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62342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C02F7-7386-FF76-B2DD-EDFBCC9D07CF}"/>
              </a:ext>
            </a:extLst>
          </p:cNvPr>
          <p:cNvSpPr/>
          <p:nvPr userDrawn="1"/>
        </p:nvSpPr>
        <p:spPr>
          <a:xfrm>
            <a:off x="9623425" y="3429000"/>
            <a:ext cx="256857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F8CB4C-8678-4A3C-7D3C-466A9CBDA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2345" y="184229"/>
            <a:ext cx="1050925" cy="2581275"/>
          </a:xfrm>
        </p:spPr>
        <p:txBody>
          <a:bodyPr/>
          <a:lstStyle>
            <a:lvl1pPr algn="r">
              <a:lnSpc>
                <a:spcPts val="5500"/>
              </a:lnSpc>
              <a:spcAft>
                <a:spcPts val="0"/>
              </a:spcAft>
              <a:defRPr sz="60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lvl="0"/>
            <a:r>
              <a:rPr lang="en-GB"/>
              <a:t>02 03 23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B5A42E-81C0-743F-F7F1-74B73C934C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23425" y="3635296"/>
            <a:ext cx="2400997" cy="2168913"/>
          </a:xfrm>
        </p:spPr>
        <p:txBody>
          <a:bodyPr/>
          <a:lstStyle>
            <a:lvl1pPr algn="r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</a:defRPr>
            </a:lvl1pPr>
            <a:lvl2pPr algn="r">
              <a:lnSpc>
                <a:spcPct val="80000"/>
              </a:lnSpc>
              <a:spcAft>
                <a:spcPts val="600"/>
              </a:spcAft>
              <a:defRPr sz="36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  <a:p>
            <a:pPr lvl="1"/>
            <a:r>
              <a:rPr lang="en-GB"/>
              <a:t>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E78176-255C-8F44-53B8-45C26220EC22}"/>
              </a:ext>
            </a:extLst>
          </p:cNvPr>
          <p:cNvGrpSpPr/>
          <p:nvPr userDrawn="1"/>
        </p:nvGrpSpPr>
        <p:grpSpPr>
          <a:xfrm>
            <a:off x="11234130" y="5954751"/>
            <a:ext cx="642565" cy="642565"/>
            <a:chOff x="11656530" y="6299513"/>
            <a:chExt cx="433867" cy="433867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68FBD7-20E2-465E-4AC5-5D05243C3539}"/>
                </a:ext>
              </a:extLst>
            </p:cNvPr>
            <p:cNvSpPr/>
            <p:nvPr/>
          </p:nvSpPr>
          <p:spPr>
            <a:xfrm>
              <a:off x="11656530" y="6299513"/>
              <a:ext cx="433867" cy="433867"/>
            </a:xfrm>
            <a:custGeom>
              <a:avLst/>
              <a:gdLst>
                <a:gd name="connsiteX0" fmla="*/ 433868 w 433867"/>
                <a:gd name="connsiteY0" fmla="*/ 216934 h 433867"/>
                <a:gd name="connsiteX1" fmla="*/ 216934 w 433867"/>
                <a:gd name="connsiteY1" fmla="*/ 433868 h 433867"/>
                <a:gd name="connsiteX2" fmla="*/ 0 w 433867"/>
                <a:gd name="connsiteY2" fmla="*/ 216934 h 433867"/>
                <a:gd name="connsiteX3" fmla="*/ 216934 w 433867"/>
                <a:gd name="connsiteY3" fmla="*/ 0 h 433867"/>
                <a:gd name="connsiteX4" fmla="*/ 433868 w 433867"/>
                <a:gd name="connsiteY4" fmla="*/ 216934 h 43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67" h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bg1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8DBE24-1BEA-6706-9B97-AD29299B105B}"/>
                </a:ext>
              </a:extLst>
            </p:cNvPr>
            <p:cNvSpPr/>
            <p:nvPr/>
          </p:nvSpPr>
          <p:spPr>
            <a:xfrm>
              <a:off x="11714548" y="6453441"/>
              <a:ext cx="318365" cy="127333"/>
            </a:xfrm>
            <a:custGeom>
              <a:avLst/>
              <a:gdLst>
                <a:gd name="connsiteX0" fmla="*/ 63648 w 318365"/>
                <a:gd name="connsiteY0" fmla="*/ 17774 h 127333"/>
                <a:gd name="connsiteX1" fmla="*/ 39941 w 318365"/>
                <a:gd name="connsiteY1" fmla="*/ 23707 h 127333"/>
                <a:gd name="connsiteX2" fmla="*/ 23829 w 318365"/>
                <a:gd name="connsiteY2" fmla="*/ 40074 h 127333"/>
                <a:gd name="connsiteX3" fmla="*/ 18029 w 318365"/>
                <a:gd name="connsiteY3" fmla="*/ 63660 h 127333"/>
                <a:gd name="connsiteX4" fmla="*/ 18041 w 318365"/>
                <a:gd name="connsiteY4" fmla="*/ 63660 h 127333"/>
                <a:gd name="connsiteX5" fmla="*/ 23841 w 318365"/>
                <a:gd name="connsiteY5" fmla="*/ 87756 h 127333"/>
                <a:gd name="connsiteX6" fmla="*/ 26437 w 318365"/>
                <a:gd name="connsiteY6" fmla="*/ 91845 h 127333"/>
                <a:gd name="connsiteX7" fmla="*/ 90814 w 318365"/>
                <a:gd name="connsiteY7" fmla="*/ 27238 h 127333"/>
                <a:gd name="connsiteX8" fmla="*/ 83498 w 318365"/>
                <a:gd name="connsiteY8" fmla="*/ 22154 h 127333"/>
                <a:gd name="connsiteX9" fmla="*/ 63648 w 318365"/>
                <a:gd name="connsiteY9" fmla="*/ 17774 h 127333"/>
                <a:gd name="connsiteX10" fmla="*/ 63394 w 318365"/>
                <a:gd name="connsiteY10" fmla="*/ 1031 h 127333"/>
                <a:gd name="connsiteX11" fmla="*/ 92136 w 318365"/>
                <a:gd name="connsiteY11" fmla="*/ 7862 h 127333"/>
                <a:gd name="connsiteX12" fmla="*/ 92124 w 318365"/>
                <a:gd name="connsiteY12" fmla="*/ 7862 h 127333"/>
                <a:gd name="connsiteX13" fmla="*/ 112616 w 318365"/>
                <a:gd name="connsiteY13" fmla="*/ 27068 h 127333"/>
                <a:gd name="connsiteX14" fmla="*/ 37369 w 318365"/>
                <a:gd name="connsiteY14" fmla="*/ 102570 h 127333"/>
                <a:gd name="connsiteX15" fmla="*/ 40062 w 318365"/>
                <a:gd name="connsiteY15" fmla="*/ 104269 h 127333"/>
                <a:gd name="connsiteX16" fmla="*/ 63903 w 318365"/>
                <a:gd name="connsiteY16" fmla="*/ 110323 h 127333"/>
                <a:gd name="connsiteX17" fmla="*/ 84529 w 318365"/>
                <a:gd name="connsiteY17" fmla="*/ 106586 h 127333"/>
                <a:gd name="connsiteX18" fmla="*/ 99998 w 318365"/>
                <a:gd name="connsiteY18" fmla="*/ 95885 h 127333"/>
                <a:gd name="connsiteX19" fmla="*/ 111852 w 318365"/>
                <a:gd name="connsiteY19" fmla="*/ 107739 h 127333"/>
                <a:gd name="connsiteX20" fmla="*/ 90850 w 318365"/>
                <a:gd name="connsiteY20" fmla="*/ 122298 h 127333"/>
                <a:gd name="connsiteX21" fmla="*/ 63915 w 318365"/>
                <a:gd name="connsiteY21" fmla="*/ 127321 h 127333"/>
                <a:gd name="connsiteX22" fmla="*/ 31181 w 318365"/>
                <a:gd name="connsiteY22" fmla="*/ 118816 h 127333"/>
                <a:gd name="connsiteX23" fmla="*/ 8372 w 318365"/>
                <a:gd name="connsiteY23" fmla="*/ 95873 h 127333"/>
                <a:gd name="connsiteX24" fmla="*/ 0 w 318365"/>
                <a:gd name="connsiteY24" fmla="*/ 63660 h 127333"/>
                <a:gd name="connsiteX25" fmla="*/ 8372 w 318365"/>
                <a:gd name="connsiteY25" fmla="*/ 31957 h 127333"/>
                <a:gd name="connsiteX26" fmla="*/ 31048 w 318365"/>
                <a:gd name="connsiteY26" fmla="*/ 9403 h 127333"/>
                <a:gd name="connsiteX27" fmla="*/ 63394 w 318365"/>
                <a:gd name="connsiteY27" fmla="*/ 1031 h 127333"/>
                <a:gd name="connsiteX28" fmla="*/ 179966 w 318365"/>
                <a:gd name="connsiteY28" fmla="*/ 0 h 127333"/>
                <a:gd name="connsiteX29" fmla="*/ 208187 w 318365"/>
                <a:gd name="connsiteY29" fmla="*/ 7219 h 127333"/>
                <a:gd name="connsiteX30" fmla="*/ 221193 w 318365"/>
                <a:gd name="connsiteY30" fmla="*/ 19024 h 127333"/>
                <a:gd name="connsiteX31" fmla="*/ 234090 w 318365"/>
                <a:gd name="connsiteY31" fmla="*/ 7219 h 127333"/>
                <a:gd name="connsiteX32" fmla="*/ 262445 w 318365"/>
                <a:gd name="connsiteY32" fmla="*/ 0 h 127333"/>
                <a:gd name="connsiteX33" fmla="*/ 291952 w 318365"/>
                <a:gd name="connsiteY33" fmla="*/ 7086 h 127333"/>
                <a:gd name="connsiteX34" fmla="*/ 311413 w 318365"/>
                <a:gd name="connsiteY34" fmla="*/ 26546 h 127333"/>
                <a:gd name="connsiteX35" fmla="*/ 311400 w 318365"/>
                <a:gd name="connsiteY35" fmla="*/ 26559 h 127333"/>
                <a:gd name="connsiteX36" fmla="*/ 318365 w 318365"/>
                <a:gd name="connsiteY36" fmla="*/ 55168 h 127333"/>
                <a:gd name="connsiteX37" fmla="*/ 318365 w 318365"/>
                <a:gd name="connsiteY37" fmla="*/ 127333 h 127333"/>
                <a:gd name="connsiteX38" fmla="*/ 284344 w 318365"/>
                <a:gd name="connsiteY38" fmla="*/ 127333 h 127333"/>
                <a:gd name="connsiteX39" fmla="*/ 284344 w 318365"/>
                <a:gd name="connsiteY39" fmla="*/ 57740 h 127333"/>
                <a:gd name="connsiteX40" fmla="*/ 278411 w 318365"/>
                <a:gd name="connsiteY40" fmla="*/ 38145 h 127333"/>
                <a:gd name="connsiteX41" fmla="*/ 261147 w 318365"/>
                <a:gd name="connsiteY41" fmla="*/ 31181 h 127333"/>
                <a:gd name="connsiteX42" fmla="*/ 244136 w 318365"/>
                <a:gd name="connsiteY42" fmla="*/ 38012 h 127333"/>
                <a:gd name="connsiteX43" fmla="*/ 238203 w 318365"/>
                <a:gd name="connsiteY43" fmla="*/ 57728 h 127333"/>
                <a:gd name="connsiteX44" fmla="*/ 238203 w 318365"/>
                <a:gd name="connsiteY44" fmla="*/ 127321 h 127333"/>
                <a:gd name="connsiteX45" fmla="*/ 204183 w 318365"/>
                <a:gd name="connsiteY45" fmla="*/ 127321 h 127333"/>
                <a:gd name="connsiteX46" fmla="*/ 204183 w 318365"/>
                <a:gd name="connsiteY46" fmla="*/ 57728 h 127333"/>
                <a:gd name="connsiteX47" fmla="*/ 198250 w 318365"/>
                <a:gd name="connsiteY47" fmla="*/ 38012 h 127333"/>
                <a:gd name="connsiteX48" fmla="*/ 180985 w 318365"/>
                <a:gd name="connsiteY48" fmla="*/ 31181 h 127333"/>
                <a:gd name="connsiteX49" fmla="*/ 163842 w 318365"/>
                <a:gd name="connsiteY49" fmla="*/ 38012 h 127333"/>
                <a:gd name="connsiteX50" fmla="*/ 157787 w 318365"/>
                <a:gd name="connsiteY50" fmla="*/ 57728 h 127333"/>
                <a:gd name="connsiteX51" fmla="*/ 157787 w 318365"/>
                <a:gd name="connsiteY51" fmla="*/ 127321 h 127333"/>
                <a:gd name="connsiteX52" fmla="*/ 124022 w 318365"/>
                <a:gd name="connsiteY52" fmla="*/ 127321 h 127333"/>
                <a:gd name="connsiteX53" fmla="*/ 124022 w 318365"/>
                <a:gd name="connsiteY53" fmla="*/ 55156 h 127333"/>
                <a:gd name="connsiteX54" fmla="*/ 130986 w 318365"/>
                <a:gd name="connsiteY54" fmla="*/ 26546 h 127333"/>
                <a:gd name="connsiteX55" fmla="*/ 150581 w 318365"/>
                <a:gd name="connsiteY55" fmla="*/ 7086 h 127333"/>
                <a:gd name="connsiteX56" fmla="*/ 179966 w 318365"/>
                <a:gd name="connsiteY56" fmla="*/ 0 h 12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8365" h="127333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tx2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6A846FCB-399B-21A4-32EC-0FE3577ECA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640870"/>
            <a:ext cx="553580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54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goes here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308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414620AD-A398-61A5-B69E-40D0E475CE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B75AAC6-CCD1-ECF7-E8A2-7660393D0C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E3857DA-45E2-E593-E020-122BE12AB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917320"/>
            <a:ext cx="631653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1708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D861-3CBF-27C2-8E2B-DED3EDFB82BA}"/>
              </a:ext>
            </a:extLst>
          </p:cNvPr>
          <p:cNvSpPr/>
          <p:nvPr userDrawn="1"/>
        </p:nvSpPr>
        <p:spPr>
          <a:xfrm>
            <a:off x="0" y="-1"/>
            <a:ext cx="32067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F39E-76CB-396B-E689-B646697B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0A0410-718F-647E-2293-D8ADDF4C84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51" y="0"/>
            <a:ext cx="38481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734993-CF7B-54A0-5959-C84728AA0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1285" y="2743200"/>
            <a:ext cx="4624039" cy="2743200"/>
          </a:xfrm>
          <a:solidFill>
            <a:schemeClr val="tx1"/>
          </a:solidFill>
        </p:spPr>
        <p:txBody>
          <a:bodyPr anchor="ctr"/>
          <a:lstStyle>
            <a:lvl1pPr>
              <a:lnSpc>
                <a:spcPct val="80000"/>
              </a:lnSpc>
              <a:spcAft>
                <a:spcPts val="0"/>
              </a:spcAft>
              <a:defRPr sz="72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Today’s 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546D0B-9774-176D-1275-0E64AE5C2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6C92EE-3BFD-03D8-7F01-5532E462A6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82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128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4111626"/>
            <a:ext cx="12192001" cy="2746374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E7641-F57F-F92A-2983-3D4F8C49A3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5"/>
            <a:ext cx="8340725" cy="3546090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09670F-B8FC-84F8-7947-249DE69D740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14410E-5D17-5CB8-A8EE-CC9BA28A38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2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352"/>
            <a:ext cx="12193199" cy="6851647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4"/>
            <a:ext cx="8340725" cy="4920869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0F05D-DAC8-C4F7-0EA7-056F31033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6605BC-D1A2-2A81-7E74-835AFE25F9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19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full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3176"/>
            <a:ext cx="12193200" cy="68580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600" y="0"/>
            <a:ext cx="12193200" cy="6858000"/>
          </a:xfrm>
          <a:gradFill flip="none" rotWithShape="1"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</p:spPr>
        <p:txBody>
          <a:bodyPr lIns="756000" tIns="612000" rIns="2520000" bIns="1152000" anchor="ctr"/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7E634-AF48-508C-4F98-C9A52D5559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005F-1A60-112F-D82E-4031801A8B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08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ck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32F8C-B815-6103-1445-DCD4B5213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7275" y="682625"/>
            <a:ext cx="4608137" cy="4803775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0"/>
              </a:spcAft>
              <a:defRPr sz="1400" b="1">
                <a:solidFill>
                  <a:schemeClr val="tx2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Name Surname | Job title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8816A0-7F4C-A0E8-E5DF-4FE91345C72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414774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1E472-8863-8385-9109-667D51109C7F}"/>
              </a:ext>
            </a:extLst>
          </p:cNvPr>
          <p:cNvSpPr/>
          <p:nvPr userDrawn="1"/>
        </p:nvSpPr>
        <p:spPr>
          <a:xfrm>
            <a:off x="0" y="0"/>
            <a:ext cx="320674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8F76B5F-DF92-A4B6-51C3-14FF64323A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49" y="0"/>
            <a:ext cx="8986449" cy="3430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A808CE-512E-DE29-9C19-6468B8F5F3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5827"/>
            <a:ext cx="6418800" cy="3432173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2378C0-6435-673B-4F55-858BB9D8F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4CBBB61-1CA3-AE90-FB7E-57CF0C1E3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8361" y="3435353"/>
            <a:ext cx="4938723" cy="3422647"/>
          </a:xfrm>
        </p:spPr>
        <p:txBody>
          <a:bodyPr anchor="ctr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tx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two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7C266FA-1092-3E8A-D45B-11D08E3F2B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6"/>
            <a:ext cx="18000" cy="2752728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ABFC6FF-FB5C-1258-B6C6-DF37BD2EB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11" y="638795"/>
            <a:ext cx="2431738" cy="2104406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ln w="31750">
                  <a:solidFill>
                    <a:schemeClr val="tx2"/>
                  </a:solidFill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44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crea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7434F8-0B19-5D62-5DC7-46461B2E21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8340725" cy="6858000"/>
          </a:xfrm>
          <a:solidFill>
            <a:schemeClr val="bg2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7371F5-C9C3-C0B3-BFD0-5D46E819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4051" y="1368425"/>
            <a:ext cx="8340725" cy="41179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C096FAA-7ED7-A6E1-95EF-4FBA05013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87" y="3886199"/>
            <a:ext cx="5234127" cy="2965447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one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E5F0D1-7835-B64B-31A3-EF47ADE9A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5"/>
            <a:ext cx="18000" cy="6169025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6FEEB-5D4C-2B09-7615-1FF398890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6274" y="638794"/>
            <a:ext cx="4014526" cy="2790205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19900" b="0">
                <a:ln w="31750">
                  <a:noFill/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DF3AE8E2-F83E-7A07-ECFF-31F1C21F3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DC1351AA-BC98-8677-8244-5D0CE4124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3FE6B-2770-5C5A-3C6B-DE0C34A3ED1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85212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086495-536E-5EDB-1A79-275F3445C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1671" y="335508"/>
            <a:ext cx="2620800" cy="5503863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939156-7FA2-DACC-E1CA-89BB520E83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4865" y="407983"/>
            <a:ext cx="2454413" cy="5358912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C1AECD-4AA3-C9BB-0755-10EDD884804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5FDDE6E-1854-5AB9-42F8-D609740CD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1466817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zoomed 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C042C6-1D2E-BA18-C088-8D1487D363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54850" y="333375"/>
            <a:ext cx="4130603" cy="5835649"/>
          </a:xfrm>
          <a:custGeom>
            <a:avLst/>
            <a:gdLst>
              <a:gd name="connsiteX0" fmla="*/ 506040 w 4130603"/>
              <a:gd name="connsiteY0" fmla="*/ 0 h 5835649"/>
              <a:gd name="connsiteX1" fmla="*/ 3624563 w 4130603"/>
              <a:gd name="connsiteY1" fmla="*/ 0 h 5835649"/>
              <a:gd name="connsiteX2" fmla="*/ 4130603 w 4130603"/>
              <a:gd name="connsiteY2" fmla="*/ 506040 h 5835649"/>
              <a:gd name="connsiteX3" fmla="*/ 4130603 w 4130603"/>
              <a:gd name="connsiteY3" fmla="*/ 5835649 h 5835649"/>
              <a:gd name="connsiteX4" fmla="*/ 0 w 4130603"/>
              <a:gd name="connsiteY4" fmla="*/ 5835649 h 5835649"/>
              <a:gd name="connsiteX5" fmla="*/ 0 w 4130603"/>
              <a:gd name="connsiteY5" fmla="*/ 506040 h 5835649"/>
              <a:gd name="connsiteX6" fmla="*/ 506040 w 4130603"/>
              <a:gd name="connsiteY6" fmla="*/ 0 h 583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603" h="5835649">
                <a:moveTo>
                  <a:pt x="506040" y="0"/>
                </a:moveTo>
                <a:lnTo>
                  <a:pt x="3624563" y="0"/>
                </a:lnTo>
                <a:cubicBezTo>
                  <a:pt x="3904041" y="0"/>
                  <a:pt x="4130603" y="226562"/>
                  <a:pt x="4130603" y="506040"/>
                </a:cubicBezTo>
                <a:lnTo>
                  <a:pt x="4130603" y="5835649"/>
                </a:lnTo>
                <a:lnTo>
                  <a:pt x="0" y="5835649"/>
                </a:lnTo>
                <a:lnTo>
                  <a:pt x="0" y="506040"/>
                </a:lnTo>
                <a:cubicBezTo>
                  <a:pt x="0" y="226562"/>
                  <a:pt x="226562" y="0"/>
                  <a:pt x="50604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74A84C-18FA-502E-A356-C0C337637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5970" y="447604"/>
            <a:ext cx="3868183" cy="5721421"/>
          </a:xfrm>
          <a:custGeom>
            <a:avLst/>
            <a:gdLst>
              <a:gd name="connsiteX0" fmla="*/ 403834 w 3868183"/>
              <a:gd name="connsiteY0" fmla="*/ 132 h 5721421"/>
              <a:gd name="connsiteX1" fmla="*/ 646193 w 3868183"/>
              <a:gd name="connsiteY1" fmla="*/ 1312 h 5721421"/>
              <a:gd name="connsiteX2" fmla="*/ 838799 w 3868183"/>
              <a:gd name="connsiteY2" fmla="*/ 132 h 5721421"/>
              <a:gd name="connsiteX3" fmla="*/ 1018892 w 3868183"/>
              <a:gd name="connsiteY3" fmla="*/ 1607 h 5721421"/>
              <a:gd name="connsiteX4" fmla="*/ 1379229 w 3868183"/>
              <a:gd name="connsiteY4" fmla="*/ 132 h 5721421"/>
              <a:gd name="connsiteX5" fmla="*/ 1712902 w 3868183"/>
              <a:gd name="connsiteY5" fmla="*/ 132 h 5721421"/>
              <a:gd name="connsiteX6" fmla="*/ 2028547 w 3868183"/>
              <a:gd name="connsiteY6" fmla="*/ 132 h 5721421"/>
              <a:gd name="connsiteX7" fmla="*/ 2360285 w 3868183"/>
              <a:gd name="connsiteY7" fmla="*/ 1164 h 5721421"/>
              <a:gd name="connsiteX8" fmla="*/ 2658206 w 3868183"/>
              <a:gd name="connsiteY8" fmla="*/ 132 h 5721421"/>
              <a:gd name="connsiteX9" fmla="*/ 2995305 w 3868183"/>
              <a:gd name="connsiteY9" fmla="*/ 132 h 5721421"/>
              <a:gd name="connsiteX10" fmla="*/ 3264774 w 3868183"/>
              <a:gd name="connsiteY10" fmla="*/ 278 h 5721421"/>
              <a:gd name="connsiteX11" fmla="*/ 3464532 w 3868183"/>
              <a:gd name="connsiteY11" fmla="*/ 132 h 5721421"/>
              <a:gd name="connsiteX12" fmla="*/ 3856448 w 3868183"/>
              <a:gd name="connsiteY12" fmla="*/ 299272 h 5721421"/>
              <a:gd name="connsiteX13" fmla="*/ 3867619 w 3868183"/>
              <a:gd name="connsiteY13" fmla="*/ 409717 h 5721421"/>
              <a:gd name="connsiteX14" fmla="*/ 3868067 w 3868183"/>
              <a:gd name="connsiteY14" fmla="*/ 2159535 h 5721421"/>
              <a:gd name="connsiteX15" fmla="*/ 3868067 w 3868183"/>
              <a:gd name="connsiteY15" fmla="*/ 4224591 h 5721421"/>
              <a:gd name="connsiteX16" fmla="*/ 3868183 w 3868183"/>
              <a:gd name="connsiteY16" fmla="*/ 5721421 h 5721421"/>
              <a:gd name="connsiteX17" fmla="*/ 384 w 3868183"/>
              <a:gd name="connsiteY17" fmla="*/ 5721421 h 5721421"/>
              <a:gd name="connsiteX18" fmla="*/ 0 w 3868183"/>
              <a:gd name="connsiteY18" fmla="*/ 411784 h 5721421"/>
              <a:gd name="connsiteX19" fmla="*/ 185457 w 3868183"/>
              <a:gd name="connsiteY19" fmla="*/ 61701 h 5721421"/>
              <a:gd name="connsiteX20" fmla="*/ 403834 w 3868183"/>
              <a:gd name="connsiteY20" fmla="*/ 132 h 572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8183" h="5721421">
                <a:moveTo>
                  <a:pt x="403834" y="132"/>
                </a:moveTo>
                <a:cubicBezTo>
                  <a:pt x="484569" y="132"/>
                  <a:pt x="565455" y="1312"/>
                  <a:pt x="646193" y="1312"/>
                </a:cubicBezTo>
                <a:cubicBezTo>
                  <a:pt x="710394" y="1312"/>
                  <a:pt x="774597" y="132"/>
                  <a:pt x="838799" y="132"/>
                </a:cubicBezTo>
                <a:cubicBezTo>
                  <a:pt x="898830" y="132"/>
                  <a:pt x="958860" y="1607"/>
                  <a:pt x="1018892" y="1607"/>
                </a:cubicBezTo>
                <a:cubicBezTo>
                  <a:pt x="1138956" y="1460"/>
                  <a:pt x="1259166" y="426"/>
                  <a:pt x="1379229" y="132"/>
                </a:cubicBezTo>
                <a:cubicBezTo>
                  <a:pt x="1490503" y="-165"/>
                  <a:pt x="1601627" y="132"/>
                  <a:pt x="1712902" y="132"/>
                </a:cubicBezTo>
                <a:cubicBezTo>
                  <a:pt x="1818067" y="132"/>
                  <a:pt x="1923383" y="-18"/>
                  <a:pt x="2028547" y="132"/>
                </a:cubicBezTo>
                <a:cubicBezTo>
                  <a:pt x="2139078" y="278"/>
                  <a:pt x="2249756" y="1164"/>
                  <a:pt x="2360285" y="1164"/>
                </a:cubicBezTo>
                <a:cubicBezTo>
                  <a:pt x="2459641" y="1164"/>
                  <a:pt x="2558849" y="278"/>
                  <a:pt x="2658206" y="132"/>
                </a:cubicBezTo>
                <a:cubicBezTo>
                  <a:pt x="2770522" y="-18"/>
                  <a:pt x="2882987" y="132"/>
                  <a:pt x="2995305" y="132"/>
                </a:cubicBezTo>
                <a:cubicBezTo>
                  <a:pt x="3085128" y="132"/>
                  <a:pt x="3174952" y="278"/>
                  <a:pt x="3264774" y="278"/>
                </a:cubicBezTo>
                <a:cubicBezTo>
                  <a:pt x="3331360" y="278"/>
                  <a:pt x="3397946" y="-18"/>
                  <a:pt x="3464532" y="132"/>
                </a:cubicBezTo>
                <a:cubicBezTo>
                  <a:pt x="3653264" y="721"/>
                  <a:pt x="3812801" y="121353"/>
                  <a:pt x="3856448" y="299272"/>
                </a:cubicBezTo>
                <a:cubicBezTo>
                  <a:pt x="3865236" y="334856"/>
                  <a:pt x="3867471" y="372803"/>
                  <a:pt x="3867619" y="409717"/>
                </a:cubicBezTo>
                <a:cubicBezTo>
                  <a:pt x="3868215" y="992940"/>
                  <a:pt x="3868067" y="1576311"/>
                  <a:pt x="3868067" y="2159535"/>
                </a:cubicBezTo>
                <a:cubicBezTo>
                  <a:pt x="3868067" y="2847889"/>
                  <a:pt x="3868067" y="3536239"/>
                  <a:pt x="3868067" y="4224591"/>
                </a:cubicBezTo>
                <a:lnTo>
                  <a:pt x="3868183" y="5721421"/>
                </a:lnTo>
                <a:lnTo>
                  <a:pt x="384" y="5721421"/>
                </a:lnTo>
                <a:lnTo>
                  <a:pt x="0" y="411784"/>
                </a:lnTo>
                <a:cubicBezTo>
                  <a:pt x="0" y="261327"/>
                  <a:pt x="59734" y="144681"/>
                  <a:pt x="185457" y="61701"/>
                </a:cubicBezTo>
                <a:cubicBezTo>
                  <a:pt x="251149" y="18291"/>
                  <a:pt x="325331" y="278"/>
                  <a:pt x="403834" y="1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D6C7BDA-324B-B007-B448-8AA2D5F7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3698081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4395996" y="787399"/>
            <a:ext cx="7310205" cy="53816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504" y="1018903"/>
            <a:ext cx="6897188" cy="387966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2E7C2DC-E1A0-00D9-86B5-5372EF8D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717650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Book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4F642-B459-8F68-4149-D4B99668EA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96217" y="862978"/>
            <a:ext cx="8795602" cy="52084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91501" y="1247502"/>
            <a:ext cx="6395644" cy="425849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C7570AD-BDD1-7816-47BC-F74FDBA2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2505293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4361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A2C4E4-7F5F-67A3-0215-4AD932BDA9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631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16650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D9963-9B5A-10CD-A0EE-68235B7C2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920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361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BD159C3-2532-3562-792C-4F5CDC66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2631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16650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0399768-6B14-D79E-5238-274950F97D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4920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4361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EC67F7-F65C-17F4-BF5F-DAF9447AEC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631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16650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5F261BA-EC3A-97AD-184F-EED4ACE0DB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20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97C654F-9EB9-66D5-2E82-656BFF5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137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EDCD066B-62F2-1A43-3B79-0734FE86A4F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68095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AC1E1BEF-7CEE-8011-71B0-68F0F7ED3DBB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388132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6660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973781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68095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388132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6660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973781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0887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D750A3-997C-117C-3671-CF7A3758A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7806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E5AC6BD1-147E-35E8-0B05-716817234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5239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CF663DAB-E3A8-8E89-61F7-20DFA620D0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41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9EA348E3-0BA0-AB18-D019-848DA1B4F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0887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07FE6B0-A2D9-C718-2193-A841C6CA05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063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3216F32-B415-75E5-A176-3355725AB2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952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5ACE380-9E86-AB7F-35A9-F1C0E8040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57841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441154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FE7D91B-1563-CEA3-1FF8-3F546AD5B83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24103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283449E4-2863-B781-158C-C0932DEE17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103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73162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3A57B8-E234-CD88-D11C-D1DFE37AD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415473" y="3470854"/>
            <a:ext cx="4113646" cy="1282700"/>
          </a:xfrm>
        </p:spPr>
        <p:txBody>
          <a:bodyPr anchor="ctr"/>
          <a:lstStyle>
            <a:lvl1pPr algn="r">
              <a:lnSpc>
                <a:spcPct val="80000"/>
              </a:lnSpc>
              <a:defRPr sz="3600"/>
            </a:lvl1pPr>
          </a:lstStyle>
          <a:p>
            <a:pPr lvl="0"/>
            <a:r>
              <a:rPr lang="en-GB"/>
              <a:t>Meet the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162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87E02-54B7-34DE-48AF-51442EB2B509}"/>
              </a:ext>
            </a:extLst>
          </p:cNvPr>
          <p:cNvCxnSpPr>
            <a:cxnSpLocks/>
          </p:cNvCxnSpPr>
          <p:nvPr userDrawn="1"/>
        </p:nvCxnSpPr>
        <p:spPr>
          <a:xfrm>
            <a:off x="641350" y="0"/>
            <a:ext cx="0" cy="201276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384A9924-D9B5-F558-4446-770722C9E65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675043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13B4A43A-7C48-6830-0A71-84B2AA8D5B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3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09A357F1-DCB0-AAA1-FF7C-579CD51579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925984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CFA284AE-D574-E303-87B5-B8731F5B3D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4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D8C052A2-B328-B532-B588-0344982F0D3F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173162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BB72990-AB1D-E7C4-6B75-0DB3F2E4BD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3162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FD171AC2-82E6-C5F7-9D8F-179C5045CD7E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4241032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0AB05AEC-005A-3F1B-0C4D-64752EE895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41032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0EE26C2E-7158-576F-1378-CA79415AEBD0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75043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C5BD386D-E6DA-D6A7-A9E3-7D2E78533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5043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06E30288-6192-C4BC-6B0F-03332A53846C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9258613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80096700-6812-294E-0C3E-E5CC7858F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58613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4814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5815C96E-6900-B6B5-815D-4D8E8D008112}"/>
              </a:ext>
            </a:extLst>
          </p:cNvPr>
          <p:cNvSpPr/>
          <p:nvPr userDrawn="1"/>
        </p:nvSpPr>
        <p:spPr>
          <a:xfrm>
            <a:off x="4063800" y="0"/>
            <a:ext cx="4064400" cy="6169024"/>
          </a:xfrm>
          <a:custGeom>
            <a:avLst/>
            <a:gdLst>
              <a:gd name="connsiteX0" fmla="*/ 0 w 4064400"/>
              <a:gd name="connsiteY0" fmla="*/ 0 h 6169024"/>
              <a:gd name="connsiteX1" fmla="*/ 4064400 w 4064400"/>
              <a:gd name="connsiteY1" fmla="*/ 0 h 6169024"/>
              <a:gd name="connsiteX2" fmla="*/ 4064400 w 4064400"/>
              <a:gd name="connsiteY2" fmla="*/ 6169024 h 6169024"/>
              <a:gd name="connsiteX3" fmla="*/ 0 w 4064400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400" h="6169024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C0C5C-99D1-99BB-CABB-CC6FB255B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0792-06FC-7E14-8396-F27E3154E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5B2C59-8A37-64E6-6CBA-C5AECEC50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272F750-99B3-124C-D8D3-F1286B377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3800" y="0"/>
            <a:ext cx="4064400" cy="2670175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7023C7E-EF93-8C6E-835A-939EDCF962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365F35F-7775-B95E-825A-60563DB58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63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75C35C-A936-78DA-A517-9B8EF3CF10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163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6471E19-8CCC-B0DF-8C3F-7CB2503D5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184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014B1B71-F74A-A303-FC3B-F4A819584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7225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A48D3C2-9B59-84FE-83E7-B0F97C9E71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3811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A7224203-3DFE-E8BA-9C78-241EA5FF8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50852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682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00C5C-55A0-3C8A-0687-A33E321F6869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055F50-D54C-7B73-CCDD-822FD5C58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0B1CD-282B-07A4-3E89-E1D0C76C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1368426"/>
            <a:ext cx="3704189" cy="343217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9375" y="682625"/>
            <a:ext cx="3856038" cy="5486398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D7BE90-3BDC-F609-DA85-653C97472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500" y="2060575"/>
            <a:ext cx="2568575" cy="2730498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43C89-D039-12D0-AD23-86C897EB3177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695564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F82C0E6-ABEE-E744-BED6-3CF463ACD2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88118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6675" y="3080906"/>
            <a:ext cx="5138738" cy="308090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61CDCE-8667-108C-D192-8D82B9BCDBC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B40D565-931C-207E-52B1-CBD7948A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3786739" cy="223093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695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251E75-5D43-155E-9EF9-2835F16A02A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9776259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5F49B39-D9E3-959B-708D-6A74A51B6E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DA4BE3-56CF-7014-FEAC-F83276D7734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925678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604F0-B5CD-0F0A-9FCD-FB9A1EF29C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2149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E08D6B-F466-16BC-3391-106E8FFF117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CACE73-530E-AFF2-FD72-96087D95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8665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5326" y="0"/>
            <a:ext cx="6416674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6" y="3080906"/>
            <a:ext cx="6416674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40F16F-80F7-0DAF-13F8-888A58AA174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27E28D2-E3FC-B6B1-21BC-1F8C5770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6490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53B5CB-779B-F9C8-9782-2B3EFD9A5A7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C0A819C-E4AE-9406-191E-A323D1C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7153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429000"/>
            <a:ext cx="3209925" cy="274002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206057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2067788"/>
            <a:ext cx="3209925" cy="410123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6B88C7-709E-7FB2-AB08-704E04F89CD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BB0714AB-51F6-2A7B-A0BD-C9275152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5353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5999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6095999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6096000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7FC564-834F-BE5A-F11A-660E303FA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4D1F9-CC5E-B32D-D859-F2CC5C8AE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75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5999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96000" cy="6169022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432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6675" y="0"/>
            <a:ext cx="2565400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6416675" cy="27432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946053-E62C-3605-EB68-E7DEC59EE0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43200"/>
            <a:ext cx="3206750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DF04BE-2ED7-E23F-7734-81C214CCA8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6749" y="2743200"/>
            <a:ext cx="3209925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C2092C-D564-C5A9-C97F-348F2ECB44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82075" y="0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EB5095-7804-C3E6-7402-3C7A63C0B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82075" y="3082924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396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B13102-A20D-BCDF-666A-2DBE1AC13C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0" y="308610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F490869-D1DC-C579-A316-10A2245BB8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44248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D58FB9-EF60-89EE-C72E-92CE23001F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248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823CF1B-0C04-D7AF-5C5C-1F72BEB334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DB2B6A3-4F93-8812-1A03-1B748F6B2A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8610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6B79E47-FA84-B264-D708-BEA6E7FE37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114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BB89B72-822F-BF1F-3F86-5895078726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2114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1848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desk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6845670" y="2590799"/>
            <a:ext cx="4860531" cy="3578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2977" y="2742325"/>
            <a:ext cx="4585917" cy="25795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6F75DD7-6FD0-C133-DE4A-4C7F2C7A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123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mobi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3C9BFFC-B4D9-44A6-1923-855BB7D10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13541" y="1283759"/>
            <a:ext cx="2239057" cy="4702175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9883130-8A5B-7D6C-2C29-C580C41FDA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84617" y="1345678"/>
            <a:ext cx="2096905" cy="4578337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28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936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585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00" y="680400"/>
            <a:ext cx="10908000" cy="54972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350" y="680400"/>
            <a:ext cx="10909300" cy="54972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561F0D-B857-A2C5-CD96-7D90818E6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99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587" y="682625"/>
            <a:ext cx="10918826" cy="5492750"/>
          </a:xfrm>
          <a:solidFill>
            <a:schemeClr val="bg2"/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419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94CDDFE-B808-A462-BF7C-15A9ACEEE8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400" y="0"/>
            <a:ext cx="6096600" cy="6858000"/>
          </a:xfrm>
          <a:solidFill>
            <a:schemeClr val="bg1">
              <a:lumMod val="65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60966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60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6023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D93877-6F24-DFF8-F2FA-D4A4BFAD8B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20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3A5AB9B-F36D-C97A-851D-0C3C055F8A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600" y="4572001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A686A2-DB4A-4300-3D5B-A3EBF888B4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23450" y="4572001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F4806A-5A04-4F83-1383-BACACC67A7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600" y="2286001"/>
            <a:ext cx="12193200" cy="2286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3450" y="0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7C6F1D-0082-D95A-B441-BCB17D2383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286001"/>
            <a:ext cx="10268550" cy="2286000"/>
          </a:xfr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txBody>
          <a:bodyPr lIns="1260000" tIns="0" rIns="360000" bIns="0" numCol="1" spcCol="360000" anchor="ctr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5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404F86-5A46-6A8A-7F3C-9D06DE2A8222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16E558-7B46-FD80-0530-EA162C8D2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525" y="6169025"/>
            <a:ext cx="4495800" cy="6826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50894-5538-1638-22C9-1AE0C5D95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261" y="6362299"/>
            <a:ext cx="494264" cy="296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997E-868F-7161-FD80-0AB5EE93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261" y="2060575"/>
            <a:ext cx="10765383" cy="4039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4E957452-906A-4D83-78E1-6E866C22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A9FBC41-97C0-D9A9-89DA-E487E47E2447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BCA4A-AD74-2AC4-6377-FE8BF930FB75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1" r:id="rId2"/>
    <p:sldLayoutId id="2147483695" r:id="rId3"/>
    <p:sldLayoutId id="2147483696" r:id="rId4"/>
    <p:sldLayoutId id="2147483673" r:id="rId5"/>
    <p:sldLayoutId id="2147483676" r:id="rId6"/>
    <p:sldLayoutId id="2147483674" r:id="rId7"/>
    <p:sldLayoutId id="2147483675" r:id="rId8"/>
    <p:sldLayoutId id="2147483679" r:id="rId9"/>
    <p:sldLayoutId id="2147483680" r:id="rId10"/>
    <p:sldLayoutId id="2147483718" r:id="rId11"/>
    <p:sldLayoutId id="2147483719" r:id="rId12"/>
    <p:sldLayoutId id="2147483683" r:id="rId13"/>
    <p:sldLayoutId id="2147483684" r:id="rId14"/>
    <p:sldLayoutId id="2147483685" r:id="rId15"/>
    <p:sldLayoutId id="2147483681" r:id="rId16"/>
    <p:sldLayoutId id="2147483682" r:id="rId17"/>
    <p:sldLayoutId id="2147483662" r:id="rId18"/>
    <p:sldLayoutId id="2147483730" r:id="rId19"/>
    <p:sldLayoutId id="2147483663" r:id="rId20"/>
    <p:sldLayoutId id="2147483691" r:id="rId21"/>
    <p:sldLayoutId id="2147483692" r:id="rId22"/>
    <p:sldLayoutId id="2147483698" r:id="rId23"/>
    <p:sldLayoutId id="2147483694" r:id="rId24"/>
    <p:sldLayoutId id="2147483668" r:id="rId25"/>
    <p:sldLayoutId id="2147483729" r:id="rId26"/>
    <p:sldLayoutId id="2147483688" r:id="rId27"/>
    <p:sldLayoutId id="2147483697" r:id="rId28"/>
    <p:sldLayoutId id="2147483700" r:id="rId29"/>
    <p:sldLayoutId id="2147483699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9" r:id="rId37"/>
    <p:sldLayoutId id="2147483708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</p:sldLayoutIdLst>
  <p:hf hdr="0" dt="0"/>
  <p:txStyles>
    <p:titleStyle>
      <a:lvl1pPr algn="l" defTabSz="363702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0" indent="0" algn="l" defTabSz="363702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36370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/>
        <a:buNone/>
        <a:tabLst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356400" indent="-356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0" indent="-320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055" indent="0" algn="l" defTabSz="363702" rtl="0" eaLnBrk="1" latinLnBrk="0" hangingPunct="1">
        <a:lnSpc>
          <a:spcPct val="90000"/>
        </a:lnSpc>
        <a:spcBef>
          <a:spcPts val="199"/>
        </a:spcBef>
        <a:buFont typeface="Arial"/>
        <a:buNone/>
        <a:tabLst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000180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182032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363883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545734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851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70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55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7404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925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110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95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480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4" userDrawn="1">
          <p15:clr>
            <a:srgbClr val="FDE53C"/>
          </p15:clr>
        </p15:guide>
        <p15:guide id="6" orient="horz" pos="6407">
          <p15:clr>
            <a:srgbClr val="A4A3A4"/>
          </p15:clr>
        </p15:guide>
        <p15:guide id="10" orient="horz" pos="6588">
          <p15:clr>
            <a:srgbClr val="A4A3A4"/>
          </p15:clr>
        </p15:guide>
        <p15:guide id="37" pos="7680" userDrawn="1">
          <p15:clr>
            <a:srgbClr val="FFFFFF"/>
          </p15:clr>
        </p15:guide>
        <p15:guide id="41" orient="horz" pos="6289">
          <p15:clr>
            <a:srgbClr val="A4A3A4"/>
          </p15:clr>
        </p15:guide>
        <p15:guide id="51" pos="3232" userDrawn="1">
          <p15:clr>
            <a:srgbClr val="FDE53C"/>
          </p15:clr>
        </p15:guide>
        <p15:guide id="54" pos="4444" userDrawn="1">
          <p15:clr>
            <a:srgbClr val="FDE53C"/>
          </p15:clr>
        </p15:guide>
        <p15:guide id="59" pos="6062" userDrawn="1">
          <p15:clr>
            <a:srgbClr val="FDE53C"/>
          </p15:clr>
        </p15:guide>
        <p15:guide id="63" pos="7279" userDrawn="1">
          <p15:clr>
            <a:srgbClr val="FDE53C"/>
          </p15:clr>
        </p15:guide>
        <p15:guide id="64" orient="horz" pos="169" userDrawn="1">
          <p15:clr>
            <a:srgbClr val="A4A3A4"/>
          </p15:clr>
        </p15:guide>
        <p15:guide id="66" orient="horz" pos="862" userDrawn="1">
          <p15:clr>
            <a:srgbClr val="FFFFFF"/>
          </p15:clr>
        </p15:guide>
        <p15:guide id="67" orient="horz" pos="1298" userDrawn="1">
          <p15:clr>
            <a:srgbClr val="A4A3A4"/>
          </p15:clr>
        </p15:guide>
        <p15:guide id="69" orient="horz" pos="2160" userDrawn="1">
          <p15:clr>
            <a:srgbClr val="A4A3A4"/>
          </p15:clr>
        </p15:guide>
        <p15:guide id="71" pos="3840" userDrawn="1">
          <p15:clr>
            <a:srgbClr val="A4A3A4"/>
          </p15:clr>
        </p15:guide>
        <p15:guide id="74" orient="horz" pos="3886" userDrawn="1">
          <p15:clr>
            <a:srgbClr val="FDE53C"/>
          </p15:clr>
        </p15:guide>
        <p15:guide id="75" orient="horz" pos="4316" userDrawn="1">
          <p15:clr>
            <a:srgbClr val="FFFFFF"/>
          </p15:clr>
        </p15:guide>
        <p15:guide id="76" pos="491" userDrawn="1">
          <p15:clr>
            <a:srgbClr val="A4A3A4"/>
          </p15:clr>
        </p15:guide>
        <p15:guide id="77" orient="horz" pos="430" userDrawn="1">
          <p15:clr>
            <a:srgbClr val="FFFFFF"/>
          </p15:clr>
        </p15:guide>
        <p15:guide id="78" userDrawn="1">
          <p15:clr>
            <a:srgbClr val="FFFFFF"/>
          </p15:clr>
        </p15:guide>
        <p15:guide id="79" orient="horz" userDrawn="1">
          <p15:clr>
            <a:srgbClr val="FFFFFF"/>
          </p15:clr>
        </p15:guide>
        <p15:guide id="80" orient="horz" pos="1944" userDrawn="1">
          <p15:clr>
            <a:srgbClr val="FF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9.svg"/><Relationship Id="rId21" Type="http://schemas.openxmlformats.org/officeDocument/2006/relationships/image" Target="../media/image47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17" Type="http://schemas.openxmlformats.org/officeDocument/2006/relationships/image" Target="../media/image43.sv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24" Type="http://schemas.openxmlformats.org/officeDocument/2006/relationships/image" Target="../media/image50.png"/><Relationship Id="rId5" Type="http://schemas.openxmlformats.org/officeDocument/2006/relationships/image" Target="../media/image31.svg"/><Relationship Id="rId15" Type="http://schemas.openxmlformats.org/officeDocument/2006/relationships/image" Target="../media/image41.sv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Relationship Id="rId22" Type="http://schemas.openxmlformats.org/officeDocument/2006/relationships/image" Target="../media/image48.svg"/><Relationship Id="rId27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56.jpeg"/><Relationship Id="rId16" Type="http://schemas.openxmlformats.org/officeDocument/2006/relationships/image" Target="../media/image41.svg"/><Relationship Id="rId20" Type="http://schemas.openxmlformats.org/officeDocument/2006/relationships/image" Target="../media/image45.sv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svg"/><Relationship Id="rId28" Type="http://schemas.openxmlformats.org/officeDocument/2006/relationships/image" Target="../media/image53.png"/><Relationship Id="rId10" Type="http://schemas.openxmlformats.org/officeDocument/2006/relationships/image" Target="../media/image35.svg"/><Relationship Id="rId19" Type="http://schemas.openxmlformats.org/officeDocument/2006/relationships/image" Target="../media/image44.pn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33A334FD-82BA-3A34-03E2-E22B98F6E2B1}"/>
              </a:ext>
            </a:extLst>
          </p:cNvPr>
          <p:cNvSpPr/>
          <p:nvPr/>
        </p:nvSpPr>
        <p:spPr>
          <a:xfrm>
            <a:off x="5180692" y="2541323"/>
            <a:ext cx="6369951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80F0F-061C-D09C-0F63-4F7932323368}"/>
              </a:ext>
            </a:extLst>
          </p:cNvPr>
          <p:cNvSpPr/>
          <p:nvPr/>
        </p:nvSpPr>
        <p:spPr>
          <a:xfrm>
            <a:off x="641350" y="2541323"/>
            <a:ext cx="4415880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C4C7920-557C-9B4E-1572-3A573147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811E9E9D-87A2-847E-171F-2CAB62C31C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12B37D33-6780-D2D1-486F-E054AA9D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77B699-197C-E7F2-A95A-17CAB18AC2F6}"/>
              </a:ext>
            </a:extLst>
          </p:cNvPr>
          <p:cNvGrpSpPr/>
          <p:nvPr/>
        </p:nvGrpSpPr>
        <p:grpSpPr>
          <a:xfrm>
            <a:off x="741883" y="2639581"/>
            <a:ext cx="4339735" cy="2645293"/>
            <a:chOff x="1645743" y="1911584"/>
            <a:chExt cx="5089159" cy="31021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E76B09-DE46-697E-05E3-DEA3C880D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645743" y="1911584"/>
              <a:ext cx="2056461" cy="2995960"/>
            </a:xfrm>
            <a:prstGeom prst="roundRect">
              <a:avLst>
                <a:gd name="adj" fmla="val 3738"/>
              </a:avLst>
            </a:prstGeom>
            <a:solidFill>
              <a:schemeClr val="accent2"/>
            </a:solidFill>
            <a:effectLst/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8C3267B-3E01-0654-28BB-DD34BAD5298E}"/>
                </a:ext>
              </a:extLst>
            </p:cNvPr>
            <p:cNvSpPr/>
            <p:nvPr/>
          </p:nvSpPr>
          <p:spPr>
            <a:xfrm>
              <a:off x="1645744" y="2218549"/>
              <a:ext cx="2225675" cy="2239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388947-0FBB-B769-B951-8AAD5313C0B9}"/>
                </a:ext>
              </a:extLst>
            </p:cNvPr>
            <p:cNvGrpSpPr/>
            <p:nvPr/>
          </p:nvGrpSpPr>
          <p:grpSpPr>
            <a:xfrm>
              <a:off x="3786156" y="2242290"/>
              <a:ext cx="176418" cy="176418"/>
              <a:chOff x="3549689" y="1879916"/>
              <a:chExt cx="210141" cy="210141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7B177CA-6D0A-C05E-D7F3-AAE529F9963B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E1259A8-A5A0-B170-1BA6-4B105A50CB35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21013A-42E7-42D0-95D5-D1E823466494}"/>
                </a:ext>
              </a:extLst>
            </p:cNvPr>
            <p:cNvSpPr/>
            <p:nvPr/>
          </p:nvSpPr>
          <p:spPr>
            <a:xfrm>
              <a:off x="1645744" y="2459062"/>
              <a:ext cx="2225675" cy="903597"/>
            </a:xfrm>
            <a:prstGeom prst="roundRect">
              <a:avLst>
                <a:gd name="adj" fmla="val 11058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39F687-4F7A-080F-941D-796654B7E838}"/>
                </a:ext>
              </a:extLst>
            </p:cNvPr>
            <p:cNvGrpSpPr/>
            <p:nvPr/>
          </p:nvGrpSpPr>
          <p:grpSpPr>
            <a:xfrm>
              <a:off x="3786156" y="2822651"/>
              <a:ext cx="176418" cy="176418"/>
              <a:chOff x="3549689" y="2578416"/>
              <a:chExt cx="210141" cy="210141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3881257-340B-6EF2-9D8A-2B02DF9C14F3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FC78AB9-2FE3-3DAD-FDB0-BDD44A78B8AC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1A3954E-5AF8-1E62-5BF6-1390F9CCA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F6AA975D-DE5D-C0E4-DBCA-5ED995C7E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0EB637C-A16D-0198-AC92-C85F0A190E84}"/>
                </a:ext>
              </a:extLst>
            </p:cNvPr>
            <p:cNvSpPr/>
            <p:nvPr/>
          </p:nvSpPr>
          <p:spPr>
            <a:xfrm>
              <a:off x="1645744" y="3428557"/>
              <a:ext cx="2225675" cy="839669"/>
            </a:xfrm>
            <a:prstGeom prst="roundRect">
              <a:avLst>
                <a:gd name="adj" fmla="val 11466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CB59AB8-4D58-5D91-4A91-62CDFDA3FD92}"/>
                </a:ext>
              </a:extLst>
            </p:cNvPr>
            <p:cNvSpPr/>
            <p:nvPr/>
          </p:nvSpPr>
          <p:spPr>
            <a:xfrm>
              <a:off x="1645744" y="4567844"/>
              <a:ext cx="2225675" cy="2420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154652-D5F0-E8F8-EF12-40C43C62EB4E}"/>
                </a:ext>
              </a:extLst>
            </p:cNvPr>
            <p:cNvSpPr txBox="1"/>
            <p:nvPr/>
          </p:nvSpPr>
          <p:spPr>
            <a:xfrm>
              <a:off x="4119376" y="2096932"/>
              <a:ext cx="2586929" cy="4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These are our primary brand colours.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E4EFBE-7482-939A-B1D4-2B9F5837AB7B}"/>
                </a:ext>
              </a:extLst>
            </p:cNvPr>
            <p:cNvSpPr txBox="1"/>
            <p:nvPr/>
          </p:nvSpPr>
          <p:spPr>
            <a:xfrm>
              <a:off x="4119375" y="2524576"/>
              <a:ext cx="2586929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PowerPoint auto-generates tints and shades based on the main theme colours. These are NOT correct and are not to be used.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FA9D74-9775-C813-DA49-91A59A39B655}"/>
                </a:ext>
              </a:extLst>
            </p:cNvPr>
            <p:cNvSpPr txBox="1"/>
            <p:nvPr/>
          </p:nvSpPr>
          <p:spPr>
            <a:xfrm>
              <a:off x="4119375" y="3456536"/>
              <a:ext cx="2615527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On-brand tints and shades have been added to the Custom Colours palette. These can be used for charts and graphics.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BE4E0F4-1255-C637-A5FD-466936D307F2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330499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7E6437D-F175-2887-0394-01FA9F0B79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910860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A1CE3C-E9F9-FA04-C59E-3F43B8C1D5E3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3848391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4CCC057-0DF0-0980-C988-2155CC5B12AC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4688856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1B958D-37E8-8E55-77C2-DF1E4CD0B57E}"/>
                </a:ext>
              </a:extLst>
            </p:cNvPr>
            <p:cNvSpPr txBox="1"/>
            <p:nvPr/>
          </p:nvSpPr>
          <p:spPr>
            <a:xfrm>
              <a:off x="4119375" y="4364023"/>
              <a:ext cx="2615527" cy="64966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Please do not use the Standard Colours. These are not brand colours.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11AAAE-3D61-D369-9130-E537C3FBD891}"/>
                </a:ext>
              </a:extLst>
            </p:cNvPr>
            <p:cNvGrpSpPr/>
            <p:nvPr/>
          </p:nvGrpSpPr>
          <p:grpSpPr>
            <a:xfrm>
              <a:off x="3786156" y="4600647"/>
              <a:ext cx="176418" cy="176418"/>
              <a:chOff x="3549689" y="2578416"/>
              <a:chExt cx="210141" cy="210141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44BF0FA-64E8-A725-1891-5E2F12EA5F07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9D73AE8-C4D5-F925-0E17-302263E61C57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82CAB0D-563E-F1F6-C6FF-A41D6F861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FEB01848-6363-E753-4CBA-8CA7E3AD7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DE7DC4-4CF8-554C-7FEA-4F2E590AC359}"/>
                </a:ext>
              </a:extLst>
            </p:cNvPr>
            <p:cNvGrpSpPr/>
            <p:nvPr/>
          </p:nvGrpSpPr>
          <p:grpSpPr>
            <a:xfrm>
              <a:off x="3786156" y="3760182"/>
              <a:ext cx="176418" cy="176418"/>
              <a:chOff x="3549689" y="1879916"/>
              <a:chExt cx="210141" cy="21014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7E7FA97-913D-BE04-78C2-E075162E284E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A0AF3F95-417C-6BB1-4EE2-4A93DA34F222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559367-8205-78CC-9DAE-257F7C8E49DF}"/>
              </a:ext>
            </a:extLst>
          </p:cNvPr>
          <p:cNvGrpSpPr/>
          <p:nvPr/>
        </p:nvGrpSpPr>
        <p:grpSpPr>
          <a:xfrm>
            <a:off x="641354" y="1375995"/>
            <a:ext cx="10914059" cy="1044000"/>
            <a:chOff x="886522" y="1474675"/>
            <a:chExt cx="8334794" cy="1044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47F278-E273-6626-C495-846563BC09BF}"/>
                </a:ext>
              </a:extLst>
            </p:cNvPr>
            <p:cNvSpPr/>
            <p:nvPr/>
          </p:nvSpPr>
          <p:spPr>
            <a:xfrm>
              <a:off x="5051073" y="1474675"/>
              <a:ext cx="1044000" cy="1044000"/>
            </a:xfrm>
            <a:prstGeom prst="rect">
              <a:avLst/>
            </a:prstGeom>
            <a:solidFill>
              <a:srgbClr val="E3DCD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#E3DCDB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Light 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8713E6-6C03-D0CB-A239-476ADEA20BCC}"/>
                </a:ext>
              </a:extLst>
            </p:cNvPr>
            <p:cNvSpPr/>
            <p:nvPr/>
          </p:nvSpPr>
          <p:spPr>
            <a:xfrm>
              <a:off x="1928603" y="1474675"/>
              <a:ext cx="1044000" cy="104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/>
                <a:t>#61E1E0</a:t>
              </a:r>
            </a:p>
            <a:p>
              <a:r>
                <a:rPr lang="en-GB" sz="1000"/>
                <a:t>Turquoise</a:t>
              </a:r>
            </a:p>
            <a:p>
              <a:r>
                <a:rPr lang="en-GB" sz="1000" i="1"/>
                <a:t>Secondary Colour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43BB01-0985-071D-CE20-4AD4FBB6C716}"/>
                </a:ext>
              </a:extLst>
            </p:cNvPr>
            <p:cNvSpPr/>
            <p:nvPr/>
          </p:nvSpPr>
          <p:spPr>
            <a:xfrm>
              <a:off x="2970684" y="1474675"/>
              <a:ext cx="1044000" cy="104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#3454D1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Cerulean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CE6C17D-7D20-9658-BFB4-FD4A6459F461}"/>
                </a:ext>
              </a:extLst>
            </p:cNvPr>
            <p:cNvSpPr/>
            <p:nvPr/>
          </p:nvSpPr>
          <p:spPr>
            <a:xfrm>
              <a:off x="4012765" y="1474675"/>
              <a:ext cx="1044000" cy="104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#FAA916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Tangerine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80D606F-3359-529F-E07A-C8A4336CC1E4}"/>
                </a:ext>
              </a:extLst>
            </p:cNvPr>
            <p:cNvSpPr/>
            <p:nvPr/>
          </p:nvSpPr>
          <p:spPr>
            <a:xfrm>
              <a:off x="6093154" y="1474675"/>
              <a:ext cx="1044000" cy="10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#FFFFFF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White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1EB5ACE-5EBE-1AC4-2D1B-4A59F577A4F0}"/>
                </a:ext>
              </a:extLst>
            </p:cNvPr>
            <p:cNvSpPr/>
            <p:nvPr/>
          </p:nvSpPr>
          <p:spPr>
            <a:xfrm>
              <a:off x="7135235" y="1474675"/>
              <a:ext cx="1044000" cy="1044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#0A0F0D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Almost Black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Base Colour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FA741F-37DF-CD75-93FB-FF00FA02D204}"/>
                </a:ext>
              </a:extLst>
            </p:cNvPr>
            <p:cNvSpPr/>
            <p:nvPr/>
          </p:nvSpPr>
          <p:spPr>
            <a:xfrm>
              <a:off x="886522" y="1474675"/>
              <a:ext cx="1044000" cy="104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#FD3E81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Primary Pink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Hero Brand Colour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2C88BB-DCEE-EC60-B9B3-AC45036593A7}"/>
                </a:ext>
              </a:extLst>
            </p:cNvPr>
            <p:cNvSpPr/>
            <p:nvPr/>
          </p:nvSpPr>
          <p:spPr>
            <a:xfrm>
              <a:off x="8177316" y="1474675"/>
              <a:ext cx="1044000" cy="10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#CEC3C1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2F8CDCF-76AF-9467-1919-A18B0BE13744}"/>
              </a:ext>
            </a:extLst>
          </p:cNvPr>
          <p:cNvSpPr txBox="1"/>
          <p:nvPr/>
        </p:nvSpPr>
        <p:spPr>
          <a:xfrm>
            <a:off x="725567" y="5370909"/>
            <a:ext cx="430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Clr>
                <a:schemeClr val="tx2"/>
              </a:buClr>
              <a:buFont typeface="System Font Regular"/>
              <a:buChar char="*"/>
            </a:pPr>
            <a:r>
              <a:rPr lang="en-GB" sz="1000" i="1">
                <a:solidFill>
                  <a:schemeClr val="tx2"/>
                </a:solidFill>
              </a:rPr>
              <a:t>Please note that the Merlot </a:t>
            </a:r>
            <a:r>
              <a:rPr lang="en-GB" sz="1000" i="1">
                <a:solidFill>
                  <a:schemeClr val="accent4"/>
                </a:solidFill>
              </a:rPr>
              <a:t>■</a:t>
            </a:r>
            <a:r>
              <a:rPr lang="en-GB" sz="1000" i="1">
                <a:solidFill>
                  <a:schemeClr val="tx2"/>
                </a:solidFill>
              </a:rPr>
              <a:t> and Periwinkle </a:t>
            </a:r>
            <a:r>
              <a:rPr lang="en-GB" sz="1000" i="1">
                <a:solidFill>
                  <a:schemeClr val="accent5"/>
                </a:solidFill>
              </a:rPr>
              <a:t>■</a:t>
            </a:r>
            <a:r>
              <a:rPr lang="en-GB" sz="1000" i="1">
                <a:solidFill>
                  <a:schemeClr val="accent4"/>
                </a:solidFill>
              </a:rPr>
              <a:t> </a:t>
            </a:r>
            <a:r>
              <a:rPr lang="en-GB" sz="1000" i="1">
                <a:solidFill>
                  <a:schemeClr val="tx2"/>
                </a:solidFill>
              </a:rPr>
              <a:t>colours are only to be used for extended graphs that require more colours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FC8BF-35B1-1E44-9E08-F76F0FB05A23}"/>
              </a:ext>
            </a:extLst>
          </p:cNvPr>
          <p:cNvSpPr txBox="1"/>
          <p:nvPr/>
        </p:nvSpPr>
        <p:spPr>
          <a:xfrm>
            <a:off x="5265826" y="2883113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Page title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FAEF14-95FD-5EC1-1D59-5575FE332E24}"/>
              </a:ext>
            </a:extLst>
          </p:cNvPr>
          <p:cNvSpPr txBox="1"/>
          <p:nvPr/>
        </p:nvSpPr>
        <p:spPr>
          <a:xfrm>
            <a:off x="7407776" y="2646112"/>
            <a:ext cx="455574" cy="299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A9B384-C0EB-5A8C-B099-86ADF682D137}"/>
              </a:ext>
            </a:extLst>
          </p:cNvPr>
          <p:cNvSpPr txBox="1"/>
          <p:nvPr/>
        </p:nvSpPr>
        <p:spPr>
          <a:xfrm>
            <a:off x="7407776" y="315621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509BD9-991A-FA3F-7E3C-078CC2D3DEF1}"/>
              </a:ext>
            </a:extLst>
          </p:cNvPr>
          <p:cNvSpPr txBox="1"/>
          <p:nvPr/>
        </p:nvSpPr>
        <p:spPr>
          <a:xfrm>
            <a:off x="9009021" y="2646112"/>
            <a:ext cx="705642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 size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4110D6-6776-22BA-07F8-E6D943273F36}"/>
              </a:ext>
            </a:extLst>
          </p:cNvPr>
          <p:cNvSpPr txBox="1"/>
          <p:nvPr/>
        </p:nvSpPr>
        <p:spPr>
          <a:xfrm>
            <a:off x="9009021" y="3156219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28 </a:t>
            </a:r>
            <a:r>
              <a:rPr lang="en-GB" sz="1000" dirty="0" err="1"/>
              <a:t>pt</a:t>
            </a:r>
            <a:endParaRPr lang="en-GB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5A23AC-8361-89DB-EF7A-EE884A00732B}"/>
              </a:ext>
            </a:extLst>
          </p:cNvPr>
          <p:cNvSpPr txBox="1"/>
          <p:nvPr/>
        </p:nvSpPr>
        <p:spPr>
          <a:xfrm>
            <a:off x="9662415" y="2646112"/>
            <a:ext cx="96532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Line spacing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15B037-8C4D-31AC-2CB6-D74300A3E664}"/>
              </a:ext>
            </a:extLst>
          </p:cNvPr>
          <p:cNvSpPr txBox="1"/>
          <p:nvPr/>
        </p:nvSpPr>
        <p:spPr>
          <a:xfrm>
            <a:off x="9662415" y="315621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0.9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8CE9A5-77B5-7110-F9FE-DBCD470AD87C}"/>
              </a:ext>
            </a:extLst>
          </p:cNvPr>
          <p:cNvSpPr txBox="1"/>
          <p:nvPr/>
        </p:nvSpPr>
        <p:spPr>
          <a:xfrm>
            <a:off x="10625504" y="2646112"/>
            <a:ext cx="69602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Spacing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8368AC-625D-5A5B-8445-24F56DAAA114}"/>
              </a:ext>
            </a:extLst>
          </p:cNvPr>
          <p:cNvSpPr txBox="1"/>
          <p:nvPr/>
        </p:nvSpPr>
        <p:spPr>
          <a:xfrm>
            <a:off x="10625504" y="3156219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9E5DA-04C7-B75C-1193-DE4009D1A890}"/>
              </a:ext>
            </a:extLst>
          </p:cNvPr>
          <p:cNvSpPr txBox="1"/>
          <p:nvPr/>
        </p:nvSpPr>
        <p:spPr>
          <a:xfrm>
            <a:off x="5265826" y="3581693"/>
            <a:ext cx="1263487" cy="399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Body copy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61C25B-5382-6DC8-9F89-104616222217}"/>
              </a:ext>
            </a:extLst>
          </p:cNvPr>
          <p:cNvSpPr txBox="1"/>
          <p:nvPr/>
        </p:nvSpPr>
        <p:spPr>
          <a:xfrm>
            <a:off x="7407776" y="3654282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AFC1A8-97A2-7652-1A64-71A338EF2B88}"/>
              </a:ext>
            </a:extLst>
          </p:cNvPr>
          <p:cNvSpPr txBox="1"/>
          <p:nvPr/>
        </p:nvSpPr>
        <p:spPr>
          <a:xfrm>
            <a:off x="9009021" y="3654282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AE3653-3173-E67A-9011-30804CF4C2BB}"/>
              </a:ext>
            </a:extLst>
          </p:cNvPr>
          <p:cNvSpPr txBox="1"/>
          <p:nvPr/>
        </p:nvSpPr>
        <p:spPr>
          <a:xfrm>
            <a:off x="9662415" y="3654282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A562E2-40A2-04BE-4B22-9EB491303887}"/>
              </a:ext>
            </a:extLst>
          </p:cNvPr>
          <p:cNvSpPr txBox="1"/>
          <p:nvPr/>
        </p:nvSpPr>
        <p:spPr>
          <a:xfrm>
            <a:off x="10625504" y="3654282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3E58B6C-1319-D65E-5379-C76F9B20F4D4}"/>
              </a:ext>
            </a:extLst>
          </p:cNvPr>
          <p:cNvSpPr txBox="1"/>
          <p:nvPr/>
        </p:nvSpPr>
        <p:spPr>
          <a:xfrm>
            <a:off x="5265826" y="4055915"/>
            <a:ext cx="2196435" cy="47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tx2"/>
                </a:solidFill>
              </a:rPr>
              <a:t>Statement copy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5536766-7F10-C446-0469-D85B1526CDBB}"/>
              </a:ext>
            </a:extLst>
          </p:cNvPr>
          <p:cNvSpPr txBox="1"/>
          <p:nvPr/>
        </p:nvSpPr>
        <p:spPr>
          <a:xfrm>
            <a:off x="7407776" y="4185678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2CD845-B51D-B49D-7206-6CBD8B46B6A9}"/>
              </a:ext>
            </a:extLst>
          </p:cNvPr>
          <p:cNvSpPr txBox="1"/>
          <p:nvPr/>
        </p:nvSpPr>
        <p:spPr>
          <a:xfrm>
            <a:off x="9009021" y="4185678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EF9F78-054A-ED76-8331-FF4C79344A46}"/>
              </a:ext>
            </a:extLst>
          </p:cNvPr>
          <p:cNvSpPr txBox="1"/>
          <p:nvPr/>
        </p:nvSpPr>
        <p:spPr>
          <a:xfrm>
            <a:off x="9662415" y="4185678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909BD3-88E1-8575-F736-C3869A8E32A8}"/>
              </a:ext>
            </a:extLst>
          </p:cNvPr>
          <p:cNvSpPr txBox="1"/>
          <p:nvPr/>
        </p:nvSpPr>
        <p:spPr>
          <a:xfrm>
            <a:off x="10625504" y="4185678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0AA28E5-9C81-840D-1F01-54094FF845B1}"/>
              </a:ext>
            </a:extLst>
          </p:cNvPr>
          <p:cNvSpPr txBox="1"/>
          <p:nvPr/>
        </p:nvSpPr>
        <p:spPr>
          <a:xfrm>
            <a:off x="5265826" y="4574349"/>
            <a:ext cx="1844095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7750" indent="-35775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DCED45-A0CB-D6D2-8CC3-FF72F98207A7}"/>
              </a:ext>
            </a:extLst>
          </p:cNvPr>
          <p:cNvSpPr txBox="1"/>
          <p:nvPr/>
        </p:nvSpPr>
        <p:spPr>
          <a:xfrm>
            <a:off x="7407776" y="464693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761D2A2-C50B-9436-0C8A-2FA179EDACAA}"/>
              </a:ext>
            </a:extLst>
          </p:cNvPr>
          <p:cNvSpPr txBox="1"/>
          <p:nvPr/>
        </p:nvSpPr>
        <p:spPr>
          <a:xfrm>
            <a:off x="9009021" y="464693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91ED62-CB60-DC78-404B-D5000FED9C63}"/>
              </a:ext>
            </a:extLst>
          </p:cNvPr>
          <p:cNvSpPr txBox="1"/>
          <p:nvPr/>
        </p:nvSpPr>
        <p:spPr>
          <a:xfrm>
            <a:off x="9662415" y="464693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14CEE3-9CF8-1816-3A5C-AB0B21BBBEE9}"/>
              </a:ext>
            </a:extLst>
          </p:cNvPr>
          <p:cNvSpPr txBox="1"/>
          <p:nvPr/>
        </p:nvSpPr>
        <p:spPr>
          <a:xfrm>
            <a:off x="10625504" y="464693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0CEDEB-6C89-A028-62DD-4D7B0732FD63}"/>
              </a:ext>
            </a:extLst>
          </p:cNvPr>
          <p:cNvSpPr txBox="1"/>
          <p:nvPr/>
        </p:nvSpPr>
        <p:spPr>
          <a:xfrm>
            <a:off x="5265826" y="4937189"/>
            <a:ext cx="2171107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1750" indent="-32040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5D71D-F170-FC54-FC7C-284DFC63272D}"/>
              </a:ext>
            </a:extLst>
          </p:cNvPr>
          <p:cNvSpPr txBox="1"/>
          <p:nvPr/>
        </p:nvSpPr>
        <p:spPr>
          <a:xfrm>
            <a:off x="7407776" y="500977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A336E8E-2721-EA43-C858-B091E14D1D40}"/>
              </a:ext>
            </a:extLst>
          </p:cNvPr>
          <p:cNvSpPr txBox="1"/>
          <p:nvPr/>
        </p:nvSpPr>
        <p:spPr>
          <a:xfrm>
            <a:off x="9009021" y="500977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0A2E5CC-DA2C-7FDA-7C82-1A0DD2E95314}"/>
              </a:ext>
            </a:extLst>
          </p:cNvPr>
          <p:cNvSpPr txBox="1"/>
          <p:nvPr/>
        </p:nvSpPr>
        <p:spPr>
          <a:xfrm>
            <a:off x="9662415" y="500977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E7F956B-F732-F0F6-B0DA-BB294DC31BDB}"/>
              </a:ext>
            </a:extLst>
          </p:cNvPr>
          <p:cNvSpPr txBox="1"/>
          <p:nvPr/>
        </p:nvSpPr>
        <p:spPr>
          <a:xfrm>
            <a:off x="10625504" y="500977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F78FA3-EC13-F6D7-DC3C-05322C3733B6}"/>
              </a:ext>
            </a:extLst>
          </p:cNvPr>
          <p:cNvSpPr txBox="1"/>
          <p:nvPr/>
        </p:nvSpPr>
        <p:spPr>
          <a:xfrm>
            <a:off x="5265826" y="5480579"/>
            <a:ext cx="502061" cy="253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/>
                </a:solidFill>
              </a:rPr>
              <a:t>Footer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FA7D8C3-8E40-1636-5CBF-FE62550D65C9}"/>
              </a:ext>
            </a:extLst>
          </p:cNvPr>
          <p:cNvSpPr txBox="1"/>
          <p:nvPr/>
        </p:nvSpPr>
        <p:spPr>
          <a:xfrm>
            <a:off x="7407776" y="5442846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72EB77F-A026-1E80-1D15-9610F41D1A89}"/>
              </a:ext>
            </a:extLst>
          </p:cNvPr>
          <p:cNvSpPr txBox="1"/>
          <p:nvPr/>
        </p:nvSpPr>
        <p:spPr>
          <a:xfrm>
            <a:off x="9009021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8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D479D4D-2397-E6FF-6C70-AF80EF781608}"/>
              </a:ext>
            </a:extLst>
          </p:cNvPr>
          <p:cNvSpPr txBox="1"/>
          <p:nvPr/>
        </p:nvSpPr>
        <p:spPr>
          <a:xfrm>
            <a:off x="9662415" y="5442846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CC7610-1C1A-976D-1B14-7638138DDD4C}"/>
              </a:ext>
            </a:extLst>
          </p:cNvPr>
          <p:cNvSpPr txBox="1"/>
          <p:nvPr/>
        </p:nvSpPr>
        <p:spPr>
          <a:xfrm>
            <a:off x="10625504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B8C870-2295-6E7E-8C92-78AEDCA773EC}"/>
              </a:ext>
            </a:extLst>
          </p:cNvPr>
          <p:cNvCxnSpPr/>
          <p:nvPr/>
        </p:nvCxnSpPr>
        <p:spPr>
          <a:xfrm>
            <a:off x="5147171" y="3539967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A38F7C-FDA0-9CEA-1A5A-BE54200F67FF}"/>
              </a:ext>
            </a:extLst>
          </p:cNvPr>
          <p:cNvCxnSpPr/>
          <p:nvPr/>
        </p:nvCxnSpPr>
        <p:spPr>
          <a:xfrm>
            <a:off x="5147171" y="3998528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5CB9391-2FC4-998F-C04C-66028B1CA01E}"/>
              </a:ext>
            </a:extLst>
          </p:cNvPr>
          <p:cNvCxnSpPr/>
          <p:nvPr/>
        </p:nvCxnSpPr>
        <p:spPr>
          <a:xfrm>
            <a:off x="5147171" y="4562576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DC6060-14AE-867C-E9FD-665FC06192A7}"/>
              </a:ext>
            </a:extLst>
          </p:cNvPr>
          <p:cNvCxnSpPr/>
          <p:nvPr/>
        </p:nvCxnSpPr>
        <p:spPr>
          <a:xfrm>
            <a:off x="5147171" y="5387612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1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D610F80-BF8D-681C-E42F-3730C42B3D8F}"/>
              </a:ext>
            </a:extLst>
          </p:cNvPr>
          <p:cNvSpPr/>
          <p:nvPr/>
        </p:nvSpPr>
        <p:spPr>
          <a:xfrm>
            <a:off x="8322309" y="3641891"/>
            <a:ext cx="3228335" cy="2209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BB1ED3-BAE0-6EF7-03D5-9D58F512E603}"/>
              </a:ext>
            </a:extLst>
          </p:cNvPr>
          <p:cNvSpPr/>
          <p:nvPr/>
        </p:nvSpPr>
        <p:spPr>
          <a:xfrm>
            <a:off x="3167708" y="1374956"/>
            <a:ext cx="5021399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37A70D-D0FE-B2EB-0BFE-F40655DF0A33}"/>
              </a:ext>
            </a:extLst>
          </p:cNvPr>
          <p:cNvSpPr/>
          <p:nvPr/>
        </p:nvSpPr>
        <p:spPr>
          <a:xfrm>
            <a:off x="641349" y="1374956"/>
            <a:ext cx="2389233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BDE4-E388-7714-24C5-F1C84DC46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C32203-420D-0D1C-D4B8-334C6C2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53E-AE33-50D3-96AB-CDC1CE2F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3ED402-7C5E-1E5A-89BD-6D6DA92B427C}"/>
              </a:ext>
            </a:extLst>
          </p:cNvPr>
          <p:cNvSpPr txBox="1"/>
          <p:nvPr/>
        </p:nvSpPr>
        <p:spPr>
          <a:xfrm>
            <a:off x="785261" y="1468970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Lines = 1.5pt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AD6E4D-4F7B-5A14-F9E6-32A816F30AA1}"/>
              </a:ext>
            </a:extLst>
          </p:cNvPr>
          <p:cNvCxnSpPr>
            <a:cxnSpLocks/>
          </p:cNvCxnSpPr>
          <p:nvPr/>
        </p:nvCxnSpPr>
        <p:spPr>
          <a:xfrm>
            <a:off x="868045" y="1815734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DA4A06F-979B-7F08-196E-3E0771BD049A}"/>
              </a:ext>
            </a:extLst>
          </p:cNvPr>
          <p:cNvCxnSpPr>
            <a:cxnSpLocks/>
          </p:cNvCxnSpPr>
          <p:nvPr/>
        </p:nvCxnSpPr>
        <p:spPr>
          <a:xfrm>
            <a:off x="868045" y="194636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549054-0853-E277-BE42-779BBC2AF739}"/>
              </a:ext>
            </a:extLst>
          </p:cNvPr>
          <p:cNvCxnSpPr>
            <a:cxnSpLocks/>
          </p:cNvCxnSpPr>
          <p:nvPr/>
        </p:nvCxnSpPr>
        <p:spPr>
          <a:xfrm>
            <a:off x="868045" y="208352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A3AC46BE-5D76-0AEA-986D-A1134F68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21" y="1920239"/>
            <a:ext cx="4594549" cy="230882"/>
          </a:xfrm>
          <a:prstGeom prst="rect">
            <a:avLst/>
          </a:prstGeom>
          <a:effectLst>
            <a:outerShdw blurRad="63500" algn="ctr" rotWithShape="0">
              <a:prstClr val="black">
                <a:alpha val="20000"/>
              </a:prstClr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9360372-1F87-A5CB-4830-B56EBC9D96CE}"/>
              </a:ext>
            </a:extLst>
          </p:cNvPr>
          <p:cNvSpPr txBox="1"/>
          <p:nvPr/>
        </p:nvSpPr>
        <p:spPr>
          <a:xfrm>
            <a:off x="3294112" y="1468970"/>
            <a:ext cx="4849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Change background colour for additional layout options / interest. There are signposts on all slides where this is possible (top outside of the artboard).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3C7FBE-A006-1634-94AF-3BA9F2FF40F3}"/>
              </a:ext>
            </a:extLst>
          </p:cNvPr>
          <p:cNvSpPr/>
          <p:nvPr/>
        </p:nvSpPr>
        <p:spPr>
          <a:xfrm>
            <a:off x="641350" y="2406920"/>
            <a:ext cx="7547758" cy="3444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F441B6-DE7A-B7A1-96B2-E678C6CE492F}"/>
              </a:ext>
            </a:extLst>
          </p:cNvPr>
          <p:cNvSpPr txBox="1"/>
          <p:nvPr/>
        </p:nvSpPr>
        <p:spPr>
          <a:xfrm>
            <a:off x="785261" y="2500935"/>
            <a:ext cx="1225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Graph examples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BE5C0EDA-7C82-EA92-B7B2-7418822A8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533888"/>
              </p:ext>
            </p:extLst>
          </p:nvPr>
        </p:nvGraphicFramePr>
        <p:xfrm>
          <a:off x="785262" y="2821575"/>
          <a:ext cx="3532012" cy="298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E984EC0E-ACCE-E07D-8E2A-DDA6555DE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060188"/>
              </p:ext>
            </p:extLst>
          </p:nvPr>
        </p:nvGraphicFramePr>
        <p:xfrm>
          <a:off x="4002892" y="2821574"/>
          <a:ext cx="4186215" cy="290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A7CD53D2-70C6-078C-5816-BF9F77483289}"/>
              </a:ext>
            </a:extLst>
          </p:cNvPr>
          <p:cNvSpPr/>
          <p:nvPr/>
        </p:nvSpPr>
        <p:spPr>
          <a:xfrm>
            <a:off x="8322309" y="1363478"/>
            <a:ext cx="3228335" cy="2147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DCEAFF-36AA-39BC-1167-E8E62D81AA45}"/>
              </a:ext>
            </a:extLst>
          </p:cNvPr>
          <p:cNvSpPr txBox="1"/>
          <p:nvPr/>
        </p:nvSpPr>
        <p:spPr>
          <a:xfrm>
            <a:off x="8466221" y="1457492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Pull-out / statement text box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B7F66C-387D-A99F-0E1A-54A14B10EA8A}"/>
              </a:ext>
            </a:extLst>
          </p:cNvPr>
          <p:cNvSpPr/>
          <p:nvPr/>
        </p:nvSpPr>
        <p:spPr>
          <a:xfrm>
            <a:off x="8567057" y="1787475"/>
            <a:ext cx="2738840" cy="14842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GB" sz="1600">
                <a:solidFill>
                  <a:schemeClr val="tx1"/>
                </a:solidFill>
              </a:rPr>
              <a:t>Lorem ipsum </a:t>
            </a:r>
            <a:r>
              <a:rPr lang="en-GB" sz="1600" err="1">
                <a:solidFill>
                  <a:schemeClr val="tx1"/>
                </a:solidFill>
              </a:rPr>
              <a:t>dolor</a:t>
            </a:r>
            <a:r>
              <a:rPr lang="en-GB" sz="1600">
                <a:solidFill>
                  <a:schemeClr val="tx1"/>
                </a:solidFill>
              </a:rPr>
              <a:t> sit </a:t>
            </a:r>
            <a:r>
              <a:rPr lang="en-GB" sz="1600" err="1">
                <a:solidFill>
                  <a:schemeClr val="tx1"/>
                </a:solidFill>
              </a:rPr>
              <a:t>amet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consectetur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adipiscing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elit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sed</a:t>
            </a:r>
            <a:r>
              <a:rPr lang="en-GB" sz="1600">
                <a:solidFill>
                  <a:schemeClr val="tx1"/>
                </a:solidFill>
              </a:rPr>
              <a:t> do </a:t>
            </a:r>
            <a:r>
              <a:rPr lang="en-GB" sz="1600" err="1">
                <a:solidFill>
                  <a:schemeClr val="tx1"/>
                </a:solidFill>
              </a:rPr>
              <a:t>eiusmod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tempor</a:t>
            </a:r>
            <a:r>
              <a:rPr lang="en-GB" sz="16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5E3743-9364-ECDE-F2E2-5F63DAE36820}"/>
              </a:ext>
            </a:extLst>
          </p:cNvPr>
          <p:cNvSpPr txBox="1"/>
          <p:nvPr/>
        </p:nvSpPr>
        <p:spPr>
          <a:xfrm>
            <a:off x="8466221" y="3735905"/>
            <a:ext cx="2835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Table example</a:t>
            </a:r>
          </a:p>
        </p:txBody>
      </p:sp>
      <p:graphicFrame>
        <p:nvGraphicFramePr>
          <p:cNvPr id="149" name="Table 6">
            <a:extLst>
              <a:ext uri="{FF2B5EF4-FFF2-40B4-BE49-F238E27FC236}">
                <a16:creationId xmlns:a16="http://schemas.microsoft.com/office/drawing/2014/main" id="{55510058-8AB7-A8F1-9EDC-11ABD2D80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37395"/>
              </p:ext>
            </p:extLst>
          </p:nvPr>
        </p:nvGraphicFramePr>
        <p:xfrm>
          <a:off x="8581804" y="4089779"/>
          <a:ext cx="2719654" cy="155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27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359827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</a:tblGrid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8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D3D9D31-AE01-6BA4-2D5E-FB251DA20A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4" r="64"/>
          <a:stretch>
            <a:fillRect/>
          </a:stretch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27DF1-A00A-464E-EFF9-F861FA5AD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F69F-B116-60FE-05AF-C4A1D9807B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02 03 23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A55388-50AF-D488-07FA-1A3011401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Subtitle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Presentation 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38BB2E1-6131-0B97-9D94-5C6C648969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495D25-0E8C-851D-BDA5-57D690B66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4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icture containing sky, outdoor, nature, sunset&#10;&#10;Description automatically generated">
            <a:extLst>
              <a:ext uri="{FF2B5EF4-FFF2-40B4-BE49-F238E27FC236}">
                <a16:creationId xmlns:a16="http://schemas.microsoft.com/office/drawing/2014/main" id="{A2BCC6FF-9816-A9BB-D954-2B8EBAE28A7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5" b="165"/>
          <a:stretch/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8D6D33-2A29-AB0E-5A41-75D7F481A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1285" y="2743200"/>
            <a:ext cx="3979515" cy="2743200"/>
          </a:xfrm>
        </p:spPr>
        <p:txBody>
          <a:bodyPr/>
          <a:lstStyle/>
          <a:p>
            <a:r>
              <a:rPr lang="en-GB"/>
              <a:t>Today’s agenda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92215FA-AF96-F483-77DD-94ACB6210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19B5BA7B-FF79-2C0E-73FB-8CCFE40E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97158"/>
              </p:ext>
            </p:extLst>
          </p:nvPr>
        </p:nvGraphicFramePr>
        <p:xfrm>
          <a:off x="7061200" y="1368424"/>
          <a:ext cx="4853877" cy="411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27">
                  <a:extLst>
                    <a:ext uri="{9D8B030D-6E8A-4147-A177-3AD203B41FA5}">
                      <a16:colId xmlns:a16="http://schemas.microsoft.com/office/drawing/2014/main" val="1267486112"/>
                    </a:ext>
                  </a:extLst>
                </a:gridCol>
                <a:gridCol w="3897350">
                  <a:extLst>
                    <a:ext uri="{9D8B030D-6E8A-4147-A177-3AD203B41FA5}">
                      <a16:colId xmlns:a16="http://schemas.microsoft.com/office/drawing/2014/main" val="518157885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Creating breakthroughs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95536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Building new possibilities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418696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Global communications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04370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Case studies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6323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Who we are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73373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Tools and organisation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7078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0AEA4-C5AB-7254-0C20-2DFC63D3A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A9591E4-FDD0-36E4-B7B6-E9F28E4DB0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54" r="54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22DB2B-D1D1-5142-6B41-F92FA6392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4F0107-52D6-7975-12F1-2027392ACF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9FFC7B7-72FC-90EA-FA09-84CAB16A12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166EFD-D47F-BBC6-C5E4-FE22887A20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42047F8-37B3-6FE0-B048-C3F5C9F6F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18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one</a:t>
            </a:r>
          </a:p>
          <a:p>
            <a:pPr lvl="1"/>
            <a:r>
              <a:rPr lang="en-GB"/>
              <a:t>Creating breakthroughs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ED9B-B08F-26DF-61F1-928073C8F4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C98EB75-135D-B546-34BF-2CB17D162A4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349D8D5-587A-57A7-C174-203B981024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52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two</a:t>
            </a:r>
          </a:p>
          <a:p>
            <a:pPr lvl="1"/>
            <a:r>
              <a:rPr lang="en-GB"/>
              <a:t>Global 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7E3A4-39AF-3798-6B10-66DBFF7B0F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8C1E2E9-01DE-8762-2FDD-E9DE365E24C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5B45410-FB8B-B7CC-8A63-EFBCE6BB29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164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three</a:t>
            </a:r>
          </a:p>
          <a:p>
            <a:pPr lvl="1"/>
            <a:r>
              <a:rPr lang="en-GB"/>
              <a:t>Building new possibilities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A7B73-61B8-D706-8DCE-BE26832D0E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A2C5284-2550-5483-B95C-F6D8F0011F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384A1E4-A4FE-195F-B88B-1340B71ED8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838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EF880EC-7B4A-C56A-D092-254151D757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7341" r="7341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58E7DC-51DE-9C0B-A1E3-62E2A6051C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1292C4-9E76-5DF1-40DB-37954C5568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37F2AF-B55F-99DA-F66F-4DF8136A6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01CAF4-5F56-3DD3-EADF-0F45E7293E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C04D1B-55FB-7D00-0904-4A6AF8ABB1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06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36A32B7-5F93-FE74-A2E2-66BA3C5939B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00B986-4EF7-CEED-71B9-5604A4A0F3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06495-F856-9E3B-3F87-30C86131B8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71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ACF016C-D2C5-5DC5-9D55-9F47DEDBF41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351" y="565534"/>
            <a:ext cx="8858250" cy="4920869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Creating breakthroughs for brands in an age of new possibilities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E6E88-C851-8168-F729-ACC33F851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3BA3FE-8CF4-9C58-5A44-3EEEFFF5F7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5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837846B-34D7-E835-E70E-16A315B48DA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8889" r="8889"/>
          <a:stretch>
            <a:fillRect/>
          </a:stretch>
        </p:blipFill>
        <p:spPr>
          <a:xfrm flipH="1">
            <a:off x="-600" y="3176"/>
            <a:ext cx="12193200" cy="6858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0C518F-0DD6-8CF5-0855-1A5BFBB05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6C3BCF-5D0E-1024-7C27-A1C3722487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solidFill>
                  <a:schemeClr val="bg1"/>
                </a:solidFill>
              </a:rPr>
              <a:pPr/>
              <a:t>12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9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BA48A41-704D-C51C-FB7D-CC768B8D8E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7396" b="7396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134754-287A-29CF-2326-D0C3821D8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05594C-75EB-B5A4-830B-DDAA03B8D4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7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3E82003-A2DB-2147-F79C-FA8EF73094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101" b="101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Quote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sp>
        <p:nvSpPr>
          <p:cNvPr id="9" name="Graphic 5">
            <a:extLst>
              <a:ext uri="{FF2B5EF4-FFF2-40B4-BE49-F238E27FC236}">
                <a16:creationId xmlns:a16="http://schemas.microsoft.com/office/drawing/2014/main" id="{63FE8583-FC54-6EED-26D7-4033A294E5CC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5">
            <a:extLst>
              <a:ext uri="{FF2B5EF4-FFF2-40B4-BE49-F238E27FC236}">
                <a16:creationId xmlns:a16="http://schemas.microsoft.com/office/drawing/2014/main" id="{DA17E30E-E0CC-6D13-6E00-DF3B54E2926F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08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Quote goes here… Lorem ipsum </a:t>
            </a:r>
            <a:r>
              <a:rPr lang="en-GB" err="1">
                <a:solidFill>
                  <a:schemeClr val="tx1"/>
                </a:solidFill>
              </a:rPr>
              <a:t>dolor</a:t>
            </a:r>
            <a:r>
              <a:rPr lang="en-GB">
                <a:solidFill>
                  <a:schemeClr val="tx1"/>
                </a:solidFill>
              </a:rPr>
              <a:t> sit </a:t>
            </a:r>
            <a:r>
              <a:rPr lang="en-GB" err="1">
                <a:solidFill>
                  <a:schemeClr val="tx1"/>
                </a:solidFill>
              </a:rPr>
              <a:t>amet</a:t>
            </a:r>
            <a:r>
              <a:rPr lang="en-GB">
                <a:solidFill>
                  <a:schemeClr val="tx1"/>
                </a:solidFill>
              </a:rPr>
              <a:t>,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solum </a:t>
            </a:r>
            <a:r>
              <a:rPr lang="en-GB" err="1">
                <a:solidFill>
                  <a:schemeClr val="tx1"/>
                </a:solidFill>
              </a:rPr>
              <a:t>idque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erant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eos</a:t>
            </a:r>
            <a:r>
              <a:rPr lang="en-GB">
                <a:solidFill>
                  <a:schemeClr val="tx1"/>
                </a:solidFill>
              </a:rPr>
              <a:t>. </a:t>
            </a:r>
            <a:r>
              <a:rPr lang="en-GB" err="1">
                <a:solidFill>
                  <a:schemeClr val="tx1"/>
                </a:solidFill>
              </a:rPr>
              <a:t>Numquam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consulatu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sed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, dicta </a:t>
            </a:r>
            <a:r>
              <a:rPr lang="en-GB" err="1">
                <a:solidFill>
                  <a:schemeClr val="tx1"/>
                </a:solidFill>
              </a:rPr>
              <a:t>facilisis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vis. Et </a:t>
            </a:r>
            <a:r>
              <a:rPr lang="en-GB" err="1">
                <a:solidFill>
                  <a:schemeClr val="tx1"/>
                </a:solidFill>
              </a:rPr>
              <a:t>melius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aeterno</a:t>
            </a:r>
            <a:r>
              <a:rPr lang="en-GB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667EFF2-9FA0-9622-A833-3DC78DC3FF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3" r="53"/>
          <a:stretch>
            <a:fillRect/>
          </a:stretch>
        </p:blipFill>
        <p:spPr/>
      </p:pic>
      <p:sp>
        <p:nvSpPr>
          <p:cNvPr id="5" name="Graphic 5">
            <a:extLst>
              <a:ext uri="{FF2B5EF4-FFF2-40B4-BE49-F238E27FC236}">
                <a16:creationId xmlns:a16="http://schemas.microsoft.com/office/drawing/2014/main" id="{4D9947FD-A1B5-9157-5BF4-EC788D45A26D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710533A6-EE10-E85E-72CB-160924C85D1B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3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65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25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0A07300-FDB4-CCE3-06D0-E5EE8A2E4B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" r="64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right</a:t>
            </a:r>
          </a:p>
        </p:txBody>
      </p:sp>
    </p:spTree>
    <p:extLst>
      <p:ext uri="{BB962C8B-B14F-4D97-AF65-F5344CB8AC3E}">
        <p14:creationId xmlns:p14="http://schemas.microsoft.com/office/powerpoint/2010/main" val="3573373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left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B414838-0BCC-4346-3F72-0BC9C54540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76" b="1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0743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1677117"/>
            <a:ext cx="8196262" cy="4108450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</a:t>
            </a:r>
            <a:r>
              <a:rPr lang="en-GB" dirty="0" err="1"/>
              <a:t>Numquam</a:t>
            </a:r>
            <a:r>
              <a:rPr lang="en-GB" dirty="0"/>
              <a:t> </a:t>
            </a:r>
            <a:r>
              <a:rPr lang="en-GB" dirty="0" err="1"/>
              <a:t>consulatu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, dicta </a:t>
            </a:r>
            <a:r>
              <a:rPr lang="en-GB" dirty="0" err="1"/>
              <a:t>facilisis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 vis.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</a:p>
          <a:p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Mel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ornatus</a:t>
            </a:r>
            <a:r>
              <a:rPr lang="en-GB" dirty="0"/>
              <a:t> </a:t>
            </a:r>
            <a:r>
              <a:rPr lang="en-GB" dirty="0" err="1"/>
              <a:t>mnesarchum</a:t>
            </a:r>
            <a:r>
              <a:rPr lang="en-GB" dirty="0"/>
              <a:t>,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adversarium</a:t>
            </a:r>
            <a:r>
              <a:rPr lang="en-GB" dirty="0"/>
              <a:t> </a:t>
            </a:r>
            <a:r>
              <a:rPr lang="en-GB" dirty="0" err="1"/>
              <a:t>definitiones</a:t>
            </a:r>
            <a:r>
              <a:rPr lang="en-GB" dirty="0"/>
              <a:t> no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462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D3419B-2E4C-8E57-B7C6-30FBE732B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445488"/>
              </p:ext>
            </p:extLst>
          </p:nvPr>
        </p:nvGraphicFramePr>
        <p:xfrm>
          <a:off x="5284004" y="719667"/>
          <a:ext cx="4186215" cy="5418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1078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B58F2-63E0-A287-0C05-2ADE7C5F1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22E9-C8E7-089F-A9BB-31FDCAC2D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E67C4-BA07-51B6-37C0-B659FA4A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334E6-E683-7315-1A0B-5111CD35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70D610-B9CC-8681-4957-FF8153E84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78614"/>
              </p:ext>
            </p:extLst>
          </p:nvPr>
        </p:nvGraphicFramePr>
        <p:xfrm>
          <a:off x="5775325" y="682625"/>
          <a:ext cx="5780092" cy="480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53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022793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  <a:gridCol w="1861518">
                  <a:extLst>
                    <a:ext uri="{9D8B030D-6E8A-4147-A177-3AD203B41FA5}">
                      <a16:colId xmlns:a16="http://schemas.microsoft.com/office/drawing/2014/main" val="2519692099"/>
                    </a:ext>
                  </a:extLst>
                </a:gridCol>
                <a:gridCol w="1028528">
                  <a:extLst>
                    <a:ext uri="{9D8B030D-6E8A-4147-A177-3AD203B41FA5}">
                      <a16:colId xmlns:a16="http://schemas.microsoft.com/office/drawing/2014/main" val="3941993627"/>
                    </a:ext>
                  </a:extLst>
                </a:gridCol>
              </a:tblGrid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Appellantur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0017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36416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93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8563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Dico prima efficiantur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26237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21402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64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069B51C-4830-E4E3-43CC-5E86834691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31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CEAA34-8EC3-AC6B-F2E2-632565704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18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4F5A267-A717-7CEF-EB1B-B9CBD00FB6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42EAF-2A02-7D05-A741-792B14DC8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C8FF-26DC-EE9F-2082-185CCD5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28438A-7CDC-DBEA-BDC6-27C3EF013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EA4D9E-B39F-3B1D-918A-923D55C133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85059-872C-0856-25C0-852FE00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0149D22-EB8F-22AD-3F79-AFCE25C3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00AD21A-467F-2604-5995-2602B2FA0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A888FB5E-9DBD-B7C1-4530-78B5900AA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1156010-68B2-BF11-49A7-975E70318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C285A6D-AE4B-9659-7AB7-BB68AD75D8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6517DF31-5987-4C9E-2ADA-B37B62EE7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4C640A5-2DD3-B0BE-3E4C-63A47F48FA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74443A6-2933-BBC4-A010-F26126B59EF9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155809E-AC78-3100-E0DC-F0546D5CA28F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412C94-7265-A7FE-E1EC-878DC73637E8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E5F613-43EC-D46B-0A56-6F5F1B3418CB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0" name="Graphic 69">
            <a:extLst>
              <a:ext uri="{FF2B5EF4-FFF2-40B4-BE49-F238E27FC236}">
                <a16:creationId xmlns:a16="http://schemas.microsoft.com/office/drawing/2014/main" id="{2AF527BB-AA09-170F-CDDA-55A156FD11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6ABD5AA-ACEE-EA49-CF8C-374F87804A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E35224-51AA-9D1D-1CAD-ADBF3110827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403F7CF1-75BD-F4F2-4E04-B0FB883C28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695012F-8244-8721-8A63-D3D01E364E95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75" name="Picture 2">
                <a:extLst>
                  <a:ext uri="{FF2B5EF4-FFF2-40B4-BE49-F238E27FC236}">
                    <a16:creationId xmlns:a16="http://schemas.microsoft.com/office/drawing/2014/main" id="{8B67D2DA-DD98-78FD-AC70-85FFEDDA6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2">
                <a:extLst>
                  <a:ext uri="{FF2B5EF4-FFF2-40B4-BE49-F238E27FC236}">
                    <a16:creationId xmlns:a16="http://schemas.microsoft.com/office/drawing/2014/main" id="{2D8219AB-3AC2-66C8-257E-8A55ABF4A9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2">
                <a:extLst>
                  <a:ext uri="{FF2B5EF4-FFF2-40B4-BE49-F238E27FC236}">
                    <a16:creationId xmlns:a16="http://schemas.microsoft.com/office/drawing/2014/main" id="{429DE532-6707-798E-A8B8-81EF3799C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4A818546-E0B8-B944-61DC-52BB24ACFD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1F8A667-8EE4-FF76-5413-8CC9304E26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2D4A100-D52D-C3DE-2D7D-48D0BF13770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E063111-92F4-FC34-74A3-4F13EF42CB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6DC3420-AEDF-9D3A-C03E-A225F0D25FF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83" name="Picture 8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25C41E-001A-74B8-066E-06D3AA0D3C5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F364954-4EA0-5501-82BF-F748C4BBBCD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7332701-5EBF-9CAB-C6DA-4A2C025F445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8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C974B1F-32EC-D84C-874A-BBE1B41A3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ACF0E68-C391-A2D6-F444-382529824B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746E5-2683-41AD-CF8B-F68F43DEB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9CA5313-94E2-C14C-6AB8-B8C9EA9B9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4D33-7DEC-1D2A-D5EB-7871999A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D5E8305-471C-E464-F46E-D20A41942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FCE6FB0-9EFC-BC53-E2CC-A619AA3889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F75DEFC-D954-48B9-081A-84E0D00832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DEAE95-ADD5-066E-DCD3-703D4FA2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524EE0-936A-F9BF-5949-D5582F3E2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2D9CECE-9C06-1FF9-EC1B-9B9F6E628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194623F-DFA9-9500-C7B9-AFDB22B459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628D505-E111-5A31-A68E-7C6578D1EC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E2EAEA2-9155-0F73-EB19-94918F26A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6E0BCA7-5815-B3BE-5114-3F9208327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6F391E-E6F0-BA62-6247-892216A1CE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70152C8-FE56-A3F5-BEFD-09270FA0483D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DE1C5D-7CAF-9A46-6DC2-7BED3A2D157C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0321A5-037B-3E8E-B501-34B07FF36813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4C308C-B1BA-3B61-9166-FB88CE2D8A18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133CC7A-8E0A-39B1-A530-1C6F90D644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0AD0709-6C43-7A70-A1A6-EF056DDE38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A3713EC-F273-9F58-3223-518B99B314F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524BCC0-C0BE-49BC-409E-97F71B372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582740-57EA-B083-03D7-0C323E5DD6B4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25" name="Picture 2">
                <a:extLst>
                  <a:ext uri="{FF2B5EF4-FFF2-40B4-BE49-F238E27FC236}">
                    <a16:creationId xmlns:a16="http://schemas.microsoft.com/office/drawing/2014/main" id="{1C2104E8-0EE2-97AD-0B26-1A1997C2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4DE97DB6-4366-B2F5-CC0B-7DA76204F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>
                <a:extLst>
                  <a:ext uri="{FF2B5EF4-FFF2-40B4-BE49-F238E27FC236}">
                    <a16:creationId xmlns:a16="http://schemas.microsoft.com/office/drawing/2014/main" id="{CB641DB3-7CF8-CB3F-04B3-0D527165A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87FE6B41-2A96-2DDA-9EEE-EA4264DDD9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197A79-EE4C-0C28-1D3B-566B9609F62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02F4EC-D460-DBCC-D6A9-76299A63C68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B997D4-5CB1-FA0C-8D33-C685906C5DA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711DA9F-6124-74D8-E3A6-3145A3394D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56" name="Picture 55" descr="Shape&#10;&#10;Description automatically generated with medium confidence">
            <a:extLst>
              <a:ext uri="{FF2B5EF4-FFF2-40B4-BE49-F238E27FC236}">
                <a16:creationId xmlns:a16="http://schemas.microsoft.com/office/drawing/2014/main" id="{4F6E5746-EE7E-561C-159E-210DC23F4B1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88103C5-0C69-DC62-2D74-83BA4CC4EA1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FF45E30-4526-561A-26F8-95E143E70EE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6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27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3B2DAD-2699-21DB-3D9A-9916702A5D7B}"/>
              </a:ext>
            </a:extLst>
          </p:cNvPr>
          <p:cNvCxnSpPr>
            <a:cxnSpLocks/>
          </p:cNvCxnSpPr>
          <p:nvPr/>
        </p:nvCxnSpPr>
        <p:spPr>
          <a:xfrm>
            <a:off x="64205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6183EC-14A2-0982-7C06-73D8DD91F6BB}"/>
              </a:ext>
            </a:extLst>
          </p:cNvPr>
          <p:cNvSpPr/>
          <p:nvPr/>
        </p:nvSpPr>
        <p:spPr>
          <a:xfrm>
            <a:off x="1030417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A2DD70-C390-9508-BD1B-7E9157A03FFE}"/>
              </a:ext>
            </a:extLst>
          </p:cNvPr>
          <p:cNvCxnSpPr>
            <a:cxnSpLocks/>
          </p:cNvCxnSpPr>
          <p:nvPr/>
        </p:nvCxnSpPr>
        <p:spPr>
          <a:xfrm>
            <a:off x="1223847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B518B-0F74-282C-71F0-F6B5383337CB}"/>
              </a:ext>
            </a:extLst>
          </p:cNvPr>
          <p:cNvSpPr/>
          <p:nvPr/>
        </p:nvSpPr>
        <p:spPr>
          <a:xfrm>
            <a:off x="1030418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CCD24-70BA-E5F4-4699-BE00D961EAC2}"/>
              </a:ext>
            </a:extLst>
          </p:cNvPr>
          <p:cNvSpPr/>
          <p:nvPr/>
        </p:nvSpPr>
        <p:spPr>
          <a:xfrm>
            <a:off x="3337011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Feb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D15A01-F74D-0945-B96F-544F745ADC37}"/>
              </a:ext>
            </a:extLst>
          </p:cNvPr>
          <p:cNvCxnSpPr>
            <a:cxnSpLocks/>
          </p:cNvCxnSpPr>
          <p:nvPr/>
        </p:nvCxnSpPr>
        <p:spPr>
          <a:xfrm flipV="1">
            <a:off x="3530441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5A6E7C-4F21-3881-0134-A08C4AB3FBAD}"/>
              </a:ext>
            </a:extLst>
          </p:cNvPr>
          <p:cNvSpPr/>
          <p:nvPr/>
        </p:nvSpPr>
        <p:spPr>
          <a:xfrm>
            <a:off x="5874265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1B3727-1A0C-4846-8AEF-4319A79BD7D3}"/>
              </a:ext>
            </a:extLst>
          </p:cNvPr>
          <p:cNvCxnSpPr>
            <a:cxnSpLocks/>
          </p:cNvCxnSpPr>
          <p:nvPr/>
        </p:nvCxnSpPr>
        <p:spPr>
          <a:xfrm>
            <a:off x="6067695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FCDC48B-67FC-D6C2-CA55-6548316BD4F7}"/>
              </a:ext>
            </a:extLst>
          </p:cNvPr>
          <p:cNvSpPr/>
          <p:nvPr/>
        </p:nvSpPr>
        <p:spPr>
          <a:xfrm>
            <a:off x="8592752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D60BBC-6E4F-2ACB-24A2-0A1359D1E8F5}"/>
              </a:ext>
            </a:extLst>
          </p:cNvPr>
          <p:cNvCxnSpPr>
            <a:cxnSpLocks/>
          </p:cNvCxnSpPr>
          <p:nvPr/>
        </p:nvCxnSpPr>
        <p:spPr>
          <a:xfrm flipV="1">
            <a:off x="8786182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77F86-7A2C-25EE-95BB-C34AA8E3206D}"/>
              </a:ext>
            </a:extLst>
          </p:cNvPr>
          <p:cNvSpPr/>
          <p:nvPr/>
        </p:nvSpPr>
        <p:spPr>
          <a:xfrm>
            <a:off x="3337011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DF591-7B3F-58E7-C6E6-CDD722E0A4F8}"/>
              </a:ext>
            </a:extLst>
          </p:cNvPr>
          <p:cNvSpPr/>
          <p:nvPr/>
        </p:nvSpPr>
        <p:spPr>
          <a:xfrm>
            <a:off x="859275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65CEC3-1379-E954-DA29-232F05DD3BDC}"/>
              </a:ext>
            </a:extLst>
          </p:cNvPr>
          <p:cNvSpPr/>
          <p:nvPr/>
        </p:nvSpPr>
        <p:spPr>
          <a:xfrm>
            <a:off x="5843812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8133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28</a:t>
            </a:fld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A17790-6796-39ED-FB37-0CDFC8CF15DA}"/>
              </a:ext>
            </a:extLst>
          </p:cNvPr>
          <p:cNvCxnSpPr>
            <a:cxnSpLocks/>
          </p:cNvCxnSpPr>
          <p:nvPr/>
        </p:nvCxnSpPr>
        <p:spPr>
          <a:xfrm flipH="1">
            <a:off x="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A5FF30E-A65C-99FC-886D-90AC0E5A566A}"/>
              </a:ext>
            </a:extLst>
          </p:cNvPr>
          <p:cNvSpPr/>
          <p:nvPr/>
        </p:nvSpPr>
        <p:spPr>
          <a:xfrm>
            <a:off x="1063870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50D443-7F23-EC91-BE4B-13B5E0A15B6A}"/>
              </a:ext>
            </a:extLst>
          </p:cNvPr>
          <p:cNvCxnSpPr>
            <a:cxnSpLocks/>
          </p:cNvCxnSpPr>
          <p:nvPr/>
        </p:nvCxnSpPr>
        <p:spPr>
          <a:xfrm>
            <a:off x="1257300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96B808D-C0BA-7BEF-0DF8-AE51CA79F817}"/>
              </a:ext>
            </a:extLst>
          </p:cNvPr>
          <p:cNvSpPr/>
          <p:nvPr/>
        </p:nvSpPr>
        <p:spPr>
          <a:xfrm>
            <a:off x="3370464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801DFE-005E-8AC1-1BAB-5FB022ACAD8F}"/>
              </a:ext>
            </a:extLst>
          </p:cNvPr>
          <p:cNvCxnSpPr>
            <a:cxnSpLocks/>
          </p:cNvCxnSpPr>
          <p:nvPr/>
        </p:nvCxnSpPr>
        <p:spPr>
          <a:xfrm flipV="1">
            <a:off x="3563894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9784207-9B45-0240-9A41-241A2BA1E9BE}"/>
              </a:ext>
            </a:extLst>
          </p:cNvPr>
          <p:cNvSpPr/>
          <p:nvPr/>
        </p:nvSpPr>
        <p:spPr>
          <a:xfrm>
            <a:off x="5907718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347266-C3D0-B28D-5F80-5FEEAEF35961}"/>
              </a:ext>
            </a:extLst>
          </p:cNvPr>
          <p:cNvCxnSpPr>
            <a:cxnSpLocks/>
          </p:cNvCxnSpPr>
          <p:nvPr/>
        </p:nvCxnSpPr>
        <p:spPr>
          <a:xfrm>
            <a:off x="6101148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921828-5859-554F-3EF8-210F2A02EBAB}"/>
              </a:ext>
            </a:extLst>
          </p:cNvPr>
          <p:cNvSpPr/>
          <p:nvPr/>
        </p:nvSpPr>
        <p:spPr>
          <a:xfrm>
            <a:off x="8626205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Aug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A8FE7-5F8C-A1E8-7AFB-8ED9D6EC7183}"/>
              </a:ext>
            </a:extLst>
          </p:cNvPr>
          <p:cNvCxnSpPr>
            <a:cxnSpLocks/>
          </p:cNvCxnSpPr>
          <p:nvPr/>
        </p:nvCxnSpPr>
        <p:spPr>
          <a:xfrm flipV="1">
            <a:off x="8819635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42495-EB2F-FDCA-8532-032B8605BB40}"/>
              </a:ext>
            </a:extLst>
          </p:cNvPr>
          <p:cNvSpPr/>
          <p:nvPr/>
        </p:nvSpPr>
        <p:spPr>
          <a:xfrm>
            <a:off x="1030418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D64F6-11C5-24CB-478D-CC17F02089C2}"/>
              </a:ext>
            </a:extLst>
          </p:cNvPr>
          <p:cNvSpPr/>
          <p:nvPr/>
        </p:nvSpPr>
        <p:spPr>
          <a:xfrm>
            <a:off x="3337011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D1A296-4E44-4A03-9308-36213DE169E8}"/>
              </a:ext>
            </a:extLst>
          </p:cNvPr>
          <p:cNvSpPr/>
          <p:nvPr/>
        </p:nvSpPr>
        <p:spPr>
          <a:xfrm>
            <a:off x="859275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BE50-E109-77D9-74E3-EA200AED633D}"/>
              </a:ext>
            </a:extLst>
          </p:cNvPr>
          <p:cNvSpPr/>
          <p:nvPr/>
        </p:nvSpPr>
        <p:spPr>
          <a:xfrm>
            <a:off x="5843812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8777483"/>
      </p:ext>
    </p:extLst>
  </p:cSld>
  <p:clrMapOvr>
    <a:masterClrMapping/>
  </p:clrMapOvr>
</p:sld>
</file>

<file path=ppt/theme/theme1.xml><?xml version="1.0" encoding="utf-8"?>
<a:theme xmlns:a="http://schemas.openxmlformats.org/drawingml/2006/main" name="emTemplate // Jan 2023">
  <a:themeElements>
    <a:clrScheme name="Custom 4">
      <a:dk1>
        <a:srgbClr val="0A0F0D"/>
      </a:dk1>
      <a:lt1>
        <a:srgbClr val="FFFFFF"/>
      </a:lt1>
      <a:dk2>
        <a:srgbClr val="FD3E81"/>
      </a:dk2>
      <a:lt2>
        <a:srgbClr val="E3DCDB"/>
      </a:lt2>
      <a:accent1>
        <a:srgbClr val="61E1E0"/>
      </a:accent1>
      <a:accent2>
        <a:srgbClr val="3454D1"/>
      </a:accent2>
      <a:accent3>
        <a:srgbClr val="FAA916"/>
      </a:accent3>
      <a:accent4>
        <a:srgbClr val="792359"/>
      </a:accent4>
      <a:accent5>
        <a:srgbClr val="B8B8FF"/>
      </a:accent5>
      <a:accent6>
        <a:srgbClr val="CEC3C1"/>
      </a:accent6>
      <a:hlink>
        <a:srgbClr val="FC3D80"/>
      </a:hlink>
      <a:folHlink>
        <a:srgbClr val="FD3E81"/>
      </a:folHlink>
    </a:clrScheme>
    <a:fontScheme name="EM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72000" rIns="72000" rtlCol="0" anchor="ctr"/>
      <a:lstStyle>
        <a:defPPr algn="ctr">
          <a:lnSpc>
            <a:spcPct val="110000"/>
          </a:lnSpc>
          <a:spcAft>
            <a:spcPts val="600"/>
          </a:spcAft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blank">
      <a:srgbClr val="FFFFFF"/>
    </a:custClr>
    <a:custClr name="Black Tint 1">
      <a:srgbClr val="3B3F3D"/>
    </a:custClr>
    <a:custClr name="Light Clay">
      <a:srgbClr val="CEC3C1"/>
    </a:custClr>
    <a:custClr name="Pink Tint 1">
      <a:srgbClr val="FD4D8B"/>
    </a:custClr>
    <a:custClr name="Turpuoise Tint 1">
      <a:srgbClr val="82E7E7"/>
    </a:custClr>
    <a:custClr name="Cerulean Tint 1">
      <a:srgbClr val="5F78DB"/>
    </a:custClr>
    <a:custClr name="Tangerine Tint 1">
      <a:srgbClr val="FBBC46"/>
    </a:custClr>
    <a:custClr name="Merlot Tint 1">
      <a:srgbClr val="944F7A"/>
    </a:custClr>
    <a:custClr name="Periwinkle Tint 1">
      <a:srgbClr val="C6C6FF"/>
    </a:custClr>
    <a:custClr name="Clay Tint 1">
      <a:srgbClr val="D8CFCE"/>
    </a:custClr>
    <a:custClr name="blank">
      <a:srgbClr val="FFFFFF"/>
    </a:custClr>
    <a:custClr name="Black Tint 2">
      <a:srgbClr val="6C6F6E"/>
    </a:custClr>
    <a:custClr name="Light Clay Tint 2">
      <a:srgbClr val="D8CFCE"/>
    </a:custClr>
    <a:custClr name="Pink Tint 2">
      <a:srgbClr val="FD6896"/>
    </a:custClr>
    <a:custClr name="Turpuoise Tint 2">
      <a:srgbClr val="A4EEEE"/>
    </a:custClr>
    <a:custClr name="Cerulean Tint 2">
      <a:srgbClr val="8B9DE5"/>
    </a:custClr>
    <a:custClr name="Tangerine Tint 2">
      <a:srgbClr val="FCCE79"/>
    </a:custClr>
    <a:custClr name="Merlot Tint 2">
      <a:srgbClr val="AF7B9B"/>
    </a:custClr>
    <a:custClr name="Periwinkle Tint 2">
      <a:srgbClr val="D4D4FF"/>
    </a:custClr>
    <a:custClr name="Clay Tint 2">
      <a:srgbClr val="E3DCDB"/>
    </a:custClr>
    <a:custClr name="blank">
      <a:srgbClr val="FFFFFF"/>
    </a:custClr>
    <a:custClr name="Black Tint 3">
      <a:srgbClr val="9D9F9E"/>
    </a:custClr>
    <a:custClr name="Light Clay Tint 3">
      <a:srgbClr val="EDE9E9"/>
    </a:custClr>
    <a:custClr name="Pink Tint 3">
      <a:srgbClr val="FE84AE"/>
    </a:custClr>
    <a:custClr name="Turpuoise Tint 3">
      <a:srgbClr val="C6F4F4"/>
    </a:custClr>
    <a:custClr name="Cerulean Tint 3">
      <a:srgbClr val="B6C2EE"/>
    </a:custClr>
    <a:custClr name="Tangerine Tint 3">
      <a:srgbClr val="FDE1AB"/>
    </a:custClr>
    <a:custClr name="Merlot Tint 3">
      <a:srgbClr val="C9A7BD"/>
    </a:custClr>
    <a:custClr name="Periwinkle Tint 3">
      <a:srgbClr val="E3E3FF"/>
    </a:custClr>
    <a:custClr name="Clay Tint 3">
      <a:srgbClr val="EDE9E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9B3585B66F14F870026BED5635ADF" ma:contentTypeVersion="16" ma:contentTypeDescription="Create a new document." ma:contentTypeScope="" ma:versionID="72855f6d6729ae51e1e775311370ef8c">
  <xsd:schema xmlns:xsd="http://www.w3.org/2001/XMLSchema" xmlns:xs="http://www.w3.org/2001/XMLSchema" xmlns:p="http://schemas.microsoft.com/office/2006/metadata/properties" xmlns:ns2="de983241-560f-4b3f-a705-2805922dcd43" xmlns:ns3="80b5cb99-4d0f-4b83-ae73-4b834bf7fb6d" targetNamespace="http://schemas.microsoft.com/office/2006/metadata/properties" ma:root="true" ma:fieldsID="c84276ac05688a94f589cc9933da1742" ns2:_="" ns3:_="">
    <xsd:import namespace="de983241-560f-4b3f-a705-2805922dcd43"/>
    <xsd:import namespace="80b5cb99-4d0f-4b83-ae73-4b834bf7fb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FileType" minOccurs="0"/>
                <xsd:element ref="ns2:CredsForma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83241-560f-4b3f-a705-2805922dcd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8c6112-a551-416c-b446-07c3fc3d0d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FileType" ma:index="22" nillable="true" ma:displayName="File Type" ma:format="Dropdown" ma:internalName="FileType">
      <xsd:simpleType>
        <xsd:restriction base="dms:Choice">
          <xsd:enumeration value="Sizzle Reel "/>
          <xsd:enumeration value="Choice 2"/>
          <xsd:enumeration value="Choice 3"/>
        </xsd:restriction>
      </xsd:simpleType>
    </xsd:element>
    <xsd:element name="CredsFormat" ma:index="23" nillable="true" ma:displayName="Creds Format" ma:format="Dropdown" ma:internalName="CredsForma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hapter 1"/>
                    <xsd:enumeration value="Chapter 2"/>
                    <xsd:enumeration value="Animated"/>
                    <xsd:enumeration value="Simplified"/>
                    <xsd:enumeration value="Internal"/>
                    <xsd:enumeration value="External "/>
                    <xsd:enumeration value="Sizzle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5cb99-4d0f-4b83-ae73-4b834bf7fb6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8df444-536a-4993-8972-cbb3b2d59549}" ma:internalName="TaxCatchAll" ma:showField="CatchAllData" ma:web="80b5cb99-4d0f-4b83-ae73-4b834bf7fb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b5cb99-4d0f-4b83-ae73-4b834bf7fb6d" xsi:nil="true"/>
    <lcf76f155ced4ddcb4097134ff3c332f xmlns="de983241-560f-4b3f-a705-2805922dcd43">
      <Terms xmlns="http://schemas.microsoft.com/office/infopath/2007/PartnerControls"/>
    </lcf76f155ced4ddcb4097134ff3c332f>
    <FileType xmlns="de983241-560f-4b3f-a705-2805922dcd43" xsi:nil="true"/>
    <CredsFormat xmlns="de983241-560f-4b3f-a705-2805922dcd43" xsi:nil="true"/>
    <SharedWithUsers xmlns="80b5cb99-4d0f-4b83-ae73-4b834bf7fb6d">
      <UserInfo>
        <DisplayName>Maria Ugrozova</DisplayName>
        <AccountId>4189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2A5BF9-E916-4E1D-8DE7-62D7E6C1D3A6}"/>
</file>

<file path=customXml/itemProps2.xml><?xml version="1.0" encoding="utf-8"?>
<ds:datastoreItem xmlns:ds="http://schemas.openxmlformats.org/officeDocument/2006/customXml" ds:itemID="{E0F1BE39-A404-4E7C-BC42-745C2A0A8ABB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de983241-560f-4b3f-a705-2805922dcd43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0b5cb99-4d0f-4b83-ae73-4b834bf7fb6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82D4BC4-D0D4-4B59-BD63-1851ACCA5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1747</Words>
  <Application>Microsoft Macintosh PowerPoint</Application>
  <PresentationFormat>Widescreen</PresentationFormat>
  <Paragraphs>279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Century Gothic</vt:lpstr>
      <vt:lpstr>System Font Regular</vt:lpstr>
      <vt:lpstr>emTemplate // Jan 2023</vt:lpstr>
      <vt:lpstr>EssenceMediacom brand PowerPoint instructions</vt:lpstr>
      <vt:lpstr>EssenceMediacom brand PowerPoint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breakthroughs for brands  in an age of new possibilities</vt:lpstr>
      <vt:lpstr>Creating breakthroughs for brands  in an age of new possibilities</vt:lpstr>
      <vt:lpstr>Image right</vt:lpstr>
      <vt:lpstr>Image left</vt:lpstr>
      <vt:lpstr>Creating breakthroughs for brands  in an age of new possibilities</vt:lpstr>
      <vt:lpstr>Breakthroughs for brands in an age of new possibilities</vt:lpstr>
      <vt:lpstr>Breakthroughs for brands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Tyson</dc:creator>
  <cp:lastModifiedBy>Alexandra Scillieri</cp:lastModifiedBy>
  <cp:revision>5</cp:revision>
  <dcterms:created xsi:type="dcterms:W3CDTF">2020-04-07T11:04:52Z</dcterms:created>
  <dcterms:modified xsi:type="dcterms:W3CDTF">2023-03-17T13:35:18Z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0x010100C6B9B3585B66F14F870026BED5635ADF</vt:lpwstr>
  </property>
  <property fmtid="{D5CDD505-2E9C-101B-9397-08002B2CF9AE}" pid="3" name="MediaServiceImageTags">
    <vt:lpwstr/>
  </property>
</Properties>
</file>