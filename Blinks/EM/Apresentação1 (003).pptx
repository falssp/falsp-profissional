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573F6-F128-4B39-B743-250BF05845DA}" v="8" dt="2023-03-14T18:58:53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0bb3dae6-ef24-4c07-9660-fb1130dc2ac2" providerId="ADAL" clId="{B3B573F6-F128-4B39-B743-250BF05845DA}"/>
    <pc:docChg chg="modSld">
      <pc:chgData name="Felipe Lima" userId="0bb3dae6-ef24-4c07-9660-fb1130dc2ac2" providerId="ADAL" clId="{B3B573F6-F128-4B39-B743-250BF05845DA}" dt="2023-03-14T18:58:37.911" v="12" actId="1076"/>
      <pc:docMkLst>
        <pc:docMk/>
      </pc:docMkLst>
      <pc:sldChg chg="modSp mod">
        <pc:chgData name="Felipe Lima" userId="0bb3dae6-ef24-4c07-9660-fb1130dc2ac2" providerId="ADAL" clId="{B3B573F6-F128-4B39-B743-250BF05845DA}" dt="2023-03-14T18:58:37.911" v="12" actId="1076"/>
        <pc:sldMkLst>
          <pc:docMk/>
          <pc:sldMk cId="1841961909" sldId="256"/>
        </pc:sldMkLst>
        <pc:spChg chg="mod">
          <ac:chgData name="Felipe Lima" userId="0bb3dae6-ef24-4c07-9660-fb1130dc2ac2" providerId="ADAL" clId="{B3B573F6-F128-4B39-B743-250BF05845DA}" dt="2023-03-14T18:58:23.945" v="8" actId="1037"/>
          <ac:spMkLst>
            <pc:docMk/>
            <pc:sldMk cId="1841961909" sldId="256"/>
            <ac:spMk id="9" creationId="{1ADF40D5-4C5F-08F8-116C-B97B5D1B7238}"/>
          </ac:spMkLst>
        </pc:spChg>
        <pc:spChg chg="mod">
          <ac:chgData name="Felipe Lima" userId="0bb3dae6-ef24-4c07-9660-fb1130dc2ac2" providerId="ADAL" clId="{B3B573F6-F128-4B39-B743-250BF05845DA}" dt="2023-03-14T18:58:31.227" v="10" actId="1076"/>
          <ac:spMkLst>
            <pc:docMk/>
            <pc:sldMk cId="1841961909" sldId="256"/>
            <ac:spMk id="10" creationId="{77C9E323-B6F1-70B1-21AC-E61ABB7EA53D}"/>
          </ac:spMkLst>
        </pc:spChg>
        <pc:spChg chg="mod">
          <ac:chgData name="Felipe Lima" userId="0bb3dae6-ef24-4c07-9660-fb1130dc2ac2" providerId="ADAL" clId="{B3B573F6-F128-4B39-B743-250BF05845DA}" dt="2023-03-14T18:58:33.662" v="11" actId="1076"/>
          <ac:spMkLst>
            <pc:docMk/>
            <pc:sldMk cId="1841961909" sldId="256"/>
            <ac:spMk id="11" creationId="{7553C4C6-D090-D315-EC8A-83FF7A32FA09}"/>
          </ac:spMkLst>
        </pc:spChg>
        <pc:spChg chg="mod">
          <ac:chgData name="Felipe Lima" userId="0bb3dae6-ef24-4c07-9660-fb1130dc2ac2" providerId="ADAL" clId="{B3B573F6-F128-4B39-B743-250BF05845DA}" dt="2023-03-14T18:58:37.911" v="12" actId="1076"/>
          <ac:spMkLst>
            <pc:docMk/>
            <pc:sldMk cId="1841961909" sldId="256"/>
            <ac:spMk id="15" creationId="{BDAED35B-66E6-03C1-B470-27C97982D6E1}"/>
          </ac:spMkLst>
        </pc:spChg>
        <pc:spChg chg="mod">
          <ac:chgData name="Felipe Lima" userId="0bb3dae6-ef24-4c07-9660-fb1130dc2ac2" providerId="ADAL" clId="{B3B573F6-F128-4B39-B743-250BF05845DA}" dt="2023-03-14T18:58:27.979" v="9" actId="1076"/>
          <ac:spMkLst>
            <pc:docMk/>
            <pc:sldMk cId="1841961909" sldId="256"/>
            <ac:spMk id="20" creationId="{11E66F03-93C3-92CC-0837-8CD7E7AEBE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CC2C7-A204-C7EC-E92F-D7AA00B31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6E4320-F519-D49B-0ADB-EAF02692C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55F9BC-8685-CE9C-9BF7-D0C2BC1A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E0B85-6506-6440-64D2-3201346E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8763F3-AF4E-8AD2-C83F-5069FD8E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35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263DC-5486-586F-BB29-331F7E67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AC6196-D6AA-EB1F-379C-6EE3CFC8D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F8FBD5-6114-26F3-1EA5-ED39B80D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D0DC8-832B-9121-7A29-7EEE1030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A5160-1539-14CF-4E8E-42D86179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18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7F82F-AFA3-63C0-CCD3-6FFBEEEA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608BDA-F6F9-76C2-D774-04764E96A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9E7B5A-76D6-F2A5-6167-387035E1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AB6E46-BEEE-C710-A8B3-306CBB7D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A4078E-0CB9-F4A7-8751-CCD111B0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559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7D20B-87A4-8253-2F16-D955AAB4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C8F225-248B-2577-FA69-1FD069A39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F25B75-148C-F88F-8212-FDE93BB06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E9ECA6-3898-6172-8903-98FB63B2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2B762B-EF7E-54BE-437A-FEB9D1EB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AFB14-9A7D-5578-42A4-5388AC27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1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DFF58-A83F-EEC6-9485-7323511C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52B01C-5474-692E-BD5F-27AD8395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B5A9CF-831E-FC5D-ABD3-8614913BC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43E871-F8AF-A083-1790-C4A6FC9C2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EC0794-5F91-7116-5EC5-F689A4CBB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72457E-C320-E314-7913-F885C6FC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EBC3027-25A5-61FC-522F-5DF62117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EFDE82-940E-72FD-52BA-C686C609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33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FC1A0-E0D1-AB4A-A378-AEA93F21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CFD1700-4F28-6436-A000-AF1755FC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89A079-9118-B84E-C2FA-F71ED167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458044-7244-5DEA-B441-D5481182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32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15E361-A65C-8D85-2EDC-7F6AAD41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D4EA15-2E45-7388-BCC4-DB331A1A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CF1D42-FAB0-8272-DF2E-A9B9AF40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36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E214E-FBC5-E455-385A-1B5C3634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0929B7-E45F-4BA8-CBA4-3F8FD9B7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AF3E1C-79A9-D07D-A833-A68DA3070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D210A8-969C-7683-D7A6-1FF91CA4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97C566-85FE-AC31-FE15-23219960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51FF16-4103-9D7E-BBE1-B464DBB5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49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0129C-24FB-C5D1-EDA2-F596207F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73D2FEE-EB58-ED6D-5FEF-B579F3213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D838E3-4D3B-4F3C-12C9-EDB0EFE1E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B9FFFF-E48E-4ADF-8857-1A3960BF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9B0DA7-86BB-E517-7D86-57C3CF6C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75533D-4EB8-ED19-A3B5-491D6DB5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32AF0-7571-A08C-4695-5B16ACE0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EAC0A4-2206-C41B-D3A1-1BB0FE1DE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793E2D-6E75-BDC9-F0E7-9456E2AD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083062-4B1B-BFCF-B874-684FB4F7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B167B1-5B9F-12A7-DD7E-9F777CB32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61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5B321B-E8B3-0607-12F2-A4FB987DB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E48072-F612-1321-4F4C-C5B010D72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9DF319-18EE-8FB1-C5C4-1819364F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0A7E60-DD54-1357-A688-1365BE6F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5AB9CB-051E-E5F0-BFF6-45A8ACBE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07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210187-4065-967D-9E0C-52403D36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B3CB70-CA2B-01BE-E2D3-1A686CB79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620CC2-3F7A-765C-DE7B-BBF67802C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987B3-15A9-4ACE-B3AA-CC044E5D276E}" type="datetimeFigureOut">
              <a:rPr lang="pt-BR" smtClean="0"/>
              <a:t>14/03/2023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E5334B-B176-C060-A8E1-6118BD2A9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71B3C0-6B13-5DE5-46BB-E70E1370B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B9A4B-A682-48DD-8051-917625D65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7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5F7B3F-4AF3-C0D2-EBF8-DDF82A396C6D}"/>
              </a:ext>
            </a:extLst>
          </p:cNvPr>
          <p:cNvSpPr txBox="1"/>
          <p:nvPr/>
        </p:nvSpPr>
        <p:spPr>
          <a:xfrm>
            <a:off x="8217301" y="4195671"/>
            <a:ext cx="36788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Parabéns, Dodo!!! Muitas felicidades, muitas alegrias, muita sabedoria, saúde e paz, sempre! Obrigado por tudo que você vem fazendo, desde sempre, gratidão eterna! Desejo que você tenha as maiores lutas e as melhores conquistas, aproveite seu dia, sua semana, seu mês, a vida! Tamo junto pra vida, forte abraço! Bruno Felix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56BC97-6F88-0059-3C7C-1A0790E5DF0F}"/>
              </a:ext>
            </a:extLst>
          </p:cNvPr>
          <p:cNvSpPr txBox="1"/>
          <p:nvPr/>
        </p:nvSpPr>
        <p:spPr>
          <a:xfrm>
            <a:off x="295833" y="4364665"/>
            <a:ext cx="3678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Feliz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anaiversario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Sr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Wilson muitos anos de vida e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suscesso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 continue sempre sendo esse cara foda de um coração enorme,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parabens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tudo de bom sempre pra você,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TMJ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Edi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Oliveira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144767-175A-84C1-A577-2D232DA51363}"/>
              </a:ext>
            </a:extLst>
          </p:cNvPr>
          <p:cNvSpPr txBox="1"/>
          <p:nvPr/>
        </p:nvSpPr>
        <p:spPr>
          <a:xfrm>
            <a:off x="295832" y="6088226"/>
            <a:ext cx="367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Papiiiiii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 Feliz aniversário e um ótimo início de ciclo pra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vc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!!! Felipe Lima</a:t>
            </a:r>
            <a:endParaRPr lang="pt-BR" sz="140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4FE811-2BA7-464F-42AC-7F76D132ABD5}"/>
              </a:ext>
            </a:extLst>
          </p:cNvPr>
          <p:cNvSpPr/>
          <p:nvPr/>
        </p:nvSpPr>
        <p:spPr>
          <a:xfrm>
            <a:off x="555314" y="609777"/>
            <a:ext cx="7239932" cy="923330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Feliz Aniversário </a:t>
            </a:r>
            <a:r>
              <a:rPr lang="pt-BR" sz="54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Dodops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4B74B1-9AA0-F949-E1F7-088740D9CA27}"/>
              </a:ext>
            </a:extLst>
          </p:cNvPr>
          <p:cNvSpPr txBox="1"/>
          <p:nvPr/>
        </p:nvSpPr>
        <p:spPr>
          <a:xfrm>
            <a:off x="8217300" y="3090294"/>
            <a:ext cx="3678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Dods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 Muita saúde, alegria e todas as conquistas que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vc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deseja!</a:t>
            </a:r>
            <a:b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TMJ!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Tito</a:t>
            </a:r>
          </a:p>
        </p:txBody>
      </p:sp>
      <p:pic>
        <p:nvPicPr>
          <p:cNvPr id="1026" name="Picture 2" descr="Bolo do Corinthians: 61 inspirações para todos os gostos">
            <a:extLst>
              <a:ext uri="{FF2B5EF4-FFF2-40B4-BE49-F238E27FC236}">
                <a16:creationId xmlns:a16="http://schemas.microsoft.com/office/drawing/2014/main" id="{E4C7094D-8382-4CD5-0D9B-8681B645C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420" y="2313125"/>
            <a:ext cx="3388747" cy="440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B83B54-F68B-00EB-BE56-87246ECDBA94}"/>
              </a:ext>
            </a:extLst>
          </p:cNvPr>
          <p:cNvSpPr txBox="1"/>
          <p:nvPr/>
        </p:nvSpPr>
        <p:spPr>
          <a:xfrm>
            <a:off x="295834" y="3118453"/>
            <a:ext cx="3678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Dodops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 Que seja um ciclo com muita saúde, energia, boas novas e muito esporte! Tamo junto mano. Abração, Helio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11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5D0B8A9-0A38-B4C5-F3D2-F96F8F0BDF9C}"/>
              </a:ext>
            </a:extLst>
          </p:cNvPr>
          <p:cNvSpPr/>
          <p:nvPr/>
        </p:nvSpPr>
        <p:spPr>
          <a:xfrm>
            <a:off x="-329609" y="-91440"/>
            <a:ext cx="12663849" cy="71221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F7D2AA-9D64-44EF-F230-EDE85BF4E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765" y="-91440"/>
            <a:ext cx="4734201" cy="7157864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ADF40D5-4C5F-08F8-116C-B97B5D1B7238}"/>
              </a:ext>
            </a:extLst>
          </p:cNvPr>
          <p:cNvSpPr txBox="1"/>
          <p:nvPr/>
        </p:nvSpPr>
        <p:spPr>
          <a:xfrm>
            <a:off x="35333" y="32484"/>
            <a:ext cx="3678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Salve Dodô! Feliz aniversário mano! Toda felicidade do mundo pra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vc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muitos anos de vida e muita saúde pra jogar aquele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 hora de jogar! Abração, Wall.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C9E323-B6F1-70B1-21AC-E61ABB7EA53D}"/>
              </a:ext>
            </a:extLst>
          </p:cNvPr>
          <p:cNvSpPr txBox="1"/>
          <p:nvPr/>
        </p:nvSpPr>
        <p:spPr>
          <a:xfrm>
            <a:off x="31899" y="3111969"/>
            <a:ext cx="3678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Dodoooo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feliz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aniversariooo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 Te desejo tudo de bom,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mta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saúde, felicidade, amor,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brejinha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 várias dancinhas pra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vc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descer até o chão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hahahahaha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Bjs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Glau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53C4C6-D090-D315-EC8A-83FF7A32FA09}"/>
              </a:ext>
            </a:extLst>
          </p:cNvPr>
          <p:cNvSpPr txBox="1"/>
          <p:nvPr/>
        </p:nvSpPr>
        <p:spPr>
          <a:xfrm>
            <a:off x="-20701" y="4523461"/>
            <a:ext cx="3678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 Dodo! Tudo de bom e melhor pra sua vida &lt;3 aproveite esse dia especial, Duda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B8F72B-8F71-FEE8-9AF2-9D0135045C8B}"/>
              </a:ext>
            </a:extLst>
          </p:cNvPr>
          <p:cNvSpPr txBox="1"/>
          <p:nvPr/>
        </p:nvSpPr>
        <p:spPr>
          <a:xfrm>
            <a:off x="8550169" y="2554545"/>
            <a:ext cx="36788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Parabéééns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meu irmão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Dodops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Feliz aniversário, muita saúde, sucesso e felicidades! Que seu joelho aguente os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ano, e principalmente os requebrados do samba, afinal não é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qlqr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um que tem esse molejo.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TMJ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mano! 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Luiz </a:t>
            </a:r>
            <a:r>
              <a:rPr lang="pt-BR" sz="1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Bachiega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AED35B-66E6-03C1-B470-27C97982D6E1}"/>
              </a:ext>
            </a:extLst>
          </p:cNvPr>
          <p:cNvSpPr txBox="1"/>
          <p:nvPr/>
        </p:nvSpPr>
        <p:spPr>
          <a:xfrm>
            <a:off x="-20702" y="5602512"/>
            <a:ext cx="3678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Parabéns, Dodô! Muita saúde, sucesso e luz na caminhada sempre!!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!! Danillo Tenório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6C3BFC-115B-995F-7BC4-DC0AE0D3942F}"/>
              </a:ext>
            </a:extLst>
          </p:cNvPr>
          <p:cNvSpPr txBox="1"/>
          <p:nvPr/>
        </p:nvSpPr>
        <p:spPr>
          <a:xfrm>
            <a:off x="8550168" y="4435408"/>
            <a:ext cx="3678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Feliz aniversário Dodô. Muitas felicidades, saúde, sucesso e muitas conquistas nesse ano pra você. Abcs, Brunão.</a:t>
            </a: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147FB0E-DE03-6BCE-B5F8-2B2638598C66}"/>
              </a:ext>
            </a:extLst>
          </p:cNvPr>
          <p:cNvSpPr txBox="1"/>
          <p:nvPr/>
        </p:nvSpPr>
        <p:spPr>
          <a:xfrm>
            <a:off x="8550168" y="5602513"/>
            <a:ext cx="3678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Feliz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aniver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Dodô!!!!!!! Muita saúde, dinheiros, cervejas, futebol e conquistas esse ano! &lt;3 Caroline Zeni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D1CEA3-4CE1-3888-0A70-C650311E0160}"/>
              </a:ext>
            </a:extLst>
          </p:cNvPr>
          <p:cNvSpPr txBox="1"/>
          <p:nvPr/>
        </p:nvSpPr>
        <p:spPr>
          <a:xfrm>
            <a:off x="8551759" y="0"/>
            <a:ext cx="3678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Feliz aniversário, Dodô! Muita saúde, paz, sucesso, felicidades e tudo de bom. Abraço, Paulo Garcia</a:t>
            </a:r>
            <a:endParaRPr lang="pt-B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61913E6-A006-C2C0-40D5-EC21A70B80C4}"/>
              </a:ext>
            </a:extLst>
          </p:cNvPr>
          <p:cNvSpPr txBox="1"/>
          <p:nvPr/>
        </p:nvSpPr>
        <p:spPr>
          <a:xfrm>
            <a:off x="8550168" y="1200329"/>
            <a:ext cx="36788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Parabens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Dodo!! Muitas felicidades,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saude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sucesso paz e alegrias no seu novo ano! Carlinha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1E66F03-93C3-92CC-0837-8CD7E7AEBEB8}"/>
              </a:ext>
            </a:extLst>
          </p:cNvPr>
          <p:cNvSpPr txBox="1"/>
          <p:nvPr/>
        </p:nvSpPr>
        <p:spPr>
          <a:xfrm>
            <a:off x="31900" y="1503542"/>
            <a:ext cx="3678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Parabéns, Wilson! Muitas felicidades, amor, saúde, joelho, festas, churrascos, danças, futebol, muitos títulos, sucesso e tudo de melhor pra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vc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 sua família.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Tmj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cachorro. </a:t>
            </a:r>
            <a:r>
              <a:rPr lang="pt-BR" sz="160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Bjs</a:t>
            </a:r>
            <a:r>
              <a:rPr lang="pt-BR" sz="160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Denis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961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443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Lima</dc:creator>
  <cp:lastModifiedBy>Felipe Lima</cp:lastModifiedBy>
  <cp:revision>6</cp:revision>
  <dcterms:created xsi:type="dcterms:W3CDTF">2023-03-14T04:55:11Z</dcterms:created>
  <dcterms:modified xsi:type="dcterms:W3CDTF">2023-03-14T18:59:03Z</dcterms:modified>
</cp:coreProperties>
</file>