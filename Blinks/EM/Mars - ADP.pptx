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theme/themeOverride2.xml" ContentType="application/vnd.openxmlformats-officedocument.themeOverr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theme/themeOverride3.xml" ContentType="application/vnd.openxmlformats-officedocument.themeOverr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0" r:id="rId4"/>
  </p:sldMasterIdLst>
  <p:notesMasterIdLst>
    <p:notesMasterId r:id="rId33"/>
  </p:notesMasterIdLst>
  <p:sldIdLst>
    <p:sldId id="347" r:id="rId5"/>
    <p:sldId id="385" r:id="rId6"/>
    <p:sldId id="257" r:id="rId7"/>
    <p:sldId id="260" r:id="rId8"/>
    <p:sldId id="309" r:id="rId9"/>
    <p:sldId id="264" r:id="rId10"/>
    <p:sldId id="388" r:id="rId11"/>
    <p:sldId id="258" r:id="rId12"/>
    <p:sldId id="259" r:id="rId13"/>
    <p:sldId id="389" r:id="rId14"/>
    <p:sldId id="262" r:id="rId15"/>
    <p:sldId id="263" r:id="rId16"/>
    <p:sldId id="390" r:id="rId17"/>
    <p:sldId id="267" r:id="rId18"/>
    <p:sldId id="265" r:id="rId19"/>
    <p:sldId id="294" r:id="rId20"/>
    <p:sldId id="266" r:id="rId21"/>
    <p:sldId id="327" r:id="rId22"/>
    <p:sldId id="310" r:id="rId23"/>
    <p:sldId id="284" r:id="rId24"/>
    <p:sldId id="274" r:id="rId25"/>
    <p:sldId id="277" r:id="rId26"/>
    <p:sldId id="281" r:id="rId27"/>
    <p:sldId id="282" r:id="rId28"/>
    <p:sldId id="349" r:id="rId29"/>
    <p:sldId id="350" r:id="rId30"/>
    <p:sldId id="386" r:id="rId31"/>
    <p:sldId id="387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structions" id="{1A65A184-364B-F345-9B6E-DE136E1D4BC5}">
          <p14:sldIdLst>
            <p14:sldId id="347"/>
            <p14:sldId id="385"/>
          </p14:sldIdLst>
        </p14:section>
        <p14:section name="Cover + agenda" id="{3100FC04-F0BE-1648-BA15-D369A64EF63D}">
          <p14:sldIdLst>
            <p14:sldId id="257"/>
            <p14:sldId id="260"/>
            <p14:sldId id="309"/>
            <p14:sldId id="264"/>
            <p14:sldId id="388"/>
            <p14:sldId id="258"/>
            <p14:sldId id="259"/>
            <p14:sldId id="389"/>
            <p14:sldId id="262"/>
            <p14:sldId id="263"/>
            <p14:sldId id="390"/>
            <p14:sldId id="267"/>
            <p14:sldId id="265"/>
            <p14:sldId id="294"/>
            <p14:sldId id="266"/>
            <p14:sldId id="327"/>
          </p14:sldIdLst>
        </p14:section>
        <p14:section name="Statements + slide dividers + quotes" id="{28E2738E-4572-2C49-B8C7-D2A4EE9055EA}">
          <p14:sldIdLst/>
        </p14:section>
        <p14:section name="Standard layouts" id="{1A1A407A-F086-1147-BCF4-BE0433D7E511}">
          <p14:sldIdLst>
            <p14:sldId id="310"/>
            <p14:sldId id="284"/>
            <p14:sldId id="274"/>
            <p14:sldId id="277"/>
            <p14:sldId id="281"/>
            <p14:sldId id="282"/>
            <p14:sldId id="349"/>
            <p14:sldId id="350"/>
            <p14:sldId id="386"/>
            <p14:sldId id="3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3DCDB"/>
    <a:srgbClr val="FDE1AB"/>
    <a:srgbClr val="FCCE79"/>
    <a:srgbClr val="FBBC46"/>
    <a:srgbClr val="B6C2EE"/>
    <a:srgbClr val="8B9DE5"/>
    <a:srgbClr val="5F78DB"/>
    <a:srgbClr val="C6F4F4"/>
    <a:srgbClr val="A4EEEE"/>
    <a:srgbClr val="82E7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1D0FF3B-1FCE-4D3B-BA0E-9390DA120221}" v="142" dt="2024-06-27T20:33:10.12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microsoft.com/office/2015/10/relationships/revisionInfo" Target="revisionInfo.xml"/><Relationship Id="rId21" Type="http://schemas.openxmlformats.org/officeDocument/2006/relationships/slide" Target="slides/slide17.xml"/><Relationship Id="rId34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notesMaster" Target="notesMasters/notesMaster1.xml"/><Relationship Id="rId38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Lima" userId="0bb3dae6-ef24-4c07-9660-fb1130dc2ac2" providerId="ADAL" clId="{51D0FF3B-1FCE-4D3B-BA0E-9390DA120221}"/>
    <pc:docChg chg="undo custSel addSld delSld modSld sldOrd modSection">
      <pc:chgData name="Felipe Lima" userId="0bb3dae6-ef24-4c07-9660-fb1130dc2ac2" providerId="ADAL" clId="{51D0FF3B-1FCE-4D3B-BA0E-9390DA120221}" dt="2024-06-27T20:33:10.128" v="146" actId="20577"/>
      <pc:docMkLst>
        <pc:docMk/>
      </pc:docMkLst>
      <pc:sldChg chg="add">
        <pc:chgData name="Felipe Lima" userId="0bb3dae6-ef24-4c07-9660-fb1130dc2ac2" providerId="ADAL" clId="{51D0FF3B-1FCE-4D3B-BA0E-9390DA120221}" dt="2024-06-27T20:28:33.344" v="130"/>
        <pc:sldMkLst>
          <pc:docMk/>
          <pc:sldMk cId="0" sldId="258"/>
        </pc:sldMkLst>
      </pc:sldChg>
      <pc:sldChg chg="delSp modSp del mod ord">
        <pc:chgData name="Felipe Lima" userId="0bb3dae6-ef24-4c07-9660-fb1130dc2ac2" providerId="ADAL" clId="{51D0FF3B-1FCE-4D3B-BA0E-9390DA120221}" dt="2024-06-27T20:20:41.225" v="84" actId="2696"/>
        <pc:sldMkLst>
          <pc:docMk/>
          <pc:sldMk cId="2576255998" sldId="258"/>
        </pc:sldMkLst>
        <pc:spChg chg="del">
          <ac:chgData name="Felipe Lima" userId="0bb3dae6-ef24-4c07-9660-fb1130dc2ac2" providerId="ADAL" clId="{51D0FF3B-1FCE-4D3B-BA0E-9390DA120221}" dt="2024-06-27T20:19:46.022" v="74" actId="478"/>
          <ac:spMkLst>
            <pc:docMk/>
            <pc:sldMk cId="2576255998" sldId="258"/>
            <ac:spMk id="2" creationId="{54D8A935-5E6F-2F7B-9C1C-EF22D4E36371}"/>
          </ac:spMkLst>
        </pc:spChg>
        <pc:spChg chg="mod">
          <ac:chgData name="Felipe Lima" userId="0bb3dae6-ef24-4c07-9660-fb1130dc2ac2" providerId="ADAL" clId="{51D0FF3B-1FCE-4D3B-BA0E-9390DA120221}" dt="2024-06-27T20:20:28.881" v="80" actId="21"/>
          <ac:spMkLst>
            <pc:docMk/>
            <pc:sldMk cId="2576255998" sldId="258"/>
            <ac:spMk id="3" creationId="{1569497C-F799-26F1-C22A-FEC59389A881}"/>
          </ac:spMkLst>
        </pc:spChg>
        <pc:spChg chg="mod">
          <ac:chgData name="Felipe Lima" userId="0bb3dae6-ef24-4c07-9660-fb1130dc2ac2" providerId="ADAL" clId="{51D0FF3B-1FCE-4D3B-BA0E-9390DA120221}" dt="2024-06-27T20:20:09.145" v="77" actId="21"/>
          <ac:spMkLst>
            <pc:docMk/>
            <pc:sldMk cId="2576255998" sldId="258"/>
            <ac:spMk id="4" creationId="{024E88CE-4890-2BAA-56F8-B3B7613E54B1}"/>
          </ac:spMkLst>
        </pc:spChg>
      </pc:sldChg>
      <pc:sldChg chg="add">
        <pc:chgData name="Felipe Lima" userId="0bb3dae6-ef24-4c07-9660-fb1130dc2ac2" providerId="ADAL" clId="{51D0FF3B-1FCE-4D3B-BA0E-9390DA120221}" dt="2024-06-27T20:28:33.344" v="130"/>
        <pc:sldMkLst>
          <pc:docMk/>
          <pc:sldMk cId="0" sldId="259"/>
        </pc:sldMkLst>
      </pc:sldChg>
      <pc:sldChg chg="modSp mod">
        <pc:chgData name="Felipe Lima" userId="0bb3dae6-ef24-4c07-9660-fb1130dc2ac2" providerId="ADAL" clId="{51D0FF3B-1FCE-4D3B-BA0E-9390DA120221}" dt="2024-06-27T20:24:57.948" v="106" actId="20577"/>
        <pc:sldMkLst>
          <pc:docMk/>
          <pc:sldMk cId="1070184184" sldId="260"/>
        </pc:sldMkLst>
        <pc:graphicFrameChg chg="modGraphic">
          <ac:chgData name="Felipe Lima" userId="0bb3dae6-ef24-4c07-9660-fb1130dc2ac2" providerId="ADAL" clId="{51D0FF3B-1FCE-4D3B-BA0E-9390DA120221}" dt="2024-06-27T20:24:57.948" v="106" actId="20577"/>
          <ac:graphicFrameMkLst>
            <pc:docMk/>
            <pc:sldMk cId="1070184184" sldId="260"/>
            <ac:graphicFrameMk id="44" creationId="{19B5BA7B-FF79-2C0E-73FB-8CCFE40E4E43}"/>
          </ac:graphicFrameMkLst>
        </pc:graphicFrameChg>
      </pc:sldChg>
      <pc:sldChg chg="modSp add mod">
        <pc:chgData name="Felipe Lima" userId="0bb3dae6-ef24-4c07-9660-fb1130dc2ac2" providerId="ADAL" clId="{51D0FF3B-1FCE-4D3B-BA0E-9390DA120221}" dt="2024-06-27T20:28:50.788" v="132" actId="27636"/>
        <pc:sldMkLst>
          <pc:docMk/>
          <pc:sldMk cId="0" sldId="262"/>
        </pc:sldMkLst>
        <pc:spChg chg="mod">
          <ac:chgData name="Felipe Lima" userId="0bb3dae6-ef24-4c07-9660-fb1130dc2ac2" providerId="ADAL" clId="{51D0FF3B-1FCE-4D3B-BA0E-9390DA120221}" dt="2024-06-27T20:28:50.788" v="132" actId="27636"/>
          <ac:spMkLst>
            <pc:docMk/>
            <pc:sldMk cId="0" sldId="262"/>
            <ac:spMk id="756" creationId="{00000000-0000-0000-0000-000000000000}"/>
          </ac:spMkLst>
        </pc:spChg>
      </pc:sldChg>
      <pc:sldChg chg="modSp add mod">
        <pc:chgData name="Felipe Lima" userId="0bb3dae6-ef24-4c07-9660-fb1130dc2ac2" providerId="ADAL" clId="{51D0FF3B-1FCE-4D3B-BA0E-9390DA120221}" dt="2024-06-27T20:28:50.804" v="133" actId="27636"/>
        <pc:sldMkLst>
          <pc:docMk/>
          <pc:sldMk cId="0" sldId="263"/>
        </pc:sldMkLst>
        <pc:spChg chg="mod">
          <ac:chgData name="Felipe Lima" userId="0bb3dae6-ef24-4c07-9660-fb1130dc2ac2" providerId="ADAL" clId="{51D0FF3B-1FCE-4D3B-BA0E-9390DA120221}" dt="2024-06-27T20:28:50.804" v="133" actId="27636"/>
          <ac:spMkLst>
            <pc:docMk/>
            <pc:sldMk cId="0" sldId="263"/>
            <ac:spMk id="785" creationId="{00000000-0000-0000-0000-000000000000}"/>
          </ac:spMkLst>
        </pc:spChg>
      </pc:sldChg>
      <pc:sldChg chg="modSp mod ord">
        <pc:chgData name="Felipe Lima" userId="0bb3dae6-ef24-4c07-9660-fb1130dc2ac2" providerId="ADAL" clId="{51D0FF3B-1FCE-4D3B-BA0E-9390DA120221}" dt="2024-06-27T20:25:09.908" v="123" actId="20577"/>
        <pc:sldMkLst>
          <pc:docMk/>
          <pc:sldMk cId="3775237827" sldId="264"/>
        </pc:sldMkLst>
        <pc:spChg chg="mod">
          <ac:chgData name="Felipe Lima" userId="0bb3dae6-ef24-4c07-9660-fb1130dc2ac2" providerId="ADAL" clId="{51D0FF3B-1FCE-4D3B-BA0E-9390DA120221}" dt="2024-06-27T20:25:09.908" v="123" actId="20577"/>
          <ac:spMkLst>
            <pc:docMk/>
            <pc:sldMk cId="3775237827" sldId="264"/>
            <ac:spMk id="6" creationId="{6FEC4E6A-3A0B-0ADC-3A3A-2D14C4ABECA3}"/>
          </ac:spMkLst>
        </pc:spChg>
      </pc:sldChg>
      <pc:sldChg chg="modSp mod ord">
        <pc:chgData name="Felipe Lima" userId="0bb3dae6-ef24-4c07-9660-fb1130dc2ac2" providerId="ADAL" clId="{51D0FF3B-1FCE-4D3B-BA0E-9390DA120221}" dt="2024-06-27T20:33:10.128" v="146" actId="20577"/>
        <pc:sldMkLst>
          <pc:docMk/>
          <pc:sldMk cId="2216454110" sldId="265"/>
        </pc:sldMkLst>
        <pc:spChg chg="mod">
          <ac:chgData name="Felipe Lima" userId="0bb3dae6-ef24-4c07-9660-fb1130dc2ac2" providerId="ADAL" clId="{51D0FF3B-1FCE-4D3B-BA0E-9390DA120221}" dt="2024-06-27T20:33:10.128" v="146" actId="20577"/>
          <ac:spMkLst>
            <pc:docMk/>
            <pc:sldMk cId="2216454110" sldId="265"/>
            <ac:spMk id="6" creationId="{6FEC4E6A-3A0B-0ADC-3A3A-2D14C4ABECA3}"/>
          </ac:spMkLst>
        </pc:spChg>
      </pc:sldChg>
      <pc:sldChg chg="ord">
        <pc:chgData name="Felipe Lima" userId="0bb3dae6-ef24-4c07-9660-fb1130dc2ac2" providerId="ADAL" clId="{51D0FF3B-1FCE-4D3B-BA0E-9390DA120221}" dt="2024-06-27T20:26:12.802" v="127"/>
        <pc:sldMkLst>
          <pc:docMk/>
          <pc:sldMk cId="2108384577" sldId="266"/>
        </pc:sldMkLst>
      </pc:sldChg>
      <pc:sldChg chg="modSp add mod">
        <pc:chgData name="Felipe Lima" userId="0bb3dae6-ef24-4c07-9660-fb1130dc2ac2" providerId="ADAL" clId="{51D0FF3B-1FCE-4D3B-BA0E-9390DA120221}" dt="2024-06-27T20:29:06.303" v="136" actId="27636"/>
        <pc:sldMkLst>
          <pc:docMk/>
          <pc:sldMk cId="0" sldId="267"/>
        </pc:sldMkLst>
        <pc:spChg chg="mod">
          <ac:chgData name="Felipe Lima" userId="0bb3dae6-ef24-4c07-9660-fb1130dc2ac2" providerId="ADAL" clId="{51D0FF3B-1FCE-4D3B-BA0E-9390DA120221}" dt="2024-06-27T20:29:06.303" v="136" actId="27636"/>
          <ac:spMkLst>
            <pc:docMk/>
            <pc:sldMk cId="0" sldId="267"/>
            <ac:spMk id="881" creationId="{00000000-0000-0000-0000-000000000000}"/>
          </ac:spMkLst>
        </pc:spChg>
      </pc:sldChg>
      <pc:sldChg chg="ord">
        <pc:chgData name="Felipe Lima" userId="0bb3dae6-ef24-4c07-9660-fb1130dc2ac2" providerId="ADAL" clId="{51D0FF3B-1FCE-4D3B-BA0E-9390DA120221}" dt="2024-06-27T20:33:01.476" v="138"/>
        <pc:sldMkLst>
          <pc:docMk/>
          <pc:sldMk cId="2974365747" sldId="294"/>
        </pc:sldMkLst>
      </pc:sldChg>
      <pc:sldChg chg="addSp delSp modSp mod ord">
        <pc:chgData name="Felipe Lima" userId="0bb3dae6-ef24-4c07-9660-fb1130dc2ac2" providerId="ADAL" clId="{51D0FF3B-1FCE-4D3B-BA0E-9390DA120221}" dt="2024-06-27T20:21:49.366" v="87" actId="14826"/>
        <pc:sldMkLst>
          <pc:docMk/>
          <pc:sldMk cId="3573373821" sldId="309"/>
        </pc:sldMkLst>
        <pc:spChg chg="del">
          <ac:chgData name="Felipe Lima" userId="0bb3dae6-ef24-4c07-9660-fb1130dc2ac2" providerId="ADAL" clId="{51D0FF3B-1FCE-4D3B-BA0E-9390DA120221}" dt="2024-06-27T20:20:46.912" v="85" actId="478"/>
          <ac:spMkLst>
            <pc:docMk/>
            <pc:sldMk cId="3573373821" sldId="309"/>
            <ac:spMk id="3" creationId="{A6FD665F-A595-62D7-2679-7AE9D7ACDD67}"/>
          </ac:spMkLst>
        </pc:spChg>
        <pc:spChg chg="mod">
          <ac:chgData name="Felipe Lima" userId="0bb3dae6-ef24-4c07-9660-fb1130dc2ac2" providerId="ADAL" clId="{51D0FF3B-1FCE-4D3B-BA0E-9390DA120221}" dt="2024-06-27T20:20:37.550" v="83"/>
          <ac:spMkLst>
            <pc:docMk/>
            <pc:sldMk cId="3573373821" sldId="309"/>
            <ac:spMk id="7" creationId="{BD74990C-9623-1A5E-7BC0-7D3EC41246AE}"/>
          </ac:spMkLst>
        </pc:spChg>
        <pc:spChg chg="mod">
          <ac:chgData name="Felipe Lima" userId="0bb3dae6-ef24-4c07-9660-fb1130dc2ac2" providerId="ADAL" clId="{51D0FF3B-1FCE-4D3B-BA0E-9390DA120221}" dt="2024-06-27T20:20:24.491" v="79" actId="207"/>
          <ac:spMkLst>
            <pc:docMk/>
            <pc:sldMk cId="3573373821" sldId="309"/>
            <ac:spMk id="8" creationId="{5241387C-4209-6583-6004-26AE7DCD7B57}"/>
          </ac:spMkLst>
        </pc:spChg>
        <pc:picChg chg="mod">
          <ac:chgData name="Felipe Lima" userId="0bb3dae6-ef24-4c07-9660-fb1130dc2ac2" providerId="ADAL" clId="{51D0FF3B-1FCE-4D3B-BA0E-9390DA120221}" dt="2024-06-27T20:21:49.366" v="87" actId="14826"/>
          <ac:picMkLst>
            <pc:docMk/>
            <pc:sldMk cId="3573373821" sldId="309"/>
            <ac:picMk id="15" creationId="{F0A07300-FDB4-CCE3-06D0-E5EE8A2E4BEF}"/>
          </ac:picMkLst>
        </pc:picChg>
        <pc:picChg chg="add">
          <ac:chgData name="Felipe Lima" userId="0bb3dae6-ef24-4c07-9660-fb1130dc2ac2" providerId="ADAL" clId="{51D0FF3B-1FCE-4D3B-BA0E-9390DA120221}" dt="2024-06-27T20:21:30.802" v="86"/>
          <ac:picMkLst>
            <pc:docMk/>
            <pc:sldMk cId="3573373821" sldId="309"/>
            <ac:picMk id="1026" creationId="{B98AF03E-A241-C3E5-30B2-4229FDF8C279}"/>
          </ac:picMkLst>
        </pc:picChg>
      </pc:sldChg>
      <pc:sldChg chg="add">
        <pc:chgData name="Felipe Lima" userId="0bb3dae6-ef24-4c07-9660-fb1130dc2ac2" providerId="ADAL" clId="{51D0FF3B-1FCE-4D3B-BA0E-9390DA120221}" dt="2024-06-27T20:28:33.344" v="130"/>
        <pc:sldMkLst>
          <pc:docMk/>
          <pc:sldMk cId="0" sldId="388"/>
        </pc:sldMkLst>
      </pc:sldChg>
      <pc:sldChg chg="add">
        <pc:chgData name="Felipe Lima" userId="0bb3dae6-ef24-4c07-9660-fb1130dc2ac2" providerId="ADAL" clId="{51D0FF3B-1FCE-4D3B-BA0E-9390DA120221}" dt="2024-06-27T20:28:33.344" v="130"/>
        <pc:sldMkLst>
          <pc:docMk/>
          <pc:sldMk cId="0" sldId="389"/>
        </pc:sldMkLst>
      </pc:sldChg>
      <pc:sldChg chg="modSp add mod">
        <pc:chgData name="Felipe Lima" userId="0bb3dae6-ef24-4c07-9660-fb1130dc2ac2" providerId="ADAL" clId="{51D0FF3B-1FCE-4D3B-BA0E-9390DA120221}" dt="2024-06-27T20:28:50.804" v="134" actId="27636"/>
        <pc:sldMkLst>
          <pc:docMk/>
          <pc:sldMk cId="0" sldId="390"/>
        </pc:sldMkLst>
        <pc:spChg chg="mod">
          <ac:chgData name="Felipe Lima" userId="0bb3dae6-ef24-4c07-9660-fb1130dc2ac2" providerId="ADAL" clId="{51D0FF3B-1FCE-4D3B-BA0E-9390DA120221}" dt="2024-06-27T20:28:50.804" v="134" actId="27636"/>
          <ac:spMkLst>
            <pc:docMk/>
            <pc:sldMk cId="0" sldId="390"/>
            <ac:spMk id="814" creationId="{00000000-0000-0000-0000-000000000000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package" Target="../embeddings/Microsoft_Excel_Worksheet_181_ABD0CF3F.xlsx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2.xml"/><Relationship Id="rId2" Type="http://schemas.microsoft.com/office/2011/relationships/chartColorStyle" Target="colors2.xml"/><Relationship Id="rId1" Type="http://schemas.microsoft.com/office/2011/relationships/chartStyle" Target="style2.xml"/><Relationship Id="rId4" Type="http://schemas.openxmlformats.org/officeDocument/2006/relationships/package" Target="../embeddings/Microsoft_Excel_Worksheet_181_ABD0CF3F1.xlsx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3.xml"/><Relationship Id="rId2" Type="http://schemas.microsoft.com/office/2011/relationships/chartColorStyle" Target="colors3.xml"/><Relationship Id="rId1" Type="http://schemas.microsoft.com/office/2011/relationships/chartStyle" Target="style3.xml"/><Relationship Id="rId4" Type="http://schemas.openxmlformats.org/officeDocument/2006/relationships/package" Target="../embeddings/Microsoft_Excel_Worksheet_112_5251974E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1" i="1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GB"/>
              <a:t>Chart Title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1" i="1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B08-D74C-8C14-78F08C060C1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B08-D74C-8C14-78F08C060C1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EB08-D74C-8C14-78F08C060C1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912455439"/>
        <c:axId val="911798671"/>
      </c:barChart>
      <c:catAx>
        <c:axId val="91245543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11798671"/>
        <c:crosses val="autoZero"/>
        <c:auto val="1"/>
        <c:lblAlgn val="ctr"/>
        <c:lblOffset val="100"/>
        <c:noMultiLvlLbl val="0"/>
      </c:catAx>
      <c:valAx>
        <c:axId val="91179867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solidFill>
              <a:schemeClr val="tx1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1245543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/>
  </c:chart>
  <c:spPr>
    <a:noFill/>
    <a:ln>
      <a:noFill/>
    </a:ln>
    <a:effectLst/>
  </c:spPr>
  <c:txPr>
    <a:bodyPr/>
    <a:lstStyle/>
    <a:p>
      <a:pPr>
        <a:defRPr sz="1000">
          <a:solidFill>
            <a:schemeClr val="tx1"/>
          </a:solidFill>
        </a:defRPr>
      </a:pPr>
      <a:endParaRPr lang="en-US"/>
    </a:p>
  </c:txPr>
  <c:externalData r:id="rId4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1" i="1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GB"/>
              <a:t>Chart Title</a:t>
            </a:r>
          </a:p>
        </c:rich>
      </c:tx>
      <c:layout>
        <c:manualLayout>
          <c:xMode val="edge"/>
          <c:yMode val="edge"/>
          <c:x val="0.25964982687224619"/>
          <c:y val="2.555597664411793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1" i="1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ln w="63500"/>
          </c:spPr>
          <c:dPt>
            <c:idx val="0"/>
            <c:bubble3D val="0"/>
            <c:spPr>
              <a:solidFill>
                <a:schemeClr val="accent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A699-F94A-A6BF-E44B8CC5D5B8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A699-F94A-A6BF-E44B8CC5D5B8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A699-F94A-A6BF-E44B8CC5D5B8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A699-F94A-A6BF-E44B8CC5D5B8}"/>
              </c:ext>
            </c:extLst>
          </c:dPt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A699-F94A-A6BF-E44B8CC5D5B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70715359817878443"/>
          <c:y val="0.40939668443064159"/>
          <c:w val="0.21700223232681554"/>
          <c:h val="0.3114210625880611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/>
  </c:chart>
  <c:spPr>
    <a:noFill/>
    <a:ln>
      <a:noFill/>
    </a:ln>
    <a:effectLst/>
  </c:spPr>
  <c:txPr>
    <a:bodyPr/>
    <a:lstStyle/>
    <a:p>
      <a:pPr>
        <a:defRPr sz="1000">
          <a:solidFill>
            <a:schemeClr val="tx1"/>
          </a:solidFill>
        </a:defRPr>
      </a:pPr>
      <a:endParaRPr lang="en-US"/>
    </a:p>
  </c:txPr>
  <c:externalData r:id="rId4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1" i="1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GB"/>
              <a:t>Chart Title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1" i="1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ln w="63500"/>
          </c:spPr>
          <c:dPt>
            <c:idx val="0"/>
            <c:bubble3D val="0"/>
            <c:spPr>
              <a:solidFill>
                <a:schemeClr val="accent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83E6-E94F-9ACF-2408840F4D1A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83E6-E94F-9ACF-2408840F4D1A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83E6-E94F-9ACF-2408840F4D1A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83E6-E94F-9ACF-2408840F4D1A}"/>
              </c:ext>
            </c:extLst>
          </c:dPt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36D-A745-B224-05141D14E7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/>
  </c:chart>
  <c:spPr>
    <a:noFill/>
    <a:ln>
      <a:noFill/>
    </a:ln>
    <a:effectLst/>
  </c:spPr>
  <c:txPr>
    <a:bodyPr/>
    <a:lstStyle/>
    <a:p>
      <a:pPr>
        <a:defRPr sz="1000">
          <a:solidFill>
            <a:schemeClr val="tx1"/>
          </a:solidFill>
        </a:defRPr>
      </a:pPr>
      <a:endParaRPr lang="en-US"/>
    </a:p>
  </c:txPr>
  <c:externalData r:id="rId4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F95096-647E-7E40-B544-3E0FFE63A660}" type="datetimeFigureOut">
              <a:rPr lang="en-GB" smtClean="0"/>
              <a:t>27/06/2024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B635CC-E9AB-F241-BD47-49145ED01C7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62906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1e10674f6e4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5" name="Google Shape;625;g1e10674f6e4_0_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6" name="Google Shape;626;g1e10674f6e4_0_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pt-BR"/>
              <a:t>7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g1dfd6e0210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4" name="Google Shape;634;g1dfd6e0210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652;g1dfd6e02104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3" name="Google Shape;653;g1dfd6e02104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g1dfd6e02104_0_2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90" name="Google Shape;690;g1dfd6e02104_0_24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30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g1e10674f6e4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38" name="Google Shape;738;g1e10674f6e4_0_36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30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1e10674f6e4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0" name="Google Shape;760;g1e10674f6e4_0_56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30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g1e10674f6e4_0_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89" name="Google Shape;789;g1e10674f6e4_0_8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30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1" name="Google Shape;871;g1e10674f6e4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72" name="Google Shape;872;g1e10674f6e4_0_16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30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4967A-CFD4-A89C-88F5-6E0BBB0763B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6A93EE1-5BB6-EE64-34F8-ED2A42E3D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6DE5283-3D12-48AD-7063-373956EF765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85813" y="2060575"/>
            <a:ext cx="10769600" cy="403914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A0D79DC-8324-FFD4-B65A-57CD21DF1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C28614B1-F0A0-489A-3AAD-33E68C546680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</a:rPr>
              <a:t>Go to ‘Design’ &gt; ‘Format Background’ &gt; choose colour </a:t>
            </a:r>
          </a:p>
        </p:txBody>
      </p:sp>
    </p:spTree>
    <p:extLst>
      <p:ext uri="{BB962C8B-B14F-4D97-AF65-F5344CB8AC3E}">
        <p14:creationId xmlns:p14="http://schemas.microsoft.com/office/powerpoint/2010/main" val="16153918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Content - image b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298C29CC-6571-16C4-0A5E-9E0F6D8748F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2000" cy="6155496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4967A-CFD4-A89C-88F5-6E0BBB0763B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6A93EE1-5BB6-EE64-34F8-ED2A42E3D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6DE5283-3D12-48AD-7063-373956EF765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85813" y="2060575"/>
            <a:ext cx="10769600" cy="403914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A0D79DC-8324-FFD4-B65A-57CD21DF1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C28614B1-F0A0-489A-3AAD-33E68C546680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</a:rPr>
              <a:t>Go to ‘Design’ &gt; ‘Format Background’ &gt; choose colour </a:t>
            </a:r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C81CFAAB-8D25-A525-5A66-7CC1F8C51AE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4266" y="0"/>
            <a:ext cx="18000" cy="687600"/>
          </a:xfrm>
          <a:solidFill>
            <a:schemeClr val="bg1"/>
          </a:solidFill>
        </p:spPr>
        <p:txBody>
          <a:bodyPr lIns="0" tIns="0" rIns="0" bIns="0"/>
          <a:lstStyle>
            <a:lvl1pPr>
              <a:defRPr sz="100">
                <a:noFill/>
              </a:defRPr>
            </a:lvl1pPr>
          </a:lstStyle>
          <a:p>
            <a:pPr lvl="0"/>
            <a:endParaRPr lang="en-GB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1BC34C1-86ED-B6CD-4FA1-BFE76FBC98BF}"/>
              </a:ext>
            </a:extLst>
          </p:cNvPr>
          <p:cNvSpPr/>
          <p:nvPr userDrawn="1"/>
        </p:nvSpPr>
        <p:spPr>
          <a:xfrm>
            <a:off x="0" y="-490506"/>
            <a:ext cx="2731089" cy="369442"/>
          </a:xfrm>
          <a:prstGeom prst="roundRect">
            <a:avLst>
              <a:gd name="adj" fmla="val 23242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</a:rPr>
              <a:t>NB: </a:t>
            </a:r>
            <a:r>
              <a:rPr lang="en-GB" sz="900">
                <a:solidFill>
                  <a:schemeClr val="tx1"/>
                </a:solidFill>
              </a:rPr>
              <a:t>Headline line to be used over imagery on this slide. Not to be used on statement text</a:t>
            </a:r>
            <a:endParaRPr lang="en-GB" sz="900" b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72971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r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436DCDF-44E0-5872-FC9F-9A82F5C6A8BF}"/>
              </a:ext>
            </a:extLst>
          </p:cNvPr>
          <p:cNvSpPr/>
          <p:nvPr userDrawn="1"/>
        </p:nvSpPr>
        <p:spPr>
          <a:xfrm>
            <a:off x="0" y="6169024"/>
            <a:ext cx="12192000" cy="688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endParaRPr lang="en-GB" sz="1400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46069711-D5BC-074A-575D-A5C8ADAA514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096000" y="6354"/>
            <a:ext cx="6096000" cy="6155496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4967A-CFD4-A89C-88F5-6E0BBB0763B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6DE5283-3D12-48AD-7063-373956EF765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85812" y="2060575"/>
            <a:ext cx="4990063" cy="4108450"/>
          </a:xfrm>
        </p:spPr>
        <p:txBody>
          <a:bodyPr numCol="1" spcCol="36000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FED802-41D5-D7CC-0CA7-B46C2AF36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33D105DF-AA77-7688-00FC-905DC593F18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56530" y="6299513"/>
            <a:ext cx="434353" cy="434353"/>
          </a:xfrm>
          <a:prstGeom prst="rect">
            <a:avLst/>
          </a:prstGeom>
        </p:spPr>
      </p:pic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0763B5E-38DF-023F-E8B2-FB8239862B58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</a:rPr>
              <a:t>Go to ‘Design’ &gt; ‘Format Background’ &gt; choose colour 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0202E9AB-4C79-B96B-58C5-A2E2570883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262" y="335280"/>
            <a:ext cx="4990063" cy="152567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792557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age lef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436DCDF-44E0-5872-FC9F-9A82F5C6A8BF}"/>
              </a:ext>
            </a:extLst>
          </p:cNvPr>
          <p:cNvSpPr/>
          <p:nvPr userDrawn="1"/>
        </p:nvSpPr>
        <p:spPr>
          <a:xfrm>
            <a:off x="0" y="6169024"/>
            <a:ext cx="12192000" cy="688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endParaRPr lang="en-GB" sz="1400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46069711-D5BC-074A-575D-A5C8ADAA514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6096000" cy="6161850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4967A-CFD4-A89C-88F5-6E0BBB0763B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6A93EE1-5BB6-EE64-34F8-ED2A42E3D5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64799" y="279724"/>
            <a:ext cx="4990063" cy="1780851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6DE5283-3D12-48AD-7063-373956EF765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565350" y="2060575"/>
            <a:ext cx="4990063" cy="4108450"/>
          </a:xfrm>
        </p:spPr>
        <p:txBody>
          <a:bodyPr numCol="1" spcCol="36000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FED802-41D5-D7CC-0CA7-B46C2AF36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33D105DF-AA77-7688-00FC-905DC593F18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56530" y="6299513"/>
            <a:ext cx="434353" cy="434353"/>
          </a:xfrm>
          <a:prstGeom prst="rect">
            <a:avLst/>
          </a:prstGeom>
        </p:spPr>
      </p:pic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0763B5E-38DF-023F-E8B2-FB8239862B58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</a:rPr>
              <a:t>Go to ‘Design’ &gt; ‘Format Background’ &gt; choose colour </a:t>
            </a:r>
          </a:p>
        </p:txBody>
      </p:sp>
    </p:spTree>
    <p:extLst>
      <p:ext uri="{BB962C8B-B14F-4D97-AF65-F5344CB8AC3E}">
        <p14:creationId xmlns:p14="http://schemas.microsoft.com/office/powerpoint/2010/main" val="10953230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 w/ black box 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4967A-CFD4-A89C-88F5-6E0BBB0763B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6DE5283-3D12-48AD-7063-373956EF765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85813" y="2060575"/>
            <a:ext cx="8196262" cy="4108450"/>
          </a:xfrm>
        </p:spPr>
        <p:txBody>
          <a:bodyPr numCol="2" spcCol="36000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FED802-41D5-D7CC-0CA7-B46C2AF36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66FB04FF-5BAC-2BD5-FC22-039F925B7AB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623424" y="0"/>
            <a:ext cx="2568575" cy="6169025"/>
          </a:xfrm>
          <a:solidFill>
            <a:schemeClr val="tx1"/>
          </a:solidFill>
        </p:spPr>
        <p:txBody>
          <a:bodyPr numCol="1" spcCol="360000" anchor="ctr"/>
          <a:lstStyle>
            <a:lvl1pPr algn="ctr">
              <a:lnSpc>
                <a:spcPct val="100000"/>
              </a:lnSpc>
              <a:spcAft>
                <a:spcPts val="0"/>
              </a:spcAft>
              <a:defRPr sz="8000">
                <a:solidFill>
                  <a:schemeClr val="bg1"/>
                </a:solidFill>
              </a:defRPr>
            </a:lvl1pPr>
            <a:lvl2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chemeClr val="tx2"/>
                </a:solidFill>
              </a:defRPr>
            </a:lvl2pPr>
            <a:lvl3pPr marL="0" indent="0" algn="ctr">
              <a:lnSpc>
                <a:spcPct val="100000"/>
              </a:lnSpc>
              <a:spcBef>
                <a:spcPts val="0"/>
              </a:spcBef>
              <a:spcAft>
                <a:spcPts val="4800"/>
              </a:spcAft>
              <a:buNone/>
              <a:defRPr sz="1600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4pPr>
            <a:lvl5pPr algn="ctr">
              <a:spcBef>
                <a:spcPts val="0"/>
              </a:spcBef>
              <a:spcAft>
                <a:spcPts val="0"/>
              </a:spcAft>
              <a:defRPr sz="16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XX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30FD9022-2914-7F52-5A0E-72641AC75369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</a:rPr>
              <a:t>Go to ‘Design’ &gt; ‘Format Background’ &gt; choose colour 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CFDD4009-DFF3-9493-EE2A-C4C86E74A7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262" y="335280"/>
            <a:ext cx="8196262" cy="1532021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867737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 w/ colour + adjustable RH box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4DD64C1-1627-ABB6-D3CF-00E6689F64B5}"/>
              </a:ext>
            </a:extLst>
          </p:cNvPr>
          <p:cNvSpPr/>
          <p:nvPr userDrawn="1"/>
        </p:nvSpPr>
        <p:spPr>
          <a:xfrm>
            <a:off x="1" y="0"/>
            <a:ext cx="5130800" cy="61690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endParaRPr lang="en-GB" sz="14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36DCDF-44E0-5872-FC9F-9A82F5C6A8BF}"/>
              </a:ext>
            </a:extLst>
          </p:cNvPr>
          <p:cNvSpPr/>
          <p:nvPr userDrawn="1"/>
        </p:nvSpPr>
        <p:spPr>
          <a:xfrm>
            <a:off x="0" y="6169024"/>
            <a:ext cx="12192000" cy="688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endParaRPr lang="en-GB" sz="140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4967A-CFD4-A89C-88F5-6E0BBB0763B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6DE5283-3D12-48AD-7063-373956EF765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85813" y="2060575"/>
            <a:ext cx="4345538" cy="4108450"/>
          </a:xfrm>
        </p:spPr>
        <p:txBody>
          <a:bodyPr numCol="1" spcCol="36000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FED802-41D5-D7CC-0CA7-B46C2AF36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33D105DF-AA77-7688-00FC-905DC593F18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56530" y="6299513"/>
            <a:ext cx="434353" cy="434353"/>
          </a:xfrm>
          <a:prstGeom prst="rect">
            <a:avLst/>
          </a:prstGeom>
        </p:spPr>
      </p:pic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BB7B82BD-D7C9-EA27-38C8-696390309C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623424" y="-1"/>
            <a:ext cx="2568575" cy="6169028"/>
          </a:xfrm>
          <a:solidFill>
            <a:schemeClr val="bg1"/>
          </a:solidFill>
        </p:spPr>
        <p:txBody>
          <a:bodyPr numCol="1" spcCol="360000" anchor="ctr"/>
          <a:lstStyle>
            <a:lvl1pPr algn="ctr">
              <a:lnSpc>
                <a:spcPct val="100000"/>
              </a:lnSpc>
              <a:spcAft>
                <a:spcPts val="0"/>
              </a:spcAft>
              <a:defRPr sz="8000">
                <a:solidFill>
                  <a:schemeClr val="tx1"/>
                </a:solidFill>
              </a:defRPr>
            </a:lvl1pPr>
            <a:lvl2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chemeClr val="tx2"/>
                </a:solidFill>
              </a:defRPr>
            </a:lvl2pPr>
            <a:lvl3pPr marL="0" indent="0" algn="ctr">
              <a:lnSpc>
                <a:spcPct val="100000"/>
              </a:lnSpc>
              <a:spcBef>
                <a:spcPts val="0"/>
              </a:spcBef>
              <a:spcAft>
                <a:spcPts val="4800"/>
              </a:spcAft>
              <a:buNone/>
              <a:defRPr sz="1600">
                <a:solidFill>
                  <a:schemeClr val="tx1"/>
                </a:solidFill>
              </a:defRPr>
            </a:lvl3pPr>
            <a:lvl4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4pPr>
            <a:lvl5pPr algn="ctr">
              <a:spcBef>
                <a:spcPts val="0"/>
              </a:spcBef>
              <a:spcAft>
                <a:spcPts val="0"/>
              </a:spcAft>
              <a:defRPr sz="16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XX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520AFED-62E3-D680-8583-5024D77E7F21}"/>
              </a:ext>
            </a:extLst>
          </p:cNvPr>
          <p:cNvCxnSpPr/>
          <p:nvPr userDrawn="1"/>
        </p:nvCxnSpPr>
        <p:spPr>
          <a:xfrm>
            <a:off x="641350" y="0"/>
            <a:ext cx="0" cy="681038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A5F6F261-3084-02CA-45B7-471636DD7D0E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</a:rPr>
              <a:t>Go to ‘Design’ &gt; ‘Format Background’ &gt; choose colour </a:t>
            </a:r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17C12AD9-55AF-1D69-7EE8-32D892215D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262" y="335280"/>
            <a:ext cx="4345538" cy="171894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383412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 w/ imag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436DCDF-44E0-5872-FC9F-9A82F5C6A8BF}"/>
              </a:ext>
            </a:extLst>
          </p:cNvPr>
          <p:cNvSpPr/>
          <p:nvPr userDrawn="1"/>
        </p:nvSpPr>
        <p:spPr>
          <a:xfrm>
            <a:off x="0" y="6169024"/>
            <a:ext cx="12192000" cy="688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endParaRPr lang="en-GB" sz="140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4DD64C1-1627-ABB6-D3CF-00E6689F64B5}"/>
              </a:ext>
            </a:extLst>
          </p:cNvPr>
          <p:cNvSpPr/>
          <p:nvPr userDrawn="1"/>
        </p:nvSpPr>
        <p:spPr>
          <a:xfrm>
            <a:off x="1" y="0"/>
            <a:ext cx="5130800" cy="61690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endParaRPr lang="en-GB" sz="1400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46069711-D5BC-074A-575D-A5C8ADAA514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623423" y="1"/>
            <a:ext cx="2569775" cy="6169026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4967A-CFD4-A89C-88F5-6E0BBB0763B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6DE5283-3D12-48AD-7063-373956EF765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85813" y="2060575"/>
            <a:ext cx="4345538" cy="4108450"/>
          </a:xfrm>
        </p:spPr>
        <p:txBody>
          <a:bodyPr numCol="1" spcCol="36000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FED802-41D5-D7CC-0CA7-B46C2AF36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33D105DF-AA77-7688-00FC-905DC593F18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56530" y="6299513"/>
            <a:ext cx="434353" cy="434353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E512F60-D130-DB98-71CB-5C4FFFC9D2B4}"/>
              </a:ext>
            </a:extLst>
          </p:cNvPr>
          <p:cNvCxnSpPr/>
          <p:nvPr userDrawn="1"/>
        </p:nvCxnSpPr>
        <p:spPr>
          <a:xfrm>
            <a:off x="641350" y="0"/>
            <a:ext cx="0" cy="681038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3A3E4B8-D659-5EC6-927A-2121CE38D98B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</a:rPr>
              <a:t>Go to ‘Design’ &gt; ‘Format Background’ &gt; choose colour </a:t>
            </a:r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4679CA42-04F0-AA3D-1F63-7D59F20202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262" y="335280"/>
            <a:ext cx="4345538" cy="1608337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7186296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 w/ image + black box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436DCDF-44E0-5872-FC9F-9A82F5C6A8BF}"/>
              </a:ext>
            </a:extLst>
          </p:cNvPr>
          <p:cNvSpPr/>
          <p:nvPr userDrawn="1"/>
        </p:nvSpPr>
        <p:spPr>
          <a:xfrm>
            <a:off x="0" y="6169024"/>
            <a:ext cx="12192000" cy="688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endParaRPr lang="en-GB" sz="140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4DD64C1-1627-ABB6-D3CF-00E6689F64B5}"/>
              </a:ext>
            </a:extLst>
          </p:cNvPr>
          <p:cNvSpPr/>
          <p:nvPr userDrawn="1"/>
        </p:nvSpPr>
        <p:spPr>
          <a:xfrm>
            <a:off x="1" y="0"/>
            <a:ext cx="5130800" cy="61690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endParaRPr lang="en-GB" sz="1400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46069711-D5BC-074A-575D-A5C8ADAA514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131789" y="6354"/>
            <a:ext cx="4495800" cy="6155496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4967A-CFD4-A89C-88F5-6E0BBB0763B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6DE5283-3D12-48AD-7063-373956EF765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85813" y="2060575"/>
            <a:ext cx="4345538" cy="4108450"/>
          </a:xfrm>
        </p:spPr>
        <p:txBody>
          <a:bodyPr numCol="1" spcCol="36000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CE3083E-D7AA-4FB4-1495-728405061493}"/>
              </a:ext>
            </a:extLst>
          </p:cNvPr>
          <p:cNvCxnSpPr/>
          <p:nvPr userDrawn="1"/>
        </p:nvCxnSpPr>
        <p:spPr>
          <a:xfrm>
            <a:off x="641350" y="0"/>
            <a:ext cx="0" cy="681038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FED802-41D5-D7CC-0CA7-B46C2AF36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33D105DF-AA77-7688-00FC-905DC593F18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56530" y="6299513"/>
            <a:ext cx="434353" cy="434353"/>
          </a:xfrm>
          <a:prstGeom prst="rect">
            <a:avLst/>
          </a:prstGeom>
        </p:spPr>
      </p:pic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BB7B82BD-D7C9-EA27-38C8-696390309C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623424" y="0"/>
            <a:ext cx="2568575" cy="6155496"/>
          </a:xfrm>
        </p:spPr>
        <p:txBody>
          <a:bodyPr numCol="1" spcCol="360000" anchor="ctr"/>
          <a:lstStyle>
            <a:lvl1pPr algn="ctr">
              <a:lnSpc>
                <a:spcPct val="100000"/>
              </a:lnSpc>
              <a:spcAft>
                <a:spcPts val="0"/>
              </a:spcAft>
              <a:defRPr sz="8000">
                <a:solidFill>
                  <a:schemeClr val="bg1"/>
                </a:solidFill>
              </a:defRPr>
            </a:lvl1pPr>
            <a:lvl2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chemeClr val="tx2"/>
                </a:solidFill>
              </a:defRPr>
            </a:lvl2pPr>
            <a:lvl3pPr marL="0" indent="0" algn="ctr">
              <a:lnSpc>
                <a:spcPct val="100000"/>
              </a:lnSpc>
              <a:spcBef>
                <a:spcPts val="0"/>
              </a:spcBef>
              <a:spcAft>
                <a:spcPts val="4800"/>
              </a:spcAft>
              <a:buNone/>
              <a:defRPr sz="1600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4pPr>
            <a:lvl5pPr algn="ctr">
              <a:spcBef>
                <a:spcPts val="0"/>
              </a:spcBef>
              <a:spcAft>
                <a:spcPts val="0"/>
              </a:spcAft>
              <a:defRPr sz="16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XX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2AE0620-5A7D-A48E-B01F-3591700519A5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</a:rPr>
              <a:t>Go to ‘Design’ &gt; ‘Format Background’ &gt; choose colour </a:t>
            </a:r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A16F155E-4DA3-D996-6763-E72D0D797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262" y="335280"/>
            <a:ext cx="4345538" cy="1718121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647699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3 block colour R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436DCDF-44E0-5872-FC9F-9A82F5C6A8BF}"/>
              </a:ext>
            </a:extLst>
          </p:cNvPr>
          <p:cNvSpPr/>
          <p:nvPr userDrawn="1"/>
        </p:nvSpPr>
        <p:spPr>
          <a:xfrm>
            <a:off x="0" y="6169024"/>
            <a:ext cx="12192000" cy="688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endParaRPr lang="en-GB" sz="140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4DD64C1-1627-ABB6-D3CF-00E6689F64B5}"/>
              </a:ext>
            </a:extLst>
          </p:cNvPr>
          <p:cNvSpPr/>
          <p:nvPr userDrawn="1"/>
        </p:nvSpPr>
        <p:spPr>
          <a:xfrm>
            <a:off x="1" y="0"/>
            <a:ext cx="5130800" cy="61690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endParaRPr lang="en-GB" sz="140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4967A-CFD4-A89C-88F5-6E0BBB0763B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6DE5283-3D12-48AD-7063-373956EF765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85813" y="2060575"/>
            <a:ext cx="4345538" cy="4108450"/>
          </a:xfrm>
        </p:spPr>
        <p:txBody>
          <a:bodyPr numCol="1" spcCol="36000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CE3083E-D7AA-4FB4-1495-728405061493}"/>
              </a:ext>
            </a:extLst>
          </p:cNvPr>
          <p:cNvCxnSpPr/>
          <p:nvPr userDrawn="1"/>
        </p:nvCxnSpPr>
        <p:spPr>
          <a:xfrm>
            <a:off x="641350" y="0"/>
            <a:ext cx="0" cy="681038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FED802-41D5-D7CC-0CA7-B46C2AF36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33D105DF-AA77-7688-00FC-905DC593F18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56530" y="6299513"/>
            <a:ext cx="434353" cy="434353"/>
          </a:xfrm>
          <a:prstGeom prst="rect">
            <a:avLst/>
          </a:prstGeom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9A0C17C-CD5C-B2B2-48E3-7FC8FE1DE12E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</a:rPr>
              <a:t>Go to ‘Design’ &gt; ‘Format Background’ &gt; choose colour 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844C6837-2462-56EE-7235-DC2A311DC5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262" y="335280"/>
            <a:ext cx="4345538" cy="1725294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008480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/3 block colou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D572EAC-B651-3D6C-EF45-6A68A0F12134}"/>
              </a:ext>
            </a:extLst>
          </p:cNvPr>
          <p:cNvSpPr/>
          <p:nvPr userDrawn="1"/>
        </p:nvSpPr>
        <p:spPr>
          <a:xfrm>
            <a:off x="0" y="6169024"/>
            <a:ext cx="12192000" cy="688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endParaRPr lang="en-GB" sz="140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4DD64C1-1627-ABB6-D3CF-00E6689F64B5}"/>
              </a:ext>
            </a:extLst>
          </p:cNvPr>
          <p:cNvSpPr/>
          <p:nvPr userDrawn="1"/>
        </p:nvSpPr>
        <p:spPr>
          <a:xfrm>
            <a:off x="1" y="0"/>
            <a:ext cx="5130800" cy="61690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endParaRPr lang="en-GB" sz="140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4967A-CFD4-A89C-88F5-6E0BBB0763B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6DE5283-3D12-48AD-7063-373956EF765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85813" y="2060575"/>
            <a:ext cx="4345538" cy="4108450"/>
          </a:xfrm>
        </p:spPr>
        <p:txBody>
          <a:bodyPr numCol="1" spcCol="36000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CE3083E-D7AA-4FB4-1495-728405061493}"/>
              </a:ext>
            </a:extLst>
          </p:cNvPr>
          <p:cNvCxnSpPr/>
          <p:nvPr userDrawn="1"/>
        </p:nvCxnSpPr>
        <p:spPr>
          <a:xfrm>
            <a:off x="641350" y="0"/>
            <a:ext cx="0" cy="681038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FED802-41D5-D7CC-0CA7-B46C2AF36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33D105DF-AA77-7688-00FC-905DC593F18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56530" y="6299513"/>
            <a:ext cx="434353" cy="434353"/>
          </a:xfrm>
          <a:prstGeom prst="rect">
            <a:avLst/>
          </a:prstGeom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55C62386-C2D0-5EC4-1719-ABF5CBCA155C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</a:rPr>
              <a:t>Go to ‘Design’ &gt; ‘Format Background’ &gt; choose colour </a:t>
            </a:r>
          </a:p>
        </p:txBody>
      </p:sp>
      <p:sp>
        <p:nvSpPr>
          <p:cNvPr id="10" name="Title 3">
            <a:extLst>
              <a:ext uri="{FF2B5EF4-FFF2-40B4-BE49-F238E27FC236}">
                <a16:creationId xmlns:a16="http://schemas.microsoft.com/office/drawing/2014/main" id="{3DD52938-1550-DCDB-D8D8-FE58953DE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262" y="335280"/>
            <a:ext cx="4345538" cy="1725294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2367279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reative layou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F9959E86-D769-AF18-FB19-1E9646A2CA26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924050" y="1901825"/>
            <a:ext cx="10267950" cy="4956175"/>
          </a:xfrm>
          <a:solidFill>
            <a:schemeClr val="bg1"/>
          </a:solidFill>
        </p:spPr>
        <p:txBody>
          <a:bodyPr lIns="648000" tIns="503999" rIns="720000" bIns="360000"/>
          <a:lstStyle>
            <a:lvl1pPr>
              <a:defRPr sz="100">
                <a:noFill/>
              </a:defRPr>
            </a:lvl1pPr>
          </a:lstStyle>
          <a:p>
            <a:pPr lvl="0"/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4967A-CFD4-A89C-88F5-6E0BBB0763B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6DE5283-3D12-48AD-7063-373956EF765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416726" y="2409290"/>
            <a:ext cx="9138202" cy="3759735"/>
          </a:xfrm>
        </p:spPr>
        <p:txBody>
          <a:bodyPr numCol="1" spcCol="36000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CE3083E-D7AA-4FB4-1495-728405061493}"/>
              </a:ext>
            </a:extLst>
          </p:cNvPr>
          <p:cNvCxnSpPr/>
          <p:nvPr userDrawn="1"/>
        </p:nvCxnSpPr>
        <p:spPr>
          <a:xfrm>
            <a:off x="641350" y="0"/>
            <a:ext cx="0" cy="681038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FED802-41D5-D7CC-0CA7-B46C2AF36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9A0C17C-CD5C-B2B2-48E3-7FC8FE1DE12E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</a:rPr>
              <a:t>Go to ‘Design’ &gt; ‘Format Background’ &gt; choose colour </a:t>
            </a:r>
          </a:p>
        </p:txBody>
      </p:sp>
      <p:sp>
        <p:nvSpPr>
          <p:cNvPr id="12" name="Text Placeholder 22">
            <a:extLst>
              <a:ext uri="{FF2B5EF4-FFF2-40B4-BE49-F238E27FC236}">
                <a16:creationId xmlns:a16="http://schemas.microsoft.com/office/drawing/2014/main" id="{22333F19-7CF5-DF04-0BC6-3C06F45B9AB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1656530" y="6299513"/>
            <a:ext cx="433868" cy="433868"/>
          </a:xfrm>
          <a:custGeom>
            <a:avLst/>
            <a:gdLst>
              <a:gd name="connsiteX0" fmla="*/ 216934 w 433868"/>
              <a:gd name="connsiteY0" fmla="*/ 0 h 433868"/>
              <a:gd name="connsiteX1" fmla="*/ 433868 w 433868"/>
              <a:gd name="connsiteY1" fmla="*/ 216934 h 433868"/>
              <a:gd name="connsiteX2" fmla="*/ 216934 w 433868"/>
              <a:gd name="connsiteY2" fmla="*/ 433868 h 433868"/>
              <a:gd name="connsiteX3" fmla="*/ 0 w 433868"/>
              <a:gd name="connsiteY3" fmla="*/ 216934 h 433868"/>
              <a:gd name="connsiteX4" fmla="*/ 216934 w 433868"/>
              <a:gd name="connsiteY4" fmla="*/ 0 h 4338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33868" h="433868">
                <a:moveTo>
                  <a:pt x="216934" y="0"/>
                </a:moveTo>
                <a:cubicBezTo>
                  <a:pt x="336743" y="0"/>
                  <a:pt x="433868" y="97125"/>
                  <a:pt x="433868" y="216934"/>
                </a:cubicBezTo>
                <a:cubicBezTo>
                  <a:pt x="433868" y="336743"/>
                  <a:pt x="336743" y="433868"/>
                  <a:pt x="216934" y="433868"/>
                </a:cubicBezTo>
                <a:cubicBezTo>
                  <a:pt x="97125" y="433868"/>
                  <a:pt x="0" y="336743"/>
                  <a:pt x="0" y="216934"/>
                </a:cubicBezTo>
                <a:cubicBezTo>
                  <a:pt x="0" y="97125"/>
                  <a:pt x="97125" y="0"/>
                  <a:pt x="216934" y="0"/>
                </a:cubicBez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pPr lvl="0"/>
            <a:endParaRPr lang="en-GB"/>
          </a:p>
        </p:txBody>
      </p:sp>
      <p:sp>
        <p:nvSpPr>
          <p:cNvPr id="13" name="Text Placeholder 23">
            <a:extLst>
              <a:ext uri="{FF2B5EF4-FFF2-40B4-BE49-F238E27FC236}">
                <a16:creationId xmlns:a16="http://schemas.microsoft.com/office/drawing/2014/main" id="{D9462FB8-4824-0308-2CFE-FF681AAA7F8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1714548" y="6453442"/>
            <a:ext cx="318365" cy="127333"/>
          </a:xfrm>
          <a:custGeom>
            <a:avLst/>
            <a:gdLst>
              <a:gd name="connsiteX0" fmla="*/ 63648 w 318365"/>
              <a:gd name="connsiteY0" fmla="*/ 17774 h 127333"/>
              <a:gd name="connsiteX1" fmla="*/ 39941 w 318365"/>
              <a:gd name="connsiteY1" fmla="*/ 23707 h 127333"/>
              <a:gd name="connsiteX2" fmla="*/ 23829 w 318365"/>
              <a:gd name="connsiteY2" fmla="*/ 40074 h 127333"/>
              <a:gd name="connsiteX3" fmla="*/ 18029 w 318365"/>
              <a:gd name="connsiteY3" fmla="*/ 63660 h 127333"/>
              <a:gd name="connsiteX4" fmla="*/ 18041 w 318365"/>
              <a:gd name="connsiteY4" fmla="*/ 63660 h 127333"/>
              <a:gd name="connsiteX5" fmla="*/ 23841 w 318365"/>
              <a:gd name="connsiteY5" fmla="*/ 87756 h 127333"/>
              <a:gd name="connsiteX6" fmla="*/ 26437 w 318365"/>
              <a:gd name="connsiteY6" fmla="*/ 91845 h 127333"/>
              <a:gd name="connsiteX7" fmla="*/ 90814 w 318365"/>
              <a:gd name="connsiteY7" fmla="*/ 27238 h 127333"/>
              <a:gd name="connsiteX8" fmla="*/ 83498 w 318365"/>
              <a:gd name="connsiteY8" fmla="*/ 22154 h 127333"/>
              <a:gd name="connsiteX9" fmla="*/ 63648 w 318365"/>
              <a:gd name="connsiteY9" fmla="*/ 17774 h 127333"/>
              <a:gd name="connsiteX10" fmla="*/ 63394 w 318365"/>
              <a:gd name="connsiteY10" fmla="*/ 1031 h 127333"/>
              <a:gd name="connsiteX11" fmla="*/ 92136 w 318365"/>
              <a:gd name="connsiteY11" fmla="*/ 7862 h 127333"/>
              <a:gd name="connsiteX12" fmla="*/ 92124 w 318365"/>
              <a:gd name="connsiteY12" fmla="*/ 7862 h 127333"/>
              <a:gd name="connsiteX13" fmla="*/ 112616 w 318365"/>
              <a:gd name="connsiteY13" fmla="*/ 27068 h 127333"/>
              <a:gd name="connsiteX14" fmla="*/ 37369 w 318365"/>
              <a:gd name="connsiteY14" fmla="*/ 102570 h 127333"/>
              <a:gd name="connsiteX15" fmla="*/ 40062 w 318365"/>
              <a:gd name="connsiteY15" fmla="*/ 104269 h 127333"/>
              <a:gd name="connsiteX16" fmla="*/ 63903 w 318365"/>
              <a:gd name="connsiteY16" fmla="*/ 110323 h 127333"/>
              <a:gd name="connsiteX17" fmla="*/ 84529 w 318365"/>
              <a:gd name="connsiteY17" fmla="*/ 106586 h 127333"/>
              <a:gd name="connsiteX18" fmla="*/ 99998 w 318365"/>
              <a:gd name="connsiteY18" fmla="*/ 95885 h 127333"/>
              <a:gd name="connsiteX19" fmla="*/ 111852 w 318365"/>
              <a:gd name="connsiteY19" fmla="*/ 107739 h 127333"/>
              <a:gd name="connsiteX20" fmla="*/ 90850 w 318365"/>
              <a:gd name="connsiteY20" fmla="*/ 122298 h 127333"/>
              <a:gd name="connsiteX21" fmla="*/ 63915 w 318365"/>
              <a:gd name="connsiteY21" fmla="*/ 127321 h 127333"/>
              <a:gd name="connsiteX22" fmla="*/ 31181 w 318365"/>
              <a:gd name="connsiteY22" fmla="*/ 118816 h 127333"/>
              <a:gd name="connsiteX23" fmla="*/ 8372 w 318365"/>
              <a:gd name="connsiteY23" fmla="*/ 95873 h 127333"/>
              <a:gd name="connsiteX24" fmla="*/ 0 w 318365"/>
              <a:gd name="connsiteY24" fmla="*/ 63660 h 127333"/>
              <a:gd name="connsiteX25" fmla="*/ 8372 w 318365"/>
              <a:gd name="connsiteY25" fmla="*/ 31957 h 127333"/>
              <a:gd name="connsiteX26" fmla="*/ 31048 w 318365"/>
              <a:gd name="connsiteY26" fmla="*/ 9403 h 127333"/>
              <a:gd name="connsiteX27" fmla="*/ 63394 w 318365"/>
              <a:gd name="connsiteY27" fmla="*/ 1031 h 127333"/>
              <a:gd name="connsiteX28" fmla="*/ 179966 w 318365"/>
              <a:gd name="connsiteY28" fmla="*/ 0 h 127333"/>
              <a:gd name="connsiteX29" fmla="*/ 208187 w 318365"/>
              <a:gd name="connsiteY29" fmla="*/ 7219 h 127333"/>
              <a:gd name="connsiteX30" fmla="*/ 221193 w 318365"/>
              <a:gd name="connsiteY30" fmla="*/ 19024 h 127333"/>
              <a:gd name="connsiteX31" fmla="*/ 234090 w 318365"/>
              <a:gd name="connsiteY31" fmla="*/ 7219 h 127333"/>
              <a:gd name="connsiteX32" fmla="*/ 262445 w 318365"/>
              <a:gd name="connsiteY32" fmla="*/ 0 h 127333"/>
              <a:gd name="connsiteX33" fmla="*/ 291952 w 318365"/>
              <a:gd name="connsiteY33" fmla="*/ 7086 h 127333"/>
              <a:gd name="connsiteX34" fmla="*/ 311413 w 318365"/>
              <a:gd name="connsiteY34" fmla="*/ 26546 h 127333"/>
              <a:gd name="connsiteX35" fmla="*/ 311400 w 318365"/>
              <a:gd name="connsiteY35" fmla="*/ 26559 h 127333"/>
              <a:gd name="connsiteX36" fmla="*/ 318365 w 318365"/>
              <a:gd name="connsiteY36" fmla="*/ 55168 h 127333"/>
              <a:gd name="connsiteX37" fmla="*/ 318365 w 318365"/>
              <a:gd name="connsiteY37" fmla="*/ 127333 h 127333"/>
              <a:gd name="connsiteX38" fmla="*/ 284344 w 318365"/>
              <a:gd name="connsiteY38" fmla="*/ 127333 h 127333"/>
              <a:gd name="connsiteX39" fmla="*/ 284344 w 318365"/>
              <a:gd name="connsiteY39" fmla="*/ 57740 h 127333"/>
              <a:gd name="connsiteX40" fmla="*/ 278411 w 318365"/>
              <a:gd name="connsiteY40" fmla="*/ 38145 h 127333"/>
              <a:gd name="connsiteX41" fmla="*/ 261147 w 318365"/>
              <a:gd name="connsiteY41" fmla="*/ 31181 h 127333"/>
              <a:gd name="connsiteX42" fmla="*/ 244136 w 318365"/>
              <a:gd name="connsiteY42" fmla="*/ 38012 h 127333"/>
              <a:gd name="connsiteX43" fmla="*/ 238203 w 318365"/>
              <a:gd name="connsiteY43" fmla="*/ 57728 h 127333"/>
              <a:gd name="connsiteX44" fmla="*/ 238203 w 318365"/>
              <a:gd name="connsiteY44" fmla="*/ 127321 h 127333"/>
              <a:gd name="connsiteX45" fmla="*/ 204183 w 318365"/>
              <a:gd name="connsiteY45" fmla="*/ 127321 h 127333"/>
              <a:gd name="connsiteX46" fmla="*/ 204183 w 318365"/>
              <a:gd name="connsiteY46" fmla="*/ 57728 h 127333"/>
              <a:gd name="connsiteX47" fmla="*/ 198250 w 318365"/>
              <a:gd name="connsiteY47" fmla="*/ 38012 h 127333"/>
              <a:gd name="connsiteX48" fmla="*/ 180985 w 318365"/>
              <a:gd name="connsiteY48" fmla="*/ 31181 h 127333"/>
              <a:gd name="connsiteX49" fmla="*/ 163842 w 318365"/>
              <a:gd name="connsiteY49" fmla="*/ 38012 h 127333"/>
              <a:gd name="connsiteX50" fmla="*/ 157787 w 318365"/>
              <a:gd name="connsiteY50" fmla="*/ 57728 h 127333"/>
              <a:gd name="connsiteX51" fmla="*/ 157787 w 318365"/>
              <a:gd name="connsiteY51" fmla="*/ 127321 h 127333"/>
              <a:gd name="connsiteX52" fmla="*/ 124022 w 318365"/>
              <a:gd name="connsiteY52" fmla="*/ 127321 h 127333"/>
              <a:gd name="connsiteX53" fmla="*/ 124022 w 318365"/>
              <a:gd name="connsiteY53" fmla="*/ 55156 h 127333"/>
              <a:gd name="connsiteX54" fmla="*/ 130986 w 318365"/>
              <a:gd name="connsiteY54" fmla="*/ 26546 h 127333"/>
              <a:gd name="connsiteX55" fmla="*/ 150581 w 318365"/>
              <a:gd name="connsiteY55" fmla="*/ 7086 h 127333"/>
              <a:gd name="connsiteX56" fmla="*/ 179966 w 318365"/>
              <a:gd name="connsiteY56" fmla="*/ 0 h 127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</a:cxnLst>
            <a:rect l="l" t="t" r="r" b="b"/>
            <a:pathLst>
              <a:path w="318365" h="127333">
                <a:moveTo>
                  <a:pt x="63648" y="17774"/>
                </a:moveTo>
                <a:cubicBezTo>
                  <a:pt x="54719" y="17774"/>
                  <a:pt x="46808" y="19752"/>
                  <a:pt x="39941" y="23707"/>
                </a:cubicBezTo>
                <a:cubicBezTo>
                  <a:pt x="33062" y="27662"/>
                  <a:pt x="27699" y="33110"/>
                  <a:pt x="23829" y="40074"/>
                </a:cubicBezTo>
                <a:cubicBezTo>
                  <a:pt x="19958" y="47038"/>
                  <a:pt x="18029" y="54900"/>
                  <a:pt x="18029" y="63660"/>
                </a:cubicBezTo>
                <a:lnTo>
                  <a:pt x="18041" y="63660"/>
                </a:lnTo>
                <a:cubicBezTo>
                  <a:pt x="18041" y="72772"/>
                  <a:pt x="19971" y="80792"/>
                  <a:pt x="23841" y="87756"/>
                </a:cubicBezTo>
                <a:cubicBezTo>
                  <a:pt x="24630" y="89188"/>
                  <a:pt x="25515" y="90534"/>
                  <a:pt x="26437" y="91845"/>
                </a:cubicBezTo>
                <a:lnTo>
                  <a:pt x="90814" y="27238"/>
                </a:lnTo>
                <a:cubicBezTo>
                  <a:pt x="88618" y="25272"/>
                  <a:pt x="86179" y="23586"/>
                  <a:pt x="83498" y="22154"/>
                </a:cubicBezTo>
                <a:cubicBezTo>
                  <a:pt x="77989" y="19242"/>
                  <a:pt x="71377" y="17774"/>
                  <a:pt x="63648" y="17774"/>
                </a:cubicBezTo>
                <a:close/>
                <a:moveTo>
                  <a:pt x="63394" y="1031"/>
                </a:moveTo>
                <a:cubicBezTo>
                  <a:pt x="74228" y="1031"/>
                  <a:pt x="83801" y="3312"/>
                  <a:pt x="92136" y="7862"/>
                </a:cubicBezTo>
                <a:lnTo>
                  <a:pt x="92124" y="7862"/>
                </a:lnTo>
                <a:cubicBezTo>
                  <a:pt x="100459" y="12424"/>
                  <a:pt x="107290" y="18818"/>
                  <a:pt x="112616" y="27068"/>
                </a:cubicBezTo>
                <a:lnTo>
                  <a:pt x="37369" y="102570"/>
                </a:lnTo>
                <a:cubicBezTo>
                  <a:pt x="38242" y="103165"/>
                  <a:pt x="39140" y="103735"/>
                  <a:pt x="40062" y="104269"/>
                </a:cubicBezTo>
                <a:cubicBezTo>
                  <a:pt x="47014" y="108309"/>
                  <a:pt x="54961" y="110323"/>
                  <a:pt x="63903" y="110323"/>
                </a:cubicBezTo>
                <a:cubicBezTo>
                  <a:pt x="71814" y="110323"/>
                  <a:pt x="78681" y="109073"/>
                  <a:pt x="84529" y="106586"/>
                </a:cubicBezTo>
                <a:cubicBezTo>
                  <a:pt x="90377" y="104087"/>
                  <a:pt x="95533" y="100520"/>
                  <a:pt x="99998" y="95885"/>
                </a:cubicBezTo>
                <a:lnTo>
                  <a:pt x="111852" y="107739"/>
                </a:lnTo>
                <a:cubicBezTo>
                  <a:pt x="105834" y="114096"/>
                  <a:pt x="98846" y="118949"/>
                  <a:pt x="90850" y="122298"/>
                </a:cubicBezTo>
                <a:cubicBezTo>
                  <a:pt x="82855" y="125647"/>
                  <a:pt x="73876" y="127321"/>
                  <a:pt x="63915" y="127321"/>
                </a:cubicBezTo>
                <a:cubicBezTo>
                  <a:pt x="51710" y="127321"/>
                  <a:pt x="40802" y="124482"/>
                  <a:pt x="31181" y="118816"/>
                </a:cubicBezTo>
                <a:cubicBezTo>
                  <a:pt x="21560" y="113138"/>
                  <a:pt x="13953" y="105494"/>
                  <a:pt x="8372" y="95873"/>
                </a:cubicBezTo>
                <a:cubicBezTo>
                  <a:pt x="2791" y="86264"/>
                  <a:pt x="0" y="75344"/>
                  <a:pt x="0" y="63660"/>
                </a:cubicBezTo>
                <a:cubicBezTo>
                  <a:pt x="0" y="51976"/>
                  <a:pt x="2791" y="41409"/>
                  <a:pt x="8372" y="31957"/>
                </a:cubicBezTo>
                <a:cubicBezTo>
                  <a:pt x="13953" y="22506"/>
                  <a:pt x="21511" y="14984"/>
                  <a:pt x="31048" y="9403"/>
                </a:cubicBezTo>
                <a:cubicBezTo>
                  <a:pt x="40584" y="3822"/>
                  <a:pt x="51370" y="1031"/>
                  <a:pt x="63394" y="1031"/>
                </a:cubicBezTo>
                <a:close/>
                <a:moveTo>
                  <a:pt x="179966" y="0"/>
                </a:moveTo>
                <a:cubicBezTo>
                  <a:pt x="190789" y="0"/>
                  <a:pt x="200192" y="2414"/>
                  <a:pt x="208187" y="7219"/>
                </a:cubicBezTo>
                <a:cubicBezTo>
                  <a:pt x="213271" y="10276"/>
                  <a:pt x="217602" y="14220"/>
                  <a:pt x="221193" y="19024"/>
                </a:cubicBezTo>
                <a:cubicBezTo>
                  <a:pt x="224760" y="14220"/>
                  <a:pt x="229055" y="10289"/>
                  <a:pt x="234090" y="7219"/>
                </a:cubicBezTo>
                <a:cubicBezTo>
                  <a:pt x="241989" y="2414"/>
                  <a:pt x="251113" y="0"/>
                  <a:pt x="262445" y="0"/>
                </a:cubicBezTo>
                <a:cubicBezTo>
                  <a:pt x="273777" y="0"/>
                  <a:pt x="283616" y="2366"/>
                  <a:pt x="291952" y="7086"/>
                </a:cubicBezTo>
                <a:cubicBezTo>
                  <a:pt x="300287" y="11817"/>
                  <a:pt x="306778" y="18296"/>
                  <a:pt x="311413" y="26546"/>
                </a:cubicBezTo>
                <a:lnTo>
                  <a:pt x="311400" y="26559"/>
                </a:lnTo>
                <a:cubicBezTo>
                  <a:pt x="316047" y="34809"/>
                  <a:pt x="318365" y="44345"/>
                  <a:pt x="318365" y="55168"/>
                </a:cubicBezTo>
                <a:lnTo>
                  <a:pt x="318365" y="127333"/>
                </a:lnTo>
                <a:lnTo>
                  <a:pt x="284344" y="127333"/>
                </a:lnTo>
                <a:lnTo>
                  <a:pt x="284344" y="57740"/>
                </a:lnTo>
                <a:cubicBezTo>
                  <a:pt x="284344" y="49320"/>
                  <a:pt x="282367" y="42780"/>
                  <a:pt x="278411" y="38145"/>
                </a:cubicBezTo>
                <a:cubicBezTo>
                  <a:pt x="274456" y="33499"/>
                  <a:pt x="268535" y="31181"/>
                  <a:pt x="261147" y="31181"/>
                </a:cubicBezTo>
                <a:cubicBezTo>
                  <a:pt x="253758" y="31181"/>
                  <a:pt x="248092" y="33462"/>
                  <a:pt x="244136" y="38012"/>
                </a:cubicBezTo>
                <a:cubicBezTo>
                  <a:pt x="240181" y="42562"/>
                  <a:pt x="238203" y="49138"/>
                  <a:pt x="238203" y="57728"/>
                </a:cubicBezTo>
                <a:lnTo>
                  <a:pt x="238203" y="127321"/>
                </a:lnTo>
                <a:lnTo>
                  <a:pt x="204183" y="127321"/>
                </a:lnTo>
                <a:lnTo>
                  <a:pt x="204183" y="57728"/>
                </a:lnTo>
                <a:cubicBezTo>
                  <a:pt x="204183" y="49138"/>
                  <a:pt x="202206" y="42562"/>
                  <a:pt x="198250" y="38012"/>
                </a:cubicBezTo>
                <a:cubicBezTo>
                  <a:pt x="194295" y="33462"/>
                  <a:pt x="188374" y="31181"/>
                  <a:pt x="180985" y="31181"/>
                </a:cubicBezTo>
                <a:cubicBezTo>
                  <a:pt x="173596" y="31181"/>
                  <a:pt x="167882" y="33462"/>
                  <a:pt x="163842" y="38012"/>
                </a:cubicBezTo>
                <a:cubicBezTo>
                  <a:pt x="159802" y="42562"/>
                  <a:pt x="157787" y="49138"/>
                  <a:pt x="157787" y="57728"/>
                </a:cubicBezTo>
                <a:lnTo>
                  <a:pt x="157787" y="127321"/>
                </a:lnTo>
                <a:lnTo>
                  <a:pt x="124022" y="127321"/>
                </a:lnTo>
                <a:lnTo>
                  <a:pt x="124022" y="55156"/>
                </a:lnTo>
                <a:cubicBezTo>
                  <a:pt x="124022" y="44333"/>
                  <a:pt x="126352" y="34797"/>
                  <a:pt x="130986" y="26546"/>
                </a:cubicBezTo>
                <a:cubicBezTo>
                  <a:pt x="135633" y="18296"/>
                  <a:pt x="142161" y="11817"/>
                  <a:pt x="150581" y="7086"/>
                </a:cubicBezTo>
                <a:cubicBezTo>
                  <a:pt x="159001" y="2366"/>
                  <a:pt x="169144" y="0"/>
                  <a:pt x="17996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pPr lvl="0"/>
            <a:endParaRPr lang="en-GB"/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2FFF8B64-862B-6862-D840-DD47275EB7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261" y="335280"/>
            <a:ext cx="10765383" cy="1033145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58522428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reative layout w/ image bg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5">
            <a:extLst>
              <a:ext uri="{FF2B5EF4-FFF2-40B4-BE49-F238E27FC236}">
                <a16:creationId xmlns:a16="http://schemas.microsoft.com/office/drawing/2014/main" id="{1C6C7D01-5EDD-FF13-27FE-0217648BED0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-1"/>
            <a:ext cx="12192000" cy="6858000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F9959E86-D769-AF18-FB19-1E9646A2CA26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924050" y="1901825"/>
            <a:ext cx="10267950" cy="4956175"/>
          </a:xfrm>
          <a:solidFill>
            <a:schemeClr val="bg1"/>
          </a:solidFill>
        </p:spPr>
        <p:txBody>
          <a:bodyPr lIns="648000" tIns="503999" rIns="720000" bIns="360000"/>
          <a:lstStyle>
            <a:lvl1pPr>
              <a:defRPr sz="100">
                <a:noFill/>
              </a:defRPr>
            </a:lvl1pPr>
          </a:lstStyle>
          <a:p>
            <a:pPr lvl="0"/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4967A-CFD4-A89C-88F5-6E0BBB0763B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6DE5283-3D12-48AD-7063-373956EF765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416726" y="2409290"/>
            <a:ext cx="9138202" cy="3759735"/>
          </a:xfrm>
        </p:spPr>
        <p:txBody>
          <a:bodyPr numCol="1" spcCol="36000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FED802-41D5-D7CC-0CA7-B46C2AF36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9A0C17C-CD5C-B2B2-48E3-7FC8FE1DE12E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</a:rPr>
              <a:t>Go to ‘Design’ &gt; ‘Format Background’ &gt; choose colour </a:t>
            </a:r>
          </a:p>
        </p:txBody>
      </p:sp>
      <p:sp>
        <p:nvSpPr>
          <p:cNvPr id="12" name="Text Placeholder 22">
            <a:extLst>
              <a:ext uri="{FF2B5EF4-FFF2-40B4-BE49-F238E27FC236}">
                <a16:creationId xmlns:a16="http://schemas.microsoft.com/office/drawing/2014/main" id="{22333F19-7CF5-DF04-0BC6-3C06F45B9AB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1656530" y="6299513"/>
            <a:ext cx="433868" cy="433868"/>
          </a:xfrm>
          <a:custGeom>
            <a:avLst/>
            <a:gdLst>
              <a:gd name="connsiteX0" fmla="*/ 216934 w 433868"/>
              <a:gd name="connsiteY0" fmla="*/ 0 h 433868"/>
              <a:gd name="connsiteX1" fmla="*/ 433868 w 433868"/>
              <a:gd name="connsiteY1" fmla="*/ 216934 h 433868"/>
              <a:gd name="connsiteX2" fmla="*/ 216934 w 433868"/>
              <a:gd name="connsiteY2" fmla="*/ 433868 h 433868"/>
              <a:gd name="connsiteX3" fmla="*/ 0 w 433868"/>
              <a:gd name="connsiteY3" fmla="*/ 216934 h 433868"/>
              <a:gd name="connsiteX4" fmla="*/ 216934 w 433868"/>
              <a:gd name="connsiteY4" fmla="*/ 0 h 4338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33868" h="433868">
                <a:moveTo>
                  <a:pt x="216934" y="0"/>
                </a:moveTo>
                <a:cubicBezTo>
                  <a:pt x="336743" y="0"/>
                  <a:pt x="433868" y="97125"/>
                  <a:pt x="433868" y="216934"/>
                </a:cubicBezTo>
                <a:cubicBezTo>
                  <a:pt x="433868" y="336743"/>
                  <a:pt x="336743" y="433868"/>
                  <a:pt x="216934" y="433868"/>
                </a:cubicBezTo>
                <a:cubicBezTo>
                  <a:pt x="97125" y="433868"/>
                  <a:pt x="0" y="336743"/>
                  <a:pt x="0" y="216934"/>
                </a:cubicBezTo>
                <a:cubicBezTo>
                  <a:pt x="0" y="97125"/>
                  <a:pt x="97125" y="0"/>
                  <a:pt x="216934" y="0"/>
                </a:cubicBez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pPr lvl="0"/>
            <a:endParaRPr lang="en-GB"/>
          </a:p>
        </p:txBody>
      </p:sp>
      <p:sp>
        <p:nvSpPr>
          <p:cNvPr id="13" name="Text Placeholder 23">
            <a:extLst>
              <a:ext uri="{FF2B5EF4-FFF2-40B4-BE49-F238E27FC236}">
                <a16:creationId xmlns:a16="http://schemas.microsoft.com/office/drawing/2014/main" id="{D9462FB8-4824-0308-2CFE-FF681AAA7F8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1714548" y="6453442"/>
            <a:ext cx="318365" cy="127333"/>
          </a:xfrm>
          <a:custGeom>
            <a:avLst/>
            <a:gdLst>
              <a:gd name="connsiteX0" fmla="*/ 63648 w 318365"/>
              <a:gd name="connsiteY0" fmla="*/ 17774 h 127333"/>
              <a:gd name="connsiteX1" fmla="*/ 39941 w 318365"/>
              <a:gd name="connsiteY1" fmla="*/ 23707 h 127333"/>
              <a:gd name="connsiteX2" fmla="*/ 23829 w 318365"/>
              <a:gd name="connsiteY2" fmla="*/ 40074 h 127333"/>
              <a:gd name="connsiteX3" fmla="*/ 18029 w 318365"/>
              <a:gd name="connsiteY3" fmla="*/ 63660 h 127333"/>
              <a:gd name="connsiteX4" fmla="*/ 18041 w 318365"/>
              <a:gd name="connsiteY4" fmla="*/ 63660 h 127333"/>
              <a:gd name="connsiteX5" fmla="*/ 23841 w 318365"/>
              <a:gd name="connsiteY5" fmla="*/ 87756 h 127333"/>
              <a:gd name="connsiteX6" fmla="*/ 26437 w 318365"/>
              <a:gd name="connsiteY6" fmla="*/ 91845 h 127333"/>
              <a:gd name="connsiteX7" fmla="*/ 90814 w 318365"/>
              <a:gd name="connsiteY7" fmla="*/ 27238 h 127333"/>
              <a:gd name="connsiteX8" fmla="*/ 83498 w 318365"/>
              <a:gd name="connsiteY8" fmla="*/ 22154 h 127333"/>
              <a:gd name="connsiteX9" fmla="*/ 63648 w 318365"/>
              <a:gd name="connsiteY9" fmla="*/ 17774 h 127333"/>
              <a:gd name="connsiteX10" fmla="*/ 63394 w 318365"/>
              <a:gd name="connsiteY10" fmla="*/ 1031 h 127333"/>
              <a:gd name="connsiteX11" fmla="*/ 92136 w 318365"/>
              <a:gd name="connsiteY11" fmla="*/ 7862 h 127333"/>
              <a:gd name="connsiteX12" fmla="*/ 92124 w 318365"/>
              <a:gd name="connsiteY12" fmla="*/ 7862 h 127333"/>
              <a:gd name="connsiteX13" fmla="*/ 112616 w 318365"/>
              <a:gd name="connsiteY13" fmla="*/ 27068 h 127333"/>
              <a:gd name="connsiteX14" fmla="*/ 37369 w 318365"/>
              <a:gd name="connsiteY14" fmla="*/ 102570 h 127333"/>
              <a:gd name="connsiteX15" fmla="*/ 40062 w 318365"/>
              <a:gd name="connsiteY15" fmla="*/ 104269 h 127333"/>
              <a:gd name="connsiteX16" fmla="*/ 63903 w 318365"/>
              <a:gd name="connsiteY16" fmla="*/ 110323 h 127333"/>
              <a:gd name="connsiteX17" fmla="*/ 84529 w 318365"/>
              <a:gd name="connsiteY17" fmla="*/ 106586 h 127333"/>
              <a:gd name="connsiteX18" fmla="*/ 99998 w 318365"/>
              <a:gd name="connsiteY18" fmla="*/ 95885 h 127333"/>
              <a:gd name="connsiteX19" fmla="*/ 111852 w 318365"/>
              <a:gd name="connsiteY19" fmla="*/ 107739 h 127333"/>
              <a:gd name="connsiteX20" fmla="*/ 90850 w 318365"/>
              <a:gd name="connsiteY20" fmla="*/ 122298 h 127333"/>
              <a:gd name="connsiteX21" fmla="*/ 63915 w 318365"/>
              <a:gd name="connsiteY21" fmla="*/ 127321 h 127333"/>
              <a:gd name="connsiteX22" fmla="*/ 31181 w 318365"/>
              <a:gd name="connsiteY22" fmla="*/ 118816 h 127333"/>
              <a:gd name="connsiteX23" fmla="*/ 8372 w 318365"/>
              <a:gd name="connsiteY23" fmla="*/ 95873 h 127333"/>
              <a:gd name="connsiteX24" fmla="*/ 0 w 318365"/>
              <a:gd name="connsiteY24" fmla="*/ 63660 h 127333"/>
              <a:gd name="connsiteX25" fmla="*/ 8372 w 318365"/>
              <a:gd name="connsiteY25" fmla="*/ 31957 h 127333"/>
              <a:gd name="connsiteX26" fmla="*/ 31048 w 318365"/>
              <a:gd name="connsiteY26" fmla="*/ 9403 h 127333"/>
              <a:gd name="connsiteX27" fmla="*/ 63394 w 318365"/>
              <a:gd name="connsiteY27" fmla="*/ 1031 h 127333"/>
              <a:gd name="connsiteX28" fmla="*/ 179966 w 318365"/>
              <a:gd name="connsiteY28" fmla="*/ 0 h 127333"/>
              <a:gd name="connsiteX29" fmla="*/ 208187 w 318365"/>
              <a:gd name="connsiteY29" fmla="*/ 7219 h 127333"/>
              <a:gd name="connsiteX30" fmla="*/ 221193 w 318365"/>
              <a:gd name="connsiteY30" fmla="*/ 19024 h 127333"/>
              <a:gd name="connsiteX31" fmla="*/ 234090 w 318365"/>
              <a:gd name="connsiteY31" fmla="*/ 7219 h 127333"/>
              <a:gd name="connsiteX32" fmla="*/ 262445 w 318365"/>
              <a:gd name="connsiteY32" fmla="*/ 0 h 127333"/>
              <a:gd name="connsiteX33" fmla="*/ 291952 w 318365"/>
              <a:gd name="connsiteY33" fmla="*/ 7086 h 127333"/>
              <a:gd name="connsiteX34" fmla="*/ 311413 w 318365"/>
              <a:gd name="connsiteY34" fmla="*/ 26546 h 127333"/>
              <a:gd name="connsiteX35" fmla="*/ 311400 w 318365"/>
              <a:gd name="connsiteY35" fmla="*/ 26559 h 127333"/>
              <a:gd name="connsiteX36" fmla="*/ 318365 w 318365"/>
              <a:gd name="connsiteY36" fmla="*/ 55168 h 127333"/>
              <a:gd name="connsiteX37" fmla="*/ 318365 w 318365"/>
              <a:gd name="connsiteY37" fmla="*/ 127333 h 127333"/>
              <a:gd name="connsiteX38" fmla="*/ 284344 w 318365"/>
              <a:gd name="connsiteY38" fmla="*/ 127333 h 127333"/>
              <a:gd name="connsiteX39" fmla="*/ 284344 w 318365"/>
              <a:gd name="connsiteY39" fmla="*/ 57740 h 127333"/>
              <a:gd name="connsiteX40" fmla="*/ 278411 w 318365"/>
              <a:gd name="connsiteY40" fmla="*/ 38145 h 127333"/>
              <a:gd name="connsiteX41" fmla="*/ 261147 w 318365"/>
              <a:gd name="connsiteY41" fmla="*/ 31181 h 127333"/>
              <a:gd name="connsiteX42" fmla="*/ 244136 w 318365"/>
              <a:gd name="connsiteY42" fmla="*/ 38012 h 127333"/>
              <a:gd name="connsiteX43" fmla="*/ 238203 w 318365"/>
              <a:gd name="connsiteY43" fmla="*/ 57728 h 127333"/>
              <a:gd name="connsiteX44" fmla="*/ 238203 w 318365"/>
              <a:gd name="connsiteY44" fmla="*/ 127321 h 127333"/>
              <a:gd name="connsiteX45" fmla="*/ 204183 w 318365"/>
              <a:gd name="connsiteY45" fmla="*/ 127321 h 127333"/>
              <a:gd name="connsiteX46" fmla="*/ 204183 w 318365"/>
              <a:gd name="connsiteY46" fmla="*/ 57728 h 127333"/>
              <a:gd name="connsiteX47" fmla="*/ 198250 w 318365"/>
              <a:gd name="connsiteY47" fmla="*/ 38012 h 127333"/>
              <a:gd name="connsiteX48" fmla="*/ 180985 w 318365"/>
              <a:gd name="connsiteY48" fmla="*/ 31181 h 127333"/>
              <a:gd name="connsiteX49" fmla="*/ 163842 w 318365"/>
              <a:gd name="connsiteY49" fmla="*/ 38012 h 127333"/>
              <a:gd name="connsiteX50" fmla="*/ 157787 w 318365"/>
              <a:gd name="connsiteY50" fmla="*/ 57728 h 127333"/>
              <a:gd name="connsiteX51" fmla="*/ 157787 w 318365"/>
              <a:gd name="connsiteY51" fmla="*/ 127321 h 127333"/>
              <a:gd name="connsiteX52" fmla="*/ 124022 w 318365"/>
              <a:gd name="connsiteY52" fmla="*/ 127321 h 127333"/>
              <a:gd name="connsiteX53" fmla="*/ 124022 w 318365"/>
              <a:gd name="connsiteY53" fmla="*/ 55156 h 127333"/>
              <a:gd name="connsiteX54" fmla="*/ 130986 w 318365"/>
              <a:gd name="connsiteY54" fmla="*/ 26546 h 127333"/>
              <a:gd name="connsiteX55" fmla="*/ 150581 w 318365"/>
              <a:gd name="connsiteY55" fmla="*/ 7086 h 127333"/>
              <a:gd name="connsiteX56" fmla="*/ 179966 w 318365"/>
              <a:gd name="connsiteY56" fmla="*/ 0 h 127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</a:cxnLst>
            <a:rect l="l" t="t" r="r" b="b"/>
            <a:pathLst>
              <a:path w="318365" h="127333">
                <a:moveTo>
                  <a:pt x="63648" y="17774"/>
                </a:moveTo>
                <a:cubicBezTo>
                  <a:pt x="54719" y="17774"/>
                  <a:pt x="46808" y="19752"/>
                  <a:pt x="39941" y="23707"/>
                </a:cubicBezTo>
                <a:cubicBezTo>
                  <a:pt x="33062" y="27662"/>
                  <a:pt x="27699" y="33110"/>
                  <a:pt x="23829" y="40074"/>
                </a:cubicBezTo>
                <a:cubicBezTo>
                  <a:pt x="19958" y="47038"/>
                  <a:pt x="18029" y="54900"/>
                  <a:pt x="18029" y="63660"/>
                </a:cubicBezTo>
                <a:lnTo>
                  <a:pt x="18041" y="63660"/>
                </a:lnTo>
                <a:cubicBezTo>
                  <a:pt x="18041" y="72772"/>
                  <a:pt x="19971" y="80792"/>
                  <a:pt x="23841" y="87756"/>
                </a:cubicBezTo>
                <a:cubicBezTo>
                  <a:pt x="24630" y="89188"/>
                  <a:pt x="25515" y="90534"/>
                  <a:pt x="26437" y="91845"/>
                </a:cubicBezTo>
                <a:lnTo>
                  <a:pt x="90814" y="27238"/>
                </a:lnTo>
                <a:cubicBezTo>
                  <a:pt x="88618" y="25272"/>
                  <a:pt x="86179" y="23586"/>
                  <a:pt x="83498" y="22154"/>
                </a:cubicBezTo>
                <a:cubicBezTo>
                  <a:pt x="77989" y="19242"/>
                  <a:pt x="71377" y="17774"/>
                  <a:pt x="63648" y="17774"/>
                </a:cubicBezTo>
                <a:close/>
                <a:moveTo>
                  <a:pt x="63394" y="1031"/>
                </a:moveTo>
                <a:cubicBezTo>
                  <a:pt x="74228" y="1031"/>
                  <a:pt x="83801" y="3312"/>
                  <a:pt x="92136" y="7862"/>
                </a:cubicBezTo>
                <a:lnTo>
                  <a:pt x="92124" y="7862"/>
                </a:lnTo>
                <a:cubicBezTo>
                  <a:pt x="100459" y="12424"/>
                  <a:pt x="107290" y="18818"/>
                  <a:pt x="112616" y="27068"/>
                </a:cubicBezTo>
                <a:lnTo>
                  <a:pt x="37369" y="102570"/>
                </a:lnTo>
                <a:cubicBezTo>
                  <a:pt x="38242" y="103165"/>
                  <a:pt x="39140" y="103735"/>
                  <a:pt x="40062" y="104269"/>
                </a:cubicBezTo>
                <a:cubicBezTo>
                  <a:pt x="47014" y="108309"/>
                  <a:pt x="54961" y="110323"/>
                  <a:pt x="63903" y="110323"/>
                </a:cubicBezTo>
                <a:cubicBezTo>
                  <a:pt x="71814" y="110323"/>
                  <a:pt x="78681" y="109073"/>
                  <a:pt x="84529" y="106586"/>
                </a:cubicBezTo>
                <a:cubicBezTo>
                  <a:pt x="90377" y="104087"/>
                  <a:pt x="95533" y="100520"/>
                  <a:pt x="99998" y="95885"/>
                </a:cubicBezTo>
                <a:lnTo>
                  <a:pt x="111852" y="107739"/>
                </a:lnTo>
                <a:cubicBezTo>
                  <a:pt x="105834" y="114096"/>
                  <a:pt x="98846" y="118949"/>
                  <a:pt x="90850" y="122298"/>
                </a:cubicBezTo>
                <a:cubicBezTo>
                  <a:pt x="82855" y="125647"/>
                  <a:pt x="73876" y="127321"/>
                  <a:pt x="63915" y="127321"/>
                </a:cubicBezTo>
                <a:cubicBezTo>
                  <a:pt x="51710" y="127321"/>
                  <a:pt x="40802" y="124482"/>
                  <a:pt x="31181" y="118816"/>
                </a:cubicBezTo>
                <a:cubicBezTo>
                  <a:pt x="21560" y="113138"/>
                  <a:pt x="13953" y="105494"/>
                  <a:pt x="8372" y="95873"/>
                </a:cubicBezTo>
                <a:cubicBezTo>
                  <a:pt x="2791" y="86264"/>
                  <a:pt x="0" y="75344"/>
                  <a:pt x="0" y="63660"/>
                </a:cubicBezTo>
                <a:cubicBezTo>
                  <a:pt x="0" y="51976"/>
                  <a:pt x="2791" y="41409"/>
                  <a:pt x="8372" y="31957"/>
                </a:cubicBezTo>
                <a:cubicBezTo>
                  <a:pt x="13953" y="22506"/>
                  <a:pt x="21511" y="14984"/>
                  <a:pt x="31048" y="9403"/>
                </a:cubicBezTo>
                <a:cubicBezTo>
                  <a:pt x="40584" y="3822"/>
                  <a:pt x="51370" y="1031"/>
                  <a:pt x="63394" y="1031"/>
                </a:cubicBezTo>
                <a:close/>
                <a:moveTo>
                  <a:pt x="179966" y="0"/>
                </a:moveTo>
                <a:cubicBezTo>
                  <a:pt x="190789" y="0"/>
                  <a:pt x="200192" y="2414"/>
                  <a:pt x="208187" y="7219"/>
                </a:cubicBezTo>
                <a:cubicBezTo>
                  <a:pt x="213271" y="10276"/>
                  <a:pt x="217602" y="14220"/>
                  <a:pt x="221193" y="19024"/>
                </a:cubicBezTo>
                <a:cubicBezTo>
                  <a:pt x="224760" y="14220"/>
                  <a:pt x="229055" y="10289"/>
                  <a:pt x="234090" y="7219"/>
                </a:cubicBezTo>
                <a:cubicBezTo>
                  <a:pt x="241989" y="2414"/>
                  <a:pt x="251113" y="0"/>
                  <a:pt x="262445" y="0"/>
                </a:cubicBezTo>
                <a:cubicBezTo>
                  <a:pt x="273777" y="0"/>
                  <a:pt x="283616" y="2366"/>
                  <a:pt x="291952" y="7086"/>
                </a:cubicBezTo>
                <a:cubicBezTo>
                  <a:pt x="300287" y="11817"/>
                  <a:pt x="306778" y="18296"/>
                  <a:pt x="311413" y="26546"/>
                </a:cubicBezTo>
                <a:lnTo>
                  <a:pt x="311400" y="26559"/>
                </a:lnTo>
                <a:cubicBezTo>
                  <a:pt x="316047" y="34809"/>
                  <a:pt x="318365" y="44345"/>
                  <a:pt x="318365" y="55168"/>
                </a:cubicBezTo>
                <a:lnTo>
                  <a:pt x="318365" y="127333"/>
                </a:lnTo>
                <a:lnTo>
                  <a:pt x="284344" y="127333"/>
                </a:lnTo>
                <a:lnTo>
                  <a:pt x="284344" y="57740"/>
                </a:lnTo>
                <a:cubicBezTo>
                  <a:pt x="284344" y="49320"/>
                  <a:pt x="282367" y="42780"/>
                  <a:pt x="278411" y="38145"/>
                </a:cubicBezTo>
                <a:cubicBezTo>
                  <a:pt x="274456" y="33499"/>
                  <a:pt x="268535" y="31181"/>
                  <a:pt x="261147" y="31181"/>
                </a:cubicBezTo>
                <a:cubicBezTo>
                  <a:pt x="253758" y="31181"/>
                  <a:pt x="248092" y="33462"/>
                  <a:pt x="244136" y="38012"/>
                </a:cubicBezTo>
                <a:cubicBezTo>
                  <a:pt x="240181" y="42562"/>
                  <a:pt x="238203" y="49138"/>
                  <a:pt x="238203" y="57728"/>
                </a:cubicBezTo>
                <a:lnTo>
                  <a:pt x="238203" y="127321"/>
                </a:lnTo>
                <a:lnTo>
                  <a:pt x="204183" y="127321"/>
                </a:lnTo>
                <a:lnTo>
                  <a:pt x="204183" y="57728"/>
                </a:lnTo>
                <a:cubicBezTo>
                  <a:pt x="204183" y="49138"/>
                  <a:pt x="202206" y="42562"/>
                  <a:pt x="198250" y="38012"/>
                </a:cubicBezTo>
                <a:cubicBezTo>
                  <a:pt x="194295" y="33462"/>
                  <a:pt x="188374" y="31181"/>
                  <a:pt x="180985" y="31181"/>
                </a:cubicBezTo>
                <a:cubicBezTo>
                  <a:pt x="173596" y="31181"/>
                  <a:pt x="167882" y="33462"/>
                  <a:pt x="163842" y="38012"/>
                </a:cubicBezTo>
                <a:cubicBezTo>
                  <a:pt x="159802" y="42562"/>
                  <a:pt x="157787" y="49138"/>
                  <a:pt x="157787" y="57728"/>
                </a:cubicBezTo>
                <a:lnTo>
                  <a:pt x="157787" y="127321"/>
                </a:lnTo>
                <a:lnTo>
                  <a:pt x="124022" y="127321"/>
                </a:lnTo>
                <a:lnTo>
                  <a:pt x="124022" y="55156"/>
                </a:lnTo>
                <a:cubicBezTo>
                  <a:pt x="124022" y="44333"/>
                  <a:pt x="126352" y="34797"/>
                  <a:pt x="130986" y="26546"/>
                </a:cubicBezTo>
                <a:cubicBezTo>
                  <a:pt x="135633" y="18296"/>
                  <a:pt x="142161" y="11817"/>
                  <a:pt x="150581" y="7086"/>
                </a:cubicBezTo>
                <a:cubicBezTo>
                  <a:pt x="159001" y="2366"/>
                  <a:pt x="169144" y="0"/>
                  <a:pt x="17996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pPr lvl="0"/>
            <a:endParaRPr lang="en-GB"/>
          </a:p>
        </p:txBody>
      </p:sp>
      <p:sp>
        <p:nvSpPr>
          <p:cNvPr id="4" name="Text Placeholder 9">
            <a:extLst>
              <a:ext uri="{FF2B5EF4-FFF2-40B4-BE49-F238E27FC236}">
                <a16:creationId xmlns:a16="http://schemas.microsoft.com/office/drawing/2014/main" id="{6133B677-29A5-A0EC-E6BD-A37065FD786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4266" y="0"/>
            <a:ext cx="18000" cy="687600"/>
          </a:xfrm>
          <a:solidFill>
            <a:schemeClr val="bg1"/>
          </a:solidFill>
        </p:spPr>
        <p:txBody>
          <a:bodyPr lIns="0" tIns="0" rIns="0" bIns="0"/>
          <a:lstStyle>
            <a:lvl1pPr>
              <a:defRPr sz="100">
                <a:noFill/>
              </a:defRPr>
            </a:lvl1pPr>
          </a:lstStyle>
          <a:p>
            <a:pPr lvl="0"/>
            <a:endParaRPr lang="en-GB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574CA71-4FEB-E6F8-25A7-3AC9F40B9080}"/>
              </a:ext>
            </a:extLst>
          </p:cNvPr>
          <p:cNvSpPr/>
          <p:nvPr userDrawn="1"/>
        </p:nvSpPr>
        <p:spPr>
          <a:xfrm>
            <a:off x="0" y="-490506"/>
            <a:ext cx="2731089" cy="369442"/>
          </a:xfrm>
          <a:prstGeom prst="roundRect">
            <a:avLst>
              <a:gd name="adj" fmla="val 23242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</a:rPr>
              <a:t>NB: </a:t>
            </a:r>
            <a:r>
              <a:rPr lang="en-GB" sz="900">
                <a:solidFill>
                  <a:schemeClr val="tx1"/>
                </a:solidFill>
              </a:rPr>
              <a:t>Headline line to be used over imagery on this slide. Not to be used on statement text</a:t>
            </a:r>
            <a:endParaRPr lang="en-GB" sz="900" b="0">
              <a:solidFill>
                <a:schemeClr val="tx1"/>
              </a:solidFill>
            </a:endParaRPr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2D42C411-D788-F488-7D3D-748CEC2708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261" y="335280"/>
            <a:ext cx="10765383" cy="103314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204642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1/3 block colour R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B8A1BC5B-0CBD-4BA7-96DF-4842AE3F77A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623425" y="0"/>
            <a:ext cx="2568575" cy="6169025"/>
          </a:xfrm>
          <a:solidFill>
            <a:schemeClr val="bg2">
              <a:lumMod val="20000"/>
              <a:lumOff val="80000"/>
            </a:schemeClr>
          </a:solidFill>
        </p:spPr>
        <p:txBody>
          <a:bodyPr/>
          <a:lstStyle>
            <a:lvl1pPr>
              <a:defRPr sz="100">
                <a:noFill/>
              </a:defRPr>
            </a:lvl1pPr>
          </a:lstStyle>
          <a:p>
            <a:pPr lvl="0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36DCDF-44E0-5872-FC9F-9A82F5C6A8BF}"/>
              </a:ext>
            </a:extLst>
          </p:cNvPr>
          <p:cNvSpPr/>
          <p:nvPr userDrawn="1"/>
        </p:nvSpPr>
        <p:spPr>
          <a:xfrm>
            <a:off x="0" y="6169024"/>
            <a:ext cx="12192000" cy="688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endParaRPr lang="en-GB" sz="140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4967A-CFD4-A89C-88F5-6E0BBB0763B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6DE5283-3D12-48AD-7063-373956EF765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85813" y="2060575"/>
            <a:ext cx="4345538" cy="4108450"/>
          </a:xfrm>
        </p:spPr>
        <p:txBody>
          <a:bodyPr numCol="1" spcCol="36000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CE3083E-D7AA-4FB4-1495-728405061493}"/>
              </a:ext>
            </a:extLst>
          </p:cNvPr>
          <p:cNvCxnSpPr/>
          <p:nvPr userDrawn="1"/>
        </p:nvCxnSpPr>
        <p:spPr>
          <a:xfrm>
            <a:off x="641350" y="0"/>
            <a:ext cx="0" cy="687600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FED802-41D5-D7CC-0CA7-B46C2AF36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33D105DF-AA77-7688-00FC-905DC593F18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56530" y="6299513"/>
            <a:ext cx="434353" cy="434353"/>
          </a:xfrm>
          <a:prstGeom prst="rect">
            <a:avLst/>
          </a:prstGeom>
        </p:spPr>
      </p:pic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6169CB28-1D52-DC01-A716-31468E22FE7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131789" y="0"/>
            <a:ext cx="4495800" cy="6174000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EC772E9-69F2-44C7-EA22-CD86A719966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699375" y="1368425"/>
            <a:ext cx="4492625" cy="3429000"/>
          </a:xfrm>
          <a:solidFill>
            <a:schemeClr val="tx1"/>
          </a:solidFill>
        </p:spPr>
        <p:txBody>
          <a:bodyPr lIns="432000" tIns="360000" rIns="432000" bIns="360000" anchor="ctr"/>
          <a:lstStyle>
            <a:lvl1pPr>
              <a:lnSpc>
                <a:spcPct val="100000"/>
              </a:lnSpc>
              <a:spcAft>
                <a:spcPts val="0"/>
              </a:spcAft>
              <a:defRPr sz="1400" b="1"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06D0988-1731-EBBF-16FB-1BEAD56FBF6F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</a:rPr>
              <a:t>Go to ‘Design’ &gt; ‘Format Background’ &gt; choose colour 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995944C4-66F7-4758-44CF-24BBFCAB65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262" y="335280"/>
            <a:ext cx="4345538" cy="171894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68443310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out u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4DD64C1-1627-ABB6-D3CF-00E6689F64B5}"/>
              </a:ext>
            </a:extLst>
          </p:cNvPr>
          <p:cNvSpPr/>
          <p:nvPr userDrawn="1"/>
        </p:nvSpPr>
        <p:spPr>
          <a:xfrm>
            <a:off x="1" y="0"/>
            <a:ext cx="5130800" cy="61690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endParaRPr lang="en-GB" sz="1400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46069711-D5BC-074A-575D-A5C8ADAA514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623423" y="1"/>
            <a:ext cx="2569775" cy="6169026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4967A-CFD4-A89C-88F5-6E0BBB0763B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6DE5283-3D12-48AD-7063-373956EF765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85813" y="722138"/>
            <a:ext cx="4193133" cy="1236133"/>
          </a:xfrm>
        </p:spPr>
        <p:txBody>
          <a:bodyPr numCol="1" spcCol="360000"/>
          <a:lstStyle>
            <a:lvl1pPr>
              <a:lnSpc>
                <a:spcPct val="120000"/>
              </a:lnSpc>
              <a:spcAft>
                <a:spcPts val="0"/>
              </a:spcAft>
              <a:defRPr sz="2000" b="1"/>
            </a:lvl1pPr>
            <a:lvl2pPr>
              <a:lnSpc>
                <a:spcPct val="120000"/>
              </a:lnSpc>
              <a:spcAft>
                <a:spcPts val="0"/>
              </a:spcAft>
              <a:defRPr sz="1400">
                <a:solidFill>
                  <a:schemeClr val="tx1"/>
                </a:solidFill>
              </a:defRPr>
            </a:lvl2pPr>
            <a:lvl3pPr marL="0" indent="0">
              <a:lnSpc>
                <a:spcPct val="120000"/>
              </a:lnSpc>
              <a:spcAft>
                <a:spcPts val="0"/>
              </a:spcAft>
              <a:buNone/>
              <a:defRPr sz="1400" b="1">
                <a:solidFill>
                  <a:schemeClr val="tx2"/>
                </a:solidFill>
              </a:defRPr>
            </a:lvl3pPr>
          </a:lstStyle>
          <a:p>
            <a:pPr lvl="0"/>
            <a:r>
              <a:rPr lang="en-GB"/>
              <a:t>Name Surname</a:t>
            </a:r>
          </a:p>
          <a:p>
            <a:pPr marL="0" marR="0" lvl="1" indent="0" algn="l" defTabSz="36370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GB"/>
              <a:t>Personal Gender Pronouns</a:t>
            </a:r>
          </a:p>
          <a:p>
            <a:pPr lvl="2"/>
            <a:r>
              <a:rPr lang="en-GB"/>
              <a:t>Job Title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CE3083E-D7AA-4FB4-1495-728405061493}"/>
              </a:ext>
            </a:extLst>
          </p:cNvPr>
          <p:cNvCxnSpPr/>
          <p:nvPr userDrawn="1"/>
        </p:nvCxnSpPr>
        <p:spPr>
          <a:xfrm>
            <a:off x="641350" y="0"/>
            <a:ext cx="0" cy="681038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FED802-41D5-D7CC-0CA7-B46C2AF36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33D105DF-AA77-7688-00FC-905DC593F18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56530" y="6299513"/>
            <a:ext cx="434353" cy="434353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FDF1546-854E-5AEA-B461-BEBE0FF2394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85813" y="2060576"/>
            <a:ext cx="4192601" cy="41084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3" name="Picture Placeholder 5">
            <a:extLst>
              <a:ext uri="{FF2B5EF4-FFF2-40B4-BE49-F238E27FC236}">
                <a16:creationId xmlns:a16="http://schemas.microsoft.com/office/drawing/2014/main" id="{B4A39F78-EBBB-48C6-FED1-4F6DF296DE4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5130801" y="1"/>
            <a:ext cx="4492622" cy="3429000"/>
          </a:xfrm>
          <a:solidFill>
            <a:schemeClr val="bg1">
              <a:lumMod val="65000"/>
            </a:schemeClr>
          </a:solidFill>
        </p:spPr>
        <p:txBody>
          <a:bodyPr anchor="ctr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E2F26926-A7AB-71E8-9853-4F38F51C877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679547" y="3429000"/>
            <a:ext cx="3419298" cy="2740025"/>
          </a:xfrm>
        </p:spPr>
        <p:txBody>
          <a:bodyPr tIns="180000" bIns="180000" anchor="ctr"/>
          <a:lstStyle>
            <a:lvl1pPr>
              <a:spcAft>
                <a:spcPts val="0"/>
              </a:spcAft>
              <a:defRPr sz="1400" b="1"/>
            </a:lvl1pPr>
            <a:lvl2pPr>
              <a:defRPr sz="1600">
                <a:solidFill>
                  <a:schemeClr val="tx1"/>
                </a:solidFill>
              </a:defRPr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5871BA91-8C48-CB81-ED47-208A0F068404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</a:rPr>
              <a:t>Go to ‘Design’ &gt; ‘Format Background’ &gt; choose colour </a:t>
            </a:r>
          </a:p>
        </p:txBody>
      </p:sp>
      <p:sp>
        <p:nvSpPr>
          <p:cNvPr id="10" name="Title 3">
            <a:extLst>
              <a:ext uri="{FF2B5EF4-FFF2-40B4-BE49-F238E27FC236}">
                <a16:creationId xmlns:a16="http://schemas.microsoft.com/office/drawing/2014/main" id="{1E7AF910-31F6-9F3E-4EED-7CFB8BE39A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85262" y="335280"/>
            <a:ext cx="4345540" cy="386857"/>
          </a:xfrm>
        </p:spPr>
        <p:txBody>
          <a:bodyPr/>
          <a:lstStyle/>
          <a:p>
            <a:r>
              <a:rPr lang="en-GB"/>
              <a:t>About us</a:t>
            </a:r>
          </a:p>
        </p:txBody>
      </p:sp>
    </p:spTree>
    <p:extLst>
      <p:ext uri="{BB962C8B-B14F-4D97-AF65-F5344CB8AC3E}">
        <p14:creationId xmlns:p14="http://schemas.microsoft.com/office/powerpoint/2010/main" val="333023347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out us alternativ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4DD64C1-1627-ABB6-D3CF-00E6689F64B5}"/>
              </a:ext>
            </a:extLst>
          </p:cNvPr>
          <p:cNvSpPr/>
          <p:nvPr userDrawn="1"/>
        </p:nvSpPr>
        <p:spPr>
          <a:xfrm>
            <a:off x="1" y="1"/>
            <a:ext cx="5130800" cy="3429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endParaRPr lang="en-GB" sz="1400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46069711-D5BC-074A-575D-A5C8ADAA514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623423" y="1"/>
            <a:ext cx="2569775" cy="6169026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4967A-CFD4-A89C-88F5-6E0BBB0763B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6DE5283-3D12-48AD-7063-373956EF765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85813" y="722138"/>
            <a:ext cx="4193133" cy="1236133"/>
          </a:xfrm>
        </p:spPr>
        <p:txBody>
          <a:bodyPr numCol="1" spcCol="360000"/>
          <a:lstStyle>
            <a:lvl1pPr>
              <a:lnSpc>
                <a:spcPct val="120000"/>
              </a:lnSpc>
              <a:spcAft>
                <a:spcPts val="0"/>
              </a:spcAft>
              <a:defRPr sz="2000" b="1"/>
            </a:lvl1pPr>
            <a:lvl2pPr>
              <a:lnSpc>
                <a:spcPct val="120000"/>
              </a:lnSpc>
              <a:spcAft>
                <a:spcPts val="0"/>
              </a:spcAft>
              <a:defRPr sz="1400">
                <a:solidFill>
                  <a:schemeClr val="tx1"/>
                </a:solidFill>
              </a:defRPr>
            </a:lvl2pPr>
            <a:lvl3pPr marL="0" indent="0">
              <a:lnSpc>
                <a:spcPct val="120000"/>
              </a:lnSpc>
              <a:spcAft>
                <a:spcPts val="0"/>
              </a:spcAft>
              <a:buNone/>
              <a:defRPr sz="1400" b="1">
                <a:solidFill>
                  <a:schemeClr val="tx2"/>
                </a:solidFill>
              </a:defRPr>
            </a:lvl3pPr>
          </a:lstStyle>
          <a:p>
            <a:pPr lvl="0"/>
            <a:r>
              <a:rPr lang="en-GB"/>
              <a:t>Name Surname</a:t>
            </a:r>
          </a:p>
          <a:p>
            <a:pPr marL="0" marR="0" lvl="1" indent="0" algn="l" defTabSz="36370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GB"/>
              <a:t>Personal Gender Pronouns</a:t>
            </a:r>
          </a:p>
          <a:p>
            <a:pPr lvl="2"/>
            <a:r>
              <a:rPr lang="en-GB"/>
              <a:t>Job Title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CE3083E-D7AA-4FB4-1495-728405061493}"/>
              </a:ext>
            </a:extLst>
          </p:cNvPr>
          <p:cNvCxnSpPr/>
          <p:nvPr userDrawn="1"/>
        </p:nvCxnSpPr>
        <p:spPr>
          <a:xfrm>
            <a:off x="641350" y="0"/>
            <a:ext cx="0" cy="681038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FED802-41D5-D7CC-0CA7-B46C2AF36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33D105DF-AA77-7688-00FC-905DC593F18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56530" y="6299513"/>
            <a:ext cx="434353" cy="434353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FDF1546-854E-5AEA-B461-BEBE0FF2394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85813" y="3871414"/>
            <a:ext cx="8196262" cy="2297612"/>
          </a:xfrm>
        </p:spPr>
        <p:txBody>
          <a:bodyPr numCol="2" spcCol="36000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3" name="Picture Placeholder 5">
            <a:extLst>
              <a:ext uri="{FF2B5EF4-FFF2-40B4-BE49-F238E27FC236}">
                <a16:creationId xmlns:a16="http://schemas.microsoft.com/office/drawing/2014/main" id="{B4A39F78-EBBB-48C6-FED1-4F6DF296DE4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5122306" y="1"/>
            <a:ext cx="4501117" cy="3429000"/>
          </a:xfrm>
          <a:solidFill>
            <a:schemeClr val="bg1">
              <a:lumMod val="65000"/>
            </a:schemeClr>
          </a:solidFill>
        </p:spPr>
        <p:txBody>
          <a:bodyPr anchor="ctr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8E295680-BBDD-4439-F9C1-7D05EDD1242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85813" y="2066362"/>
            <a:ext cx="4192582" cy="1368990"/>
          </a:xfrm>
        </p:spPr>
        <p:txBody>
          <a:bodyPr numCol="1" spcCol="360000"/>
          <a:lstStyle>
            <a:lvl1pPr>
              <a:spcAft>
                <a:spcPts val="600"/>
              </a:spcAft>
              <a:defRPr sz="2000">
                <a:solidFill>
                  <a:schemeClr val="tx2"/>
                </a:solidFill>
              </a:defRPr>
            </a:lvl1pPr>
            <a:lvl2pPr>
              <a:spcAft>
                <a:spcPts val="600"/>
              </a:spcAft>
              <a:defRPr sz="1600">
                <a:solidFill>
                  <a:schemeClr val="tx1"/>
                </a:solidFill>
              </a:defRPr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2AECFDEA-E3D1-5065-AAFE-4D2554A70741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</a:rPr>
              <a:t>Go to ‘Design’ &gt; ‘Format Background’ &gt; choose colour </a:t>
            </a:r>
          </a:p>
        </p:txBody>
      </p:sp>
      <p:sp>
        <p:nvSpPr>
          <p:cNvPr id="12" name="Title 3">
            <a:extLst>
              <a:ext uri="{FF2B5EF4-FFF2-40B4-BE49-F238E27FC236}">
                <a16:creationId xmlns:a16="http://schemas.microsoft.com/office/drawing/2014/main" id="{E1D55985-B157-345D-BC8A-81C0E52444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85262" y="335280"/>
            <a:ext cx="4345540" cy="386857"/>
          </a:xfrm>
        </p:spPr>
        <p:txBody>
          <a:bodyPr/>
          <a:lstStyle/>
          <a:p>
            <a:r>
              <a:rPr lang="en-GB"/>
              <a:t>About us</a:t>
            </a:r>
          </a:p>
        </p:txBody>
      </p:sp>
    </p:spTree>
    <p:extLst>
      <p:ext uri="{BB962C8B-B14F-4D97-AF65-F5344CB8AC3E}">
        <p14:creationId xmlns:p14="http://schemas.microsoft.com/office/powerpoint/2010/main" val="200324754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big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E38E8F08-EAE3-3623-1104-E02DF475418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429000"/>
            <a:ext cx="12193200" cy="2740026"/>
          </a:xfrm>
          <a:solidFill>
            <a:schemeClr val="bg1">
              <a:lumMod val="50000"/>
            </a:schemeClr>
          </a:solidFill>
        </p:spPr>
        <p:txBody>
          <a:bodyPr anchor="b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4967A-CFD4-A89C-88F5-6E0BBB0763B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6DE5283-3D12-48AD-7063-373956EF765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279525" y="2060576"/>
            <a:ext cx="2568575" cy="2740026"/>
          </a:xfrm>
          <a:solidFill>
            <a:schemeClr val="bg2"/>
          </a:solidFill>
        </p:spPr>
        <p:txBody>
          <a:bodyPr lIns="180000" tIns="72000" rIns="180000" bIns="72000" anchor="ctr"/>
          <a:lstStyle>
            <a:lvl1pPr algn="ctr">
              <a:lnSpc>
                <a:spcPct val="100000"/>
              </a:lnSpc>
              <a:spcAft>
                <a:spcPts val="0"/>
              </a:spcAft>
              <a:defRPr sz="2000" b="1">
                <a:solidFill>
                  <a:schemeClr val="tx2"/>
                </a:solidFill>
              </a:defRPr>
            </a:lvl1pPr>
            <a:lvl2pPr algn="ctr">
              <a:lnSpc>
                <a:spcPct val="110000"/>
              </a:lnSpc>
              <a:spcAft>
                <a:spcPts val="600"/>
              </a:spcAft>
              <a:defRPr sz="1600">
                <a:solidFill>
                  <a:schemeClr val="tx1"/>
                </a:solidFill>
              </a:defRPr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CE3083E-D7AA-4FB4-1495-728405061493}"/>
              </a:ext>
            </a:extLst>
          </p:cNvPr>
          <p:cNvCxnSpPr/>
          <p:nvPr userDrawn="1"/>
        </p:nvCxnSpPr>
        <p:spPr>
          <a:xfrm>
            <a:off x="641350" y="0"/>
            <a:ext cx="0" cy="681038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A0D79DC-8324-FFD4-B65A-57CD21DF1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033334E3-4F05-ECF6-2E02-F55F1E7274D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811713" y="2060576"/>
            <a:ext cx="2568575" cy="2740026"/>
          </a:xfrm>
          <a:solidFill>
            <a:schemeClr val="bg2"/>
          </a:solidFill>
        </p:spPr>
        <p:txBody>
          <a:bodyPr lIns="180000" tIns="72000" rIns="180000" bIns="72000" anchor="ctr"/>
          <a:lstStyle>
            <a:lvl1pPr algn="ctr">
              <a:lnSpc>
                <a:spcPct val="100000"/>
              </a:lnSpc>
              <a:spcAft>
                <a:spcPts val="0"/>
              </a:spcAft>
              <a:defRPr sz="2000" b="1">
                <a:solidFill>
                  <a:schemeClr val="tx2"/>
                </a:solidFill>
              </a:defRPr>
            </a:lvl1pPr>
            <a:lvl2pPr algn="ctr">
              <a:lnSpc>
                <a:spcPct val="110000"/>
              </a:lnSpc>
              <a:spcAft>
                <a:spcPts val="600"/>
              </a:spcAft>
              <a:defRPr sz="1600">
                <a:solidFill>
                  <a:schemeClr val="tx1"/>
                </a:solidFill>
              </a:defRPr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543A0CCB-11D5-E8CA-53B5-294042D27A8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50780" y="2060576"/>
            <a:ext cx="2568575" cy="2740026"/>
          </a:xfrm>
          <a:solidFill>
            <a:schemeClr val="bg2"/>
          </a:solidFill>
        </p:spPr>
        <p:txBody>
          <a:bodyPr lIns="180000" tIns="72000" rIns="180000" bIns="72000" anchor="ctr"/>
          <a:lstStyle>
            <a:lvl1pPr algn="ctr">
              <a:lnSpc>
                <a:spcPct val="100000"/>
              </a:lnSpc>
              <a:spcAft>
                <a:spcPts val="0"/>
              </a:spcAft>
              <a:defRPr sz="2000" b="1">
                <a:solidFill>
                  <a:schemeClr val="tx2"/>
                </a:solidFill>
              </a:defRPr>
            </a:lvl1pPr>
            <a:lvl2pPr algn="ctr">
              <a:lnSpc>
                <a:spcPct val="110000"/>
              </a:lnSpc>
              <a:spcAft>
                <a:spcPts val="600"/>
              </a:spcAft>
              <a:defRPr sz="1600">
                <a:solidFill>
                  <a:schemeClr val="tx1"/>
                </a:solidFill>
              </a:defRPr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3D33C581-B6B9-DC60-BD58-9247567D9C83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</a:rPr>
              <a:t>Go to ‘Design’ &gt; ‘Format Background’ &gt; choose colour </a:t>
            </a:r>
          </a:p>
        </p:txBody>
      </p:sp>
      <p:sp>
        <p:nvSpPr>
          <p:cNvPr id="10" name="Title 3">
            <a:extLst>
              <a:ext uri="{FF2B5EF4-FFF2-40B4-BE49-F238E27FC236}">
                <a16:creationId xmlns:a16="http://schemas.microsoft.com/office/drawing/2014/main" id="{CBC36CFA-9B2C-4CC8-7D59-282DE2A312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261" y="335280"/>
            <a:ext cx="10765383" cy="1033145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9369306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big points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E38E8F08-EAE3-3623-1104-E02DF475418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429000"/>
            <a:ext cx="12193200" cy="2740026"/>
          </a:xfrm>
          <a:solidFill>
            <a:schemeClr val="bg1">
              <a:lumMod val="50000"/>
            </a:schemeClr>
          </a:solidFill>
        </p:spPr>
        <p:txBody>
          <a:bodyPr anchor="b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4967A-CFD4-A89C-88F5-6E0BBB0763B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6A93EE1-5BB6-EE64-34F8-ED2A42E3D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6DE5283-3D12-48AD-7063-373956EF765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279525" y="2060576"/>
            <a:ext cx="2568575" cy="2740026"/>
          </a:xfrm>
          <a:solidFill>
            <a:schemeClr val="tx1"/>
          </a:solidFill>
        </p:spPr>
        <p:txBody>
          <a:bodyPr lIns="180000" tIns="72000" rIns="180000" bIns="72000" anchor="ctr"/>
          <a:lstStyle>
            <a:lvl1pPr algn="ctr">
              <a:lnSpc>
                <a:spcPct val="100000"/>
              </a:lnSpc>
              <a:spcAft>
                <a:spcPts val="0"/>
              </a:spcAft>
              <a:defRPr sz="2000" b="1">
                <a:solidFill>
                  <a:schemeClr val="tx2"/>
                </a:solidFill>
              </a:defRPr>
            </a:lvl1pPr>
            <a:lvl2pPr algn="ctr">
              <a:lnSpc>
                <a:spcPct val="110000"/>
              </a:lnSpc>
              <a:spcAft>
                <a:spcPts val="600"/>
              </a:spcAft>
              <a:defRPr sz="1600">
                <a:solidFill>
                  <a:schemeClr val="bg1"/>
                </a:solidFill>
              </a:defRPr>
            </a:lvl2pPr>
            <a:lvl3pPr algn="ctr">
              <a:defRPr>
                <a:solidFill>
                  <a:schemeClr val="bg1"/>
                </a:solidFill>
              </a:defRPr>
            </a:lvl3pPr>
            <a:lvl4pPr algn="ctr">
              <a:defRPr>
                <a:solidFill>
                  <a:schemeClr val="bg1"/>
                </a:solidFill>
              </a:defRPr>
            </a:lvl4pPr>
            <a:lvl5pPr algn="ctr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CE3083E-D7AA-4FB4-1495-728405061493}"/>
              </a:ext>
            </a:extLst>
          </p:cNvPr>
          <p:cNvCxnSpPr/>
          <p:nvPr userDrawn="1"/>
        </p:nvCxnSpPr>
        <p:spPr>
          <a:xfrm>
            <a:off x="641350" y="0"/>
            <a:ext cx="0" cy="681038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A0D79DC-8324-FFD4-B65A-57CD21DF1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033334E3-4F05-ECF6-2E02-F55F1E7274D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811713" y="2060576"/>
            <a:ext cx="2568575" cy="2740026"/>
          </a:xfrm>
          <a:solidFill>
            <a:schemeClr val="tx1"/>
          </a:solidFill>
        </p:spPr>
        <p:txBody>
          <a:bodyPr lIns="180000" tIns="72000" rIns="180000" bIns="72000" anchor="ctr"/>
          <a:lstStyle>
            <a:lvl1pPr algn="ctr">
              <a:lnSpc>
                <a:spcPct val="100000"/>
              </a:lnSpc>
              <a:spcAft>
                <a:spcPts val="0"/>
              </a:spcAft>
              <a:defRPr sz="2000" b="1">
                <a:solidFill>
                  <a:schemeClr val="tx2"/>
                </a:solidFill>
              </a:defRPr>
            </a:lvl1pPr>
            <a:lvl2pPr algn="ctr">
              <a:lnSpc>
                <a:spcPct val="110000"/>
              </a:lnSpc>
              <a:spcAft>
                <a:spcPts val="600"/>
              </a:spcAft>
              <a:defRPr sz="1600">
                <a:solidFill>
                  <a:schemeClr val="bg1"/>
                </a:solidFill>
              </a:defRPr>
            </a:lvl2pPr>
            <a:lvl3pPr algn="ctr">
              <a:defRPr>
                <a:solidFill>
                  <a:schemeClr val="bg1"/>
                </a:solidFill>
              </a:defRPr>
            </a:lvl3pPr>
            <a:lvl4pPr algn="ctr">
              <a:defRPr>
                <a:solidFill>
                  <a:schemeClr val="bg1"/>
                </a:solidFill>
              </a:defRPr>
            </a:lvl4pPr>
            <a:lvl5pPr algn="ctr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543A0CCB-11D5-E8CA-53B5-294042D27A8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50780" y="2060576"/>
            <a:ext cx="2568575" cy="2740026"/>
          </a:xfrm>
          <a:solidFill>
            <a:schemeClr val="tx1"/>
          </a:solidFill>
        </p:spPr>
        <p:txBody>
          <a:bodyPr lIns="180000" tIns="72000" rIns="180000" bIns="72000" anchor="ctr"/>
          <a:lstStyle>
            <a:lvl1pPr algn="ctr">
              <a:lnSpc>
                <a:spcPct val="100000"/>
              </a:lnSpc>
              <a:spcAft>
                <a:spcPts val="0"/>
              </a:spcAft>
              <a:defRPr sz="2000" b="1">
                <a:solidFill>
                  <a:schemeClr val="tx2"/>
                </a:solidFill>
              </a:defRPr>
            </a:lvl1pPr>
            <a:lvl2pPr algn="ctr">
              <a:lnSpc>
                <a:spcPct val="110000"/>
              </a:lnSpc>
              <a:spcAft>
                <a:spcPts val="600"/>
              </a:spcAft>
              <a:defRPr sz="1600">
                <a:solidFill>
                  <a:schemeClr val="bg1"/>
                </a:solidFill>
              </a:defRPr>
            </a:lvl2pPr>
            <a:lvl3pPr algn="ctr">
              <a:defRPr>
                <a:solidFill>
                  <a:schemeClr val="bg1"/>
                </a:solidFill>
              </a:defRPr>
            </a:lvl3pPr>
            <a:lvl4pPr algn="ctr">
              <a:defRPr>
                <a:solidFill>
                  <a:schemeClr val="bg1"/>
                </a:solidFill>
              </a:defRPr>
            </a:lvl4pPr>
            <a:lvl5pPr algn="ctr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C8DEB7F9-27FF-E5EF-B365-24F2EE393EFD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</a:rPr>
              <a:t>Go to ‘Design’ &gt; ‘Format Background’ &gt; choose colour </a:t>
            </a:r>
          </a:p>
        </p:txBody>
      </p:sp>
    </p:spTree>
    <p:extLst>
      <p:ext uri="{BB962C8B-B14F-4D97-AF65-F5344CB8AC3E}">
        <p14:creationId xmlns:p14="http://schemas.microsoft.com/office/powerpoint/2010/main" val="396261204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94915F8E-79BE-5D09-752E-8C8D275C621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9623425" cy="6858000"/>
          </a:xfrm>
          <a:solidFill>
            <a:schemeClr val="bg1">
              <a:lumMod val="50000"/>
            </a:schemeClr>
          </a:solidFill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A46828F-697F-2B87-C817-7F92921E3F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2060575"/>
            <a:ext cx="7699375" cy="4797425"/>
          </a:xfrm>
          <a:solidFill>
            <a:schemeClr val="tx1"/>
          </a:solidFill>
        </p:spPr>
        <p:txBody>
          <a:bodyPr/>
          <a:lstStyle>
            <a:lvl1pPr>
              <a:defRPr sz="100">
                <a:noFill/>
              </a:defRPr>
            </a:lvl1pPr>
          </a:lstStyle>
          <a:p>
            <a:pPr lvl="0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80C02F7-7386-FF76-B2DD-EDFBCC9D07CF}"/>
              </a:ext>
            </a:extLst>
          </p:cNvPr>
          <p:cNvSpPr/>
          <p:nvPr userDrawn="1"/>
        </p:nvSpPr>
        <p:spPr>
          <a:xfrm>
            <a:off x="9623425" y="3429000"/>
            <a:ext cx="2568574" cy="3429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endParaRPr lang="en-GB" sz="140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FF8CB4C-8678-4A3C-7D3C-466A9CBDAC4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962345" y="184229"/>
            <a:ext cx="1050925" cy="2581275"/>
          </a:xfrm>
        </p:spPr>
        <p:txBody>
          <a:bodyPr/>
          <a:lstStyle>
            <a:lvl1pPr algn="r">
              <a:lnSpc>
                <a:spcPts val="5500"/>
              </a:lnSpc>
              <a:spcAft>
                <a:spcPts val="0"/>
              </a:spcAft>
              <a:defRPr sz="6000">
                <a:ln w="19050">
                  <a:solidFill>
                    <a:schemeClr val="bg1"/>
                  </a:solidFill>
                </a:ln>
              </a:defRPr>
            </a:lvl1pPr>
          </a:lstStyle>
          <a:p>
            <a:pPr lvl="0"/>
            <a:r>
              <a:rPr lang="en-GB"/>
              <a:t>02 03 23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D1B5A42E-81C0-743F-F7F1-74B73C934C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623425" y="3635296"/>
            <a:ext cx="2400997" cy="2168913"/>
          </a:xfrm>
        </p:spPr>
        <p:txBody>
          <a:bodyPr/>
          <a:lstStyle>
            <a:lvl1pPr algn="r">
              <a:lnSpc>
                <a:spcPct val="80000"/>
              </a:lnSpc>
              <a:spcAft>
                <a:spcPts val="600"/>
              </a:spcAft>
              <a:defRPr sz="2000" b="1">
                <a:solidFill>
                  <a:schemeClr val="bg1"/>
                </a:solidFill>
              </a:defRPr>
            </a:lvl1pPr>
            <a:lvl2pPr algn="r">
              <a:lnSpc>
                <a:spcPct val="80000"/>
              </a:lnSpc>
              <a:spcAft>
                <a:spcPts val="600"/>
              </a:spcAft>
              <a:defRPr sz="3600">
                <a:solidFill>
                  <a:schemeClr val="bg1"/>
                </a:solidFill>
              </a:defRPr>
            </a:lvl2pPr>
            <a:lvl3pPr marL="0" indent="0" algn="r">
              <a:buNone/>
              <a:defRPr>
                <a:solidFill>
                  <a:schemeClr val="bg1"/>
                </a:solidFill>
              </a:defRPr>
            </a:lvl3pPr>
            <a:lvl4pPr algn="r">
              <a:defRPr>
                <a:solidFill>
                  <a:schemeClr val="bg1"/>
                </a:solidFill>
              </a:defRPr>
            </a:lvl4pPr>
            <a:lvl5pPr algn="r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Subtitle</a:t>
            </a:r>
          </a:p>
          <a:p>
            <a:pPr lvl="1"/>
            <a:r>
              <a:rPr lang="en-GB"/>
              <a:t>Title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4E78176-255C-8F44-53B8-45C26220EC22}"/>
              </a:ext>
            </a:extLst>
          </p:cNvPr>
          <p:cNvGrpSpPr/>
          <p:nvPr userDrawn="1"/>
        </p:nvGrpSpPr>
        <p:grpSpPr>
          <a:xfrm>
            <a:off x="11234130" y="5954751"/>
            <a:ext cx="642565" cy="642565"/>
            <a:chOff x="11656530" y="6299513"/>
            <a:chExt cx="433867" cy="433867"/>
          </a:xfrm>
        </p:grpSpPr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4368FBD7-20E2-465E-4AC5-5D05243C3539}"/>
                </a:ext>
              </a:extLst>
            </p:cNvPr>
            <p:cNvSpPr/>
            <p:nvPr/>
          </p:nvSpPr>
          <p:spPr>
            <a:xfrm>
              <a:off x="11656530" y="6299513"/>
              <a:ext cx="433867" cy="433867"/>
            </a:xfrm>
            <a:custGeom>
              <a:avLst/>
              <a:gdLst>
                <a:gd name="connsiteX0" fmla="*/ 433868 w 433867"/>
                <a:gd name="connsiteY0" fmla="*/ 216934 h 433867"/>
                <a:gd name="connsiteX1" fmla="*/ 216934 w 433867"/>
                <a:gd name="connsiteY1" fmla="*/ 433868 h 433867"/>
                <a:gd name="connsiteX2" fmla="*/ 0 w 433867"/>
                <a:gd name="connsiteY2" fmla="*/ 216934 h 433867"/>
                <a:gd name="connsiteX3" fmla="*/ 216934 w 433867"/>
                <a:gd name="connsiteY3" fmla="*/ 0 h 433867"/>
                <a:gd name="connsiteX4" fmla="*/ 433868 w 433867"/>
                <a:gd name="connsiteY4" fmla="*/ 216934 h 4338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33867" h="433867">
                  <a:moveTo>
                    <a:pt x="433868" y="216934"/>
                  </a:moveTo>
                  <a:cubicBezTo>
                    <a:pt x="433868" y="336743"/>
                    <a:pt x="336743" y="433868"/>
                    <a:pt x="216934" y="433868"/>
                  </a:cubicBezTo>
                  <a:cubicBezTo>
                    <a:pt x="97125" y="433868"/>
                    <a:pt x="0" y="336743"/>
                    <a:pt x="0" y="216934"/>
                  </a:cubicBezTo>
                  <a:cubicBezTo>
                    <a:pt x="0" y="97125"/>
                    <a:pt x="97125" y="0"/>
                    <a:pt x="216934" y="0"/>
                  </a:cubicBezTo>
                  <a:cubicBezTo>
                    <a:pt x="336743" y="0"/>
                    <a:pt x="433868" y="97125"/>
                    <a:pt x="433868" y="216934"/>
                  </a:cubicBezTo>
                  <a:close/>
                </a:path>
              </a:pathLst>
            </a:custGeom>
            <a:solidFill>
              <a:schemeClr val="bg1"/>
            </a:solidFill>
            <a:ln w="11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CF8DBE24-1BEA-6706-9B97-AD29299B105B}"/>
                </a:ext>
              </a:extLst>
            </p:cNvPr>
            <p:cNvSpPr/>
            <p:nvPr/>
          </p:nvSpPr>
          <p:spPr>
            <a:xfrm>
              <a:off x="11714548" y="6453441"/>
              <a:ext cx="318365" cy="127333"/>
            </a:xfrm>
            <a:custGeom>
              <a:avLst/>
              <a:gdLst>
                <a:gd name="connsiteX0" fmla="*/ 63648 w 318365"/>
                <a:gd name="connsiteY0" fmla="*/ 17774 h 127333"/>
                <a:gd name="connsiteX1" fmla="*/ 39941 w 318365"/>
                <a:gd name="connsiteY1" fmla="*/ 23707 h 127333"/>
                <a:gd name="connsiteX2" fmla="*/ 23829 w 318365"/>
                <a:gd name="connsiteY2" fmla="*/ 40074 h 127333"/>
                <a:gd name="connsiteX3" fmla="*/ 18029 w 318365"/>
                <a:gd name="connsiteY3" fmla="*/ 63660 h 127333"/>
                <a:gd name="connsiteX4" fmla="*/ 18041 w 318365"/>
                <a:gd name="connsiteY4" fmla="*/ 63660 h 127333"/>
                <a:gd name="connsiteX5" fmla="*/ 23841 w 318365"/>
                <a:gd name="connsiteY5" fmla="*/ 87756 h 127333"/>
                <a:gd name="connsiteX6" fmla="*/ 26437 w 318365"/>
                <a:gd name="connsiteY6" fmla="*/ 91845 h 127333"/>
                <a:gd name="connsiteX7" fmla="*/ 90814 w 318365"/>
                <a:gd name="connsiteY7" fmla="*/ 27238 h 127333"/>
                <a:gd name="connsiteX8" fmla="*/ 83498 w 318365"/>
                <a:gd name="connsiteY8" fmla="*/ 22154 h 127333"/>
                <a:gd name="connsiteX9" fmla="*/ 63648 w 318365"/>
                <a:gd name="connsiteY9" fmla="*/ 17774 h 127333"/>
                <a:gd name="connsiteX10" fmla="*/ 63394 w 318365"/>
                <a:gd name="connsiteY10" fmla="*/ 1031 h 127333"/>
                <a:gd name="connsiteX11" fmla="*/ 92136 w 318365"/>
                <a:gd name="connsiteY11" fmla="*/ 7862 h 127333"/>
                <a:gd name="connsiteX12" fmla="*/ 92124 w 318365"/>
                <a:gd name="connsiteY12" fmla="*/ 7862 h 127333"/>
                <a:gd name="connsiteX13" fmla="*/ 112616 w 318365"/>
                <a:gd name="connsiteY13" fmla="*/ 27068 h 127333"/>
                <a:gd name="connsiteX14" fmla="*/ 37369 w 318365"/>
                <a:gd name="connsiteY14" fmla="*/ 102570 h 127333"/>
                <a:gd name="connsiteX15" fmla="*/ 40062 w 318365"/>
                <a:gd name="connsiteY15" fmla="*/ 104269 h 127333"/>
                <a:gd name="connsiteX16" fmla="*/ 63903 w 318365"/>
                <a:gd name="connsiteY16" fmla="*/ 110323 h 127333"/>
                <a:gd name="connsiteX17" fmla="*/ 84529 w 318365"/>
                <a:gd name="connsiteY17" fmla="*/ 106586 h 127333"/>
                <a:gd name="connsiteX18" fmla="*/ 99998 w 318365"/>
                <a:gd name="connsiteY18" fmla="*/ 95885 h 127333"/>
                <a:gd name="connsiteX19" fmla="*/ 111852 w 318365"/>
                <a:gd name="connsiteY19" fmla="*/ 107739 h 127333"/>
                <a:gd name="connsiteX20" fmla="*/ 90850 w 318365"/>
                <a:gd name="connsiteY20" fmla="*/ 122298 h 127333"/>
                <a:gd name="connsiteX21" fmla="*/ 63915 w 318365"/>
                <a:gd name="connsiteY21" fmla="*/ 127321 h 127333"/>
                <a:gd name="connsiteX22" fmla="*/ 31181 w 318365"/>
                <a:gd name="connsiteY22" fmla="*/ 118816 h 127333"/>
                <a:gd name="connsiteX23" fmla="*/ 8372 w 318365"/>
                <a:gd name="connsiteY23" fmla="*/ 95873 h 127333"/>
                <a:gd name="connsiteX24" fmla="*/ 0 w 318365"/>
                <a:gd name="connsiteY24" fmla="*/ 63660 h 127333"/>
                <a:gd name="connsiteX25" fmla="*/ 8372 w 318365"/>
                <a:gd name="connsiteY25" fmla="*/ 31957 h 127333"/>
                <a:gd name="connsiteX26" fmla="*/ 31048 w 318365"/>
                <a:gd name="connsiteY26" fmla="*/ 9403 h 127333"/>
                <a:gd name="connsiteX27" fmla="*/ 63394 w 318365"/>
                <a:gd name="connsiteY27" fmla="*/ 1031 h 127333"/>
                <a:gd name="connsiteX28" fmla="*/ 179966 w 318365"/>
                <a:gd name="connsiteY28" fmla="*/ 0 h 127333"/>
                <a:gd name="connsiteX29" fmla="*/ 208187 w 318365"/>
                <a:gd name="connsiteY29" fmla="*/ 7219 h 127333"/>
                <a:gd name="connsiteX30" fmla="*/ 221193 w 318365"/>
                <a:gd name="connsiteY30" fmla="*/ 19024 h 127333"/>
                <a:gd name="connsiteX31" fmla="*/ 234090 w 318365"/>
                <a:gd name="connsiteY31" fmla="*/ 7219 h 127333"/>
                <a:gd name="connsiteX32" fmla="*/ 262445 w 318365"/>
                <a:gd name="connsiteY32" fmla="*/ 0 h 127333"/>
                <a:gd name="connsiteX33" fmla="*/ 291952 w 318365"/>
                <a:gd name="connsiteY33" fmla="*/ 7086 h 127333"/>
                <a:gd name="connsiteX34" fmla="*/ 311413 w 318365"/>
                <a:gd name="connsiteY34" fmla="*/ 26546 h 127333"/>
                <a:gd name="connsiteX35" fmla="*/ 311400 w 318365"/>
                <a:gd name="connsiteY35" fmla="*/ 26559 h 127333"/>
                <a:gd name="connsiteX36" fmla="*/ 318365 w 318365"/>
                <a:gd name="connsiteY36" fmla="*/ 55168 h 127333"/>
                <a:gd name="connsiteX37" fmla="*/ 318365 w 318365"/>
                <a:gd name="connsiteY37" fmla="*/ 127333 h 127333"/>
                <a:gd name="connsiteX38" fmla="*/ 284344 w 318365"/>
                <a:gd name="connsiteY38" fmla="*/ 127333 h 127333"/>
                <a:gd name="connsiteX39" fmla="*/ 284344 w 318365"/>
                <a:gd name="connsiteY39" fmla="*/ 57740 h 127333"/>
                <a:gd name="connsiteX40" fmla="*/ 278411 w 318365"/>
                <a:gd name="connsiteY40" fmla="*/ 38145 h 127333"/>
                <a:gd name="connsiteX41" fmla="*/ 261147 w 318365"/>
                <a:gd name="connsiteY41" fmla="*/ 31181 h 127333"/>
                <a:gd name="connsiteX42" fmla="*/ 244136 w 318365"/>
                <a:gd name="connsiteY42" fmla="*/ 38012 h 127333"/>
                <a:gd name="connsiteX43" fmla="*/ 238203 w 318365"/>
                <a:gd name="connsiteY43" fmla="*/ 57728 h 127333"/>
                <a:gd name="connsiteX44" fmla="*/ 238203 w 318365"/>
                <a:gd name="connsiteY44" fmla="*/ 127321 h 127333"/>
                <a:gd name="connsiteX45" fmla="*/ 204183 w 318365"/>
                <a:gd name="connsiteY45" fmla="*/ 127321 h 127333"/>
                <a:gd name="connsiteX46" fmla="*/ 204183 w 318365"/>
                <a:gd name="connsiteY46" fmla="*/ 57728 h 127333"/>
                <a:gd name="connsiteX47" fmla="*/ 198250 w 318365"/>
                <a:gd name="connsiteY47" fmla="*/ 38012 h 127333"/>
                <a:gd name="connsiteX48" fmla="*/ 180985 w 318365"/>
                <a:gd name="connsiteY48" fmla="*/ 31181 h 127333"/>
                <a:gd name="connsiteX49" fmla="*/ 163842 w 318365"/>
                <a:gd name="connsiteY49" fmla="*/ 38012 h 127333"/>
                <a:gd name="connsiteX50" fmla="*/ 157787 w 318365"/>
                <a:gd name="connsiteY50" fmla="*/ 57728 h 127333"/>
                <a:gd name="connsiteX51" fmla="*/ 157787 w 318365"/>
                <a:gd name="connsiteY51" fmla="*/ 127321 h 127333"/>
                <a:gd name="connsiteX52" fmla="*/ 124022 w 318365"/>
                <a:gd name="connsiteY52" fmla="*/ 127321 h 127333"/>
                <a:gd name="connsiteX53" fmla="*/ 124022 w 318365"/>
                <a:gd name="connsiteY53" fmla="*/ 55156 h 127333"/>
                <a:gd name="connsiteX54" fmla="*/ 130986 w 318365"/>
                <a:gd name="connsiteY54" fmla="*/ 26546 h 127333"/>
                <a:gd name="connsiteX55" fmla="*/ 150581 w 318365"/>
                <a:gd name="connsiteY55" fmla="*/ 7086 h 127333"/>
                <a:gd name="connsiteX56" fmla="*/ 179966 w 318365"/>
                <a:gd name="connsiteY56" fmla="*/ 0 h 127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</a:cxnLst>
              <a:rect l="l" t="t" r="r" b="b"/>
              <a:pathLst>
                <a:path w="318365" h="127333">
                  <a:moveTo>
                    <a:pt x="63648" y="17774"/>
                  </a:moveTo>
                  <a:cubicBezTo>
                    <a:pt x="54719" y="17774"/>
                    <a:pt x="46808" y="19752"/>
                    <a:pt x="39941" y="23707"/>
                  </a:cubicBezTo>
                  <a:cubicBezTo>
                    <a:pt x="33062" y="27662"/>
                    <a:pt x="27699" y="33110"/>
                    <a:pt x="23829" y="40074"/>
                  </a:cubicBezTo>
                  <a:cubicBezTo>
                    <a:pt x="19958" y="47038"/>
                    <a:pt x="18029" y="54900"/>
                    <a:pt x="18029" y="63660"/>
                  </a:cubicBezTo>
                  <a:lnTo>
                    <a:pt x="18041" y="63660"/>
                  </a:lnTo>
                  <a:cubicBezTo>
                    <a:pt x="18041" y="72772"/>
                    <a:pt x="19971" y="80792"/>
                    <a:pt x="23841" y="87756"/>
                  </a:cubicBezTo>
                  <a:cubicBezTo>
                    <a:pt x="24630" y="89188"/>
                    <a:pt x="25515" y="90534"/>
                    <a:pt x="26437" y="91845"/>
                  </a:cubicBezTo>
                  <a:lnTo>
                    <a:pt x="90814" y="27238"/>
                  </a:lnTo>
                  <a:cubicBezTo>
                    <a:pt x="88618" y="25272"/>
                    <a:pt x="86179" y="23586"/>
                    <a:pt x="83498" y="22154"/>
                  </a:cubicBezTo>
                  <a:cubicBezTo>
                    <a:pt x="77989" y="19242"/>
                    <a:pt x="71377" y="17774"/>
                    <a:pt x="63648" y="17774"/>
                  </a:cubicBezTo>
                  <a:close/>
                  <a:moveTo>
                    <a:pt x="63394" y="1031"/>
                  </a:moveTo>
                  <a:cubicBezTo>
                    <a:pt x="74228" y="1031"/>
                    <a:pt x="83801" y="3312"/>
                    <a:pt x="92136" y="7862"/>
                  </a:cubicBezTo>
                  <a:lnTo>
                    <a:pt x="92124" y="7862"/>
                  </a:lnTo>
                  <a:cubicBezTo>
                    <a:pt x="100459" y="12424"/>
                    <a:pt x="107290" y="18818"/>
                    <a:pt x="112616" y="27068"/>
                  </a:cubicBezTo>
                  <a:lnTo>
                    <a:pt x="37369" y="102570"/>
                  </a:lnTo>
                  <a:cubicBezTo>
                    <a:pt x="38242" y="103165"/>
                    <a:pt x="39140" y="103735"/>
                    <a:pt x="40062" y="104269"/>
                  </a:cubicBezTo>
                  <a:cubicBezTo>
                    <a:pt x="47014" y="108309"/>
                    <a:pt x="54961" y="110323"/>
                    <a:pt x="63903" y="110323"/>
                  </a:cubicBezTo>
                  <a:cubicBezTo>
                    <a:pt x="71814" y="110323"/>
                    <a:pt x="78681" y="109073"/>
                    <a:pt x="84529" y="106586"/>
                  </a:cubicBezTo>
                  <a:cubicBezTo>
                    <a:pt x="90377" y="104087"/>
                    <a:pt x="95533" y="100520"/>
                    <a:pt x="99998" y="95885"/>
                  </a:cubicBezTo>
                  <a:lnTo>
                    <a:pt x="111852" y="107739"/>
                  </a:lnTo>
                  <a:cubicBezTo>
                    <a:pt x="105834" y="114096"/>
                    <a:pt x="98846" y="118949"/>
                    <a:pt x="90850" y="122298"/>
                  </a:cubicBezTo>
                  <a:cubicBezTo>
                    <a:pt x="82855" y="125647"/>
                    <a:pt x="73876" y="127321"/>
                    <a:pt x="63915" y="127321"/>
                  </a:cubicBezTo>
                  <a:cubicBezTo>
                    <a:pt x="51710" y="127321"/>
                    <a:pt x="40802" y="124482"/>
                    <a:pt x="31181" y="118816"/>
                  </a:cubicBezTo>
                  <a:cubicBezTo>
                    <a:pt x="21560" y="113138"/>
                    <a:pt x="13953" y="105494"/>
                    <a:pt x="8372" y="95873"/>
                  </a:cubicBezTo>
                  <a:cubicBezTo>
                    <a:pt x="2791" y="86264"/>
                    <a:pt x="0" y="75344"/>
                    <a:pt x="0" y="63660"/>
                  </a:cubicBezTo>
                  <a:cubicBezTo>
                    <a:pt x="0" y="51976"/>
                    <a:pt x="2791" y="41409"/>
                    <a:pt x="8372" y="31957"/>
                  </a:cubicBezTo>
                  <a:cubicBezTo>
                    <a:pt x="13953" y="22506"/>
                    <a:pt x="21511" y="14984"/>
                    <a:pt x="31048" y="9403"/>
                  </a:cubicBezTo>
                  <a:cubicBezTo>
                    <a:pt x="40584" y="3822"/>
                    <a:pt x="51370" y="1031"/>
                    <a:pt x="63394" y="1031"/>
                  </a:cubicBezTo>
                  <a:close/>
                  <a:moveTo>
                    <a:pt x="179966" y="0"/>
                  </a:moveTo>
                  <a:cubicBezTo>
                    <a:pt x="190789" y="0"/>
                    <a:pt x="200192" y="2414"/>
                    <a:pt x="208187" y="7219"/>
                  </a:cubicBezTo>
                  <a:cubicBezTo>
                    <a:pt x="213271" y="10276"/>
                    <a:pt x="217602" y="14220"/>
                    <a:pt x="221193" y="19024"/>
                  </a:cubicBezTo>
                  <a:cubicBezTo>
                    <a:pt x="224760" y="14220"/>
                    <a:pt x="229055" y="10289"/>
                    <a:pt x="234090" y="7219"/>
                  </a:cubicBezTo>
                  <a:cubicBezTo>
                    <a:pt x="241989" y="2414"/>
                    <a:pt x="251113" y="0"/>
                    <a:pt x="262445" y="0"/>
                  </a:cubicBezTo>
                  <a:cubicBezTo>
                    <a:pt x="273777" y="0"/>
                    <a:pt x="283616" y="2366"/>
                    <a:pt x="291952" y="7086"/>
                  </a:cubicBezTo>
                  <a:cubicBezTo>
                    <a:pt x="300287" y="11817"/>
                    <a:pt x="306778" y="18296"/>
                    <a:pt x="311413" y="26546"/>
                  </a:cubicBezTo>
                  <a:lnTo>
                    <a:pt x="311400" y="26559"/>
                  </a:lnTo>
                  <a:cubicBezTo>
                    <a:pt x="316047" y="34809"/>
                    <a:pt x="318365" y="44345"/>
                    <a:pt x="318365" y="55168"/>
                  </a:cubicBezTo>
                  <a:lnTo>
                    <a:pt x="318365" y="127333"/>
                  </a:lnTo>
                  <a:lnTo>
                    <a:pt x="284344" y="127333"/>
                  </a:lnTo>
                  <a:lnTo>
                    <a:pt x="284344" y="57740"/>
                  </a:lnTo>
                  <a:cubicBezTo>
                    <a:pt x="284344" y="49320"/>
                    <a:pt x="282367" y="42780"/>
                    <a:pt x="278411" y="38145"/>
                  </a:cubicBezTo>
                  <a:cubicBezTo>
                    <a:pt x="274456" y="33499"/>
                    <a:pt x="268535" y="31181"/>
                    <a:pt x="261147" y="31181"/>
                  </a:cubicBezTo>
                  <a:cubicBezTo>
                    <a:pt x="253758" y="31181"/>
                    <a:pt x="248092" y="33462"/>
                    <a:pt x="244136" y="38012"/>
                  </a:cubicBezTo>
                  <a:cubicBezTo>
                    <a:pt x="240181" y="42562"/>
                    <a:pt x="238203" y="49138"/>
                    <a:pt x="238203" y="57728"/>
                  </a:cubicBezTo>
                  <a:lnTo>
                    <a:pt x="238203" y="127321"/>
                  </a:lnTo>
                  <a:lnTo>
                    <a:pt x="204183" y="127321"/>
                  </a:lnTo>
                  <a:lnTo>
                    <a:pt x="204183" y="57728"/>
                  </a:lnTo>
                  <a:cubicBezTo>
                    <a:pt x="204183" y="49138"/>
                    <a:pt x="202206" y="42562"/>
                    <a:pt x="198250" y="38012"/>
                  </a:cubicBezTo>
                  <a:cubicBezTo>
                    <a:pt x="194295" y="33462"/>
                    <a:pt x="188374" y="31181"/>
                    <a:pt x="180985" y="31181"/>
                  </a:cubicBezTo>
                  <a:cubicBezTo>
                    <a:pt x="173596" y="31181"/>
                    <a:pt x="167882" y="33462"/>
                    <a:pt x="163842" y="38012"/>
                  </a:cubicBezTo>
                  <a:cubicBezTo>
                    <a:pt x="159802" y="42562"/>
                    <a:pt x="157787" y="49138"/>
                    <a:pt x="157787" y="57728"/>
                  </a:cubicBezTo>
                  <a:lnTo>
                    <a:pt x="157787" y="127321"/>
                  </a:lnTo>
                  <a:lnTo>
                    <a:pt x="124022" y="127321"/>
                  </a:lnTo>
                  <a:lnTo>
                    <a:pt x="124022" y="55156"/>
                  </a:lnTo>
                  <a:cubicBezTo>
                    <a:pt x="124022" y="44333"/>
                    <a:pt x="126352" y="34797"/>
                    <a:pt x="130986" y="26546"/>
                  </a:cubicBezTo>
                  <a:cubicBezTo>
                    <a:pt x="135633" y="18296"/>
                    <a:pt x="142161" y="11817"/>
                    <a:pt x="150581" y="7086"/>
                  </a:cubicBezTo>
                  <a:cubicBezTo>
                    <a:pt x="159001" y="2366"/>
                    <a:pt x="169144" y="0"/>
                    <a:pt x="179966" y="0"/>
                  </a:cubicBezTo>
                  <a:close/>
                </a:path>
              </a:pathLst>
            </a:custGeom>
            <a:solidFill>
              <a:schemeClr val="tx2"/>
            </a:solidFill>
            <a:ln w="11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47" name="Text Placeholder 14">
            <a:extLst>
              <a:ext uri="{FF2B5EF4-FFF2-40B4-BE49-F238E27FC236}">
                <a16:creationId xmlns:a16="http://schemas.microsoft.com/office/drawing/2014/main" id="{6A846FCB-399B-21A4-32EC-0FE3577ECA8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80869" y="3640870"/>
            <a:ext cx="5535806" cy="2528155"/>
          </a:xfrm>
        </p:spPr>
        <p:txBody>
          <a:bodyPr/>
          <a:lstStyle>
            <a:lvl1pPr algn="l">
              <a:lnSpc>
                <a:spcPct val="80000"/>
              </a:lnSpc>
              <a:spcAft>
                <a:spcPts val="600"/>
              </a:spcAft>
              <a:defRPr sz="5400" b="0">
                <a:solidFill>
                  <a:schemeClr val="bg1"/>
                </a:solidFill>
              </a:defRPr>
            </a:lvl1pPr>
            <a:lvl2pPr algn="l">
              <a:lnSpc>
                <a:spcPct val="80000"/>
              </a:lnSpc>
              <a:spcAft>
                <a:spcPts val="600"/>
              </a:spcAft>
              <a:defRPr sz="3600" b="0">
                <a:solidFill>
                  <a:schemeClr val="bg1"/>
                </a:solidFill>
              </a:defRPr>
            </a:lvl2pPr>
            <a:lvl3pPr marL="0" indent="0" algn="r">
              <a:buNone/>
              <a:defRPr>
                <a:solidFill>
                  <a:schemeClr val="bg1"/>
                </a:solidFill>
              </a:defRPr>
            </a:lvl3pPr>
            <a:lvl4pPr algn="r">
              <a:defRPr>
                <a:solidFill>
                  <a:schemeClr val="bg1"/>
                </a:solidFill>
              </a:defRPr>
            </a:lvl4pPr>
            <a:lvl5pPr algn="r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Presentation title goes here</a:t>
            </a:r>
          </a:p>
        </p:txBody>
      </p:sp>
      <p:sp>
        <p:nvSpPr>
          <p:cNvPr id="48" name="Text Placeholder 9">
            <a:extLst>
              <a:ext uri="{FF2B5EF4-FFF2-40B4-BE49-F238E27FC236}">
                <a16:creationId xmlns:a16="http://schemas.microsoft.com/office/drawing/2014/main" id="{F5F3F589-F9C1-DEA1-DC92-7F395BA1E7D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40797" y="2743200"/>
            <a:ext cx="18000" cy="4114800"/>
          </a:xfrm>
          <a:solidFill>
            <a:schemeClr val="bg1"/>
          </a:solidFill>
        </p:spPr>
        <p:txBody>
          <a:bodyPr lIns="0" tIns="0" rIns="0" bIns="0"/>
          <a:lstStyle>
            <a:lvl1pPr>
              <a:defRPr sz="100">
                <a:noFill/>
              </a:defRPr>
            </a:lvl1pPr>
          </a:lstStyle>
          <a:p>
            <a:pPr lvl="0"/>
            <a:endParaRPr lang="en-GB"/>
          </a:p>
        </p:txBody>
      </p:sp>
      <p:sp>
        <p:nvSpPr>
          <p:cNvPr id="80" name="Text Placeholder 79">
            <a:extLst>
              <a:ext uri="{FF2B5EF4-FFF2-40B4-BE49-F238E27FC236}">
                <a16:creationId xmlns:a16="http://schemas.microsoft.com/office/drawing/2014/main" id="{2BC64E91-1E7C-6E50-6A53-9E1D37F8D0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81830" y="2741679"/>
            <a:ext cx="4839107" cy="433131"/>
          </a:xfrm>
          <a:custGeom>
            <a:avLst/>
            <a:gdLst>
              <a:gd name="connsiteX0" fmla="*/ 4185441 w 4839107"/>
              <a:gd name="connsiteY0" fmla="*/ 207954 h 433131"/>
              <a:gd name="connsiteX1" fmla="*/ 4146472 w 4839107"/>
              <a:gd name="connsiteY1" fmla="*/ 217681 h 433131"/>
              <a:gd name="connsiteX2" fmla="*/ 4119682 w 4839107"/>
              <a:gd name="connsiteY2" fmla="*/ 244499 h 433131"/>
              <a:gd name="connsiteX3" fmla="*/ 4109940 w 4839107"/>
              <a:gd name="connsiteY3" fmla="*/ 284065 h 433131"/>
              <a:gd name="connsiteX4" fmla="*/ 4119682 w 4839107"/>
              <a:gd name="connsiteY4" fmla="*/ 323894 h 433131"/>
              <a:gd name="connsiteX5" fmla="*/ 4146472 w 4839107"/>
              <a:gd name="connsiteY5" fmla="*/ 351104 h 433131"/>
              <a:gd name="connsiteX6" fmla="*/ 4185441 w 4839107"/>
              <a:gd name="connsiteY6" fmla="*/ 360832 h 433131"/>
              <a:gd name="connsiteX7" fmla="*/ 4225222 w 4839107"/>
              <a:gd name="connsiteY7" fmla="*/ 351104 h 433131"/>
              <a:gd name="connsiteX8" fmla="*/ 4252012 w 4839107"/>
              <a:gd name="connsiteY8" fmla="*/ 323894 h 433131"/>
              <a:gd name="connsiteX9" fmla="*/ 4261483 w 4839107"/>
              <a:gd name="connsiteY9" fmla="*/ 284065 h 433131"/>
              <a:gd name="connsiteX10" fmla="*/ 4251742 w 4839107"/>
              <a:gd name="connsiteY10" fmla="*/ 244499 h 433131"/>
              <a:gd name="connsiteX11" fmla="*/ 4224950 w 4839107"/>
              <a:gd name="connsiteY11" fmla="*/ 217681 h 433131"/>
              <a:gd name="connsiteX12" fmla="*/ 4185441 w 4839107"/>
              <a:gd name="connsiteY12" fmla="*/ 207954 h 433131"/>
              <a:gd name="connsiteX13" fmla="*/ 3547741 w 4839107"/>
              <a:gd name="connsiteY13" fmla="*/ 207298 h 433131"/>
              <a:gd name="connsiteX14" fmla="*/ 3509178 w 4839107"/>
              <a:gd name="connsiteY14" fmla="*/ 217025 h 433131"/>
              <a:gd name="connsiteX15" fmla="*/ 3483064 w 4839107"/>
              <a:gd name="connsiteY15" fmla="*/ 244237 h 433131"/>
              <a:gd name="connsiteX16" fmla="*/ 3473593 w 4839107"/>
              <a:gd name="connsiteY16" fmla="*/ 284066 h 433131"/>
              <a:gd name="connsiteX17" fmla="*/ 3483064 w 4839107"/>
              <a:gd name="connsiteY17" fmla="*/ 324553 h 433131"/>
              <a:gd name="connsiteX18" fmla="*/ 3509178 w 4839107"/>
              <a:gd name="connsiteY18" fmla="*/ 351763 h 433131"/>
              <a:gd name="connsiteX19" fmla="*/ 3547741 w 4839107"/>
              <a:gd name="connsiteY19" fmla="*/ 361491 h 433131"/>
              <a:gd name="connsiteX20" fmla="*/ 3601863 w 4839107"/>
              <a:gd name="connsiteY20" fmla="*/ 339932 h 433131"/>
              <a:gd name="connsiteX21" fmla="*/ 3622565 w 4839107"/>
              <a:gd name="connsiteY21" fmla="*/ 284066 h 433131"/>
              <a:gd name="connsiteX22" fmla="*/ 3613094 w 4839107"/>
              <a:gd name="connsiteY22" fmla="*/ 244237 h 433131"/>
              <a:gd name="connsiteX23" fmla="*/ 3586980 w 4839107"/>
              <a:gd name="connsiteY23" fmla="*/ 217025 h 433131"/>
              <a:gd name="connsiteX24" fmla="*/ 3547741 w 4839107"/>
              <a:gd name="connsiteY24" fmla="*/ 207298 h 433131"/>
              <a:gd name="connsiteX25" fmla="*/ 3052248 w 4839107"/>
              <a:gd name="connsiteY25" fmla="*/ 207298 h 433131"/>
              <a:gd name="connsiteX26" fmla="*/ 3013009 w 4839107"/>
              <a:gd name="connsiteY26" fmla="*/ 217289 h 433131"/>
              <a:gd name="connsiteX27" fmla="*/ 2986895 w 4839107"/>
              <a:gd name="connsiteY27" fmla="*/ 244499 h 433131"/>
              <a:gd name="connsiteX28" fmla="*/ 2977424 w 4839107"/>
              <a:gd name="connsiteY28" fmla="*/ 284066 h 433131"/>
              <a:gd name="connsiteX29" fmla="*/ 2986895 w 4839107"/>
              <a:gd name="connsiteY29" fmla="*/ 324553 h 433131"/>
              <a:gd name="connsiteX30" fmla="*/ 3013280 w 4839107"/>
              <a:gd name="connsiteY30" fmla="*/ 351763 h 433131"/>
              <a:gd name="connsiteX31" fmla="*/ 3051572 w 4839107"/>
              <a:gd name="connsiteY31" fmla="*/ 361491 h 433131"/>
              <a:gd name="connsiteX32" fmla="*/ 3090811 w 4839107"/>
              <a:gd name="connsiteY32" fmla="*/ 351763 h 433131"/>
              <a:gd name="connsiteX33" fmla="*/ 3116925 w 4839107"/>
              <a:gd name="connsiteY33" fmla="*/ 324553 h 433131"/>
              <a:gd name="connsiteX34" fmla="*/ 3126396 w 4839107"/>
              <a:gd name="connsiteY34" fmla="*/ 284066 h 433131"/>
              <a:gd name="connsiteX35" fmla="*/ 3116925 w 4839107"/>
              <a:gd name="connsiteY35" fmla="*/ 244237 h 433131"/>
              <a:gd name="connsiteX36" fmla="*/ 3090811 w 4839107"/>
              <a:gd name="connsiteY36" fmla="*/ 217025 h 433131"/>
              <a:gd name="connsiteX37" fmla="*/ 3052248 w 4839107"/>
              <a:gd name="connsiteY37" fmla="*/ 207298 h 433131"/>
              <a:gd name="connsiteX38" fmla="*/ 2712899 w 4839107"/>
              <a:gd name="connsiteY38" fmla="*/ 199541 h 433131"/>
              <a:gd name="connsiteX39" fmla="*/ 2671496 w 4839107"/>
              <a:gd name="connsiteY39" fmla="*/ 209926 h 433131"/>
              <a:gd name="connsiteX40" fmla="*/ 2644434 w 4839107"/>
              <a:gd name="connsiteY40" fmla="*/ 238846 h 433131"/>
              <a:gd name="connsiteX41" fmla="*/ 2638886 w 4839107"/>
              <a:gd name="connsiteY41" fmla="*/ 253830 h 433131"/>
              <a:gd name="connsiteX42" fmla="*/ 2780822 w 4839107"/>
              <a:gd name="connsiteY42" fmla="*/ 253436 h 433131"/>
              <a:gd name="connsiteX43" fmla="*/ 2774599 w 4839107"/>
              <a:gd name="connsiteY43" fmla="*/ 235033 h 433131"/>
              <a:gd name="connsiteX44" fmla="*/ 2750920 w 4839107"/>
              <a:gd name="connsiteY44" fmla="*/ 208744 h 433131"/>
              <a:gd name="connsiteX45" fmla="*/ 2712899 w 4839107"/>
              <a:gd name="connsiteY45" fmla="*/ 199541 h 433131"/>
              <a:gd name="connsiteX46" fmla="*/ 1907284 w 4839107"/>
              <a:gd name="connsiteY46" fmla="*/ 182060 h 433131"/>
              <a:gd name="connsiteX47" fmla="*/ 1851403 w 4839107"/>
              <a:gd name="connsiteY47" fmla="*/ 195599 h 433131"/>
              <a:gd name="connsiteX48" fmla="*/ 1813381 w 4839107"/>
              <a:gd name="connsiteY48" fmla="*/ 233063 h 433131"/>
              <a:gd name="connsiteX49" fmla="*/ 1799715 w 4839107"/>
              <a:gd name="connsiteY49" fmla="*/ 287089 h 433131"/>
              <a:gd name="connsiteX50" fmla="*/ 1799580 w 4839107"/>
              <a:gd name="connsiteY50" fmla="*/ 287220 h 433131"/>
              <a:gd name="connsiteX51" fmla="*/ 1813245 w 4839107"/>
              <a:gd name="connsiteY51" fmla="*/ 342430 h 433131"/>
              <a:gd name="connsiteX52" fmla="*/ 1819469 w 4839107"/>
              <a:gd name="connsiteY52" fmla="*/ 351763 h 433131"/>
              <a:gd name="connsiteX53" fmla="*/ 1971284 w 4839107"/>
              <a:gd name="connsiteY53" fmla="*/ 203750 h 433131"/>
              <a:gd name="connsiteX54" fmla="*/ 1954100 w 4839107"/>
              <a:gd name="connsiteY54" fmla="*/ 192050 h 433131"/>
              <a:gd name="connsiteX55" fmla="*/ 1907284 w 4839107"/>
              <a:gd name="connsiteY55" fmla="*/ 182060 h 433131"/>
              <a:gd name="connsiteX56" fmla="*/ 970419 w 4839107"/>
              <a:gd name="connsiteY56" fmla="*/ 181928 h 433131"/>
              <a:gd name="connsiteX57" fmla="*/ 916297 w 4839107"/>
              <a:gd name="connsiteY57" fmla="*/ 194942 h 433131"/>
              <a:gd name="connsiteX58" fmla="*/ 880171 w 4839107"/>
              <a:gd name="connsiteY58" fmla="*/ 231223 h 433131"/>
              <a:gd name="connsiteX59" fmla="*/ 868399 w 4839107"/>
              <a:gd name="connsiteY59" fmla="*/ 268161 h 433131"/>
              <a:gd name="connsiteX60" fmla="*/ 1063646 w 4839107"/>
              <a:gd name="connsiteY60" fmla="*/ 268161 h 433131"/>
              <a:gd name="connsiteX61" fmla="*/ 1053363 w 4839107"/>
              <a:gd name="connsiteY61" fmla="*/ 228331 h 433131"/>
              <a:gd name="connsiteX62" fmla="*/ 1021161 w 4839107"/>
              <a:gd name="connsiteY62" fmla="*/ 194022 h 433131"/>
              <a:gd name="connsiteX63" fmla="*/ 970419 w 4839107"/>
              <a:gd name="connsiteY63" fmla="*/ 181928 h 433131"/>
              <a:gd name="connsiteX64" fmla="*/ 145996 w 4839107"/>
              <a:gd name="connsiteY64" fmla="*/ 181928 h 433131"/>
              <a:gd name="connsiteX65" fmla="*/ 91873 w 4839107"/>
              <a:gd name="connsiteY65" fmla="*/ 194942 h 433131"/>
              <a:gd name="connsiteX66" fmla="*/ 55747 w 4839107"/>
              <a:gd name="connsiteY66" fmla="*/ 231223 h 433131"/>
              <a:gd name="connsiteX67" fmla="*/ 43975 w 4839107"/>
              <a:gd name="connsiteY67" fmla="*/ 268161 h 433131"/>
              <a:gd name="connsiteX68" fmla="*/ 239222 w 4839107"/>
              <a:gd name="connsiteY68" fmla="*/ 268161 h 433131"/>
              <a:gd name="connsiteX69" fmla="*/ 228939 w 4839107"/>
              <a:gd name="connsiteY69" fmla="*/ 228331 h 433131"/>
              <a:gd name="connsiteX70" fmla="*/ 196737 w 4839107"/>
              <a:gd name="connsiteY70" fmla="*/ 194022 h 433131"/>
              <a:gd name="connsiteX71" fmla="*/ 145996 w 4839107"/>
              <a:gd name="connsiteY71" fmla="*/ 181928 h 433131"/>
              <a:gd name="connsiteX72" fmla="*/ 1906742 w 4839107"/>
              <a:gd name="connsiteY72" fmla="*/ 143545 h 433131"/>
              <a:gd name="connsiteX73" fmla="*/ 1974531 w 4839107"/>
              <a:gd name="connsiteY73" fmla="*/ 159187 h 433131"/>
              <a:gd name="connsiteX74" fmla="*/ 1974531 w 4839107"/>
              <a:gd name="connsiteY74" fmla="*/ 158925 h 433131"/>
              <a:gd name="connsiteX75" fmla="*/ 2022836 w 4839107"/>
              <a:gd name="connsiteY75" fmla="*/ 202960 h 433131"/>
              <a:gd name="connsiteX76" fmla="*/ 1845448 w 4839107"/>
              <a:gd name="connsiteY76" fmla="*/ 375819 h 433131"/>
              <a:gd name="connsiteX77" fmla="*/ 1851673 w 4839107"/>
              <a:gd name="connsiteY77" fmla="*/ 379894 h 433131"/>
              <a:gd name="connsiteX78" fmla="*/ 1907960 w 4839107"/>
              <a:gd name="connsiteY78" fmla="*/ 393827 h 433131"/>
              <a:gd name="connsiteX79" fmla="*/ 1956670 w 4839107"/>
              <a:gd name="connsiteY79" fmla="*/ 385283 h 433131"/>
              <a:gd name="connsiteX80" fmla="*/ 1993204 w 4839107"/>
              <a:gd name="connsiteY80" fmla="*/ 360833 h 433131"/>
              <a:gd name="connsiteX81" fmla="*/ 2021212 w 4839107"/>
              <a:gd name="connsiteY81" fmla="*/ 388043 h 433131"/>
              <a:gd name="connsiteX82" fmla="*/ 1971689 w 4839107"/>
              <a:gd name="connsiteY82" fmla="*/ 421433 h 433131"/>
              <a:gd name="connsiteX83" fmla="*/ 1908095 w 4839107"/>
              <a:gd name="connsiteY83" fmla="*/ 433000 h 433131"/>
              <a:gd name="connsiteX84" fmla="*/ 1830836 w 4839107"/>
              <a:gd name="connsiteY84" fmla="*/ 413545 h 433131"/>
              <a:gd name="connsiteX85" fmla="*/ 1776984 w 4839107"/>
              <a:gd name="connsiteY85" fmla="*/ 360964 h 433131"/>
              <a:gd name="connsiteX86" fmla="*/ 1757228 w 4839107"/>
              <a:gd name="connsiteY86" fmla="*/ 287089 h 433131"/>
              <a:gd name="connsiteX87" fmla="*/ 1776984 w 4839107"/>
              <a:gd name="connsiteY87" fmla="*/ 214397 h 433131"/>
              <a:gd name="connsiteX88" fmla="*/ 1830429 w 4839107"/>
              <a:gd name="connsiteY88" fmla="*/ 162736 h 433131"/>
              <a:gd name="connsiteX89" fmla="*/ 1906742 w 4839107"/>
              <a:gd name="connsiteY89" fmla="*/ 143545 h 433131"/>
              <a:gd name="connsiteX90" fmla="*/ 1619216 w 4839107"/>
              <a:gd name="connsiteY90" fmla="*/ 143545 h 433131"/>
              <a:gd name="connsiteX91" fmla="*/ 1679427 w 4839107"/>
              <a:gd name="connsiteY91" fmla="*/ 155376 h 433131"/>
              <a:gd name="connsiteX92" fmla="*/ 1726785 w 4839107"/>
              <a:gd name="connsiteY92" fmla="*/ 188500 h 433131"/>
              <a:gd name="connsiteX93" fmla="*/ 1698777 w 4839107"/>
              <a:gd name="connsiteY93" fmla="*/ 216237 h 433131"/>
              <a:gd name="connsiteX94" fmla="*/ 1663461 w 4839107"/>
              <a:gd name="connsiteY94" fmla="*/ 191786 h 433131"/>
              <a:gd name="connsiteX95" fmla="*/ 1619081 w 4839107"/>
              <a:gd name="connsiteY95" fmla="*/ 183243 h 433131"/>
              <a:gd name="connsiteX96" fmla="*/ 1564958 w 4839107"/>
              <a:gd name="connsiteY96" fmla="*/ 196782 h 433131"/>
              <a:gd name="connsiteX97" fmla="*/ 1527884 w 4839107"/>
              <a:gd name="connsiteY97" fmla="*/ 233719 h 433131"/>
              <a:gd name="connsiteX98" fmla="*/ 1514489 w 4839107"/>
              <a:gd name="connsiteY98" fmla="*/ 287747 h 433131"/>
              <a:gd name="connsiteX99" fmla="*/ 1527884 w 4839107"/>
              <a:gd name="connsiteY99" fmla="*/ 341772 h 433131"/>
              <a:gd name="connsiteX100" fmla="*/ 1564958 w 4839107"/>
              <a:gd name="connsiteY100" fmla="*/ 379236 h 433131"/>
              <a:gd name="connsiteX101" fmla="*/ 1619081 w 4839107"/>
              <a:gd name="connsiteY101" fmla="*/ 392775 h 433131"/>
              <a:gd name="connsiteX102" fmla="*/ 1664137 w 4839107"/>
              <a:gd name="connsiteY102" fmla="*/ 384232 h 433131"/>
              <a:gd name="connsiteX103" fmla="*/ 1699453 w 4839107"/>
              <a:gd name="connsiteY103" fmla="*/ 359781 h 433131"/>
              <a:gd name="connsiteX104" fmla="*/ 1728002 w 4839107"/>
              <a:gd name="connsiteY104" fmla="*/ 387518 h 433131"/>
              <a:gd name="connsiteX105" fmla="*/ 1679697 w 4839107"/>
              <a:gd name="connsiteY105" fmla="*/ 421169 h 433131"/>
              <a:gd name="connsiteX106" fmla="*/ 1619216 w 4839107"/>
              <a:gd name="connsiteY106" fmla="*/ 433000 h 433131"/>
              <a:gd name="connsiteX107" fmla="*/ 1543579 w 4839107"/>
              <a:gd name="connsiteY107" fmla="*/ 413808 h 433131"/>
              <a:gd name="connsiteX108" fmla="*/ 1490134 w 4839107"/>
              <a:gd name="connsiteY108" fmla="*/ 361491 h 433131"/>
              <a:gd name="connsiteX109" fmla="*/ 1470378 w 4839107"/>
              <a:gd name="connsiteY109" fmla="*/ 287616 h 433131"/>
              <a:gd name="connsiteX110" fmla="*/ 1490134 w 4839107"/>
              <a:gd name="connsiteY110" fmla="*/ 214133 h 433131"/>
              <a:gd name="connsiteX111" fmla="*/ 1543579 w 4839107"/>
              <a:gd name="connsiteY111" fmla="*/ 162473 h 433131"/>
              <a:gd name="connsiteX112" fmla="*/ 1619216 w 4839107"/>
              <a:gd name="connsiteY112" fmla="*/ 143545 h 433131"/>
              <a:gd name="connsiteX113" fmla="*/ 1303002 w 4839107"/>
              <a:gd name="connsiteY113" fmla="*/ 143545 h 433131"/>
              <a:gd name="connsiteX114" fmla="*/ 1361321 w 4839107"/>
              <a:gd name="connsiteY114" fmla="*/ 158925 h 433131"/>
              <a:gd name="connsiteX115" fmla="*/ 1361456 w 4839107"/>
              <a:gd name="connsiteY115" fmla="*/ 159056 h 433131"/>
              <a:gd name="connsiteX116" fmla="*/ 1401235 w 4839107"/>
              <a:gd name="connsiteY116" fmla="*/ 200462 h 433131"/>
              <a:gd name="connsiteX117" fmla="*/ 1415578 w 4839107"/>
              <a:gd name="connsiteY117" fmla="*/ 257118 h 433131"/>
              <a:gd name="connsiteX118" fmla="*/ 1415578 w 4839107"/>
              <a:gd name="connsiteY118" fmla="*/ 427216 h 433131"/>
              <a:gd name="connsiteX119" fmla="*/ 1372416 w 4839107"/>
              <a:gd name="connsiteY119" fmla="*/ 427216 h 433131"/>
              <a:gd name="connsiteX120" fmla="*/ 1372416 w 4839107"/>
              <a:gd name="connsiteY120" fmla="*/ 264217 h 433131"/>
              <a:gd name="connsiteX121" fmla="*/ 1350225 w 4839107"/>
              <a:gd name="connsiteY121" fmla="*/ 204800 h 433131"/>
              <a:gd name="connsiteX122" fmla="*/ 1291502 w 4839107"/>
              <a:gd name="connsiteY122" fmla="*/ 182060 h 433131"/>
              <a:gd name="connsiteX123" fmla="*/ 1247663 w 4839107"/>
              <a:gd name="connsiteY123" fmla="*/ 192707 h 433131"/>
              <a:gd name="connsiteX124" fmla="*/ 1217896 w 4839107"/>
              <a:gd name="connsiteY124" fmla="*/ 221626 h 433131"/>
              <a:gd name="connsiteX125" fmla="*/ 1206936 w 4839107"/>
              <a:gd name="connsiteY125" fmla="*/ 263559 h 433131"/>
              <a:gd name="connsiteX126" fmla="*/ 1206936 w 4839107"/>
              <a:gd name="connsiteY126" fmla="*/ 427216 h 433131"/>
              <a:gd name="connsiteX127" fmla="*/ 1164449 w 4839107"/>
              <a:gd name="connsiteY127" fmla="*/ 427216 h 433131"/>
              <a:gd name="connsiteX128" fmla="*/ 1164449 w 4839107"/>
              <a:gd name="connsiteY128" fmla="*/ 149592 h 433131"/>
              <a:gd name="connsiteX129" fmla="*/ 1206936 w 4839107"/>
              <a:gd name="connsiteY129" fmla="*/ 149592 h 433131"/>
              <a:gd name="connsiteX130" fmla="*/ 1206936 w 4839107"/>
              <a:gd name="connsiteY130" fmla="*/ 190736 h 433131"/>
              <a:gd name="connsiteX131" fmla="*/ 1243739 w 4839107"/>
              <a:gd name="connsiteY131" fmla="*/ 157741 h 433131"/>
              <a:gd name="connsiteX132" fmla="*/ 1303002 w 4839107"/>
              <a:gd name="connsiteY132" fmla="*/ 143545 h 433131"/>
              <a:gd name="connsiteX133" fmla="*/ 971638 w 4839107"/>
              <a:gd name="connsiteY133" fmla="*/ 143545 h 433131"/>
              <a:gd name="connsiteX134" fmla="*/ 1040644 w 4839107"/>
              <a:gd name="connsiteY134" fmla="*/ 160633 h 433131"/>
              <a:gd name="connsiteX135" fmla="*/ 1040644 w 4839107"/>
              <a:gd name="connsiteY135" fmla="*/ 160502 h 433131"/>
              <a:gd name="connsiteX136" fmla="*/ 1088002 w 4839107"/>
              <a:gd name="connsiteY136" fmla="*/ 208088 h 433131"/>
              <a:gd name="connsiteX137" fmla="*/ 1105321 w 4839107"/>
              <a:gd name="connsiteY137" fmla="*/ 278019 h 433131"/>
              <a:gd name="connsiteX138" fmla="*/ 1104779 w 4839107"/>
              <a:gd name="connsiteY138" fmla="*/ 288929 h 433131"/>
              <a:gd name="connsiteX139" fmla="*/ 1102344 w 4839107"/>
              <a:gd name="connsiteY139" fmla="*/ 303389 h 433131"/>
              <a:gd name="connsiteX140" fmla="*/ 868264 w 4839107"/>
              <a:gd name="connsiteY140" fmla="*/ 303389 h 433131"/>
              <a:gd name="connsiteX141" fmla="*/ 880847 w 4839107"/>
              <a:gd name="connsiteY141" fmla="*/ 342430 h 433131"/>
              <a:gd name="connsiteX142" fmla="*/ 919139 w 4839107"/>
              <a:gd name="connsiteY142" fmla="*/ 380288 h 433131"/>
              <a:gd name="connsiteX143" fmla="*/ 975967 w 4839107"/>
              <a:gd name="connsiteY143" fmla="*/ 393827 h 433131"/>
              <a:gd name="connsiteX144" fmla="*/ 1024001 w 4839107"/>
              <a:gd name="connsiteY144" fmla="*/ 384626 h 433131"/>
              <a:gd name="connsiteX145" fmla="*/ 1061075 w 4839107"/>
              <a:gd name="connsiteY145" fmla="*/ 357153 h 433131"/>
              <a:gd name="connsiteX146" fmla="*/ 1088408 w 4839107"/>
              <a:gd name="connsiteY146" fmla="*/ 384363 h 433131"/>
              <a:gd name="connsiteX147" fmla="*/ 1038885 w 4839107"/>
              <a:gd name="connsiteY147" fmla="*/ 420117 h 433131"/>
              <a:gd name="connsiteX148" fmla="*/ 975291 w 4839107"/>
              <a:gd name="connsiteY148" fmla="*/ 432868 h 433131"/>
              <a:gd name="connsiteX149" fmla="*/ 898032 w 4839107"/>
              <a:gd name="connsiteY149" fmla="*/ 413939 h 433131"/>
              <a:gd name="connsiteX150" fmla="*/ 844179 w 4839107"/>
              <a:gd name="connsiteY150" fmla="*/ 362016 h 433131"/>
              <a:gd name="connsiteX151" fmla="*/ 824424 w 4839107"/>
              <a:gd name="connsiteY151" fmla="*/ 287616 h 433131"/>
              <a:gd name="connsiteX152" fmla="*/ 843908 w 4839107"/>
              <a:gd name="connsiteY152" fmla="*/ 214133 h 433131"/>
              <a:gd name="connsiteX153" fmla="*/ 896813 w 4839107"/>
              <a:gd name="connsiteY153" fmla="*/ 162473 h 433131"/>
              <a:gd name="connsiteX154" fmla="*/ 971638 w 4839107"/>
              <a:gd name="connsiteY154" fmla="*/ 143545 h 433131"/>
              <a:gd name="connsiteX155" fmla="*/ 147214 w 4839107"/>
              <a:gd name="connsiteY155" fmla="*/ 143545 h 433131"/>
              <a:gd name="connsiteX156" fmla="*/ 216220 w 4839107"/>
              <a:gd name="connsiteY156" fmla="*/ 160633 h 433131"/>
              <a:gd name="connsiteX157" fmla="*/ 216220 w 4839107"/>
              <a:gd name="connsiteY157" fmla="*/ 160502 h 433131"/>
              <a:gd name="connsiteX158" fmla="*/ 263577 w 4839107"/>
              <a:gd name="connsiteY158" fmla="*/ 208088 h 433131"/>
              <a:gd name="connsiteX159" fmla="*/ 280897 w 4839107"/>
              <a:gd name="connsiteY159" fmla="*/ 278019 h 433131"/>
              <a:gd name="connsiteX160" fmla="*/ 280355 w 4839107"/>
              <a:gd name="connsiteY160" fmla="*/ 288929 h 433131"/>
              <a:gd name="connsiteX161" fmla="*/ 277920 w 4839107"/>
              <a:gd name="connsiteY161" fmla="*/ 303389 h 433131"/>
              <a:gd name="connsiteX162" fmla="*/ 43840 w 4839107"/>
              <a:gd name="connsiteY162" fmla="*/ 303389 h 433131"/>
              <a:gd name="connsiteX163" fmla="*/ 56423 w 4839107"/>
              <a:gd name="connsiteY163" fmla="*/ 342430 h 433131"/>
              <a:gd name="connsiteX164" fmla="*/ 94715 w 4839107"/>
              <a:gd name="connsiteY164" fmla="*/ 380288 h 433131"/>
              <a:gd name="connsiteX165" fmla="*/ 151543 w 4839107"/>
              <a:gd name="connsiteY165" fmla="*/ 393827 h 433131"/>
              <a:gd name="connsiteX166" fmla="*/ 199577 w 4839107"/>
              <a:gd name="connsiteY166" fmla="*/ 384626 h 433131"/>
              <a:gd name="connsiteX167" fmla="*/ 236651 w 4839107"/>
              <a:gd name="connsiteY167" fmla="*/ 357153 h 433131"/>
              <a:gd name="connsiteX168" fmla="*/ 263984 w 4839107"/>
              <a:gd name="connsiteY168" fmla="*/ 384363 h 433131"/>
              <a:gd name="connsiteX169" fmla="*/ 214461 w 4839107"/>
              <a:gd name="connsiteY169" fmla="*/ 420117 h 433131"/>
              <a:gd name="connsiteX170" fmla="*/ 150867 w 4839107"/>
              <a:gd name="connsiteY170" fmla="*/ 432868 h 433131"/>
              <a:gd name="connsiteX171" fmla="*/ 73608 w 4839107"/>
              <a:gd name="connsiteY171" fmla="*/ 413939 h 433131"/>
              <a:gd name="connsiteX172" fmla="*/ 19755 w 4839107"/>
              <a:gd name="connsiteY172" fmla="*/ 362016 h 433131"/>
              <a:gd name="connsiteX173" fmla="*/ 0 w 4839107"/>
              <a:gd name="connsiteY173" fmla="*/ 287616 h 433131"/>
              <a:gd name="connsiteX174" fmla="*/ 19484 w 4839107"/>
              <a:gd name="connsiteY174" fmla="*/ 214133 h 433131"/>
              <a:gd name="connsiteX175" fmla="*/ 72389 w 4839107"/>
              <a:gd name="connsiteY175" fmla="*/ 162473 h 433131"/>
              <a:gd name="connsiteX176" fmla="*/ 147214 w 4839107"/>
              <a:gd name="connsiteY176" fmla="*/ 143545 h 433131"/>
              <a:gd name="connsiteX177" fmla="*/ 681810 w 4839107"/>
              <a:gd name="connsiteY177" fmla="*/ 143412 h 433131"/>
              <a:gd name="connsiteX178" fmla="*/ 740127 w 4839107"/>
              <a:gd name="connsiteY178" fmla="*/ 154586 h 433131"/>
              <a:gd name="connsiteX179" fmla="*/ 782073 w 4839107"/>
              <a:gd name="connsiteY179" fmla="*/ 187712 h 433131"/>
              <a:gd name="connsiteX180" fmla="*/ 754740 w 4839107"/>
              <a:gd name="connsiteY180" fmla="*/ 214264 h 433131"/>
              <a:gd name="connsiteX181" fmla="*/ 722808 w 4839107"/>
              <a:gd name="connsiteY181" fmla="*/ 189814 h 433131"/>
              <a:gd name="connsiteX182" fmla="*/ 679916 w 4839107"/>
              <a:gd name="connsiteY182" fmla="*/ 181271 h 433131"/>
              <a:gd name="connsiteX183" fmla="*/ 638242 w 4839107"/>
              <a:gd name="connsiteY183" fmla="*/ 191654 h 433131"/>
              <a:gd name="connsiteX184" fmla="*/ 638242 w 4839107"/>
              <a:gd name="connsiteY184" fmla="*/ 191786 h 433131"/>
              <a:gd name="connsiteX185" fmla="*/ 623899 w 4839107"/>
              <a:gd name="connsiteY185" fmla="*/ 218602 h 433131"/>
              <a:gd name="connsiteX186" fmla="*/ 635400 w 4839107"/>
              <a:gd name="connsiteY186" fmla="*/ 243709 h 433131"/>
              <a:gd name="connsiteX187" fmla="*/ 664897 w 4839107"/>
              <a:gd name="connsiteY187" fmla="*/ 258432 h 433131"/>
              <a:gd name="connsiteX188" fmla="*/ 702918 w 4839107"/>
              <a:gd name="connsiteY188" fmla="*/ 269605 h 433131"/>
              <a:gd name="connsiteX189" fmla="*/ 741210 w 4839107"/>
              <a:gd name="connsiteY189" fmla="*/ 284328 h 433131"/>
              <a:gd name="connsiteX190" fmla="*/ 770707 w 4839107"/>
              <a:gd name="connsiteY190" fmla="*/ 309173 h 433131"/>
              <a:gd name="connsiteX191" fmla="*/ 781937 w 4839107"/>
              <a:gd name="connsiteY191" fmla="*/ 351367 h 433131"/>
              <a:gd name="connsiteX192" fmla="*/ 754335 w 4839107"/>
              <a:gd name="connsiteY192" fmla="*/ 410784 h 433131"/>
              <a:gd name="connsiteX193" fmla="*/ 679240 w 4839107"/>
              <a:gd name="connsiteY193" fmla="*/ 432999 h 433131"/>
              <a:gd name="connsiteX194" fmla="*/ 634859 w 4839107"/>
              <a:gd name="connsiteY194" fmla="*/ 426821 h 433131"/>
              <a:gd name="connsiteX195" fmla="*/ 596296 w 4839107"/>
              <a:gd name="connsiteY195" fmla="*/ 409338 h 433131"/>
              <a:gd name="connsiteX196" fmla="*/ 566258 w 4839107"/>
              <a:gd name="connsiteY196" fmla="*/ 382784 h 433131"/>
              <a:gd name="connsiteX197" fmla="*/ 593591 w 4839107"/>
              <a:gd name="connsiteY197" fmla="*/ 355574 h 433131"/>
              <a:gd name="connsiteX198" fmla="*/ 632152 w 4839107"/>
              <a:gd name="connsiteY198" fmla="*/ 385413 h 433131"/>
              <a:gd name="connsiteX199" fmla="*/ 680457 w 4839107"/>
              <a:gd name="connsiteY199" fmla="*/ 395140 h 433131"/>
              <a:gd name="connsiteX200" fmla="*/ 725108 w 4839107"/>
              <a:gd name="connsiteY200" fmla="*/ 384494 h 433131"/>
              <a:gd name="connsiteX201" fmla="*/ 741210 w 4839107"/>
              <a:gd name="connsiteY201" fmla="*/ 354917 h 433131"/>
              <a:gd name="connsiteX202" fmla="*/ 729709 w 4839107"/>
              <a:gd name="connsiteY202" fmla="*/ 327180 h 433131"/>
              <a:gd name="connsiteX203" fmla="*/ 700212 w 4839107"/>
              <a:gd name="connsiteY203" fmla="*/ 311275 h 433131"/>
              <a:gd name="connsiteX204" fmla="*/ 662190 w 4839107"/>
              <a:gd name="connsiteY204" fmla="*/ 299707 h 433131"/>
              <a:gd name="connsiteX205" fmla="*/ 623899 w 4839107"/>
              <a:gd name="connsiteY205" fmla="*/ 285511 h 433131"/>
              <a:gd name="connsiteX206" fmla="*/ 594402 w 4839107"/>
              <a:gd name="connsiteY206" fmla="*/ 261587 h 433131"/>
              <a:gd name="connsiteX207" fmla="*/ 583172 w 4839107"/>
              <a:gd name="connsiteY207" fmla="*/ 221363 h 433131"/>
              <a:gd name="connsiteX208" fmla="*/ 595078 w 4839107"/>
              <a:gd name="connsiteY208" fmla="*/ 180350 h 433131"/>
              <a:gd name="connsiteX209" fmla="*/ 629176 w 4839107"/>
              <a:gd name="connsiteY209" fmla="*/ 153140 h 433131"/>
              <a:gd name="connsiteX210" fmla="*/ 681810 w 4839107"/>
              <a:gd name="connsiteY210" fmla="*/ 143412 h 433131"/>
              <a:gd name="connsiteX211" fmla="*/ 430005 w 4839107"/>
              <a:gd name="connsiteY211" fmla="*/ 143412 h 433131"/>
              <a:gd name="connsiteX212" fmla="*/ 488322 w 4839107"/>
              <a:gd name="connsiteY212" fmla="*/ 154586 h 433131"/>
              <a:gd name="connsiteX213" fmla="*/ 530267 w 4839107"/>
              <a:gd name="connsiteY213" fmla="*/ 187712 h 433131"/>
              <a:gd name="connsiteX214" fmla="*/ 502935 w 4839107"/>
              <a:gd name="connsiteY214" fmla="*/ 214264 h 433131"/>
              <a:gd name="connsiteX215" fmla="*/ 471003 w 4839107"/>
              <a:gd name="connsiteY215" fmla="*/ 189814 h 433131"/>
              <a:gd name="connsiteX216" fmla="*/ 428111 w 4839107"/>
              <a:gd name="connsiteY216" fmla="*/ 181271 h 433131"/>
              <a:gd name="connsiteX217" fmla="*/ 386437 w 4839107"/>
              <a:gd name="connsiteY217" fmla="*/ 191654 h 433131"/>
              <a:gd name="connsiteX218" fmla="*/ 386437 w 4839107"/>
              <a:gd name="connsiteY218" fmla="*/ 191786 h 433131"/>
              <a:gd name="connsiteX219" fmla="*/ 372094 w 4839107"/>
              <a:gd name="connsiteY219" fmla="*/ 218602 h 433131"/>
              <a:gd name="connsiteX220" fmla="*/ 383595 w 4839107"/>
              <a:gd name="connsiteY220" fmla="*/ 243709 h 433131"/>
              <a:gd name="connsiteX221" fmla="*/ 413092 w 4839107"/>
              <a:gd name="connsiteY221" fmla="*/ 258432 h 433131"/>
              <a:gd name="connsiteX222" fmla="*/ 451112 w 4839107"/>
              <a:gd name="connsiteY222" fmla="*/ 269605 h 433131"/>
              <a:gd name="connsiteX223" fmla="*/ 489405 w 4839107"/>
              <a:gd name="connsiteY223" fmla="*/ 284328 h 433131"/>
              <a:gd name="connsiteX224" fmla="*/ 518902 w 4839107"/>
              <a:gd name="connsiteY224" fmla="*/ 309173 h 433131"/>
              <a:gd name="connsiteX225" fmla="*/ 530132 w 4839107"/>
              <a:gd name="connsiteY225" fmla="*/ 351367 h 433131"/>
              <a:gd name="connsiteX226" fmla="*/ 502529 w 4839107"/>
              <a:gd name="connsiteY226" fmla="*/ 410784 h 433131"/>
              <a:gd name="connsiteX227" fmla="*/ 427435 w 4839107"/>
              <a:gd name="connsiteY227" fmla="*/ 432999 h 433131"/>
              <a:gd name="connsiteX228" fmla="*/ 383054 w 4839107"/>
              <a:gd name="connsiteY228" fmla="*/ 426821 h 433131"/>
              <a:gd name="connsiteX229" fmla="*/ 344491 w 4839107"/>
              <a:gd name="connsiteY229" fmla="*/ 409338 h 433131"/>
              <a:gd name="connsiteX230" fmla="*/ 314453 w 4839107"/>
              <a:gd name="connsiteY230" fmla="*/ 382784 h 433131"/>
              <a:gd name="connsiteX231" fmla="*/ 341785 w 4839107"/>
              <a:gd name="connsiteY231" fmla="*/ 355574 h 433131"/>
              <a:gd name="connsiteX232" fmla="*/ 380347 w 4839107"/>
              <a:gd name="connsiteY232" fmla="*/ 385413 h 433131"/>
              <a:gd name="connsiteX233" fmla="*/ 428651 w 4839107"/>
              <a:gd name="connsiteY233" fmla="*/ 395140 h 433131"/>
              <a:gd name="connsiteX234" fmla="*/ 473303 w 4839107"/>
              <a:gd name="connsiteY234" fmla="*/ 384494 h 433131"/>
              <a:gd name="connsiteX235" fmla="*/ 489405 w 4839107"/>
              <a:gd name="connsiteY235" fmla="*/ 354917 h 433131"/>
              <a:gd name="connsiteX236" fmla="*/ 477904 w 4839107"/>
              <a:gd name="connsiteY236" fmla="*/ 327180 h 433131"/>
              <a:gd name="connsiteX237" fmla="*/ 448407 w 4839107"/>
              <a:gd name="connsiteY237" fmla="*/ 311275 h 433131"/>
              <a:gd name="connsiteX238" fmla="*/ 410385 w 4839107"/>
              <a:gd name="connsiteY238" fmla="*/ 299707 h 433131"/>
              <a:gd name="connsiteX239" fmla="*/ 372094 w 4839107"/>
              <a:gd name="connsiteY239" fmla="*/ 285511 h 433131"/>
              <a:gd name="connsiteX240" fmla="*/ 342597 w 4839107"/>
              <a:gd name="connsiteY240" fmla="*/ 261587 h 433131"/>
              <a:gd name="connsiteX241" fmla="*/ 331366 w 4839107"/>
              <a:gd name="connsiteY241" fmla="*/ 221363 h 433131"/>
              <a:gd name="connsiteX242" fmla="*/ 343273 w 4839107"/>
              <a:gd name="connsiteY242" fmla="*/ 180350 h 433131"/>
              <a:gd name="connsiteX243" fmla="*/ 377371 w 4839107"/>
              <a:gd name="connsiteY243" fmla="*/ 153140 h 433131"/>
              <a:gd name="connsiteX244" fmla="*/ 430005 w 4839107"/>
              <a:gd name="connsiteY244" fmla="*/ 143412 h 433131"/>
              <a:gd name="connsiteX245" fmla="*/ 3265626 w 4839107"/>
              <a:gd name="connsiteY245" fmla="*/ 141704 h 433131"/>
              <a:gd name="connsiteX246" fmla="*/ 3345862 w 4839107"/>
              <a:gd name="connsiteY246" fmla="*/ 141704 h 433131"/>
              <a:gd name="connsiteX247" fmla="*/ 3345862 w 4839107"/>
              <a:gd name="connsiteY247" fmla="*/ 426953 h 433131"/>
              <a:gd name="connsiteX248" fmla="*/ 3265626 w 4839107"/>
              <a:gd name="connsiteY248" fmla="*/ 426953 h 433131"/>
              <a:gd name="connsiteX249" fmla="*/ 3533128 w 4839107"/>
              <a:gd name="connsiteY249" fmla="*/ 135921 h 433131"/>
              <a:gd name="connsiteX250" fmla="*/ 3589685 w 4839107"/>
              <a:gd name="connsiteY250" fmla="*/ 148277 h 433131"/>
              <a:gd name="connsiteX251" fmla="*/ 3618234 w 4839107"/>
              <a:gd name="connsiteY251" fmla="*/ 169178 h 433131"/>
              <a:gd name="connsiteX252" fmla="*/ 3618234 w 4839107"/>
              <a:gd name="connsiteY252" fmla="*/ 141704 h 433131"/>
              <a:gd name="connsiteX253" fmla="*/ 3697254 w 4839107"/>
              <a:gd name="connsiteY253" fmla="*/ 141704 h 433131"/>
              <a:gd name="connsiteX254" fmla="*/ 3697254 w 4839107"/>
              <a:gd name="connsiteY254" fmla="*/ 426953 h 433131"/>
              <a:gd name="connsiteX255" fmla="*/ 3618234 w 4839107"/>
              <a:gd name="connsiteY255" fmla="*/ 426953 h 433131"/>
              <a:gd name="connsiteX256" fmla="*/ 3618234 w 4839107"/>
              <a:gd name="connsiteY256" fmla="*/ 399086 h 433131"/>
              <a:gd name="connsiteX257" fmla="*/ 3589685 w 4839107"/>
              <a:gd name="connsiteY257" fmla="*/ 420117 h 433131"/>
              <a:gd name="connsiteX258" fmla="*/ 3533128 w 4839107"/>
              <a:gd name="connsiteY258" fmla="*/ 432868 h 433131"/>
              <a:gd name="connsiteX259" fmla="*/ 3460738 w 4839107"/>
              <a:gd name="connsiteY259" fmla="*/ 413414 h 433131"/>
              <a:gd name="connsiteX260" fmla="*/ 3410269 w 4839107"/>
              <a:gd name="connsiteY260" fmla="*/ 360308 h 433131"/>
              <a:gd name="connsiteX261" fmla="*/ 3392002 w 4839107"/>
              <a:gd name="connsiteY261" fmla="*/ 284724 h 433131"/>
              <a:gd name="connsiteX262" fmla="*/ 3410269 w 4839107"/>
              <a:gd name="connsiteY262" fmla="*/ 208482 h 433131"/>
              <a:gd name="connsiteX263" fmla="*/ 3460738 w 4839107"/>
              <a:gd name="connsiteY263" fmla="*/ 155376 h 433131"/>
              <a:gd name="connsiteX264" fmla="*/ 3533128 w 4839107"/>
              <a:gd name="connsiteY264" fmla="*/ 135921 h 433131"/>
              <a:gd name="connsiteX265" fmla="*/ 3900214 w 4839107"/>
              <a:gd name="connsiteY265" fmla="*/ 135394 h 433131"/>
              <a:gd name="connsiteX266" fmla="*/ 3964079 w 4839107"/>
              <a:gd name="connsiteY266" fmla="*/ 147750 h 433131"/>
              <a:gd name="connsiteX267" fmla="*/ 4014548 w 4839107"/>
              <a:gd name="connsiteY267" fmla="*/ 183242 h 433131"/>
              <a:gd name="connsiteX268" fmla="*/ 3963538 w 4839107"/>
              <a:gd name="connsiteY268" fmla="*/ 233456 h 433131"/>
              <a:gd name="connsiteX269" fmla="*/ 3935935 w 4839107"/>
              <a:gd name="connsiteY269" fmla="*/ 214528 h 433131"/>
              <a:gd name="connsiteX270" fmla="*/ 3900350 w 4839107"/>
              <a:gd name="connsiteY270" fmla="*/ 208086 h 433131"/>
              <a:gd name="connsiteX271" fmla="*/ 3861111 w 4839107"/>
              <a:gd name="connsiteY271" fmla="*/ 217814 h 433131"/>
              <a:gd name="connsiteX272" fmla="*/ 3833778 w 4839107"/>
              <a:gd name="connsiteY272" fmla="*/ 244366 h 433131"/>
              <a:gd name="connsiteX273" fmla="*/ 3823766 w 4839107"/>
              <a:gd name="connsiteY273" fmla="*/ 284197 h 433131"/>
              <a:gd name="connsiteX274" fmla="*/ 3833778 w 4839107"/>
              <a:gd name="connsiteY274" fmla="*/ 324026 h 433131"/>
              <a:gd name="connsiteX275" fmla="*/ 3861111 w 4839107"/>
              <a:gd name="connsiteY275" fmla="*/ 351236 h 433131"/>
              <a:gd name="connsiteX276" fmla="*/ 3900350 w 4839107"/>
              <a:gd name="connsiteY276" fmla="*/ 360964 h 433131"/>
              <a:gd name="connsiteX277" fmla="*/ 3936476 w 4839107"/>
              <a:gd name="connsiteY277" fmla="*/ 354128 h 433131"/>
              <a:gd name="connsiteX278" fmla="*/ 3936611 w 4839107"/>
              <a:gd name="connsiteY278" fmla="*/ 354392 h 433131"/>
              <a:gd name="connsiteX279" fmla="*/ 3964214 w 4839107"/>
              <a:gd name="connsiteY279" fmla="*/ 334542 h 433131"/>
              <a:gd name="connsiteX280" fmla="*/ 4015901 w 4839107"/>
              <a:gd name="connsiteY280" fmla="*/ 384757 h 433131"/>
              <a:gd name="connsiteX281" fmla="*/ 3964214 w 4839107"/>
              <a:gd name="connsiteY281" fmla="*/ 420774 h 433131"/>
              <a:gd name="connsiteX282" fmla="*/ 3900350 w 4839107"/>
              <a:gd name="connsiteY282" fmla="*/ 433131 h 433131"/>
              <a:gd name="connsiteX283" fmla="*/ 3819435 w 4839107"/>
              <a:gd name="connsiteY283" fmla="*/ 413676 h 433131"/>
              <a:gd name="connsiteX284" fmla="*/ 3762878 w 4839107"/>
              <a:gd name="connsiteY284" fmla="*/ 360570 h 433131"/>
              <a:gd name="connsiteX285" fmla="*/ 3742176 w 4839107"/>
              <a:gd name="connsiteY285" fmla="*/ 284986 h 433131"/>
              <a:gd name="connsiteX286" fmla="*/ 3762878 w 4839107"/>
              <a:gd name="connsiteY286" fmla="*/ 208744 h 433131"/>
              <a:gd name="connsiteX287" fmla="*/ 3819707 w 4839107"/>
              <a:gd name="connsiteY287" fmla="*/ 155243 h 433131"/>
              <a:gd name="connsiteX288" fmla="*/ 3900214 w 4839107"/>
              <a:gd name="connsiteY288" fmla="*/ 135394 h 433131"/>
              <a:gd name="connsiteX289" fmla="*/ 4512478 w 4839107"/>
              <a:gd name="connsiteY289" fmla="*/ 135263 h 433131"/>
              <a:gd name="connsiteX290" fmla="*/ 4579049 w 4839107"/>
              <a:gd name="connsiteY290" fmla="*/ 151826 h 433131"/>
              <a:gd name="connsiteX291" fmla="*/ 4609763 w 4839107"/>
              <a:gd name="connsiteY291" fmla="*/ 179299 h 433131"/>
              <a:gd name="connsiteX292" fmla="*/ 4640206 w 4839107"/>
              <a:gd name="connsiteY292" fmla="*/ 151826 h 433131"/>
              <a:gd name="connsiteX293" fmla="*/ 4707048 w 4839107"/>
              <a:gd name="connsiteY293" fmla="*/ 135263 h 433131"/>
              <a:gd name="connsiteX294" fmla="*/ 4776730 w 4839107"/>
              <a:gd name="connsiteY294" fmla="*/ 151563 h 433131"/>
              <a:gd name="connsiteX295" fmla="*/ 4822600 w 4839107"/>
              <a:gd name="connsiteY295" fmla="*/ 196124 h 433131"/>
              <a:gd name="connsiteX296" fmla="*/ 4822735 w 4839107"/>
              <a:gd name="connsiteY296" fmla="*/ 195993 h 433131"/>
              <a:gd name="connsiteX297" fmla="*/ 4839107 w 4839107"/>
              <a:gd name="connsiteY297" fmla="*/ 261587 h 433131"/>
              <a:gd name="connsiteX298" fmla="*/ 4839107 w 4839107"/>
              <a:gd name="connsiteY298" fmla="*/ 426953 h 433131"/>
              <a:gd name="connsiteX299" fmla="*/ 4758871 w 4839107"/>
              <a:gd name="connsiteY299" fmla="*/ 426953 h 433131"/>
              <a:gd name="connsiteX300" fmla="*/ 4758871 w 4839107"/>
              <a:gd name="connsiteY300" fmla="*/ 267503 h 433131"/>
              <a:gd name="connsiteX301" fmla="*/ 4744935 w 4839107"/>
              <a:gd name="connsiteY301" fmla="*/ 222678 h 433131"/>
              <a:gd name="connsiteX302" fmla="*/ 4704207 w 4839107"/>
              <a:gd name="connsiteY302" fmla="*/ 206773 h 433131"/>
              <a:gd name="connsiteX303" fmla="*/ 4664020 w 4839107"/>
              <a:gd name="connsiteY303" fmla="*/ 222415 h 433131"/>
              <a:gd name="connsiteX304" fmla="*/ 4650085 w 4839107"/>
              <a:gd name="connsiteY304" fmla="*/ 267634 h 433131"/>
              <a:gd name="connsiteX305" fmla="*/ 4650085 w 4839107"/>
              <a:gd name="connsiteY305" fmla="*/ 427084 h 433131"/>
              <a:gd name="connsiteX306" fmla="*/ 4569848 w 4839107"/>
              <a:gd name="connsiteY306" fmla="*/ 427084 h 433131"/>
              <a:gd name="connsiteX307" fmla="*/ 4569848 w 4839107"/>
              <a:gd name="connsiteY307" fmla="*/ 267634 h 433131"/>
              <a:gd name="connsiteX308" fmla="*/ 4555910 w 4839107"/>
              <a:gd name="connsiteY308" fmla="*/ 222415 h 433131"/>
              <a:gd name="connsiteX309" fmla="*/ 4515183 w 4839107"/>
              <a:gd name="connsiteY309" fmla="*/ 206773 h 433131"/>
              <a:gd name="connsiteX310" fmla="*/ 4474727 w 4839107"/>
              <a:gd name="connsiteY310" fmla="*/ 222415 h 433131"/>
              <a:gd name="connsiteX311" fmla="*/ 4460384 w 4839107"/>
              <a:gd name="connsiteY311" fmla="*/ 267634 h 433131"/>
              <a:gd name="connsiteX312" fmla="*/ 4460384 w 4839107"/>
              <a:gd name="connsiteY312" fmla="*/ 427084 h 433131"/>
              <a:gd name="connsiteX313" fmla="*/ 4380688 w 4839107"/>
              <a:gd name="connsiteY313" fmla="*/ 427084 h 433131"/>
              <a:gd name="connsiteX314" fmla="*/ 4380688 w 4839107"/>
              <a:gd name="connsiteY314" fmla="*/ 261719 h 433131"/>
              <a:gd name="connsiteX315" fmla="*/ 4397061 w 4839107"/>
              <a:gd name="connsiteY315" fmla="*/ 196124 h 433131"/>
              <a:gd name="connsiteX316" fmla="*/ 4443201 w 4839107"/>
              <a:gd name="connsiteY316" fmla="*/ 151563 h 433131"/>
              <a:gd name="connsiteX317" fmla="*/ 4512478 w 4839107"/>
              <a:gd name="connsiteY317" fmla="*/ 135263 h 433131"/>
              <a:gd name="connsiteX318" fmla="*/ 4185441 w 4839107"/>
              <a:gd name="connsiteY318" fmla="*/ 135131 h 433131"/>
              <a:gd name="connsiteX319" fmla="*/ 4265948 w 4839107"/>
              <a:gd name="connsiteY319" fmla="*/ 154980 h 433131"/>
              <a:gd name="connsiteX320" fmla="*/ 4322237 w 4839107"/>
              <a:gd name="connsiteY320" fmla="*/ 208086 h 433131"/>
              <a:gd name="connsiteX321" fmla="*/ 4342938 w 4839107"/>
              <a:gd name="connsiteY321" fmla="*/ 283407 h 433131"/>
              <a:gd name="connsiteX322" fmla="*/ 4322237 w 4839107"/>
              <a:gd name="connsiteY322" fmla="*/ 359255 h 433131"/>
              <a:gd name="connsiteX323" fmla="*/ 4265948 w 4839107"/>
              <a:gd name="connsiteY323" fmla="*/ 413019 h 433131"/>
              <a:gd name="connsiteX324" fmla="*/ 4185981 w 4839107"/>
              <a:gd name="connsiteY324" fmla="*/ 432868 h 433131"/>
              <a:gd name="connsiteX325" fmla="*/ 4106017 w 4839107"/>
              <a:gd name="connsiteY325" fmla="*/ 413019 h 433131"/>
              <a:gd name="connsiteX326" fmla="*/ 4049457 w 4839107"/>
              <a:gd name="connsiteY326" fmla="*/ 359255 h 433131"/>
              <a:gd name="connsiteX327" fmla="*/ 4028485 w 4839107"/>
              <a:gd name="connsiteY327" fmla="*/ 283407 h 433131"/>
              <a:gd name="connsiteX328" fmla="*/ 4049187 w 4839107"/>
              <a:gd name="connsiteY328" fmla="*/ 208086 h 433131"/>
              <a:gd name="connsiteX329" fmla="*/ 4105745 w 4839107"/>
              <a:gd name="connsiteY329" fmla="*/ 154980 h 433131"/>
              <a:gd name="connsiteX330" fmla="*/ 4185441 w 4839107"/>
              <a:gd name="connsiteY330" fmla="*/ 135131 h 433131"/>
              <a:gd name="connsiteX331" fmla="*/ 2712764 w 4839107"/>
              <a:gd name="connsiteY331" fmla="*/ 135131 h 433131"/>
              <a:gd name="connsiteX332" fmla="*/ 2787859 w 4839107"/>
              <a:gd name="connsiteY332" fmla="*/ 153797 h 433131"/>
              <a:gd name="connsiteX333" fmla="*/ 2787994 w 4839107"/>
              <a:gd name="connsiteY333" fmla="*/ 153665 h 433131"/>
              <a:gd name="connsiteX334" fmla="*/ 2839005 w 4839107"/>
              <a:gd name="connsiteY334" fmla="*/ 204406 h 433131"/>
              <a:gd name="connsiteX335" fmla="*/ 2857542 w 4839107"/>
              <a:gd name="connsiteY335" fmla="*/ 277360 h 433131"/>
              <a:gd name="connsiteX336" fmla="*/ 2856595 w 4839107"/>
              <a:gd name="connsiteY336" fmla="*/ 293004 h 433131"/>
              <a:gd name="connsiteX337" fmla="*/ 2853212 w 4839107"/>
              <a:gd name="connsiteY337" fmla="*/ 311013 h 433131"/>
              <a:gd name="connsiteX338" fmla="*/ 2638751 w 4839107"/>
              <a:gd name="connsiteY338" fmla="*/ 311538 h 433131"/>
              <a:gd name="connsiteX339" fmla="*/ 2644976 w 4839107"/>
              <a:gd name="connsiteY339" fmla="*/ 327838 h 433131"/>
              <a:gd name="connsiteX340" fmla="*/ 2673796 w 4839107"/>
              <a:gd name="connsiteY340" fmla="*/ 357415 h 433131"/>
              <a:gd name="connsiteX341" fmla="*/ 2717500 w 4839107"/>
              <a:gd name="connsiteY341" fmla="*/ 367800 h 433131"/>
              <a:gd name="connsiteX342" fmla="*/ 2758226 w 4839107"/>
              <a:gd name="connsiteY342" fmla="*/ 360437 h 433131"/>
              <a:gd name="connsiteX343" fmla="*/ 2789888 w 4839107"/>
              <a:gd name="connsiteY343" fmla="*/ 338223 h 433131"/>
              <a:gd name="connsiteX344" fmla="*/ 2836704 w 4839107"/>
              <a:gd name="connsiteY344" fmla="*/ 383705 h 433131"/>
              <a:gd name="connsiteX345" fmla="*/ 2784748 w 4839107"/>
              <a:gd name="connsiteY345" fmla="*/ 420379 h 433131"/>
              <a:gd name="connsiteX346" fmla="*/ 2718176 w 4839107"/>
              <a:gd name="connsiteY346" fmla="*/ 432735 h 433131"/>
              <a:gd name="connsiteX347" fmla="*/ 2636045 w 4839107"/>
              <a:gd name="connsiteY347" fmla="*/ 413544 h 433131"/>
              <a:gd name="connsiteX348" fmla="*/ 2579216 w 4839107"/>
              <a:gd name="connsiteY348" fmla="*/ 360701 h 433131"/>
              <a:gd name="connsiteX349" fmla="*/ 2558244 w 4839107"/>
              <a:gd name="connsiteY349" fmla="*/ 283934 h 433131"/>
              <a:gd name="connsiteX350" fmla="*/ 2578675 w 4839107"/>
              <a:gd name="connsiteY350" fmla="*/ 208086 h 433131"/>
              <a:gd name="connsiteX351" fmla="*/ 2634286 w 4839107"/>
              <a:gd name="connsiteY351" fmla="*/ 154980 h 433131"/>
              <a:gd name="connsiteX352" fmla="*/ 2712764 w 4839107"/>
              <a:gd name="connsiteY352" fmla="*/ 135131 h 433131"/>
              <a:gd name="connsiteX353" fmla="*/ 2194810 w 4839107"/>
              <a:gd name="connsiteY353" fmla="*/ 135131 h 433131"/>
              <a:gd name="connsiteX354" fmla="*/ 2261380 w 4839107"/>
              <a:gd name="connsiteY354" fmla="*/ 151694 h 433131"/>
              <a:gd name="connsiteX355" fmla="*/ 2292095 w 4839107"/>
              <a:gd name="connsiteY355" fmla="*/ 179167 h 433131"/>
              <a:gd name="connsiteX356" fmla="*/ 2322539 w 4839107"/>
              <a:gd name="connsiteY356" fmla="*/ 151694 h 433131"/>
              <a:gd name="connsiteX357" fmla="*/ 2389381 w 4839107"/>
              <a:gd name="connsiteY357" fmla="*/ 135131 h 433131"/>
              <a:gd name="connsiteX358" fmla="*/ 2459063 w 4839107"/>
              <a:gd name="connsiteY358" fmla="*/ 151430 h 433131"/>
              <a:gd name="connsiteX359" fmla="*/ 2459199 w 4839107"/>
              <a:gd name="connsiteY359" fmla="*/ 151300 h 433131"/>
              <a:gd name="connsiteX360" fmla="*/ 2505068 w 4839107"/>
              <a:gd name="connsiteY360" fmla="*/ 195861 h 433131"/>
              <a:gd name="connsiteX361" fmla="*/ 2521440 w 4839107"/>
              <a:gd name="connsiteY361" fmla="*/ 261454 h 433131"/>
              <a:gd name="connsiteX362" fmla="*/ 2521440 w 4839107"/>
              <a:gd name="connsiteY362" fmla="*/ 426821 h 433131"/>
              <a:gd name="connsiteX363" fmla="*/ 2441203 w 4839107"/>
              <a:gd name="connsiteY363" fmla="*/ 426821 h 433131"/>
              <a:gd name="connsiteX364" fmla="*/ 2441203 w 4839107"/>
              <a:gd name="connsiteY364" fmla="*/ 267371 h 433131"/>
              <a:gd name="connsiteX365" fmla="*/ 2427266 w 4839107"/>
              <a:gd name="connsiteY365" fmla="*/ 222546 h 433131"/>
              <a:gd name="connsiteX366" fmla="*/ 2386540 w 4839107"/>
              <a:gd name="connsiteY366" fmla="*/ 206640 h 433131"/>
              <a:gd name="connsiteX367" fmla="*/ 2346353 w 4839107"/>
              <a:gd name="connsiteY367" fmla="*/ 222283 h 433131"/>
              <a:gd name="connsiteX368" fmla="*/ 2332416 w 4839107"/>
              <a:gd name="connsiteY368" fmla="*/ 267502 h 433131"/>
              <a:gd name="connsiteX369" fmla="*/ 2332416 w 4839107"/>
              <a:gd name="connsiteY369" fmla="*/ 426952 h 433131"/>
              <a:gd name="connsiteX370" fmla="*/ 2252179 w 4839107"/>
              <a:gd name="connsiteY370" fmla="*/ 426952 h 433131"/>
              <a:gd name="connsiteX371" fmla="*/ 2252179 w 4839107"/>
              <a:gd name="connsiteY371" fmla="*/ 267502 h 433131"/>
              <a:gd name="connsiteX372" fmla="*/ 2238243 w 4839107"/>
              <a:gd name="connsiteY372" fmla="*/ 222283 h 433131"/>
              <a:gd name="connsiteX373" fmla="*/ 2197516 w 4839107"/>
              <a:gd name="connsiteY373" fmla="*/ 206640 h 433131"/>
              <a:gd name="connsiteX374" fmla="*/ 2157059 w 4839107"/>
              <a:gd name="connsiteY374" fmla="*/ 222283 h 433131"/>
              <a:gd name="connsiteX375" fmla="*/ 2142717 w 4839107"/>
              <a:gd name="connsiteY375" fmla="*/ 267502 h 433131"/>
              <a:gd name="connsiteX376" fmla="*/ 2142717 w 4839107"/>
              <a:gd name="connsiteY376" fmla="*/ 426952 h 433131"/>
              <a:gd name="connsiteX377" fmla="*/ 2063021 w 4839107"/>
              <a:gd name="connsiteY377" fmla="*/ 426952 h 433131"/>
              <a:gd name="connsiteX378" fmla="*/ 2063021 w 4839107"/>
              <a:gd name="connsiteY378" fmla="*/ 261587 h 433131"/>
              <a:gd name="connsiteX379" fmla="*/ 2079394 w 4839107"/>
              <a:gd name="connsiteY379" fmla="*/ 195992 h 433131"/>
              <a:gd name="connsiteX380" fmla="*/ 2125533 w 4839107"/>
              <a:gd name="connsiteY380" fmla="*/ 151430 h 433131"/>
              <a:gd name="connsiteX381" fmla="*/ 2194810 w 4839107"/>
              <a:gd name="connsiteY381" fmla="*/ 135131 h 433131"/>
              <a:gd name="connsiteX382" fmla="*/ 3305677 w 4839107"/>
              <a:gd name="connsiteY382" fmla="*/ 7098 h 433131"/>
              <a:gd name="connsiteX383" fmla="*/ 3338152 w 4839107"/>
              <a:gd name="connsiteY383" fmla="*/ 20111 h 433131"/>
              <a:gd name="connsiteX384" fmla="*/ 3350599 w 4839107"/>
              <a:gd name="connsiteY384" fmla="*/ 51397 h 433131"/>
              <a:gd name="connsiteX385" fmla="*/ 3338152 w 4839107"/>
              <a:gd name="connsiteY385" fmla="*/ 82945 h 433131"/>
              <a:gd name="connsiteX386" fmla="*/ 3305677 w 4839107"/>
              <a:gd name="connsiteY386" fmla="*/ 95695 h 433131"/>
              <a:gd name="connsiteX387" fmla="*/ 3273475 w 4839107"/>
              <a:gd name="connsiteY387" fmla="*/ 82945 h 433131"/>
              <a:gd name="connsiteX388" fmla="*/ 3260756 w 4839107"/>
              <a:gd name="connsiteY388" fmla="*/ 51397 h 433131"/>
              <a:gd name="connsiteX389" fmla="*/ 3273475 w 4839107"/>
              <a:gd name="connsiteY389" fmla="*/ 20111 h 433131"/>
              <a:gd name="connsiteX390" fmla="*/ 3305677 w 4839107"/>
              <a:gd name="connsiteY390" fmla="*/ 7098 h 433131"/>
              <a:gd name="connsiteX391" fmla="*/ 3121525 w 4839107"/>
              <a:gd name="connsiteY391" fmla="*/ 0 h 433131"/>
              <a:gd name="connsiteX392" fmla="*/ 3201221 w 4839107"/>
              <a:gd name="connsiteY392" fmla="*/ 0 h 433131"/>
              <a:gd name="connsiteX393" fmla="*/ 3201221 w 4839107"/>
              <a:gd name="connsiteY393" fmla="*/ 426953 h 433131"/>
              <a:gd name="connsiteX394" fmla="*/ 3122201 w 4839107"/>
              <a:gd name="connsiteY394" fmla="*/ 426953 h 433131"/>
              <a:gd name="connsiteX395" fmla="*/ 3122201 w 4839107"/>
              <a:gd name="connsiteY395" fmla="*/ 400795 h 433131"/>
              <a:gd name="connsiteX396" fmla="*/ 3095411 w 4839107"/>
              <a:gd name="connsiteY396" fmla="*/ 419854 h 433131"/>
              <a:gd name="connsiteX397" fmla="*/ 3038311 w 4839107"/>
              <a:gd name="connsiteY397" fmla="*/ 432868 h 433131"/>
              <a:gd name="connsiteX398" fmla="*/ 2965381 w 4839107"/>
              <a:gd name="connsiteY398" fmla="*/ 413414 h 433131"/>
              <a:gd name="connsiteX399" fmla="*/ 2914641 w 4839107"/>
              <a:gd name="connsiteY399" fmla="*/ 360308 h 433131"/>
              <a:gd name="connsiteX400" fmla="*/ 2896104 w 4839107"/>
              <a:gd name="connsiteY400" fmla="*/ 284724 h 433131"/>
              <a:gd name="connsiteX401" fmla="*/ 2914641 w 4839107"/>
              <a:gd name="connsiteY401" fmla="*/ 208482 h 433131"/>
              <a:gd name="connsiteX402" fmla="*/ 2965110 w 4839107"/>
              <a:gd name="connsiteY402" fmla="*/ 155376 h 433131"/>
              <a:gd name="connsiteX403" fmla="*/ 3038311 w 4839107"/>
              <a:gd name="connsiteY403" fmla="*/ 135921 h 433131"/>
              <a:gd name="connsiteX404" fmla="*/ 3095140 w 4839107"/>
              <a:gd name="connsiteY404" fmla="*/ 148277 h 433131"/>
              <a:gd name="connsiteX405" fmla="*/ 3121525 w 4839107"/>
              <a:gd name="connsiteY405" fmla="*/ 166680 h 433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</a:cxnLst>
            <a:rect l="l" t="t" r="r" b="b"/>
            <a:pathLst>
              <a:path w="4839107" h="433131">
                <a:moveTo>
                  <a:pt x="4185441" y="207954"/>
                </a:moveTo>
                <a:cubicBezTo>
                  <a:pt x="4170827" y="207954"/>
                  <a:pt x="4157838" y="211241"/>
                  <a:pt x="4146472" y="217681"/>
                </a:cubicBezTo>
                <a:cubicBezTo>
                  <a:pt x="4135107" y="224123"/>
                  <a:pt x="4126176" y="233062"/>
                  <a:pt x="4119682" y="244499"/>
                </a:cubicBezTo>
                <a:cubicBezTo>
                  <a:pt x="4113188" y="255934"/>
                  <a:pt x="4109940" y="269080"/>
                  <a:pt x="4109940" y="284065"/>
                </a:cubicBezTo>
                <a:cubicBezTo>
                  <a:pt x="4109940" y="299050"/>
                  <a:pt x="4113188" y="312326"/>
                  <a:pt x="4119682" y="323894"/>
                </a:cubicBezTo>
                <a:cubicBezTo>
                  <a:pt x="4126176" y="335594"/>
                  <a:pt x="4135107" y="344664"/>
                  <a:pt x="4146472" y="351104"/>
                </a:cubicBezTo>
                <a:cubicBezTo>
                  <a:pt x="4157838" y="357545"/>
                  <a:pt x="4170422" y="360832"/>
                  <a:pt x="4185441" y="360832"/>
                </a:cubicBezTo>
                <a:cubicBezTo>
                  <a:pt x="4200460" y="360832"/>
                  <a:pt x="4213720" y="357545"/>
                  <a:pt x="4225222" y="351104"/>
                </a:cubicBezTo>
                <a:cubicBezTo>
                  <a:pt x="4236858" y="344532"/>
                  <a:pt x="4245788" y="335462"/>
                  <a:pt x="4252012" y="323894"/>
                </a:cubicBezTo>
                <a:cubicBezTo>
                  <a:pt x="4258371" y="312326"/>
                  <a:pt x="4261483" y="299050"/>
                  <a:pt x="4261483" y="284065"/>
                </a:cubicBezTo>
                <a:cubicBezTo>
                  <a:pt x="4261483" y="269080"/>
                  <a:pt x="4258236" y="255934"/>
                  <a:pt x="4251742" y="244499"/>
                </a:cubicBezTo>
                <a:cubicBezTo>
                  <a:pt x="4245246" y="233193"/>
                  <a:pt x="4236316" y="224123"/>
                  <a:pt x="4224950" y="217681"/>
                </a:cubicBezTo>
                <a:cubicBezTo>
                  <a:pt x="4213584" y="211241"/>
                  <a:pt x="4200054" y="207954"/>
                  <a:pt x="4185441" y="207954"/>
                </a:cubicBezTo>
                <a:close/>
                <a:moveTo>
                  <a:pt x="3547741" y="207298"/>
                </a:moveTo>
                <a:cubicBezTo>
                  <a:pt x="3533263" y="207298"/>
                  <a:pt x="3520273" y="210585"/>
                  <a:pt x="3509178" y="217025"/>
                </a:cubicBezTo>
                <a:cubicBezTo>
                  <a:pt x="3498083" y="223599"/>
                  <a:pt x="3489288" y="232669"/>
                  <a:pt x="3483064" y="244237"/>
                </a:cubicBezTo>
                <a:cubicBezTo>
                  <a:pt x="3476705" y="255804"/>
                  <a:pt x="3473593" y="268686"/>
                  <a:pt x="3473593" y="284066"/>
                </a:cubicBezTo>
                <a:cubicBezTo>
                  <a:pt x="3473593" y="299445"/>
                  <a:pt x="3476840" y="312985"/>
                  <a:pt x="3483064" y="324553"/>
                </a:cubicBezTo>
                <a:cubicBezTo>
                  <a:pt x="3489288" y="336252"/>
                  <a:pt x="3498083" y="345322"/>
                  <a:pt x="3509178" y="351763"/>
                </a:cubicBezTo>
                <a:cubicBezTo>
                  <a:pt x="3520273" y="358204"/>
                  <a:pt x="3533128" y="361491"/>
                  <a:pt x="3547741" y="361491"/>
                </a:cubicBezTo>
                <a:cubicBezTo>
                  <a:pt x="3570067" y="361491"/>
                  <a:pt x="3588061" y="354261"/>
                  <a:pt x="3601863" y="339932"/>
                </a:cubicBezTo>
                <a:cubicBezTo>
                  <a:pt x="3615664" y="325472"/>
                  <a:pt x="3622565" y="306938"/>
                  <a:pt x="3622565" y="284066"/>
                </a:cubicBezTo>
                <a:cubicBezTo>
                  <a:pt x="3622565" y="269080"/>
                  <a:pt x="3619318" y="255804"/>
                  <a:pt x="3613094" y="244237"/>
                </a:cubicBezTo>
                <a:cubicBezTo>
                  <a:pt x="3606869" y="232537"/>
                  <a:pt x="3598075" y="223467"/>
                  <a:pt x="3586980" y="217025"/>
                </a:cubicBezTo>
                <a:cubicBezTo>
                  <a:pt x="3575749" y="210585"/>
                  <a:pt x="3562219" y="207298"/>
                  <a:pt x="3547741" y="207298"/>
                </a:cubicBezTo>
                <a:close/>
                <a:moveTo>
                  <a:pt x="3052248" y="207298"/>
                </a:moveTo>
                <a:cubicBezTo>
                  <a:pt x="3037229" y="207298"/>
                  <a:pt x="3024104" y="210585"/>
                  <a:pt x="3013009" y="217289"/>
                </a:cubicBezTo>
                <a:cubicBezTo>
                  <a:pt x="3001914" y="223993"/>
                  <a:pt x="2993119" y="233063"/>
                  <a:pt x="2986895" y="244499"/>
                </a:cubicBezTo>
                <a:cubicBezTo>
                  <a:pt x="2980535" y="255935"/>
                  <a:pt x="2977424" y="268686"/>
                  <a:pt x="2977424" y="284066"/>
                </a:cubicBezTo>
                <a:cubicBezTo>
                  <a:pt x="2977424" y="299445"/>
                  <a:pt x="2980670" y="312985"/>
                  <a:pt x="2986895" y="324553"/>
                </a:cubicBezTo>
                <a:cubicBezTo>
                  <a:pt x="2993119" y="336252"/>
                  <a:pt x="3001914" y="345322"/>
                  <a:pt x="3013280" y="351763"/>
                </a:cubicBezTo>
                <a:cubicBezTo>
                  <a:pt x="3024645" y="358204"/>
                  <a:pt x="3037364" y="361491"/>
                  <a:pt x="3051572" y="361491"/>
                </a:cubicBezTo>
                <a:cubicBezTo>
                  <a:pt x="3066591" y="361491"/>
                  <a:pt x="3079716" y="358204"/>
                  <a:pt x="3090811" y="351763"/>
                </a:cubicBezTo>
                <a:cubicBezTo>
                  <a:pt x="3101906" y="345191"/>
                  <a:pt x="3110700" y="336121"/>
                  <a:pt x="3116925" y="324553"/>
                </a:cubicBezTo>
                <a:cubicBezTo>
                  <a:pt x="3123284" y="312853"/>
                  <a:pt x="3126396" y="299051"/>
                  <a:pt x="3126396" y="284066"/>
                </a:cubicBezTo>
                <a:cubicBezTo>
                  <a:pt x="3126396" y="269080"/>
                  <a:pt x="3123149" y="255804"/>
                  <a:pt x="3116925" y="244237"/>
                </a:cubicBezTo>
                <a:cubicBezTo>
                  <a:pt x="3110700" y="232537"/>
                  <a:pt x="3101906" y="223467"/>
                  <a:pt x="3090811" y="217025"/>
                </a:cubicBezTo>
                <a:cubicBezTo>
                  <a:pt x="3079716" y="210585"/>
                  <a:pt x="3067267" y="207298"/>
                  <a:pt x="3052248" y="207298"/>
                </a:cubicBezTo>
                <a:close/>
                <a:moveTo>
                  <a:pt x="2712899" y="199541"/>
                </a:moveTo>
                <a:cubicBezTo>
                  <a:pt x="2697069" y="199541"/>
                  <a:pt x="2683267" y="203091"/>
                  <a:pt x="2671496" y="209926"/>
                </a:cubicBezTo>
                <a:cubicBezTo>
                  <a:pt x="2659723" y="216762"/>
                  <a:pt x="2650659" y="226490"/>
                  <a:pt x="2644434" y="238846"/>
                </a:cubicBezTo>
                <a:cubicBezTo>
                  <a:pt x="2642134" y="243447"/>
                  <a:pt x="2640375" y="248573"/>
                  <a:pt x="2638886" y="253830"/>
                </a:cubicBezTo>
                <a:lnTo>
                  <a:pt x="2780822" y="253436"/>
                </a:lnTo>
                <a:cubicBezTo>
                  <a:pt x="2779335" y="246733"/>
                  <a:pt x="2777171" y="240555"/>
                  <a:pt x="2774599" y="235033"/>
                </a:cubicBezTo>
                <a:cubicBezTo>
                  <a:pt x="2769186" y="223598"/>
                  <a:pt x="2761204" y="214789"/>
                  <a:pt x="2750920" y="208744"/>
                </a:cubicBezTo>
                <a:cubicBezTo>
                  <a:pt x="2740502" y="202566"/>
                  <a:pt x="2727918" y="199541"/>
                  <a:pt x="2712899" y="199541"/>
                </a:cubicBezTo>
                <a:close/>
                <a:moveTo>
                  <a:pt x="1907284" y="182060"/>
                </a:moveTo>
                <a:cubicBezTo>
                  <a:pt x="1886311" y="182060"/>
                  <a:pt x="1867638" y="186529"/>
                  <a:pt x="1851403" y="195599"/>
                </a:cubicBezTo>
                <a:cubicBezTo>
                  <a:pt x="1835165" y="204669"/>
                  <a:pt x="1822446" y="217158"/>
                  <a:pt x="1813381" y="233063"/>
                </a:cubicBezTo>
                <a:cubicBezTo>
                  <a:pt x="1804315" y="248969"/>
                  <a:pt x="1799715" y="266976"/>
                  <a:pt x="1799715" y="287089"/>
                </a:cubicBezTo>
                <a:lnTo>
                  <a:pt x="1799580" y="287220"/>
                </a:lnTo>
                <a:cubicBezTo>
                  <a:pt x="1799580" y="308121"/>
                  <a:pt x="1804180" y="326524"/>
                  <a:pt x="1813245" y="342430"/>
                </a:cubicBezTo>
                <a:cubicBezTo>
                  <a:pt x="1815140" y="345716"/>
                  <a:pt x="1817304" y="348740"/>
                  <a:pt x="1819469" y="351763"/>
                </a:cubicBezTo>
                <a:lnTo>
                  <a:pt x="1971284" y="203750"/>
                </a:lnTo>
                <a:cubicBezTo>
                  <a:pt x="1966142" y="199280"/>
                  <a:pt x="1960459" y="195336"/>
                  <a:pt x="1954100" y="192050"/>
                </a:cubicBezTo>
                <a:cubicBezTo>
                  <a:pt x="1941111" y="185477"/>
                  <a:pt x="1925549" y="182060"/>
                  <a:pt x="1907284" y="182060"/>
                </a:cubicBezTo>
                <a:close/>
                <a:moveTo>
                  <a:pt x="970419" y="181928"/>
                </a:moveTo>
                <a:cubicBezTo>
                  <a:pt x="949718" y="181928"/>
                  <a:pt x="931723" y="186266"/>
                  <a:pt x="916297" y="194942"/>
                </a:cubicBezTo>
                <a:cubicBezTo>
                  <a:pt x="900872" y="203617"/>
                  <a:pt x="888831" y="215712"/>
                  <a:pt x="880171" y="231223"/>
                </a:cubicBezTo>
                <a:cubicBezTo>
                  <a:pt x="874082" y="242133"/>
                  <a:pt x="870294" y="254489"/>
                  <a:pt x="868399" y="268161"/>
                </a:cubicBezTo>
                <a:lnTo>
                  <a:pt x="1063646" y="268161"/>
                </a:lnTo>
                <a:cubicBezTo>
                  <a:pt x="1062564" y="253174"/>
                  <a:pt x="1059181" y="239899"/>
                  <a:pt x="1053363" y="228331"/>
                </a:cubicBezTo>
                <a:cubicBezTo>
                  <a:pt x="1045921" y="213476"/>
                  <a:pt x="1035096" y="202041"/>
                  <a:pt x="1021161" y="194022"/>
                </a:cubicBezTo>
                <a:cubicBezTo>
                  <a:pt x="1007223" y="186003"/>
                  <a:pt x="991121" y="181928"/>
                  <a:pt x="970419" y="181928"/>
                </a:cubicBezTo>
                <a:close/>
                <a:moveTo>
                  <a:pt x="145996" y="181928"/>
                </a:moveTo>
                <a:cubicBezTo>
                  <a:pt x="125294" y="181928"/>
                  <a:pt x="107299" y="186266"/>
                  <a:pt x="91873" y="194942"/>
                </a:cubicBezTo>
                <a:cubicBezTo>
                  <a:pt x="76448" y="203617"/>
                  <a:pt x="64407" y="215712"/>
                  <a:pt x="55747" y="231223"/>
                </a:cubicBezTo>
                <a:cubicBezTo>
                  <a:pt x="49658" y="242133"/>
                  <a:pt x="45870" y="254489"/>
                  <a:pt x="43975" y="268161"/>
                </a:cubicBezTo>
                <a:lnTo>
                  <a:pt x="239222" y="268161"/>
                </a:lnTo>
                <a:cubicBezTo>
                  <a:pt x="238140" y="253174"/>
                  <a:pt x="234757" y="239899"/>
                  <a:pt x="228939" y="228331"/>
                </a:cubicBezTo>
                <a:cubicBezTo>
                  <a:pt x="221497" y="213476"/>
                  <a:pt x="210672" y="202041"/>
                  <a:pt x="196737" y="194022"/>
                </a:cubicBezTo>
                <a:cubicBezTo>
                  <a:pt x="182799" y="186003"/>
                  <a:pt x="166697" y="181928"/>
                  <a:pt x="145996" y="181928"/>
                </a:cubicBezTo>
                <a:close/>
                <a:moveTo>
                  <a:pt x="1906742" y="143545"/>
                </a:moveTo>
                <a:cubicBezTo>
                  <a:pt x="1932315" y="143545"/>
                  <a:pt x="1954911" y="148803"/>
                  <a:pt x="1974531" y="159187"/>
                </a:cubicBezTo>
                <a:lnTo>
                  <a:pt x="1974531" y="158925"/>
                </a:lnTo>
                <a:cubicBezTo>
                  <a:pt x="1994150" y="169441"/>
                  <a:pt x="2010252" y="184031"/>
                  <a:pt x="2022836" y="202960"/>
                </a:cubicBezTo>
                <a:lnTo>
                  <a:pt x="1845448" y="375819"/>
                </a:lnTo>
                <a:cubicBezTo>
                  <a:pt x="1847477" y="377265"/>
                  <a:pt x="1849507" y="378711"/>
                  <a:pt x="1851673" y="379894"/>
                </a:cubicBezTo>
                <a:cubicBezTo>
                  <a:pt x="1868181" y="389227"/>
                  <a:pt x="1886853" y="393827"/>
                  <a:pt x="1907960" y="393827"/>
                </a:cubicBezTo>
                <a:cubicBezTo>
                  <a:pt x="1926632" y="393827"/>
                  <a:pt x="1942870" y="390935"/>
                  <a:pt x="1956670" y="385283"/>
                </a:cubicBezTo>
                <a:cubicBezTo>
                  <a:pt x="1970471" y="379631"/>
                  <a:pt x="1982649" y="371481"/>
                  <a:pt x="1993204" y="360833"/>
                </a:cubicBezTo>
                <a:lnTo>
                  <a:pt x="2021212" y="388043"/>
                </a:lnTo>
                <a:cubicBezTo>
                  <a:pt x="2007004" y="402635"/>
                  <a:pt x="1990497" y="413808"/>
                  <a:pt x="1971689" y="421433"/>
                </a:cubicBezTo>
                <a:cubicBezTo>
                  <a:pt x="1952747" y="429187"/>
                  <a:pt x="1931639" y="433000"/>
                  <a:pt x="1908095" y="433000"/>
                </a:cubicBezTo>
                <a:cubicBezTo>
                  <a:pt x="1879276" y="433000"/>
                  <a:pt x="1853567" y="426559"/>
                  <a:pt x="1830836" y="413545"/>
                </a:cubicBezTo>
                <a:cubicBezTo>
                  <a:pt x="1808103" y="400532"/>
                  <a:pt x="1790108" y="383049"/>
                  <a:pt x="1776984" y="360964"/>
                </a:cubicBezTo>
                <a:cubicBezTo>
                  <a:pt x="1763859" y="338880"/>
                  <a:pt x="1757228" y="313905"/>
                  <a:pt x="1757228" y="287089"/>
                </a:cubicBezTo>
                <a:cubicBezTo>
                  <a:pt x="1757228" y="260273"/>
                  <a:pt x="1763859" y="236086"/>
                  <a:pt x="1776984" y="214397"/>
                </a:cubicBezTo>
                <a:cubicBezTo>
                  <a:pt x="1790108" y="192707"/>
                  <a:pt x="1807968" y="175487"/>
                  <a:pt x="1830429" y="162736"/>
                </a:cubicBezTo>
                <a:cubicBezTo>
                  <a:pt x="1852890" y="149986"/>
                  <a:pt x="1878328" y="143545"/>
                  <a:pt x="1906742" y="143545"/>
                </a:cubicBezTo>
                <a:close/>
                <a:moveTo>
                  <a:pt x="1619216" y="143545"/>
                </a:moveTo>
                <a:cubicBezTo>
                  <a:pt x="1640729" y="143545"/>
                  <a:pt x="1660755" y="147488"/>
                  <a:pt x="1679427" y="155376"/>
                </a:cubicBezTo>
                <a:cubicBezTo>
                  <a:pt x="1697964" y="163263"/>
                  <a:pt x="1713795" y="174304"/>
                  <a:pt x="1726785" y="188500"/>
                </a:cubicBezTo>
                <a:lnTo>
                  <a:pt x="1698777" y="216237"/>
                </a:lnTo>
                <a:cubicBezTo>
                  <a:pt x="1689033" y="205721"/>
                  <a:pt x="1677262" y="197439"/>
                  <a:pt x="1663461" y="191786"/>
                </a:cubicBezTo>
                <a:cubicBezTo>
                  <a:pt x="1649659" y="186135"/>
                  <a:pt x="1634911" y="183243"/>
                  <a:pt x="1619081" y="183243"/>
                </a:cubicBezTo>
                <a:cubicBezTo>
                  <a:pt x="1598784" y="183243"/>
                  <a:pt x="1580788" y="187712"/>
                  <a:pt x="1564958" y="196782"/>
                </a:cubicBezTo>
                <a:cubicBezTo>
                  <a:pt x="1549126" y="205852"/>
                  <a:pt x="1536814" y="218209"/>
                  <a:pt x="1527884" y="233719"/>
                </a:cubicBezTo>
                <a:cubicBezTo>
                  <a:pt x="1518953" y="249231"/>
                  <a:pt x="1514489" y="267634"/>
                  <a:pt x="1514489" y="287747"/>
                </a:cubicBezTo>
                <a:cubicBezTo>
                  <a:pt x="1514489" y="307859"/>
                  <a:pt x="1518953" y="325867"/>
                  <a:pt x="1527884" y="341772"/>
                </a:cubicBezTo>
                <a:cubicBezTo>
                  <a:pt x="1536814" y="357678"/>
                  <a:pt x="1549126" y="370166"/>
                  <a:pt x="1564958" y="379236"/>
                </a:cubicBezTo>
                <a:cubicBezTo>
                  <a:pt x="1580788" y="388306"/>
                  <a:pt x="1598784" y="392775"/>
                  <a:pt x="1619081" y="392775"/>
                </a:cubicBezTo>
                <a:cubicBezTo>
                  <a:pt x="1635316" y="392775"/>
                  <a:pt x="1650337" y="389883"/>
                  <a:pt x="1664137" y="384232"/>
                </a:cubicBezTo>
                <a:cubicBezTo>
                  <a:pt x="1677938" y="378579"/>
                  <a:pt x="1689711" y="370430"/>
                  <a:pt x="1699453" y="359781"/>
                </a:cubicBezTo>
                <a:lnTo>
                  <a:pt x="1728002" y="387518"/>
                </a:lnTo>
                <a:cubicBezTo>
                  <a:pt x="1714607" y="402108"/>
                  <a:pt x="1698505" y="413282"/>
                  <a:pt x="1679697" y="421169"/>
                </a:cubicBezTo>
                <a:cubicBezTo>
                  <a:pt x="1660890" y="429057"/>
                  <a:pt x="1640729" y="433000"/>
                  <a:pt x="1619216" y="433000"/>
                </a:cubicBezTo>
                <a:cubicBezTo>
                  <a:pt x="1591343" y="433000"/>
                  <a:pt x="1566040" y="426559"/>
                  <a:pt x="1543579" y="413808"/>
                </a:cubicBezTo>
                <a:cubicBezTo>
                  <a:pt x="1521118" y="400926"/>
                  <a:pt x="1503258" y="383574"/>
                  <a:pt x="1490134" y="361491"/>
                </a:cubicBezTo>
                <a:cubicBezTo>
                  <a:pt x="1477009" y="339407"/>
                  <a:pt x="1470378" y="314693"/>
                  <a:pt x="1470378" y="287616"/>
                </a:cubicBezTo>
                <a:cubicBezTo>
                  <a:pt x="1470378" y="260537"/>
                  <a:pt x="1477009" y="235955"/>
                  <a:pt x="1490134" y="214133"/>
                </a:cubicBezTo>
                <a:cubicBezTo>
                  <a:pt x="1503258" y="192313"/>
                  <a:pt x="1521118" y="175092"/>
                  <a:pt x="1543579" y="162473"/>
                </a:cubicBezTo>
                <a:cubicBezTo>
                  <a:pt x="1566040" y="149854"/>
                  <a:pt x="1591207" y="143545"/>
                  <a:pt x="1619216" y="143545"/>
                </a:cubicBezTo>
                <a:close/>
                <a:moveTo>
                  <a:pt x="1303002" y="143545"/>
                </a:moveTo>
                <a:cubicBezTo>
                  <a:pt x="1324787" y="143545"/>
                  <a:pt x="1344271" y="148671"/>
                  <a:pt x="1361321" y="158925"/>
                </a:cubicBezTo>
                <a:lnTo>
                  <a:pt x="1361456" y="159056"/>
                </a:lnTo>
                <a:cubicBezTo>
                  <a:pt x="1378504" y="169309"/>
                  <a:pt x="1391764" y="183111"/>
                  <a:pt x="1401235" y="200462"/>
                </a:cubicBezTo>
                <a:cubicBezTo>
                  <a:pt x="1410842" y="217814"/>
                  <a:pt x="1415578" y="236611"/>
                  <a:pt x="1415578" y="257118"/>
                </a:cubicBezTo>
                <a:lnTo>
                  <a:pt x="1415578" y="427216"/>
                </a:lnTo>
                <a:lnTo>
                  <a:pt x="1372416" y="427216"/>
                </a:lnTo>
                <a:lnTo>
                  <a:pt x="1372416" y="264217"/>
                </a:lnTo>
                <a:cubicBezTo>
                  <a:pt x="1372416" y="239766"/>
                  <a:pt x="1364974" y="219917"/>
                  <a:pt x="1350225" y="204800"/>
                </a:cubicBezTo>
                <a:cubicBezTo>
                  <a:pt x="1335342" y="189684"/>
                  <a:pt x="1315857" y="182060"/>
                  <a:pt x="1291502" y="182060"/>
                </a:cubicBezTo>
                <a:cubicBezTo>
                  <a:pt x="1274859" y="182060"/>
                  <a:pt x="1260245" y="185608"/>
                  <a:pt x="1247663" y="192707"/>
                </a:cubicBezTo>
                <a:cubicBezTo>
                  <a:pt x="1235079" y="199806"/>
                  <a:pt x="1225202" y="209401"/>
                  <a:pt x="1217896" y="221626"/>
                </a:cubicBezTo>
                <a:cubicBezTo>
                  <a:pt x="1210589" y="233852"/>
                  <a:pt x="1206936" y="247785"/>
                  <a:pt x="1206936" y="263559"/>
                </a:cubicBezTo>
                <a:lnTo>
                  <a:pt x="1206936" y="427216"/>
                </a:lnTo>
                <a:lnTo>
                  <a:pt x="1164449" y="427216"/>
                </a:lnTo>
                <a:lnTo>
                  <a:pt x="1164449" y="149592"/>
                </a:lnTo>
                <a:lnTo>
                  <a:pt x="1206936" y="149592"/>
                </a:lnTo>
                <a:lnTo>
                  <a:pt x="1206936" y="190736"/>
                </a:lnTo>
                <a:cubicBezTo>
                  <a:pt x="1216542" y="177065"/>
                  <a:pt x="1228719" y="166022"/>
                  <a:pt x="1243739" y="157741"/>
                </a:cubicBezTo>
                <a:cubicBezTo>
                  <a:pt x="1260923" y="148277"/>
                  <a:pt x="1281219" y="143545"/>
                  <a:pt x="1303002" y="143545"/>
                </a:cubicBezTo>
                <a:close/>
                <a:moveTo>
                  <a:pt x="971638" y="143545"/>
                </a:moveTo>
                <a:cubicBezTo>
                  <a:pt x="997617" y="143545"/>
                  <a:pt x="1020618" y="149197"/>
                  <a:pt x="1040644" y="160633"/>
                </a:cubicBezTo>
                <a:lnTo>
                  <a:pt x="1040644" y="160502"/>
                </a:lnTo>
                <a:cubicBezTo>
                  <a:pt x="1060670" y="171939"/>
                  <a:pt x="1076500" y="187844"/>
                  <a:pt x="1088002" y="208088"/>
                </a:cubicBezTo>
                <a:cubicBezTo>
                  <a:pt x="1099503" y="228331"/>
                  <a:pt x="1105321" y="251597"/>
                  <a:pt x="1105321" y="278019"/>
                </a:cubicBezTo>
                <a:cubicBezTo>
                  <a:pt x="1105321" y="281174"/>
                  <a:pt x="1105186" y="284855"/>
                  <a:pt x="1104779" y="288929"/>
                </a:cubicBezTo>
                <a:cubicBezTo>
                  <a:pt x="1104373" y="293004"/>
                  <a:pt x="1103562" y="297868"/>
                  <a:pt x="1102344" y="303389"/>
                </a:cubicBezTo>
                <a:lnTo>
                  <a:pt x="868264" y="303389"/>
                </a:lnTo>
                <a:cubicBezTo>
                  <a:pt x="870158" y="317717"/>
                  <a:pt x="874217" y="330731"/>
                  <a:pt x="880847" y="342430"/>
                </a:cubicBezTo>
                <a:cubicBezTo>
                  <a:pt x="889912" y="358599"/>
                  <a:pt x="902767" y="371218"/>
                  <a:pt x="919139" y="380288"/>
                </a:cubicBezTo>
                <a:cubicBezTo>
                  <a:pt x="935511" y="389358"/>
                  <a:pt x="954454" y="393827"/>
                  <a:pt x="975967" y="393827"/>
                </a:cubicBezTo>
                <a:cubicBezTo>
                  <a:pt x="993423" y="393827"/>
                  <a:pt x="1009388" y="390673"/>
                  <a:pt x="1024001" y="384626"/>
                </a:cubicBezTo>
                <a:cubicBezTo>
                  <a:pt x="1038615" y="378579"/>
                  <a:pt x="1050928" y="369378"/>
                  <a:pt x="1061075" y="357153"/>
                </a:cubicBezTo>
                <a:lnTo>
                  <a:pt x="1088408" y="384363"/>
                </a:lnTo>
                <a:cubicBezTo>
                  <a:pt x="1075013" y="399743"/>
                  <a:pt x="1058505" y="411705"/>
                  <a:pt x="1038885" y="420117"/>
                </a:cubicBezTo>
                <a:cubicBezTo>
                  <a:pt x="1019131" y="428662"/>
                  <a:pt x="998022" y="432868"/>
                  <a:pt x="975291" y="432868"/>
                </a:cubicBezTo>
                <a:cubicBezTo>
                  <a:pt x="946471" y="432868"/>
                  <a:pt x="920763" y="426559"/>
                  <a:pt x="898032" y="413939"/>
                </a:cubicBezTo>
                <a:cubicBezTo>
                  <a:pt x="875299" y="401451"/>
                  <a:pt x="857304" y="384099"/>
                  <a:pt x="844179" y="362016"/>
                </a:cubicBezTo>
                <a:cubicBezTo>
                  <a:pt x="831055" y="339932"/>
                  <a:pt x="824424" y="314693"/>
                  <a:pt x="824424" y="287616"/>
                </a:cubicBezTo>
                <a:cubicBezTo>
                  <a:pt x="824424" y="260537"/>
                  <a:pt x="830920" y="235955"/>
                  <a:pt x="843908" y="214133"/>
                </a:cubicBezTo>
                <a:cubicBezTo>
                  <a:pt x="856897" y="192313"/>
                  <a:pt x="874488" y="175092"/>
                  <a:pt x="896813" y="162473"/>
                </a:cubicBezTo>
                <a:cubicBezTo>
                  <a:pt x="919139" y="149854"/>
                  <a:pt x="944035" y="143545"/>
                  <a:pt x="971638" y="143545"/>
                </a:cubicBezTo>
                <a:close/>
                <a:moveTo>
                  <a:pt x="147214" y="143545"/>
                </a:moveTo>
                <a:cubicBezTo>
                  <a:pt x="173193" y="143545"/>
                  <a:pt x="196194" y="149197"/>
                  <a:pt x="216220" y="160633"/>
                </a:cubicBezTo>
                <a:lnTo>
                  <a:pt x="216220" y="160502"/>
                </a:lnTo>
                <a:cubicBezTo>
                  <a:pt x="236246" y="171939"/>
                  <a:pt x="252076" y="187844"/>
                  <a:pt x="263577" y="208088"/>
                </a:cubicBezTo>
                <a:cubicBezTo>
                  <a:pt x="275079" y="228331"/>
                  <a:pt x="280897" y="251597"/>
                  <a:pt x="280897" y="278019"/>
                </a:cubicBezTo>
                <a:cubicBezTo>
                  <a:pt x="280897" y="281174"/>
                  <a:pt x="280762" y="284855"/>
                  <a:pt x="280355" y="288929"/>
                </a:cubicBezTo>
                <a:cubicBezTo>
                  <a:pt x="279949" y="293004"/>
                  <a:pt x="279138" y="297868"/>
                  <a:pt x="277920" y="303389"/>
                </a:cubicBezTo>
                <a:lnTo>
                  <a:pt x="43840" y="303389"/>
                </a:lnTo>
                <a:cubicBezTo>
                  <a:pt x="45734" y="317717"/>
                  <a:pt x="49793" y="330731"/>
                  <a:pt x="56423" y="342430"/>
                </a:cubicBezTo>
                <a:cubicBezTo>
                  <a:pt x="65488" y="358599"/>
                  <a:pt x="78343" y="371218"/>
                  <a:pt x="94715" y="380288"/>
                </a:cubicBezTo>
                <a:cubicBezTo>
                  <a:pt x="111087" y="389358"/>
                  <a:pt x="130030" y="393827"/>
                  <a:pt x="151543" y="393827"/>
                </a:cubicBezTo>
                <a:cubicBezTo>
                  <a:pt x="168998" y="393827"/>
                  <a:pt x="184964" y="390673"/>
                  <a:pt x="199577" y="384626"/>
                </a:cubicBezTo>
                <a:cubicBezTo>
                  <a:pt x="214191" y="378579"/>
                  <a:pt x="226504" y="369378"/>
                  <a:pt x="236651" y="357153"/>
                </a:cubicBezTo>
                <a:lnTo>
                  <a:pt x="263984" y="384363"/>
                </a:lnTo>
                <a:cubicBezTo>
                  <a:pt x="250589" y="399743"/>
                  <a:pt x="234081" y="411705"/>
                  <a:pt x="214461" y="420117"/>
                </a:cubicBezTo>
                <a:cubicBezTo>
                  <a:pt x="194707" y="428662"/>
                  <a:pt x="173598" y="432868"/>
                  <a:pt x="150867" y="432868"/>
                </a:cubicBezTo>
                <a:cubicBezTo>
                  <a:pt x="122047" y="432868"/>
                  <a:pt x="96339" y="426559"/>
                  <a:pt x="73608" y="413939"/>
                </a:cubicBezTo>
                <a:cubicBezTo>
                  <a:pt x="50875" y="401451"/>
                  <a:pt x="32880" y="384099"/>
                  <a:pt x="19755" y="362016"/>
                </a:cubicBezTo>
                <a:cubicBezTo>
                  <a:pt x="6631" y="339932"/>
                  <a:pt x="0" y="314693"/>
                  <a:pt x="0" y="287616"/>
                </a:cubicBezTo>
                <a:cubicBezTo>
                  <a:pt x="0" y="260537"/>
                  <a:pt x="6494" y="235955"/>
                  <a:pt x="19484" y="214133"/>
                </a:cubicBezTo>
                <a:cubicBezTo>
                  <a:pt x="32473" y="192313"/>
                  <a:pt x="50064" y="175092"/>
                  <a:pt x="72389" y="162473"/>
                </a:cubicBezTo>
                <a:cubicBezTo>
                  <a:pt x="94715" y="149854"/>
                  <a:pt x="119611" y="143545"/>
                  <a:pt x="147214" y="143545"/>
                </a:cubicBezTo>
                <a:close/>
                <a:moveTo>
                  <a:pt x="681810" y="143412"/>
                </a:moveTo>
                <a:cubicBezTo>
                  <a:pt x="703188" y="143412"/>
                  <a:pt x="722673" y="147093"/>
                  <a:pt x="740127" y="154586"/>
                </a:cubicBezTo>
                <a:cubicBezTo>
                  <a:pt x="757582" y="162079"/>
                  <a:pt x="771518" y="173120"/>
                  <a:pt x="782073" y="187712"/>
                </a:cubicBezTo>
                <a:lnTo>
                  <a:pt x="754740" y="214264"/>
                </a:lnTo>
                <a:cubicBezTo>
                  <a:pt x="746217" y="203748"/>
                  <a:pt x="735527" y="195467"/>
                  <a:pt x="722808" y="189814"/>
                </a:cubicBezTo>
                <a:cubicBezTo>
                  <a:pt x="709954" y="184162"/>
                  <a:pt x="695748" y="181271"/>
                  <a:pt x="679916" y="181271"/>
                </a:cubicBezTo>
                <a:cubicBezTo>
                  <a:pt x="661649" y="181271"/>
                  <a:pt x="647713" y="184820"/>
                  <a:pt x="638242" y="191654"/>
                </a:cubicBezTo>
                <a:lnTo>
                  <a:pt x="638242" y="191786"/>
                </a:lnTo>
                <a:cubicBezTo>
                  <a:pt x="628634" y="198622"/>
                  <a:pt x="623899" y="207955"/>
                  <a:pt x="623899" y="218602"/>
                </a:cubicBezTo>
                <a:cubicBezTo>
                  <a:pt x="623899" y="229249"/>
                  <a:pt x="627688" y="237663"/>
                  <a:pt x="635400" y="243709"/>
                </a:cubicBezTo>
                <a:cubicBezTo>
                  <a:pt x="643112" y="249756"/>
                  <a:pt x="652991" y="254751"/>
                  <a:pt x="664897" y="258432"/>
                </a:cubicBezTo>
                <a:cubicBezTo>
                  <a:pt x="676803" y="262112"/>
                  <a:pt x="689523" y="265925"/>
                  <a:pt x="702918" y="269605"/>
                </a:cubicBezTo>
                <a:cubicBezTo>
                  <a:pt x="716314" y="273285"/>
                  <a:pt x="729032" y="278281"/>
                  <a:pt x="741210" y="284328"/>
                </a:cubicBezTo>
                <a:cubicBezTo>
                  <a:pt x="753387" y="290506"/>
                  <a:pt x="763265" y="298788"/>
                  <a:pt x="770707" y="309173"/>
                </a:cubicBezTo>
                <a:cubicBezTo>
                  <a:pt x="778149" y="319556"/>
                  <a:pt x="781937" y="333622"/>
                  <a:pt x="781937" y="351367"/>
                </a:cubicBezTo>
                <a:cubicBezTo>
                  <a:pt x="781937" y="376212"/>
                  <a:pt x="772737" y="396061"/>
                  <a:pt x="754335" y="410784"/>
                </a:cubicBezTo>
                <a:cubicBezTo>
                  <a:pt x="735933" y="425638"/>
                  <a:pt x="710902" y="432999"/>
                  <a:pt x="679240" y="432999"/>
                </a:cubicBezTo>
                <a:cubicBezTo>
                  <a:pt x="663814" y="432999"/>
                  <a:pt x="649065" y="430895"/>
                  <a:pt x="634859" y="426821"/>
                </a:cubicBezTo>
                <a:cubicBezTo>
                  <a:pt x="620651" y="422614"/>
                  <a:pt x="607797" y="416830"/>
                  <a:pt x="596296" y="409338"/>
                </a:cubicBezTo>
                <a:cubicBezTo>
                  <a:pt x="584796" y="401845"/>
                  <a:pt x="574783" y="393038"/>
                  <a:pt x="566258" y="382784"/>
                </a:cubicBezTo>
                <a:lnTo>
                  <a:pt x="593591" y="355574"/>
                </a:lnTo>
                <a:cubicBezTo>
                  <a:pt x="604956" y="368982"/>
                  <a:pt x="617811" y="378973"/>
                  <a:pt x="632152" y="385413"/>
                </a:cubicBezTo>
                <a:cubicBezTo>
                  <a:pt x="646495" y="391854"/>
                  <a:pt x="662597" y="395140"/>
                  <a:pt x="680457" y="395140"/>
                </a:cubicBezTo>
                <a:cubicBezTo>
                  <a:pt x="699536" y="395140"/>
                  <a:pt x="714420" y="391592"/>
                  <a:pt x="725108" y="384494"/>
                </a:cubicBezTo>
                <a:cubicBezTo>
                  <a:pt x="735798" y="377395"/>
                  <a:pt x="741210" y="367536"/>
                  <a:pt x="741210" y="354917"/>
                </a:cubicBezTo>
                <a:cubicBezTo>
                  <a:pt x="741210" y="343086"/>
                  <a:pt x="737422" y="333885"/>
                  <a:pt x="729709" y="327180"/>
                </a:cubicBezTo>
                <a:cubicBezTo>
                  <a:pt x="721997" y="320477"/>
                  <a:pt x="712119" y="315218"/>
                  <a:pt x="700212" y="311275"/>
                </a:cubicBezTo>
                <a:cubicBezTo>
                  <a:pt x="688169" y="307331"/>
                  <a:pt x="675587" y="303520"/>
                  <a:pt x="662190" y="299707"/>
                </a:cubicBezTo>
                <a:cubicBezTo>
                  <a:pt x="648795" y="295896"/>
                  <a:pt x="636076" y="291164"/>
                  <a:pt x="623899" y="285511"/>
                </a:cubicBezTo>
                <a:cubicBezTo>
                  <a:pt x="611721" y="279858"/>
                  <a:pt x="601844" y="271840"/>
                  <a:pt x="594402" y="261587"/>
                </a:cubicBezTo>
                <a:cubicBezTo>
                  <a:pt x="586960" y="251334"/>
                  <a:pt x="583172" y="237925"/>
                  <a:pt x="583172" y="221363"/>
                </a:cubicBezTo>
                <a:cubicBezTo>
                  <a:pt x="583172" y="205719"/>
                  <a:pt x="587231" y="191917"/>
                  <a:pt x="595078" y="180350"/>
                </a:cubicBezTo>
                <a:cubicBezTo>
                  <a:pt x="603062" y="168651"/>
                  <a:pt x="614428" y="159581"/>
                  <a:pt x="629176" y="153140"/>
                </a:cubicBezTo>
                <a:cubicBezTo>
                  <a:pt x="644060" y="146698"/>
                  <a:pt x="661514" y="143412"/>
                  <a:pt x="681810" y="143412"/>
                </a:cubicBezTo>
                <a:close/>
                <a:moveTo>
                  <a:pt x="430005" y="143412"/>
                </a:moveTo>
                <a:cubicBezTo>
                  <a:pt x="451383" y="143412"/>
                  <a:pt x="470868" y="147093"/>
                  <a:pt x="488322" y="154586"/>
                </a:cubicBezTo>
                <a:cubicBezTo>
                  <a:pt x="505777" y="162079"/>
                  <a:pt x="519713" y="173120"/>
                  <a:pt x="530267" y="187712"/>
                </a:cubicBezTo>
                <a:lnTo>
                  <a:pt x="502935" y="214264"/>
                </a:lnTo>
                <a:cubicBezTo>
                  <a:pt x="494411" y="203748"/>
                  <a:pt x="483722" y="195467"/>
                  <a:pt x="471003" y="189814"/>
                </a:cubicBezTo>
                <a:cubicBezTo>
                  <a:pt x="458148" y="184162"/>
                  <a:pt x="443942" y="181271"/>
                  <a:pt x="428111" y="181271"/>
                </a:cubicBezTo>
                <a:cubicBezTo>
                  <a:pt x="409844" y="181271"/>
                  <a:pt x="395908" y="184820"/>
                  <a:pt x="386437" y="191654"/>
                </a:cubicBezTo>
                <a:lnTo>
                  <a:pt x="386437" y="191786"/>
                </a:lnTo>
                <a:cubicBezTo>
                  <a:pt x="376829" y="198622"/>
                  <a:pt x="372094" y="207955"/>
                  <a:pt x="372094" y="218602"/>
                </a:cubicBezTo>
                <a:cubicBezTo>
                  <a:pt x="372094" y="229249"/>
                  <a:pt x="375882" y="237663"/>
                  <a:pt x="383595" y="243709"/>
                </a:cubicBezTo>
                <a:cubicBezTo>
                  <a:pt x="391307" y="249756"/>
                  <a:pt x="401185" y="254751"/>
                  <a:pt x="413092" y="258432"/>
                </a:cubicBezTo>
                <a:cubicBezTo>
                  <a:pt x="424998" y="262112"/>
                  <a:pt x="437717" y="265925"/>
                  <a:pt x="451112" y="269605"/>
                </a:cubicBezTo>
                <a:cubicBezTo>
                  <a:pt x="464509" y="273285"/>
                  <a:pt x="477226" y="278281"/>
                  <a:pt x="489405" y="284328"/>
                </a:cubicBezTo>
                <a:cubicBezTo>
                  <a:pt x="501582" y="290506"/>
                  <a:pt x="511460" y="298788"/>
                  <a:pt x="518902" y="309173"/>
                </a:cubicBezTo>
                <a:cubicBezTo>
                  <a:pt x="526344" y="319556"/>
                  <a:pt x="530132" y="333622"/>
                  <a:pt x="530132" y="351367"/>
                </a:cubicBezTo>
                <a:cubicBezTo>
                  <a:pt x="530132" y="376212"/>
                  <a:pt x="520931" y="396061"/>
                  <a:pt x="502529" y="410784"/>
                </a:cubicBezTo>
                <a:cubicBezTo>
                  <a:pt x="484127" y="425638"/>
                  <a:pt x="459096" y="432999"/>
                  <a:pt x="427435" y="432999"/>
                </a:cubicBezTo>
                <a:cubicBezTo>
                  <a:pt x="412009" y="432999"/>
                  <a:pt x="397260" y="430895"/>
                  <a:pt x="383054" y="426821"/>
                </a:cubicBezTo>
                <a:cubicBezTo>
                  <a:pt x="368846" y="422614"/>
                  <a:pt x="355992" y="416830"/>
                  <a:pt x="344491" y="409338"/>
                </a:cubicBezTo>
                <a:cubicBezTo>
                  <a:pt x="332990" y="401845"/>
                  <a:pt x="322978" y="393038"/>
                  <a:pt x="314453" y="382784"/>
                </a:cubicBezTo>
                <a:lnTo>
                  <a:pt x="341785" y="355574"/>
                </a:lnTo>
                <a:cubicBezTo>
                  <a:pt x="353151" y="368982"/>
                  <a:pt x="366005" y="378973"/>
                  <a:pt x="380347" y="385413"/>
                </a:cubicBezTo>
                <a:cubicBezTo>
                  <a:pt x="394690" y="391854"/>
                  <a:pt x="410792" y="395140"/>
                  <a:pt x="428651" y="395140"/>
                </a:cubicBezTo>
                <a:cubicBezTo>
                  <a:pt x="447731" y="395140"/>
                  <a:pt x="462614" y="391592"/>
                  <a:pt x="473303" y="384494"/>
                </a:cubicBezTo>
                <a:cubicBezTo>
                  <a:pt x="483992" y="377395"/>
                  <a:pt x="489405" y="367536"/>
                  <a:pt x="489405" y="354917"/>
                </a:cubicBezTo>
                <a:cubicBezTo>
                  <a:pt x="489405" y="343086"/>
                  <a:pt x="485616" y="333885"/>
                  <a:pt x="477904" y="327180"/>
                </a:cubicBezTo>
                <a:cubicBezTo>
                  <a:pt x="470192" y="320477"/>
                  <a:pt x="460313" y="315218"/>
                  <a:pt x="448407" y="311275"/>
                </a:cubicBezTo>
                <a:cubicBezTo>
                  <a:pt x="436364" y="307331"/>
                  <a:pt x="423781" y="303520"/>
                  <a:pt x="410385" y="299707"/>
                </a:cubicBezTo>
                <a:cubicBezTo>
                  <a:pt x="396990" y="295896"/>
                  <a:pt x="384271" y="291164"/>
                  <a:pt x="372094" y="285511"/>
                </a:cubicBezTo>
                <a:cubicBezTo>
                  <a:pt x="359916" y="279858"/>
                  <a:pt x="350038" y="271840"/>
                  <a:pt x="342597" y="261587"/>
                </a:cubicBezTo>
                <a:cubicBezTo>
                  <a:pt x="335155" y="251334"/>
                  <a:pt x="331366" y="237925"/>
                  <a:pt x="331366" y="221363"/>
                </a:cubicBezTo>
                <a:cubicBezTo>
                  <a:pt x="331366" y="205719"/>
                  <a:pt x="335425" y="191917"/>
                  <a:pt x="343273" y="180350"/>
                </a:cubicBezTo>
                <a:cubicBezTo>
                  <a:pt x="351257" y="168651"/>
                  <a:pt x="362622" y="159581"/>
                  <a:pt x="377371" y="153140"/>
                </a:cubicBezTo>
                <a:cubicBezTo>
                  <a:pt x="392255" y="146698"/>
                  <a:pt x="409709" y="143412"/>
                  <a:pt x="430005" y="143412"/>
                </a:cubicBezTo>
                <a:close/>
                <a:moveTo>
                  <a:pt x="3265626" y="141704"/>
                </a:moveTo>
                <a:lnTo>
                  <a:pt x="3345862" y="141704"/>
                </a:lnTo>
                <a:lnTo>
                  <a:pt x="3345862" y="426953"/>
                </a:lnTo>
                <a:lnTo>
                  <a:pt x="3265626" y="426953"/>
                </a:lnTo>
                <a:close/>
                <a:moveTo>
                  <a:pt x="3533128" y="135921"/>
                </a:moveTo>
                <a:cubicBezTo>
                  <a:pt x="3554235" y="135921"/>
                  <a:pt x="3573042" y="139995"/>
                  <a:pt x="3589685" y="148277"/>
                </a:cubicBezTo>
                <a:cubicBezTo>
                  <a:pt x="3600645" y="153666"/>
                  <a:pt x="3610117" y="160765"/>
                  <a:pt x="3618234" y="169178"/>
                </a:cubicBezTo>
                <a:lnTo>
                  <a:pt x="3618234" y="141704"/>
                </a:lnTo>
                <a:lnTo>
                  <a:pt x="3697254" y="141704"/>
                </a:lnTo>
                <a:lnTo>
                  <a:pt x="3697254" y="426953"/>
                </a:lnTo>
                <a:lnTo>
                  <a:pt x="3618234" y="426953"/>
                </a:lnTo>
                <a:lnTo>
                  <a:pt x="3618234" y="399086"/>
                </a:lnTo>
                <a:cubicBezTo>
                  <a:pt x="3610117" y="407367"/>
                  <a:pt x="3600780" y="414466"/>
                  <a:pt x="3589685" y="420117"/>
                </a:cubicBezTo>
                <a:cubicBezTo>
                  <a:pt x="3573042" y="428662"/>
                  <a:pt x="3554235" y="432868"/>
                  <a:pt x="3533128" y="432868"/>
                </a:cubicBezTo>
                <a:cubicBezTo>
                  <a:pt x="3506336" y="432868"/>
                  <a:pt x="3482253" y="426428"/>
                  <a:pt x="3460738" y="413414"/>
                </a:cubicBezTo>
                <a:cubicBezTo>
                  <a:pt x="3439224" y="400532"/>
                  <a:pt x="3422446" y="382786"/>
                  <a:pt x="3410269" y="360308"/>
                </a:cubicBezTo>
                <a:cubicBezTo>
                  <a:pt x="3398091" y="337830"/>
                  <a:pt x="3392002" y="313116"/>
                  <a:pt x="3392002" y="284724"/>
                </a:cubicBezTo>
                <a:cubicBezTo>
                  <a:pt x="3392002" y="256330"/>
                  <a:pt x="3398091" y="230960"/>
                  <a:pt x="3410269" y="208482"/>
                </a:cubicBezTo>
                <a:cubicBezTo>
                  <a:pt x="3422446" y="186135"/>
                  <a:pt x="3439224" y="168389"/>
                  <a:pt x="3460738" y="155376"/>
                </a:cubicBezTo>
                <a:cubicBezTo>
                  <a:pt x="3482253" y="142362"/>
                  <a:pt x="3506336" y="135921"/>
                  <a:pt x="3533128" y="135921"/>
                </a:cubicBezTo>
                <a:close/>
                <a:moveTo>
                  <a:pt x="3900214" y="135394"/>
                </a:moveTo>
                <a:cubicBezTo>
                  <a:pt x="3923351" y="135394"/>
                  <a:pt x="3944595" y="139469"/>
                  <a:pt x="3964079" y="147750"/>
                </a:cubicBezTo>
                <a:cubicBezTo>
                  <a:pt x="3983564" y="156032"/>
                  <a:pt x="4000342" y="167863"/>
                  <a:pt x="4014548" y="183242"/>
                </a:cubicBezTo>
                <a:lnTo>
                  <a:pt x="3963538" y="233456"/>
                </a:lnTo>
                <a:cubicBezTo>
                  <a:pt x="3955961" y="225175"/>
                  <a:pt x="3946625" y="218866"/>
                  <a:pt x="3935935" y="214528"/>
                </a:cubicBezTo>
                <a:cubicBezTo>
                  <a:pt x="3925110" y="210321"/>
                  <a:pt x="3913339" y="208086"/>
                  <a:pt x="3900350" y="208086"/>
                </a:cubicBezTo>
                <a:cubicBezTo>
                  <a:pt x="3885736" y="208086"/>
                  <a:pt x="3872612" y="211372"/>
                  <a:pt x="3861111" y="217814"/>
                </a:cubicBezTo>
                <a:cubicBezTo>
                  <a:pt x="3849610" y="224255"/>
                  <a:pt x="3840409" y="233194"/>
                  <a:pt x="3833778" y="244366"/>
                </a:cubicBezTo>
                <a:cubicBezTo>
                  <a:pt x="3827149" y="255540"/>
                  <a:pt x="3823766" y="269211"/>
                  <a:pt x="3823766" y="284197"/>
                </a:cubicBezTo>
                <a:cubicBezTo>
                  <a:pt x="3823766" y="299182"/>
                  <a:pt x="3827149" y="312459"/>
                  <a:pt x="3833778" y="324026"/>
                </a:cubicBezTo>
                <a:cubicBezTo>
                  <a:pt x="3840409" y="335725"/>
                  <a:pt x="3849610" y="344795"/>
                  <a:pt x="3861111" y="351236"/>
                </a:cubicBezTo>
                <a:cubicBezTo>
                  <a:pt x="3872747" y="357678"/>
                  <a:pt x="3885736" y="360964"/>
                  <a:pt x="3900350" y="360964"/>
                </a:cubicBezTo>
                <a:cubicBezTo>
                  <a:pt x="3913745" y="360964"/>
                  <a:pt x="3925788" y="358597"/>
                  <a:pt x="3936476" y="354128"/>
                </a:cubicBezTo>
                <a:lnTo>
                  <a:pt x="3936611" y="354392"/>
                </a:lnTo>
                <a:cubicBezTo>
                  <a:pt x="3947301" y="349791"/>
                  <a:pt x="3956502" y="343218"/>
                  <a:pt x="3964214" y="334542"/>
                </a:cubicBezTo>
                <a:lnTo>
                  <a:pt x="4015901" y="384757"/>
                </a:lnTo>
                <a:cubicBezTo>
                  <a:pt x="4000882" y="400530"/>
                  <a:pt x="3983699" y="412493"/>
                  <a:pt x="3964214" y="420774"/>
                </a:cubicBezTo>
                <a:cubicBezTo>
                  <a:pt x="3944730" y="429055"/>
                  <a:pt x="3923486" y="433131"/>
                  <a:pt x="3900350" y="433131"/>
                </a:cubicBezTo>
                <a:cubicBezTo>
                  <a:pt x="3870312" y="433131"/>
                  <a:pt x="3843385" y="426690"/>
                  <a:pt x="3819435" y="413676"/>
                </a:cubicBezTo>
                <a:cubicBezTo>
                  <a:pt x="3795487" y="400793"/>
                  <a:pt x="3776678" y="383048"/>
                  <a:pt x="3762878" y="360570"/>
                </a:cubicBezTo>
                <a:cubicBezTo>
                  <a:pt x="3749077" y="338092"/>
                  <a:pt x="3742176" y="313378"/>
                  <a:pt x="3742176" y="284986"/>
                </a:cubicBezTo>
                <a:cubicBezTo>
                  <a:pt x="3742176" y="256591"/>
                  <a:pt x="3749077" y="231222"/>
                  <a:pt x="3762878" y="208744"/>
                </a:cubicBezTo>
                <a:cubicBezTo>
                  <a:pt x="3776678" y="186266"/>
                  <a:pt x="3795623" y="168388"/>
                  <a:pt x="3819707" y="155243"/>
                </a:cubicBezTo>
                <a:cubicBezTo>
                  <a:pt x="3843792" y="141966"/>
                  <a:pt x="3870582" y="135394"/>
                  <a:pt x="3900214" y="135394"/>
                </a:cubicBezTo>
                <a:close/>
                <a:moveTo>
                  <a:pt x="4512478" y="135263"/>
                </a:moveTo>
                <a:cubicBezTo>
                  <a:pt x="4538051" y="135263"/>
                  <a:pt x="4560240" y="140784"/>
                  <a:pt x="4579049" y="151826"/>
                </a:cubicBezTo>
                <a:cubicBezTo>
                  <a:pt x="4591226" y="158924"/>
                  <a:pt x="4601238" y="168126"/>
                  <a:pt x="4609763" y="179299"/>
                </a:cubicBezTo>
                <a:cubicBezTo>
                  <a:pt x="4618288" y="168257"/>
                  <a:pt x="4628300" y="158924"/>
                  <a:pt x="4640206" y="151826"/>
                </a:cubicBezTo>
                <a:cubicBezTo>
                  <a:pt x="4658878" y="140784"/>
                  <a:pt x="4680258" y="135263"/>
                  <a:pt x="4707048" y="135263"/>
                </a:cubicBezTo>
                <a:cubicBezTo>
                  <a:pt x="4733839" y="135263"/>
                  <a:pt x="4757111" y="140784"/>
                  <a:pt x="4776730" y="151563"/>
                </a:cubicBezTo>
                <a:cubicBezTo>
                  <a:pt x="4796350" y="162342"/>
                  <a:pt x="4811640" y="177196"/>
                  <a:pt x="4822600" y="196124"/>
                </a:cubicBezTo>
                <a:lnTo>
                  <a:pt x="4822735" y="195993"/>
                </a:lnTo>
                <a:cubicBezTo>
                  <a:pt x="4833695" y="214922"/>
                  <a:pt x="4839107" y="236744"/>
                  <a:pt x="4839107" y="261587"/>
                </a:cubicBezTo>
                <a:lnTo>
                  <a:pt x="4839107" y="426953"/>
                </a:lnTo>
                <a:lnTo>
                  <a:pt x="4758871" y="426953"/>
                </a:lnTo>
                <a:lnTo>
                  <a:pt x="4758871" y="267503"/>
                </a:lnTo>
                <a:cubicBezTo>
                  <a:pt x="4758871" y="248311"/>
                  <a:pt x="4754269" y="233325"/>
                  <a:pt x="4744935" y="222678"/>
                </a:cubicBezTo>
                <a:cubicBezTo>
                  <a:pt x="4735598" y="212030"/>
                  <a:pt x="4721661" y="206773"/>
                  <a:pt x="4704207" y="206773"/>
                </a:cubicBezTo>
                <a:cubicBezTo>
                  <a:pt x="4686752" y="206773"/>
                  <a:pt x="4673357" y="212030"/>
                  <a:pt x="4664020" y="222415"/>
                </a:cubicBezTo>
                <a:cubicBezTo>
                  <a:pt x="4654684" y="232931"/>
                  <a:pt x="4650085" y="247917"/>
                  <a:pt x="4650085" y="267634"/>
                </a:cubicBezTo>
                <a:lnTo>
                  <a:pt x="4650085" y="427084"/>
                </a:lnTo>
                <a:lnTo>
                  <a:pt x="4569848" y="427084"/>
                </a:lnTo>
                <a:lnTo>
                  <a:pt x="4569848" y="267634"/>
                </a:lnTo>
                <a:cubicBezTo>
                  <a:pt x="4569848" y="247917"/>
                  <a:pt x="4565247" y="232800"/>
                  <a:pt x="4555910" y="222415"/>
                </a:cubicBezTo>
                <a:cubicBezTo>
                  <a:pt x="4546574" y="212030"/>
                  <a:pt x="4532638" y="206773"/>
                  <a:pt x="4515183" y="206773"/>
                </a:cubicBezTo>
                <a:cubicBezTo>
                  <a:pt x="4497729" y="206773"/>
                  <a:pt x="4484199" y="212030"/>
                  <a:pt x="4474727" y="222415"/>
                </a:cubicBezTo>
                <a:cubicBezTo>
                  <a:pt x="4465119" y="232931"/>
                  <a:pt x="4460384" y="247917"/>
                  <a:pt x="4460384" y="267634"/>
                </a:cubicBezTo>
                <a:lnTo>
                  <a:pt x="4460384" y="427084"/>
                </a:lnTo>
                <a:lnTo>
                  <a:pt x="4380688" y="427084"/>
                </a:lnTo>
                <a:lnTo>
                  <a:pt x="4380688" y="261719"/>
                </a:lnTo>
                <a:cubicBezTo>
                  <a:pt x="4380688" y="236875"/>
                  <a:pt x="4386101" y="215054"/>
                  <a:pt x="4397061" y="196124"/>
                </a:cubicBezTo>
                <a:cubicBezTo>
                  <a:pt x="4407886" y="177196"/>
                  <a:pt x="4423310" y="162342"/>
                  <a:pt x="4443201" y="151563"/>
                </a:cubicBezTo>
                <a:cubicBezTo>
                  <a:pt x="4462955" y="140653"/>
                  <a:pt x="4486904" y="135263"/>
                  <a:pt x="4512478" y="135263"/>
                </a:cubicBezTo>
                <a:close/>
                <a:moveTo>
                  <a:pt x="4185441" y="135131"/>
                </a:moveTo>
                <a:cubicBezTo>
                  <a:pt x="4215343" y="135131"/>
                  <a:pt x="4242270" y="141835"/>
                  <a:pt x="4265948" y="154980"/>
                </a:cubicBezTo>
                <a:cubicBezTo>
                  <a:pt x="4289762" y="168124"/>
                  <a:pt x="4308434" y="185870"/>
                  <a:pt x="4322237" y="208086"/>
                </a:cubicBezTo>
                <a:cubicBezTo>
                  <a:pt x="4336037" y="230301"/>
                  <a:pt x="4342938" y="255540"/>
                  <a:pt x="4342938" y="283407"/>
                </a:cubicBezTo>
                <a:cubicBezTo>
                  <a:pt x="4342938" y="311275"/>
                  <a:pt x="4336037" y="336645"/>
                  <a:pt x="4322237" y="359255"/>
                </a:cubicBezTo>
                <a:cubicBezTo>
                  <a:pt x="4308434" y="381865"/>
                  <a:pt x="4289627" y="399873"/>
                  <a:pt x="4265948" y="413019"/>
                </a:cubicBezTo>
                <a:cubicBezTo>
                  <a:pt x="4242270" y="426294"/>
                  <a:pt x="4215614" y="432868"/>
                  <a:pt x="4185981" y="432868"/>
                </a:cubicBezTo>
                <a:cubicBezTo>
                  <a:pt x="4156351" y="432868"/>
                  <a:pt x="4129694" y="426163"/>
                  <a:pt x="4106017" y="413019"/>
                </a:cubicBezTo>
                <a:cubicBezTo>
                  <a:pt x="4082337" y="399873"/>
                  <a:pt x="4063395" y="381865"/>
                  <a:pt x="4049457" y="359255"/>
                </a:cubicBezTo>
                <a:cubicBezTo>
                  <a:pt x="4035522" y="336645"/>
                  <a:pt x="4028485" y="311407"/>
                  <a:pt x="4028485" y="283407"/>
                </a:cubicBezTo>
                <a:cubicBezTo>
                  <a:pt x="4028485" y="255409"/>
                  <a:pt x="4035386" y="230301"/>
                  <a:pt x="4049187" y="208086"/>
                </a:cubicBezTo>
                <a:cubicBezTo>
                  <a:pt x="4062988" y="185870"/>
                  <a:pt x="4081797" y="168124"/>
                  <a:pt x="4105745" y="154980"/>
                </a:cubicBezTo>
                <a:cubicBezTo>
                  <a:pt x="4129694" y="141703"/>
                  <a:pt x="4155538" y="135131"/>
                  <a:pt x="4185441" y="135131"/>
                </a:cubicBezTo>
                <a:close/>
                <a:moveTo>
                  <a:pt x="2712764" y="135131"/>
                </a:moveTo>
                <a:cubicBezTo>
                  <a:pt x="2741178" y="135131"/>
                  <a:pt x="2766211" y="141440"/>
                  <a:pt x="2787859" y="153797"/>
                </a:cubicBezTo>
                <a:lnTo>
                  <a:pt x="2787994" y="153665"/>
                </a:lnTo>
                <a:cubicBezTo>
                  <a:pt x="2809644" y="166021"/>
                  <a:pt x="2826692" y="182978"/>
                  <a:pt x="2839005" y="204406"/>
                </a:cubicBezTo>
                <a:cubicBezTo>
                  <a:pt x="2851317" y="225832"/>
                  <a:pt x="2857542" y="250150"/>
                  <a:pt x="2857542" y="277360"/>
                </a:cubicBezTo>
                <a:cubicBezTo>
                  <a:pt x="2857542" y="282488"/>
                  <a:pt x="2857135" y="287745"/>
                  <a:pt x="2856595" y="293004"/>
                </a:cubicBezTo>
                <a:cubicBezTo>
                  <a:pt x="2855919" y="298261"/>
                  <a:pt x="2854836" y="304308"/>
                  <a:pt x="2853212" y="311013"/>
                </a:cubicBezTo>
                <a:lnTo>
                  <a:pt x="2638751" y="311538"/>
                </a:lnTo>
                <a:cubicBezTo>
                  <a:pt x="2640375" y="317322"/>
                  <a:pt x="2642269" y="322842"/>
                  <a:pt x="2644976" y="327838"/>
                </a:cubicBezTo>
                <a:cubicBezTo>
                  <a:pt x="2651605" y="340721"/>
                  <a:pt x="2661212" y="350579"/>
                  <a:pt x="2673796" y="357415"/>
                </a:cubicBezTo>
                <a:cubicBezTo>
                  <a:pt x="2686244" y="364381"/>
                  <a:pt x="2700858" y="367800"/>
                  <a:pt x="2717500" y="367800"/>
                </a:cubicBezTo>
                <a:cubicBezTo>
                  <a:pt x="2732519" y="367800"/>
                  <a:pt x="2746050" y="365433"/>
                  <a:pt x="2758226" y="360437"/>
                </a:cubicBezTo>
                <a:cubicBezTo>
                  <a:pt x="2770405" y="355442"/>
                  <a:pt x="2780959" y="348081"/>
                  <a:pt x="2789888" y="338223"/>
                </a:cubicBezTo>
                <a:lnTo>
                  <a:pt x="2836704" y="383705"/>
                </a:lnTo>
                <a:cubicBezTo>
                  <a:pt x="2822498" y="399873"/>
                  <a:pt x="2805179" y="412098"/>
                  <a:pt x="2784748" y="420379"/>
                </a:cubicBezTo>
                <a:cubicBezTo>
                  <a:pt x="2764316" y="428661"/>
                  <a:pt x="2742126" y="432735"/>
                  <a:pt x="2718176" y="432735"/>
                </a:cubicBezTo>
                <a:cubicBezTo>
                  <a:pt x="2687326" y="432735"/>
                  <a:pt x="2659995" y="426294"/>
                  <a:pt x="2636045" y="413544"/>
                </a:cubicBezTo>
                <a:cubicBezTo>
                  <a:pt x="2612096" y="400793"/>
                  <a:pt x="2593153" y="383179"/>
                  <a:pt x="2579216" y="360701"/>
                </a:cubicBezTo>
                <a:cubicBezTo>
                  <a:pt x="2565280" y="338223"/>
                  <a:pt x="2558244" y="312196"/>
                  <a:pt x="2558244" y="283934"/>
                </a:cubicBezTo>
                <a:cubicBezTo>
                  <a:pt x="2558244" y="255671"/>
                  <a:pt x="2565145" y="230301"/>
                  <a:pt x="2578675" y="208086"/>
                </a:cubicBezTo>
                <a:cubicBezTo>
                  <a:pt x="2592205" y="185870"/>
                  <a:pt x="2610742" y="168124"/>
                  <a:pt x="2634286" y="154980"/>
                </a:cubicBezTo>
                <a:cubicBezTo>
                  <a:pt x="2657829" y="141703"/>
                  <a:pt x="2684350" y="135131"/>
                  <a:pt x="2712764" y="135131"/>
                </a:cubicBezTo>
                <a:close/>
                <a:moveTo>
                  <a:pt x="2194810" y="135131"/>
                </a:moveTo>
                <a:cubicBezTo>
                  <a:pt x="2220382" y="135131"/>
                  <a:pt x="2242573" y="140651"/>
                  <a:pt x="2261380" y="151694"/>
                </a:cubicBezTo>
                <a:cubicBezTo>
                  <a:pt x="2273558" y="158791"/>
                  <a:pt x="2283570" y="167994"/>
                  <a:pt x="2292095" y="179167"/>
                </a:cubicBezTo>
                <a:cubicBezTo>
                  <a:pt x="2300620" y="168124"/>
                  <a:pt x="2310632" y="158791"/>
                  <a:pt x="2322539" y="151694"/>
                </a:cubicBezTo>
                <a:cubicBezTo>
                  <a:pt x="2341211" y="140651"/>
                  <a:pt x="2362590" y="135131"/>
                  <a:pt x="2389381" y="135131"/>
                </a:cubicBezTo>
                <a:cubicBezTo>
                  <a:pt x="2416171" y="135131"/>
                  <a:pt x="2439444" y="140651"/>
                  <a:pt x="2459063" y="151430"/>
                </a:cubicBezTo>
                <a:lnTo>
                  <a:pt x="2459199" y="151300"/>
                </a:lnTo>
                <a:cubicBezTo>
                  <a:pt x="2478818" y="162079"/>
                  <a:pt x="2494108" y="176933"/>
                  <a:pt x="2505068" y="195861"/>
                </a:cubicBezTo>
                <a:cubicBezTo>
                  <a:pt x="2516028" y="214789"/>
                  <a:pt x="2521440" y="236611"/>
                  <a:pt x="2521440" y="261454"/>
                </a:cubicBezTo>
                <a:lnTo>
                  <a:pt x="2521440" y="426821"/>
                </a:lnTo>
                <a:lnTo>
                  <a:pt x="2441203" y="426821"/>
                </a:lnTo>
                <a:lnTo>
                  <a:pt x="2441203" y="267371"/>
                </a:lnTo>
                <a:cubicBezTo>
                  <a:pt x="2441203" y="248179"/>
                  <a:pt x="2436603" y="233193"/>
                  <a:pt x="2427266" y="222546"/>
                </a:cubicBezTo>
                <a:cubicBezTo>
                  <a:pt x="2417930" y="211898"/>
                  <a:pt x="2403994" y="206640"/>
                  <a:pt x="2386540" y="206640"/>
                </a:cubicBezTo>
                <a:cubicBezTo>
                  <a:pt x="2369084" y="206640"/>
                  <a:pt x="2355689" y="211898"/>
                  <a:pt x="2346353" y="222283"/>
                </a:cubicBezTo>
                <a:cubicBezTo>
                  <a:pt x="2337017" y="232799"/>
                  <a:pt x="2332416" y="247785"/>
                  <a:pt x="2332416" y="267502"/>
                </a:cubicBezTo>
                <a:lnTo>
                  <a:pt x="2332416" y="426952"/>
                </a:lnTo>
                <a:lnTo>
                  <a:pt x="2252179" y="426952"/>
                </a:lnTo>
                <a:lnTo>
                  <a:pt x="2252179" y="267502"/>
                </a:lnTo>
                <a:cubicBezTo>
                  <a:pt x="2252179" y="247785"/>
                  <a:pt x="2247579" y="232668"/>
                  <a:pt x="2238243" y="222283"/>
                </a:cubicBezTo>
                <a:cubicBezTo>
                  <a:pt x="2228907" y="211898"/>
                  <a:pt x="2214971" y="206640"/>
                  <a:pt x="2197516" y="206640"/>
                </a:cubicBezTo>
                <a:cubicBezTo>
                  <a:pt x="2180062" y="206640"/>
                  <a:pt x="2166531" y="211898"/>
                  <a:pt x="2157059" y="222283"/>
                </a:cubicBezTo>
                <a:cubicBezTo>
                  <a:pt x="2147452" y="232799"/>
                  <a:pt x="2142717" y="247785"/>
                  <a:pt x="2142717" y="267502"/>
                </a:cubicBezTo>
                <a:lnTo>
                  <a:pt x="2142717" y="426952"/>
                </a:lnTo>
                <a:lnTo>
                  <a:pt x="2063021" y="426952"/>
                </a:lnTo>
                <a:lnTo>
                  <a:pt x="2063021" y="261587"/>
                </a:lnTo>
                <a:cubicBezTo>
                  <a:pt x="2063021" y="236742"/>
                  <a:pt x="2068434" y="214922"/>
                  <a:pt x="2079394" y="195992"/>
                </a:cubicBezTo>
                <a:cubicBezTo>
                  <a:pt x="2090218" y="177064"/>
                  <a:pt x="2105643" y="162210"/>
                  <a:pt x="2125533" y="151430"/>
                </a:cubicBezTo>
                <a:cubicBezTo>
                  <a:pt x="2145287" y="140520"/>
                  <a:pt x="2169237" y="135131"/>
                  <a:pt x="2194810" y="135131"/>
                </a:cubicBezTo>
                <a:close/>
                <a:moveTo>
                  <a:pt x="3305677" y="7098"/>
                </a:moveTo>
                <a:cubicBezTo>
                  <a:pt x="3318937" y="7098"/>
                  <a:pt x="3329897" y="11435"/>
                  <a:pt x="3338152" y="20111"/>
                </a:cubicBezTo>
                <a:cubicBezTo>
                  <a:pt x="3346405" y="28787"/>
                  <a:pt x="3350599" y="38778"/>
                  <a:pt x="3350599" y="51397"/>
                </a:cubicBezTo>
                <a:cubicBezTo>
                  <a:pt x="3350599" y="64015"/>
                  <a:pt x="3346405" y="74533"/>
                  <a:pt x="3338152" y="82945"/>
                </a:cubicBezTo>
                <a:cubicBezTo>
                  <a:pt x="3329897" y="91489"/>
                  <a:pt x="3318667" y="95695"/>
                  <a:pt x="3305677" y="95695"/>
                </a:cubicBezTo>
                <a:cubicBezTo>
                  <a:pt x="3292688" y="95695"/>
                  <a:pt x="3281998" y="91358"/>
                  <a:pt x="3273475" y="82945"/>
                </a:cubicBezTo>
                <a:cubicBezTo>
                  <a:pt x="3264950" y="74533"/>
                  <a:pt x="3260756" y="63621"/>
                  <a:pt x="3260756" y="51397"/>
                </a:cubicBezTo>
                <a:cubicBezTo>
                  <a:pt x="3260756" y="39172"/>
                  <a:pt x="3264950" y="28787"/>
                  <a:pt x="3273475" y="20111"/>
                </a:cubicBezTo>
                <a:cubicBezTo>
                  <a:pt x="3281998" y="11435"/>
                  <a:pt x="3292688" y="7098"/>
                  <a:pt x="3305677" y="7098"/>
                </a:cubicBezTo>
                <a:close/>
                <a:moveTo>
                  <a:pt x="3121525" y="0"/>
                </a:moveTo>
                <a:lnTo>
                  <a:pt x="3201221" y="0"/>
                </a:lnTo>
                <a:lnTo>
                  <a:pt x="3201221" y="426953"/>
                </a:lnTo>
                <a:lnTo>
                  <a:pt x="3122201" y="426953"/>
                </a:lnTo>
                <a:lnTo>
                  <a:pt x="3122201" y="400795"/>
                </a:lnTo>
                <a:cubicBezTo>
                  <a:pt x="3114488" y="408156"/>
                  <a:pt x="3105558" y="414728"/>
                  <a:pt x="3095411" y="419854"/>
                </a:cubicBezTo>
                <a:cubicBezTo>
                  <a:pt x="3078497" y="428530"/>
                  <a:pt x="3059419" y="432868"/>
                  <a:pt x="3038311" y="432868"/>
                </a:cubicBezTo>
                <a:cubicBezTo>
                  <a:pt x="3011115" y="432868"/>
                  <a:pt x="2986895" y="426428"/>
                  <a:pt x="2965381" y="413414"/>
                </a:cubicBezTo>
                <a:cubicBezTo>
                  <a:pt x="2943868" y="400532"/>
                  <a:pt x="2926954" y="382786"/>
                  <a:pt x="2914641" y="360308"/>
                </a:cubicBezTo>
                <a:cubicBezTo>
                  <a:pt x="2902327" y="337830"/>
                  <a:pt x="2896104" y="313116"/>
                  <a:pt x="2896104" y="284724"/>
                </a:cubicBezTo>
                <a:cubicBezTo>
                  <a:pt x="2896104" y="256330"/>
                  <a:pt x="2902327" y="230960"/>
                  <a:pt x="2914641" y="208482"/>
                </a:cubicBezTo>
                <a:cubicBezTo>
                  <a:pt x="2926954" y="186135"/>
                  <a:pt x="2943868" y="168389"/>
                  <a:pt x="2965110" y="155376"/>
                </a:cubicBezTo>
                <a:cubicBezTo>
                  <a:pt x="2986353" y="142362"/>
                  <a:pt x="3010709" y="135921"/>
                  <a:pt x="3038311" y="135921"/>
                </a:cubicBezTo>
                <a:cubicBezTo>
                  <a:pt x="3059419" y="135921"/>
                  <a:pt x="3078362" y="139995"/>
                  <a:pt x="3095140" y="148277"/>
                </a:cubicBezTo>
                <a:cubicBezTo>
                  <a:pt x="3105152" y="153272"/>
                  <a:pt x="3113812" y="159450"/>
                  <a:pt x="3121525" y="16668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algn="l">
              <a:lnSpc>
                <a:spcPct val="80000"/>
              </a:lnSpc>
              <a:spcAft>
                <a:spcPts val="600"/>
              </a:spcAft>
              <a:defRPr sz="100" b="0">
                <a:noFill/>
              </a:defRPr>
            </a:lvl1pPr>
            <a:lvl2pPr algn="l">
              <a:lnSpc>
                <a:spcPct val="80000"/>
              </a:lnSpc>
              <a:spcAft>
                <a:spcPts val="600"/>
              </a:spcAft>
              <a:defRPr sz="3600" b="0">
                <a:solidFill>
                  <a:schemeClr val="bg1"/>
                </a:solidFill>
              </a:defRPr>
            </a:lvl2pPr>
            <a:lvl3pPr marL="0" indent="0" algn="r">
              <a:buNone/>
              <a:defRPr>
                <a:solidFill>
                  <a:schemeClr val="bg1"/>
                </a:solidFill>
              </a:defRPr>
            </a:lvl3pPr>
            <a:lvl4pPr algn="r">
              <a:defRPr>
                <a:solidFill>
                  <a:schemeClr val="bg1"/>
                </a:solidFill>
              </a:defRPr>
            </a:lvl4pPr>
            <a:lvl5pPr algn="r">
              <a:defRPr>
                <a:solidFill>
                  <a:schemeClr val="bg1"/>
                </a:solidFill>
              </a:defRPr>
            </a:lvl5pPr>
          </a:lstStyle>
          <a:p>
            <a:pPr lvl="0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830810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94915F8E-79BE-5D09-752E-8C8D275C621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12192000" cy="6858000"/>
          </a:xfrm>
          <a:solidFill>
            <a:schemeClr val="bg1">
              <a:lumMod val="50000"/>
            </a:schemeClr>
          </a:solidFill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A46828F-697F-2B87-C817-7F92921E3F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2060575"/>
            <a:ext cx="7699375" cy="4797425"/>
          </a:xfrm>
          <a:solidFill>
            <a:schemeClr val="tx1"/>
          </a:solidFill>
        </p:spPr>
        <p:txBody>
          <a:bodyPr/>
          <a:lstStyle>
            <a:lvl1pPr>
              <a:defRPr sz="100">
                <a:noFill/>
              </a:defRPr>
            </a:lvl1pPr>
          </a:lstStyle>
          <a:p>
            <a:pPr lvl="0"/>
            <a:endParaRPr lang="en-GB"/>
          </a:p>
        </p:txBody>
      </p:sp>
      <p:sp>
        <p:nvSpPr>
          <p:cNvPr id="48" name="Text Placeholder 9">
            <a:extLst>
              <a:ext uri="{FF2B5EF4-FFF2-40B4-BE49-F238E27FC236}">
                <a16:creationId xmlns:a16="http://schemas.microsoft.com/office/drawing/2014/main" id="{F5F3F589-F9C1-DEA1-DC92-7F395BA1E7D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40797" y="2743200"/>
            <a:ext cx="18000" cy="4114800"/>
          </a:xfrm>
          <a:solidFill>
            <a:schemeClr val="bg1"/>
          </a:solidFill>
        </p:spPr>
        <p:txBody>
          <a:bodyPr lIns="0" tIns="0" rIns="0" bIns="0"/>
          <a:lstStyle>
            <a:lvl1pPr>
              <a:defRPr sz="100">
                <a:noFill/>
              </a:defRPr>
            </a:lvl1pPr>
          </a:lstStyle>
          <a:p>
            <a:pPr lvl="0"/>
            <a:endParaRPr lang="en-GB"/>
          </a:p>
        </p:txBody>
      </p:sp>
      <p:sp>
        <p:nvSpPr>
          <p:cNvPr id="80" name="Text Placeholder 79">
            <a:extLst>
              <a:ext uri="{FF2B5EF4-FFF2-40B4-BE49-F238E27FC236}">
                <a16:creationId xmlns:a16="http://schemas.microsoft.com/office/drawing/2014/main" id="{2BC64E91-1E7C-6E50-6A53-9E1D37F8D0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81830" y="2741679"/>
            <a:ext cx="4839107" cy="433131"/>
          </a:xfrm>
          <a:custGeom>
            <a:avLst/>
            <a:gdLst>
              <a:gd name="connsiteX0" fmla="*/ 4185441 w 4839107"/>
              <a:gd name="connsiteY0" fmla="*/ 207954 h 433131"/>
              <a:gd name="connsiteX1" fmla="*/ 4146472 w 4839107"/>
              <a:gd name="connsiteY1" fmla="*/ 217681 h 433131"/>
              <a:gd name="connsiteX2" fmla="*/ 4119682 w 4839107"/>
              <a:gd name="connsiteY2" fmla="*/ 244499 h 433131"/>
              <a:gd name="connsiteX3" fmla="*/ 4109940 w 4839107"/>
              <a:gd name="connsiteY3" fmla="*/ 284065 h 433131"/>
              <a:gd name="connsiteX4" fmla="*/ 4119682 w 4839107"/>
              <a:gd name="connsiteY4" fmla="*/ 323894 h 433131"/>
              <a:gd name="connsiteX5" fmla="*/ 4146472 w 4839107"/>
              <a:gd name="connsiteY5" fmla="*/ 351104 h 433131"/>
              <a:gd name="connsiteX6" fmla="*/ 4185441 w 4839107"/>
              <a:gd name="connsiteY6" fmla="*/ 360832 h 433131"/>
              <a:gd name="connsiteX7" fmla="*/ 4225222 w 4839107"/>
              <a:gd name="connsiteY7" fmla="*/ 351104 h 433131"/>
              <a:gd name="connsiteX8" fmla="*/ 4252012 w 4839107"/>
              <a:gd name="connsiteY8" fmla="*/ 323894 h 433131"/>
              <a:gd name="connsiteX9" fmla="*/ 4261483 w 4839107"/>
              <a:gd name="connsiteY9" fmla="*/ 284065 h 433131"/>
              <a:gd name="connsiteX10" fmla="*/ 4251742 w 4839107"/>
              <a:gd name="connsiteY10" fmla="*/ 244499 h 433131"/>
              <a:gd name="connsiteX11" fmla="*/ 4224950 w 4839107"/>
              <a:gd name="connsiteY11" fmla="*/ 217681 h 433131"/>
              <a:gd name="connsiteX12" fmla="*/ 4185441 w 4839107"/>
              <a:gd name="connsiteY12" fmla="*/ 207954 h 433131"/>
              <a:gd name="connsiteX13" fmla="*/ 3547741 w 4839107"/>
              <a:gd name="connsiteY13" fmla="*/ 207298 h 433131"/>
              <a:gd name="connsiteX14" fmla="*/ 3509178 w 4839107"/>
              <a:gd name="connsiteY14" fmla="*/ 217025 h 433131"/>
              <a:gd name="connsiteX15" fmla="*/ 3483064 w 4839107"/>
              <a:gd name="connsiteY15" fmla="*/ 244237 h 433131"/>
              <a:gd name="connsiteX16" fmla="*/ 3473593 w 4839107"/>
              <a:gd name="connsiteY16" fmla="*/ 284066 h 433131"/>
              <a:gd name="connsiteX17" fmla="*/ 3483064 w 4839107"/>
              <a:gd name="connsiteY17" fmla="*/ 324553 h 433131"/>
              <a:gd name="connsiteX18" fmla="*/ 3509178 w 4839107"/>
              <a:gd name="connsiteY18" fmla="*/ 351763 h 433131"/>
              <a:gd name="connsiteX19" fmla="*/ 3547741 w 4839107"/>
              <a:gd name="connsiteY19" fmla="*/ 361491 h 433131"/>
              <a:gd name="connsiteX20" fmla="*/ 3601863 w 4839107"/>
              <a:gd name="connsiteY20" fmla="*/ 339932 h 433131"/>
              <a:gd name="connsiteX21" fmla="*/ 3622565 w 4839107"/>
              <a:gd name="connsiteY21" fmla="*/ 284066 h 433131"/>
              <a:gd name="connsiteX22" fmla="*/ 3613094 w 4839107"/>
              <a:gd name="connsiteY22" fmla="*/ 244237 h 433131"/>
              <a:gd name="connsiteX23" fmla="*/ 3586980 w 4839107"/>
              <a:gd name="connsiteY23" fmla="*/ 217025 h 433131"/>
              <a:gd name="connsiteX24" fmla="*/ 3547741 w 4839107"/>
              <a:gd name="connsiteY24" fmla="*/ 207298 h 433131"/>
              <a:gd name="connsiteX25" fmla="*/ 3052248 w 4839107"/>
              <a:gd name="connsiteY25" fmla="*/ 207298 h 433131"/>
              <a:gd name="connsiteX26" fmla="*/ 3013009 w 4839107"/>
              <a:gd name="connsiteY26" fmla="*/ 217289 h 433131"/>
              <a:gd name="connsiteX27" fmla="*/ 2986895 w 4839107"/>
              <a:gd name="connsiteY27" fmla="*/ 244499 h 433131"/>
              <a:gd name="connsiteX28" fmla="*/ 2977424 w 4839107"/>
              <a:gd name="connsiteY28" fmla="*/ 284066 h 433131"/>
              <a:gd name="connsiteX29" fmla="*/ 2986895 w 4839107"/>
              <a:gd name="connsiteY29" fmla="*/ 324553 h 433131"/>
              <a:gd name="connsiteX30" fmla="*/ 3013280 w 4839107"/>
              <a:gd name="connsiteY30" fmla="*/ 351763 h 433131"/>
              <a:gd name="connsiteX31" fmla="*/ 3051572 w 4839107"/>
              <a:gd name="connsiteY31" fmla="*/ 361491 h 433131"/>
              <a:gd name="connsiteX32" fmla="*/ 3090811 w 4839107"/>
              <a:gd name="connsiteY32" fmla="*/ 351763 h 433131"/>
              <a:gd name="connsiteX33" fmla="*/ 3116925 w 4839107"/>
              <a:gd name="connsiteY33" fmla="*/ 324553 h 433131"/>
              <a:gd name="connsiteX34" fmla="*/ 3126396 w 4839107"/>
              <a:gd name="connsiteY34" fmla="*/ 284066 h 433131"/>
              <a:gd name="connsiteX35" fmla="*/ 3116925 w 4839107"/>
              <a:gd name="connsiteY35" fmla="*/ 244237 h 433131"/>
              <a:gd name="connsiteX36" fmla="*/ 3090811 w 4839107"/>
              <a:gd name="connsiteY36" fmla="*/ 217025 h 433131"/>
              <a:gd name="connsiteX37" fmla="*/ 3052248 w 4839107"/>
              <a:gd name="connsiteY37" fmla="*/ 207298 h 433131"/>
              <a:gd name="connsiteX38" fmla="*/ 2712899 w 4839107"/>
              <a:gd name="connsiteY38" fmla="*/ 199541 h 433131"/>
              <a:gd name="connsiteX39" fmla="*/ 2671496 w 4839107"/>
              <a:gd name="connsiteY39" fmla="*/ 209926 h 433131"/>
              <a:gd name="connsiteX40" fmla="*/ 2644434 w 4839107"/>
              <a:gd name="connsiteY40" fmla="*/ 238846 h 433131"/>
              <a:gd name="connsiteX41" fmla="*/ 2638886 w 4839107"/>
              <a:gd name="connsiteY41" fmla="*/ 253830 h 433131"/>
              <a:gd name="connsiteX42" fmla="*/ 2780822 w 4839107"/>
              <a:gd name="connsiteY42" fmla="*/ 253436 h 433131"/>
              <a:gd name="connsiteX43" fmla="*/ 2774599 w 4839107"/>
              <a:gd name="connsiteY43" fmla="*/ 235033 h 433131"/>
              <a:gd name="connsiteX44" fmla="*/ 2750920 w 4839107"/>
              <a:gd name="connsiteY44" fmla="*/ 208744 h 433131"/>
              <a:gd name="connsiteX45" fmla="*/ 2712899 w 4839107"/>
              <a:gd name="connsiteY45" fmla="*/ 199541 h 433131"/>
              <a:gd name="connsiteX46" fmla="*/ 1907284 w 4839107"/>
              <a:gd name="connsiteY46" fmla="*/ 182060 h 433131"/>
              <a:gd name="connsiteX47" fmla="*/ 1851403 w 4839107"/>
              <a:gd name="connsiteY47" fmla="*/ 195599 h 433131"/>
              <a:gd name="connsiteX48" fmla="*/ 1813381 w 4839107"/>
              <a:gd name="connsiteY48" fmla="*/ 233063 h 433131"/>
              <a:gd name="connsiteX49" fmla="*/ 1799715 w 4839107"/>
              <a:gd name="connsiteY49" fmla="*/ 287089 h 433131"/>
              <a:gd name="connsiteX50" fmla="*/ 1799580 w 4839107"/>
              <a:gd name="connsiteY50" fmla="*/ 287220 h 433131"/>
              <a:gd name="connsiteX51" fmla="*/ 1813245 w 4839107"/>
              <a:gd name="connsiteY51" fmla="*/ 342430 h 433131"/>
              <a:gd name="connsiteX52" fmla="*/ 1819469 w 4839107"/>
              <a:gd name="connsiteY52" fmla="*/ 351763 h 433131"/>
              <a:gd name="connsiteX53" fmla="*/ 1971284 w 4839107"/>
              <a:gd name="connsiteY53" fmla="*/ 203750 h 433131"/>
              <a:gd name="connsiteX54" fmla="*/ 1954100 w 4839107"/>
              <a:gd name="connsiteY54" fmla="*/ 192050 h 433131"/>
              <a:gd name="connsiteX55" fmla="*/ 1907284 w 4839107"/>
              <a:gd name="connsiteY55" fmla="*/ 182060 h 433131"/>
              <a:gd name="connsiteX56" fmla="*/ 970419 w 4839107"/>
              <a:gd name="connsiteY56" fmla="*/ 181928 h 433131"/>
              <a:gd name="connsiteX57" fmla="*/ 916297 w 4839107"/>
              <a:gd name="connsiteY57" fmla="*/ 194942 h 433131"/>
              <a:gd name="connsiteX58" fmla="*/ 880171 w 4839107"/>
              <a:gd name="connsiteY58" fmla="*/ 231223 h 433131"/>
              <a:gd name="connsiteX59" fmla="*/ 868399 w 4839107"/>
              <a:gd name="connsiteY59" fmla="*/ 268161 h 433131"/>
              <a:gd name="connsiteX60" fmla="*/ 1063646 w 4839107"/>
              <a:gd name="connsiteY60" fmla="*/ 268161 h 433131"/>
              <a:gd name="connsiteX61" fmla="*/ 1053363 w 4839107"/>
              <a:gd name="connsiteY61" fmla="*/ 228331 h 433131"/>
              <a:gd name="connsiteX62" fmla="*/ 1021161 w 4839107"/>
              <a:gd name="connsiteY62" fmla="*/ 194022 h 433131"/>
              <a:gd name="connsiteX63" fmla="*/ 970419 w 4839107"/>
              <a:gd name="connsiteY63" fmla="*/ 181928 h 433131"/>
              <a:gd name="connsiteX64" fmla="*/ 145996 w 4839107"/>
              <a:gd name="connsiteY64" fmla="*/ 181928 h 433131"/>
              <a:gd name="connsiteX65" fmla="*/ 91873 w 4839107"/>
              <a:gd name="connsiteY65" fmla="*/ 194942 h 433131"/>
              <a:gd name="connsiteX66" fmla="*/ 55747 w 4839107"/>
              <a:gd name="connsiteY66" fmla="*/ 231223 h 433131"/>
              <a:gd name="connsiteX67" fmla="*/ 43975 w 4839107"/>
              <a:gd name="connsiteY67" fmla="*/ 268161 h 433131"/>
              <a:gd name="connsiteX68" fmla="*/ 239222 w 4839107"/>
              <a:gd name="connsiteY68" fmla="*/ 268161 h 433131"/>
              <a:gd name="connsiteX69" fmla="*/ 228939 w 4839107"/>
              <a:gd name="connsiteY69" fmla="*/ 228331 h 433131"/>
              <a:gd name="connsiteX70" fmla="*/ 196737 w 4839107"/>
              <a:gd name="connsiteY70" fmla="*/ 194022 h 433131"/>
              <a:gd name="connsiteX71" fmla="*/ 145996 w 4839107"/>
              <a:gd name="connsiteY71" fmla="*/ 181928 h 433131"/>
              <a:gd name="connsiteX72" fmla="*/ 1906742 w 4839107"/>
              <a:gd name="connsiteY72" fmla="*/ 143545 h 433131"/>
              <a:gd name="connsiteX73" fmla="*/ 1974531 w 4839107"/>
              <a:gd name="connsiteY73" fmla="*/ 159187 h 433131"/>
              <a:gd name="connsiteX74" fmla="*/ 1974531 w 4839107"/>
              <a:gd name="connsiteY74" fmla="*/ 158925 h 433131"/>
              <a:gd name="connsiteX75" fmla="*/ 2022836 w 4839107"/>
              <a:gd name="connsiteY75" fmla="*/ 202960 h 433131"/>
              <a:gd name="connsiteX76" fmla="*/ 1845448 w 4839107"/>
              <a:gd name="connsiteY76" fmla="*/ 375819 h 433131"/>
              <a:gd name="connsiteX77" fmla="*/ 1851673 w 4839107"/>
              <a:gd name="connsiteY77" fmla="*/ 379894 h 433131"/>
              <a:gd name="connsiteX78" fmla="*/ 1907960 w 4839107"/>
              <a:gd name="connsiteY78" fmla="*/ 393827 h 433131"/>
              <a:gd name="connsiteX79" fmla="*/ 1956670 w 4839107"/>
              <a:gd name="connsiteY79" fmla="*/ 385283 h 433131"/>
              <a:gd name="connsiteX80" fmla="*/ 1993204 w 4839107"/>
              <a:gd name="connsiteY80" fmla="*/ 360833 h 433131"/>
              <a:gd name="connsiteX81" fmla="*/ 2021212 w 4839107"/>
              <a:gd name="connsiteY81" fmla="*/ 388043 h 433131"/>
              <a:gd name="connsiteX82" fmla="*/ 1971689 w 4839107"/>
              <a:gd name="connsiteY82" fmla="*/ 421433 h 433131"/>
              <a:gd name="connsiteX83" fmla="*/ 1908095 w 4839107"/>
              <a:gd name="connsiteY83" fmla="*/ 433000 h 433131"/>
              <a:gd name="connsiteX84" fmla="*/ 1830836 w 4839107"/>
              <a:gd name="connsiteY84" fmla="*/ 413545 h 433131"/>
              <a:gd name="connsiteX85" fmla="*/ 1776984 w 4839107"/>
              <a:gd name="connsiteY85" fmla="*/ 360964 h 433131"/>
              <a:gd name="connsiteX86" fmla="*/ 1757228 w 4839107"/>
              <a:gd name="connsiteY86" fmla="*/ 287089 h 433131"/>
              <a:gd name="connsiteX87" fmla="*/ 1776984 w 4839107"/>
              <a:gd name="connsiteY87" fmla="*/ 214397 h 433131"/>
              <a:gd name="connsiteX88" fmla="*/ 1830429 w 4839107"/>
              <a:gd name="connsiteY88" fmla="*/ 162736 h 433131"/>
              <a:gd name="connsiteX89" fmla="*/ 1906742 w 4839107"/>
              <a:gd name="connsiteY89" fmla="*/ 143545 h 433131"/>
              <a:gd name="connsiteX90" fmla="*/ 1619216 w 4839107"/>
              <a:gd name="connsiteY90" fmla="*/ 143545 h 433131"/>
              <a:gd name="connsiteX91" fmla="*/ 1679427 w 4839107"/>
              <a:gd name="connsiteY91" fmla="*/ 155376 h 433131"/>
              <a:gd name="connsiteX92" fmla="*/ 1726785 w 4839107"/>
              <a:gd name="connsiteY92" fmla="*/ 188500 h 433131"/>
              <a:gd name="connsiteX93" fmla="*/ 1698777 w 4839107"/>
              <a:gd name="connsiteY93" fmla="*/ 216237 h 433131"/>
              <a:gd name="connsiteX94" fmla="*/ 1663461 w 4839107"/>
              <a:gd name="connsiteY94" fmla="*/ 191786 h 433131"/>
              <a:gd name="connsiteX95" fmla="*/ 1619081 w 4839107"/>
              <a:gd name="connsiteY95" fmla="*/ 183243 h 433131"/>
              <a:gd name="connsiteX96" fmla="*/ 1564958 w 4839107"/>
              <a:gd name="connsiteY96" fmla="*/ 196782 h 433131"/>
              <a:gd name="connsiteX97" fmla="*/ 1527884 w 4839107"/>
              <a:gd name="connsiteY97" fmla="*/ 233719 h 433131"/>
              <a:gd name="connsiteX98" fmla="*/ 1514489 w 4839107"/>
              <a:gd name="connsiteY98" fmla="*/ 287747 h 433131"/>
              <a:gd name="connsiteX99" fmla="*/ 1527884 w 4839107"/>
              <a:gd name="connsiteY99" fmla="*/ 341772 h 433131"/>
              <a:gd name="connsiteX100" fmla="*/ 1564958 w 4839107"/>
              <a:gd name="connsiteY100" fmla="*/ 379236 h 433131"/>
              <a:gd name="connsiteX101" fmla="*/ 1619081 w 4839107"/>
              <a:gd name="connsiteY101" fmla="*/ 392775 h 433131"/>
              <a:gd name="connsiteX102" fmla="*/ 1664137 w 4839107"/>
              <a:gd name="connsiteY102" fmla="*/ 384232 h 433131"/>
              <a:gd name="connsiteX103" fmla="*/ 1699453 w 4839107"/>
              <a:gd name="connsiteY103" fmla="*/ 359781 h 433131"/>
              <a:gd name="connsiteX104" fmla="*/ 1728002 w 4839107"/>
              <a:gd name="connsiteY104" fmla="*/ 387518 h 433131"/>
              <a:gd name="connsiteX105" fmla="*/ 1679697 w 4839107"/>
              <a:gd name="connsiteY105" fmla="*/ 421169 h 433131"/>
              <a:gd name="connsiteX106" fmla="*/ 1619216 w 4839107"/>
              <a:gd name="connsiteY106" fmla="*/ 433000 h 433131"/>
              <a:gd name="connsiteX107" fmla="*/ 1543579 w 4839107"/>
              <a:gd name="connsiteY107" fmla="*/ 413808 h 433131"/>
              <a:gd name="connsiteX108" fmla="*/ 1490134 w 4839107"/>
              <a:gd name="connsiteY108" fmla="*/ 361491 h 433131"/>
              <a:gd name="connsiteX109" fmla="*/ 1470378 w 4839107"/>
              <a:gd name="connsiteY109" fmla="*/ 287616 h 433131"/>
              <a:gd name="connsiteX110" fmla="*/ 1490134 w 4839107"/>
              <a:gd name="connsiteY110" fmla="*/ 214133 h 433131"/>
              <a:gd name="connsiteX111" fmla="*/ 1543579 w 4839107"/>
              <a:gd name="connsiteY111" fmla="*/ 162473 h 433131"/>
              <a:gd name="connsiteX112" fmla="*/ 1619216 w 4839107"/>
              <a:gd name="connsiteY112" fmla="*/ 143545 h 433131"/>
              <a:gd name="connsiteX113" fmla="*/ 1303002 w 4839107"/>
              <a:gd name="connsiteY113" fmla="*/ 143545 h 433131"/>
              <a:gd name="connsiteX114" fmla="*/ 1361321 w 4839107"/>
              <a:gd name="connsiteY114" fmla="*/ 158925 h 433131"/>
              <a:gd name="connsiteX115" fmla="*/ 1361456 w 4839107"/>
              <a:gd name="connsiteY115" fmla="*/ 159056 h 433131"/>
              <a:gd name="connsiteX116" fmla="*/ 1401235 w 4839107"/>
              <a:gd name="connsiteY116" fmla="*/ 200462 h 433131"/>
              <a:gd name="connsiteX117" fmla="*/ 1415578 w 4839107"/>
              <a:gd name="connsiteY117" fmla="*/ 257118 h 433131"/>
              <a:gd name="connsiteX118" fmla="*/ 1415578 w 4839107"/>
              <a:gd name="connsiteY118" fmla="*/ 427216 h 433131"/>
              <a:gd name="connsiteX119" fmla="*/ 1372416 w 4839107"/>
              <a:gd name="connsiteY119" fmla="*/ 427216 h 433131"/>
              <a:gd name="connsiteX120" fmla="*/ 1372416 w 4839107"/>
              <a:gd name="connsiteY120" fmla="*/ 264217 h 433131"/>
              <a:gd name="connsiteX121" fmla="*/ 1350225 w 4839107"/>
              <a:gd name="connsiteY121" fmla="*/ 204800 h 433131"/>
              <a:gd name="connsiteX122" fmla="*/ 1291502 w 4839107"/>
              <a:gd name="connsiteY122" fmla="*/ 182060 h 433131"/>
              <a:gd name="connsiteX123" fmla="*/ 1247663 w 4839107"/>
              <a:gd name="connsiteY123" fmla="*/ 192707 h 433131"/>
              <a:gd name="connsiteX124" fmla="*/ 1217896 w 4839107"/>
              <a:gd name="connsiteY124" fmla="*/ 221626 h 433131"/>
              <a:gd name="connsiteX125" fmla="*/ 1206936 w 4839107"/>
              <a:gd name="connsiteY125" fmla="*/ 263559 h 433131"/>
              <a:gd name="connsiteX126" fmla="*/ 1206936 w 4839107"/>
              <a:gd name="connsiteY126" fmla="*/ 427216 h 433131"/>
              <a:gd name="connsiteX127" fmla="*/ 1164449 w 4839107"/>
              <a:gd name="connsiteY127" fmla="*/ 427216 h 433131"/>
              <a:gd name="connsiteX128" fmla="*/ 1164449 w 4839107"/>
              <a:gd name="connsiteY128" fmla="*/ 149592 h 433131"/>
              <a:gd name="connsiteX129" fmla="*/ 1206936 w 4839107"/>
              <a:gd name="connsiteY129" fmla="*/ 149592 h 433131"/>
              <a:gd name="connsiteX130" fmla="*/ 1206936 w 4839107"/>
              <a:gd name="connsiteY130" fmla="*/ 190736 h 433131"/>
              <a:gd name="connsiteX131" fmla="*/ 1243739 w 4839107"/>
              <a:gd name="connsiteY131" fmla="*/ 157741 h 433131"/>
              <a:gd name="connsiteX132" fmla="*/ 1303002 w 4839107"/>
              <a:gd name="connsiteY132" fmla="*/ 143545 h 433131"/>
              <a:gd name="connsiteX133" fmla="*/ 971638 w 4839107"/>
              <a:gd name="connsiteY133" fmla="*/ 143545 h 433131"/>
              <a:gd name="connsiteX134" fmla="*/ 1040644 w 4839107"/>
              <a:gd name="connsiteY134" fmla="*/ 160633 h 433131"/>
              <a:gd name="connsiteX135" fmla="*/ 1040644 w 4839107"/>
              <a:gd name="connsiteY135" fmla="*/ 160502 h 433131"/>
              <a:gd name="connsiteX136" fmla="*/ 1088002 w 4839107"/>
              <a:gd name="connsiteY136" fmla="*/ 208088 h 433131"/>
              <a:gd name="connsiteX137" fmla="*/ 1105321 w 4839107"/>
              <a:gd name="connsiteY137" fmla="*/ 278019 h 433131"/>
              <a:gd name="connsiteX138" fmla="*/ 1104779 w 4839107"/>
              <a:gd name="connsiteY138" fmla="*/ 288929 h 433131"/>
              <a:gd name="connsiteX139" fmla="*/ 1102344 w 4839107"/>
              <a:gd name="connsiteY139" fmla="*/ 303389 h 433131"/>
              <a:gd name="connsiteX140" fmla="*/ 868264 w 4839107"/>
              <a:gd name="connsiteY140" fmla="*/ 303389 h 433131"/>
              <a:gd name="connsiteX141" fmla="*/ 880847 w 4839107"/>
              <a:gd name="connsiteY141" fmla="*/ 342430 h 433131"/>
              <a:gd name="connsiteX142" fmla="*/ 919139 w 4839107"/>
              <a:gd name="connsiteY142" fmla="*/ 380288 h 433131"/>
              <a:gd name="connsiteX143" fmla="*/ 975967 w 4839107"/>
              <a:gd name="connsiteY143" fmla="*/ 393827 h 433131"/>
              <a:gd name="connsiteX144" fmla="*/ 1024001 w 4839107"/>
              <a:gd name="connsiteY144" fmla="*/ 384626 h 433131"/>
              <a:gd name="connsiteX145" fmla="*/ 1061075 w 4839107"/>
              <a:gd name="connsiteY145" fmla="*/ 357153 h 433131"/>
              <a:gd name="connsiteX146" fmla="*/ 1088408 w 4839107"/>
              <a:gd name="connsiteY146" fmla="*/ 384363 h 433131"/>
              <a:gd name="connsiteX147" fmla="*/ 1038885 w 4839107"/>
              <a:gd name="connsiteY147" fmla="*/ 420117 h 433131"/>
              <a:gd name="connsiteX148" fmla="*/ 975291 w 4839107"/>
              <a:gd name="connsiteY148" fmla="*/ 432868 h 433131"/>
              <a:gd name="connsiteX149" fmla="*/ 898032 w 4839107"/>
              <a:gd name="connsiteY149" fmla="*/ 413939 h 433131"/>
              <a:gd name="connsiteX150" fmla="*/ 844179 w 4839107"/>
              <a:gd name="connsiteY150" fmla="*/ 362016 h 433131"/>
              <a:gd name="connsiteX151" fmla="*/ 824424 w 4839107"/>
              <a:gd name="connsiteY151" fmla="*/ 287616 h 433131"/>
              <a:gd name="connsiteX152" fmla="*/ 843908 w 4839107"/>
              <a:gd name="connsiteY152" fmla="*/ 214133 h 433131"/>
              <a:gd name="connsiteX153" fmla="*/ 896813 w 4839107"/>
              <a:gd name="connsiteY153" fmla="*/ 162473 h 433131"/>
              <a:gd name="connsiteX154" fmla="*/ 971638 w 4839107"/>
              <a:gd name="connsiteY154" fmla="*/ 143545 h 433131"/>
              <a:gd name="connsiteX155" fmla="*/ 147214 w 4839107"/>
              <a:gd name="connsiteY155" fmla="*/ 143545 h 433131"/>
              <a:gd name="connsiteX156" fmla="*/ 216220 w 4839107"/>
              <a:gd name="connsiteY156" fmla="*/ 160633 h 433131"/>
              <a:gd name="connsiteX157" fmla="*/ 216220 w 4839107"/>
              <a:gd name="connsiteY157" fmla="*/ 160502 h 433131"/>
              <a:gd name="connsiteX158" fmla="*/ 263577 w 4839107"/>
              <a:gd name="connsiteY158" fmla="*/ 208088 h 433131"/>
              <a:gd name="connsiteX159" fmla="*/ 280897 w 4839107"/>
              <a:gd name="connsiteY159" fmla="*/ 278019 h 433131"/>
              <a:gd name="connsiteX160" fmla="*/ 280355 w 4839107"/>
              <a:gd name="connsiteY160" fmla="*/ 288929 h 433131"/>
              <a:gd name="connsiteX161" fmla="*/ 277920 w 4839107"/>
              <a:gd name="connsiteY161" fmla="*/ 303389 h 433131"/>
              <a:gd name="connsiteX162" fmla="*/ 43840 w 4839107"/>
              <a:gd name="connsiteY162" fmla="*/ 303389 h 433131"/>
              <a:gd name="connsiteX163" fmla="*/ 56423 w 4839107"/>
              <a:gd name="connsiteY163" fmla="*/ 342430 h 433131"/>
              <a:gd name="connsiteX164" fmla="*/ 94715 w 4839107"/>
              <a:gd name="connsiteY164" fmla="*/ 380288 h 433131"/>
              <a:gd name="connsiteX165" fmla="*/ 151543 w 4839107"/>
              <a:gd name="connsiteY165" fmla="*/ 393827 h 433131"/>
              <a:gd name="connsiteX166" fmla="*/ 199577 w 4839107"/>
              <a:gd name="connsiteY166" fmla="*/ 384626 h 433131"/>
              <a:gd name="connsiteX167" fmla="*/ 236651 w 4839107"/>
              <a:gd name="connsiteY167" fmla="*/ 357153 h 433131"/>
              <a:gd name="connsiteX168" fmla="*/ 263984 w 4839107"/>
              <a:gd name="connsiteY168" fmla="*/ 384363 h 433131"/>
              <a:gd name="connsiteX169" fmla="*/ 214461 w 4839107"/>
              <a:gd name="connsiteY169" fmla="*/ 420117 h 433131"/>
              <a:gd name="connsiteX170" fmla="*/ 150867 w 4839107"/>
              <a:gd name="connsiteY170" fmla="*/ 432868 h 433131"/>
              <a:gd name="connsiteX171" fmla="*/ 73608 w 4839107"/>
              <a:gd name="connsiteY171" fmla="*/ 413939 h 433131"/>
              <a:gd name="connsiteX172" fmla="*/ 19755 w 4839107"/>
              <a:gd name="connsiteY172" fmla="*/ 362016 h 433131"/>
              <a:gd name="connsiteX173" fmla="*/ 0 w 4839107"/>
              <a:gd name="connsiteY173" fmla="*/ 287616 h 433131"/>
              <a:gd name="connsiteX174" fmla="*/ 19484 w 4839107"/>
              <a:gd name="connsiteY174" fmla="*/ 214133 h 433131"/>
              <a:gd name="connsiteX175" fmla="*/ 72389 w 4839107"/>
              <a:gd name="connsiteY175" fmla="*/ 162473 h 433131"/>
              <a:gd name="connsiteX176" fmla="*/ 147214 w 4839107"/>
              <a:gd name="connsiteY176" fmla="*/ 143545 h 433131"/>
              <a:gd name="connsiteX177" fmla="*/ 681810 w 4839107"/>
              <a:gd name="connsiteY177" fmla="*/ 143412 h 433131"/>
              <a:gd name="connsiteX178" fmla="*/ 740127 w 4839107"/>
              <a:gd name="connsiteY178" fmla="*/ 154586 h 433131"/>
              <a:gd name="connsiteX179" fmla="*/ 782073 w 4839107"/>
              <a:gd name="connsiteY179" fmla="*/ 187712 h 433131"/>
              <a:gd name="connsiteX180" fmla="*/ 754740 w 4839107"/>
              <a:gd name="connsiteY180" fmla="*/ 214264 h 433131"/>
              <a:gd name="connsiteX181" fmla="*/ 722808 w 4839107"/>
              <a:gd name="connsiteY181" fmla="*/ 189814 h 433131"/>
              <a:gd name="connsiteX182" fmla="*/ 679916 w 4839107"/>
              <a:gd name="connsiteY182" fmla="*/ 181271 h 433131"/>
              <a:gd name="connsiteX183" fmla="*/ 638242 w 4839107"/>
              <a:gd name="connsiteY183" fmla="*/ 191654 h 433131"/>
              <a:gd name="connsiteX184" fmla="*/ 638242 w 4839107"/>
              <a:gd name="connsiteY184" fmla="*/ 191786 h 433131"/>
              <a:gd name="connsiteX185" fmla="*/ 623899 w 4839107"/>
              <a:gd name="connsiteY185" fmla="*/ 218602 h 433131"/>
              <a:gd name="connsiteX186" fmla="*/ 635400 w 4839107"/>
              <a:gd name="connsiteY186" fmla="*/ 243709 h 433131"/>
              <a:gd name="connsiteX187" fmla="*/ 664897 w 4839107"/>
              <a:gd name="connsiteY187" fmla="*/ 258432 h 433131"/>
              <a:gd name="connsiteX188" fmla="*/ 702918 w 4839107"/>
              <a:gd name="connsiteY188" fmla="*/ 269605 h 433131"/>
              <a:gd name="connsiteX189" fmla="*/ 741210 w 4839107"/>
              <a:gd name="connsiteY189" fmla="*/ 284328 h 433131"/>
              <a:gd name="connsiteX190" fmla="*/ 770707 w 4839107"/>
              <a:gd name="connsiteY190" fmla="*/ 309173 h 433131"/>
              <a:gd name="connsiteX191" fmla="*/ 781937 w 4839107"/>
              <a:gd name="connsiteY191" fmla="*/ 351367 h 433131"/>
              <a:gd name="connsiteX192" fmla="*/ 754335 w 4839107"/>
              <a:gd name="connsiteY192" fmla="*/ 410784 h 433131"/>
              <a:gd name="connsiteX193" fmla="*/ 679240 w 4839107"/>
              <a:gd name="connsiteY193" fmla="*/ 432999 h 433131"/>
              <a:gd name="connsiteX194" fmla="*/ 634859 w 4839107"/>
              <a:gd name="connsiteY194" fmla="*/ 426821 h 433131"/>
              <a:gd name="connsiteX195" fmla="*/ 596296 w 4839107"/>
              <a:gd name="connsiteY195" fmla="*/ 409338 h 433131"/>
              <a:gd name="connsiteX196" fmla="*/ 566258 w 4839107"/>
              <a:gd name="connsiteY196" fmla="*/ 382784 h 433131"/>
              <a:gd name="connsiteX197" fmla="*/ 593591 w 4839107"/>
              <a:gd name="connsiteY197" fmla="*/ 355574 h 433131"/>
              <a:gd name="connsiteX198" fmla="*/ 632152 w 4839107"/>
              <a:gd name="connsiteY198" fmla="*/ 385413 h 433131"/>
              <a:gd name="connsiteX199" fmla="*/ 680457 w 4839107"/>
              <a:gd name="connsiteY199" fmla="*/ 395140 h 433131"/>
              <a:gd name="connsiteX200" fmla="*/ 725108 w 4839107"/>
              <a:gd name="connsiteY200" fmla="*/ 384494 h 433131"/>
              <a:gd name="connsiteX201" fmla="*/ 741210 w 4839107"/>
              <a:gd name="connsiteY201" fmla="*/ 354917 h 433131"/>
              <a:gd name="connsiteX202" fmla="*/ 729709 w 4839107"/>
              <a:gd name="connsiteY202" fmla="*/ 327180 h 433131"/>
              <a:gd name="connsiteX203" fmla="*/ 700212 w 4839107"/>
              <a:gd name="connsiteY203" fmla="*/ 311275 h 433131"/>
              <a:gd name="connsiteX204" fmla="*/ 662190 w 4839107"/>
              <a:gd name="connsiteY204" fmla="*/ 299707 h 433131"/>
              <a:gd name="connsiteX205" fmla="*/ 623899 w 4839107"/>
              <a:gd name="connsiteY205" fmla="*/ 285511 h 433131"/>
              <a:gd name="connsiteX206" fmla="*/ 594402 w 4839107"/>
              <a:gd name="connsiteY206" fmla="*/ 261587 h 433131"/>
              <a:gd name="connsiteX207" fmla="*/ 583172 w 4839107"/>
              <a:gd name="connsiteY207" fmla="*/ 221363 h 433131"/>
              <a:gd name="connsiteX208" fmla="*/ 595078 w 4839107"/>
              <a:gd name="connsiteY208" fmla="*/ 180350 h 433131"/>
              <a:gd name="connsiteX209" fmla="*/ 629176 w 4839107"/>
              <a:gd name="connsiteY209" fmla="*/ 153140 h 433131"/>
              <a:gd name="connsiteX210" fmla="*/ 681810 w 4839107"/>
              <a:gd name="connsiteY210" fmla="*/ 143412 h 433131"/>
              <a:gd name="connsiteX211" fmla="*/ 430005 w 4839107"/>
              <a:gd name="connsiteY211" fmla="*/ 143412 h 433131"/>
              <a:gd name="connsiteX212" fmla="*/ 488322 w 4839107"/>
              <a:gd name="connsiteY212" fmla="*/ 154586 h 433131"/>
              <a:gd name="connsiteX213" fmla="*/ 530267 w 4839107"/>
              <a:gd name="connsiteY213" fmla="*/ 187712 h 433131"/>
              <a:gd name="connsiteX214" fmla="*/ 502935 w 4839107"/>
              <a:gd name="connsiteY214" fmla="*/ 214264 h 433131"/>
              <a:gd name="connsiteX215" fmla="*/ 471003 w 4839107"/>
              <a:gd name="connsiteY215" fmla="*/ 189814 h 433131"/>
              <a:gd name="connsiteX216" fmla="*/ 428111 w 4839107"/>
              <a:gd name="connsiteY216" fmla="*/ 181271 h 433131"/>
              <a:gd name="connsiteX217" fmla="*/ 386437 w 4839107"/>
              <a:gd name="connsiteY217" fmla="*/ 191654 h 433131"/>
              <a:gd name="connsiteX218" fmla="*/ 386437 w 4839107"/>
              <a:gd name="connsiteY218" fmla="*/ 191786 h 433131"/>
              <a:gd name="connsiteX219" fmla="*/ 372094 w 4839107"/>
              <a:gd name="connsiteY219" fmla="*/ 218602 h 433131"/>
              <a:gd name="connsiteX220" fmla="*/ 383595 w 4839107"/>
              <a:gd name="connsiteY220" fmla="*/ 243709 h 433131"/>
              <a:gd name="connsiteX221" fmla="*/ 413092 w 4839107"/>
              <a:gd name="connsiteY221" fmla="*/ 258432 h 433131"/>
              <a:gd name="connsiteX222" fmla="*/ 451112 w 4839107"/>
              <a:gd name="connsiteY222" fmla="*/ 269605 h 433131"/>
              <a:gd name="connsiteX223" fmla="*/ 489405 w 4839107"/>
              <a:gd name="connsiteY223" fmla="*/ 284328 h 433131"/>
              <a:gd name="connsiteX224" fmla="*/ 518902 w 4839107"/>
              <a:gd name="connsiteY224" fmla="*/ 309173 h 433131"/>
              <a:gd name="connsiteX225" fmla="*/ 530132 w 4839107"/>
              <a:gd name="connsiteY225" fmla="*/ 351367 h 433131"/>
              <a:gd name="connsiteX226" fmla="*/ 502529 w 4839107"/>
              <a:gd name="connsiteY226" fmla="*/ 410784 h 433131"/>
              <a:gd name="connsiteX227" fmla="*/ 427435 w 4839107"/>
              <a:gd name="connsiteY227" fmla="*/ 432999 h 433131"/>
              <a:gd name="connsiteX228" fmla="*/ 383054 w 4839107"/>
              <a:gd name="connsiteY228" fmla="*/ 426821 h 433131"/>
              <a:gd name="connsiteX229" fmla="*/ 344491 w 4839107"/>
              <a:gd name="connsiteY229" fmla="*/ 409338 h 433131"/>
              <a:gd name="connsiteX230" fmla="*/ 314453 w 4839107"/>
              <a:gd name="connsiteY230" fmla="*/ 382784 h 433131"/>
              <a:gd name="connsiteX231" fmla="*/ 341785 w 4839107"/>
              <a:gd name="connsiteY231" fmla="*/ 355574 h 433131"/>
              <a:gd name="connsiteX232" fmla="*/ 380347 w 4839107"/>
              <a:gd name="connsiteY232" fmla="*/ 385413 h 433131"/>
              <a:gd name="connsiteX233" fmla="*/ 428651 w 4839107"/>
              <a:gd name="connsiteY233" fmla="*/ 395140 h 433131"/>
              <a:gd name="connsiteX234" fmla="*/ 473303 w 4839107"/>
              <a:gd name="connsiteY234" fmla="*/ 384494 h 433131"/>
              <a:gd name="connsiteX235" fmla="*/ 489405 w 4839107"/>
              <a:gd name="connsiteY235" fmla="*/ 354917 h 433131"/>
              <a:gd name="connsiteX236" fmla="*/ 477904 w 4839107"/>
              <a:gd name="connsiteY236" fmla="*/ 327180 h 433131"/>
              <a:gd name="connsiteX237" fmla="*/ 448407 w 4839107"/>
              <a:gd name="connsiteY237" fmla="*/ 311275 h 433131"/>
              <a:gd name="connsiteX238" fmla="*/ 410385 w 4839107"/>
              <a:gd name="connsiteY238" fmla="*/ 299707 h 433131"/>
              <a:gd name="connsiteX239" fmla="*/ 372094 w 4839107"/>
              <a:gd name="connsiteY239" fmla="*/ 285511 h 433131"/>
              <a:gd name="connsiteX240" fmla="*/ 342597 w 4839107"/>
              <a:gd name="connsiteY240" fmla="*/ 261587 h 433131"/>
              <a:gd name="connsiteX241" fmla="*/ 331366 w 4839107"/>
              <a:gd name="connsiteY241" fmla="*/ 221363 h 433131"/>
              <a:gd name="connsiteX242" fmla="*/ 343273 w 4839107"/>
              <a:gd name="connsiteY242" fmla="*/ 180350 h 433131"/>
              <a:gd name="connsiteX243" fmla="*/ 377371 w 4839107"/>
              <a:gd name="connsiteY243" fmla="*/ 153140 h 433131"/>
              <a:gd name="connsiteX244" fmla="*/ 430005 w 4839107"/>
              <a:gd name="connsiteY244" fmla="*/ 143412 h 433131"/>
              <a:gd name="connsiteX245" fmla="*/ 3265626 w 4839107"/>
              <a:gd name="connsiteY245" fmla="*/ 141704 h 433131"/>
              <a:gd name="connsiteX246" fmla="*/ 3345862 w 4839107"/>
              <a:gd name="connsiteY246" fmla="*/ 141704 h 433131"/>
              <a:gd name="connsiteX247" fmla="*/ 3345862 w 4839107"/>
              <a:gd name="connsiteY247" fmla="*/ 426953 h 433131"/>
              <a:gd name="connsiteX248" fmla="*/ 3265626 w 4839107"/>
              <a:gd name="connsiteY248" fmla="*/ 426953 h 433131"/>
              <a:gd name="connsiteX249" fmla="*/ 3533128 w 4839107"/>
              <a:gd name="connsiteY249" fmla="*/ 135921 h 433131"/>
              <a:gd name="connsiteX250" fmla="*/ 3589685 w 4839107"/>
              <a:gd name="connsiteY250" fmla="*/ 148277 h 433131"/>
              <a:gd name="connsiteX251" fmla="*/ 3618234 w 4839107"/>
              <a:gd name="connsiteY251" fmla="*/ 169178 h 433131"/>
              <a:gd name="connsiteX252" fmla="*/ 3618234 w 4839107"/>
              <a:gd name="connsiteY252" fmla="*/ 141704 h 433131"/>
              <a:gd name="connsiteX253" fmla="*/ 3697254 w 4839107"/>
              <a:gd name="connsiteY253" fmla="*/ 141704 h 433131"/>
              <a:gd name="connsiteX254" fmla="*/ 3697254 w 4839107"/>
              <a:gd name="connsiteY254" fmla="*/ 426953 h 433131"/>
              <a:gd name="connsiteX255" fmla="*/ 3618234 w 4839107"/>
              <a:gd name="connsiteY255" fmla="*/ 426953 h 433131"/>
              <a:gd name="connsiteX256" fmla="*/ 3618234 w 4839107"/>
              <a:gd name="connsiteY256" fmla="*/ 399086 h 433131"/>
              <a:gd name="connsiteX257" fmla="*/ 3589685 w 4839107"/>
              <a:gd name="connsiteY257" fmla="*/ 420117 h 433131"/>
              <a:gd name="connsiteX258" fmla="*/ 3533128 w 4839107"/>
              <a:gd name="connsiteY258" fmla="*/ 432868 h 433131"/>
              <a:gd name="connsiteX259" fmla="*/ 3460738 w 4839107"/>
              <a:gd name="connsiteY259" fmla="*/ 413414 h 433131"/>
              <a:gd name="connsiteX260" fmla="*/ 3410269 w 4839107"/>
              <a:gd name="connsiteY260" fmla="*/ 360308 h 433131"/>
              <a:gd name="connsiteX261" fmla="*/ 3392002 w 4839107"/>
              <a:gd name="connsiteY261" fmla="*/ 284724 h 433131"/>
              <a:gd name="connsiteX262" fmla="*/ 3410269 w 4839107"/>
              <a:gd name="connsiteY262" fmla="*/ 208482 h 433131"/>
              <a:gd name="connsiteX263" fmla="*/ 3460738 w 4839107"/>
              <a:gd name="connsiteY263" fmla="*/ 155376 h 433131"/>
              <a:gd name="connsiteX264" fmla="*/ 3533128 w 4839107"/>
              <a:gd name="connsiteY264" fmla="*/ 135921 h 433131"/>
              <a:gd name="connsiteX265" fmla="*/ 3900214 w 4839107"/>
              <a:gd name="connsiteY265" fmla="*/ 135394 h 433131"/>
              <a:gd name="connsiteX266" fmla="*/ 3964079 w 4839107"/>
              <a:gd name="connsiteY266" fmla="*/ 147750 h 433131"/>
              <a:gd name="connsiteX267" fmla="*/ 4014548 w 4839107"/>
              <a:gd name="connsiteY267" fmla="*/ 183242 h 433131"/>
              <a:gd name="connsiteX268" fmla="*/ 3963538 w 4839107"/>
              <a:gd name="connsiteY268" fmla="*/ 233456 h 433131"/>
              <a:gd name="connsiteX269" fmla="*/ 3935935 w 4839107"/>
              <a:gd name="connsiteY269" fmla="*/ 214528 h 433131"/>
              <a:gd name="connsiteX270" fmla="*/ 3900350 w 4839107"/>
              <a:gd name="connsiteY270" fmla="*/ 208086 h 433131"/>
              <a:gd name="connsiteX271" fmla="*/ 3861111 w 4839107"/>
              <a:gd name="connsiteY271" fmla="*/ 217814 h 433131"/>
              <a:gd name="connsiteX272" fmla="*/ 3833778 w 4839107"/>
              <a:gd name="connsiteY272" fmla="*/ 244366 h 433131"/>
              <a:gd name="connsiteX273" fmla="*/ 3823766 w 4839107"/>
              <a:gd name="connsiteY273" fmla="*/ 284197 h 433131"/>
              <a:gd name="connsiteX274" fmla="*/ 3833778 w 4839107"/>
              <a:gd name="connsiteY274" fmla="*/ 324026 h 433131"/>
              <a:gd name="connsiteX275" fmla="*/ 3861111 w 4839107"/>
              <a:gd name="connsiteY275" fmla="*/ 351236 h 433131"/>
              <a:gd name="connsiteX276" fmla="*/ 3900350 w 4839107"/>
              <a:gd name="connsiteY276" fmla="*/ 360964 h 433131"/>
              <a:gd name="connsiteX277" fmla="*/ 3936476 w 4839107"/>
              <a:gd name="connsiteY277" fmla="*/ 354128 h 433131"/>
              <a:gd name="connsiteX278" fmla="*/ 3936611 w 4839107"/>
              <a:gd name="connsiteY278" fmla="*/ 354392 h 433131"/>
              <a:gd name="connsiteX279" fmla="*/ 3964214 w 4839107"/>
              <a:gd name="connsiteY279" fmla="*/ 334542 h 433131"/>
              <a:gd name="connsiteX280" fmla="*/ 4015901 w 4839107"/>
              <a:gd name="connsiteY280" fmla="*/ 384757 h 433131"/>
              <a:gd name="connsiteX281" fmla="*/ 3964214 w 4839107"/>
              <a:gd name="connsiteY281" fmla="*/ 420774 h 433131"/>
              <a:gd name="connsiteX282" fmla="*/ 3900350 w 4839107"/>
              <a:gd name="connsiteY282" fmla="*/ 433131 h 433131"/>
              <a:gd name="connsiteX283" fmla="*/ 3819435 w 4839107"/>
              <a:gd name="connsiteY283" fmla="*/ 413676 h 433131"/>
              <a:gd name="connsiteX284" fmla="*/ 3762878 w 4839107"/>
              <a:gd name="connsiteY284" fmla="*/ 360570 h 433131"/>
              <a:gd name="connsiteX285" fmla="*/ 3742176 w 4839107"/>
              <a:gd name="connsiteY285" fmla="*/ 284986 h 433131"/>
              <a:gd name="connsiteX286" fmla="*/ 3762878 w 4839107"/>
              <a:gd name="connsiteY286" fmla="*/ 208744 h 433131"/>
              <a:gd name="connsiteX287" fmla="*/ 3819707 w 4839107"/>
              <a:gd name="connsiteY287" fmla="*/ 155243 h 433131"/>
              <a:gd name="connsiteX288" fmla="*/ 3900214 w 4839107"/>
              <a:gd name="connsiteY288" fmla="*/ 135394 h 433131"/>
              <a:gd name="connsiteX289" fmla="*/ 4512478 w 4839107"/>
              <a:gd name="connsiteY289" fmla="*/ 135263 h 433131"/>
              <a:gd name="connsiteX290" fmla="*/ 4579049 w 4839107"/>
              <a:gd name="connsiteY290" fmla="*/ 151826 h 433131"/>
              <a:gd name="connsiteX291" fmla="*/ 4609763 w 4839107"/>
              <a:gd name="connsiteY291" fmla="*/ 179299 h 433131"/>
              <a:gd name="connsiteX292" fmla="*/ 4640206 w 4839107"/>
              <a:gd name="connsiteY292" fmla="*/ 151826 h 433131"/>
              <a:gd name="connsiteX293" fmla="*/ 4707048 w 4839107"/>
              <a:gd name="connsiteY293" fmla="*/ 135263 h 433131"/>
              <a:gd name="connsiteX294" fmla="*/ 4776730 w 4839107"/>
              <a:gd name="connsiteY294" fmla="*/ 151563 h 433131"/>
              <a:gd name="connsiteX295" fmla="*/ 4822600 w 4839107"/>
              <a:gd name="connsiteY295" fmla="*/ 196124 h 433131"/>
              <a:gd name="connsiteX296" fmla="*/ 4822735 w 4839107"/>
              <a:gd name="connsiteY296" fmla="*/ 195993 h 433131"/>
              <a:gd name="connsiteX297" fmla="*/ 4839107 w 4839107"/>
              <a:gd name="connsiteY297" fmla="*/ 261587 h 433131"/>
              <a:gd name="connsiteX298" fmla="*/ 4839107 w 4839107"/>
              <a:gd name="connsiteY298" fmla="*/ 426953 h 433131"/>
              <a:gd name="connsiteX299" fmla="*/ 4758871 w 4839107"/>
              <a:gd name="connsiteY299" fmla="*/ 426953 h 433131"/>
              <a:gd name="connsiteX300" fmla="*/ 4758871 w 4839107"/>
              <a:gd name="connsiteY300" fmla="*/ 267503 h 433131"/>
              <a:gd name="connsiteX301" fmla="*/ 4744935 w 4839107"/>
              <a:gd name="connsiteY301" fmla="*/ 222678 h 433131"/>
              <a:gd name="connsiteX302" fmla="*/ 4704207 w 4839107"/>
              <a:gd name="connsiteY302" fmla="*/ 206773 h 433131"/>
              <a:gd name="connsiteX303" fmla="*/ 4664020 w 4839107"/>
              <a:gd name="connsiteY303" fmla="*/ 222415 h 433131"/>
              <a:gd name="connsiteX304" fmla="*/ 4650085 w 4839107"/>
              <a:gd name="connsiteY304" fmla="*/ 267634 h 433131"/>
              <a:gd name="connsiteX305" fmla="*/ 4650085 w 4839107"/>
              <a:gd name="connsiteY305" fmla="*/ 427084 h 433131"/>
              <a:gd name="connsiteX306" fmla="*/ 4569848 w 4839107"/>
              <a:gd name="connsiteY306" fmla="*/ 427084 h 433131"/>
              <a:gd name="connsiteX307" fmla="*/ 4569848 w 4839107"/>
              <a:gd name="connsiteY307" fmla="*/ 267634 h 433131"/>
              <a:gd name="connsiteX308" fmla="*/ 4555910 w 4839107"/>
              <a:gd name="connsiteY308" fmla="*/ 222415 h 433131"/>
              <a:gd name="connsiteX309" fmla="*/ 4515183 w 4839107"/>
              <a:gd name="connsiteY309" fmla="*/ 206773 h 433131"/>
              <a:gd name="connsiteX310" fmla="*/ 4474727 w 4839107"/>
              <a:gd name="connsiteY310" fmla="*/ 222415 h 433131"/>
              <a:gd name="connsiteX311" fmla="*/ 4460384 w 4839107"/>
              <a:gd name="connsiteY311" fmla="*/ 267634 h 433131"/>
              <a:gd name="connsiteX312" fmla="*/ 4460384 w 4839107"/>
              <a:gd name="connsiteY312" fmla="*/ 427084 h 433131"/>
              <a:gd name="connsiteX313" fmla="*/ 4380688 w 4839107"/>
              <a:gd name="connsiteY313" fmla="*/ 427084 h 433131"/>
              <a:gd name="connsiteX314" fmla="*/ 4380688 w 4839107"/>
              <a:gd name="connsiteY314" fmla="*/ 261719 h 433131"/>
              <a:gd name="connsiteX315" fmla="*/ 4397061 w 4839107"/>
              <a:gd name="connsiteY315" fmla="*/ 196124 h 433131"/>
              <a:gd name="connsiteX316" fmla="*/ 4443201 w 4839107"/>
              <a:gd name="connsiteY316" fmla="*/ 151563 h 433131"/>
              <a:gd name="connsiteX317" fmla="*/ 4512478 w 4839107"/>
              <a:gd name="connsiteY317" fmla="*/ 135263 h 433131"/>
              <a:gd name="connsiteX318" fmla="*/ 4185441 w 4839107"/>
              <a:gd name="connsiteY318" fmla="*/ 135131 h 433131"/>
              <a:gd name="connsiteX319" fmla="*/ 4265948 w 4839107"/>
              <a:gd name="connsiteY319" fmla="*/ 154980 h 433131"/>
              <a:gd name="connsiteX320" fmla="*/ 4322237 w 4839107"/>
              <a:gd name="connsiteY320" fmla="*/ 208086 h 433131"/>
              <a:gd name="connsiteX321" fmla="*/ 4342938 w 4839107"/>
              <a:gd name="connsiteY321" fmla="*/ 283407 h 433131"/>
              <a:gd name="connsiteX322" fmla="*/ 4322237 w 4839107"/>
              <a:gd name="connsiteY322" fmla="*/ 359255 h 433131"/>
              <a:gd name="connsiteX323" fmla="*/ 4265948 w 4839107"/>
              <a:gd name="connsiteY323" fmla="*/ 413019 h 433131"/>
              <a:gd name="connsiteX324" fmla="*/ 4185981 w 4839107"/>
              <a:gd name="connsiteY324" fmla="*/ 432868 h 433131"/>
              <a:gd name="connsiteX325" fmla="*/ 4106017 w 4839107"/>
              <a:gd name="connsiteY325" fmla="*/ 413019 h 433131"/>
              <a:gd name="connsiteX326" fmla="*/ 4049457 w 4839107"/>
              <a:gd name="connsiteY326" fmla="*/ 359255 h 433131"/>
              <a:gd name="connsiteX327" fmla="*/ 4028485 w 4839107"/>
              <a:gd name="connsiteY327" fmla="*/ 283407 h 433131"/>
              <a:gd name="connsiteX328" fmla="*/ 4049187 w 4839107"/>
              <a:gd name="connsiteY328" fmla="*/ 208086 h 433131"/>
              <a:gd name="connsiteX329" fmla="*/ 4105745 w 4839107"/>
              <a:gd name="connsiteY329" fmla="*/ 154980 h 433131"/>
              <a:gd name="connsiteX330" fmla="*/ 4185441 w 4839107"/>
              <a:gd name="connsiteY330" fmla="*/ 135131 h 433131"/>
              <a:gd name="connsiteX331" fmla="*/ 2712764 w 4839107"/>
              <a:gd name="connsiteY331" fmla="*/ 135131 h 433131"/>
              <a:gd name="connsiteX332" fmla="*/ 2787859 w 4839107"/>
              <a:gd name="connsiteY332" fmla="*/ 153797 h 433131"/>
              <a:gd name="connsiteX333" fmla="*/ 2787994 w 4839107"/>
              <a:gd name="connsiteY333" fmla="*/ 153665 h 433131"/>
              <a:gd name="connsiteX334" fmla="*/ 2839005 w 4839107"/>
              <a:gd name="connsiteY334" fmla="*/ 204406 h 433131"/>
              <a:gd name="connsiteX335" fmla="*/ 2857542 w 4839107"/>
              <a:gd name="connsiteY335" fmla="*/ 277360 h 433131"/>
              <a:gd name="connsiteX336" fmla="*/ 2856595 w 4839107"/>
              <a:gd name="connsiteY336" fmla="*/ 293004 h 433131"/>
              <a:gd name="connsiteX337" fmla="*/ 2853212 w 4839107"/>
              <a:gd name="connsiteY337" fmla="*/ 311013 h 433131"/>
              <a:gd name="connsiteX338" fmla="*/ 2638751 w 4839107"/>
              <a:gd name="connsiteY338" fmla="*/ 311538 h 433131"/>
              <a:gd name="connsiteX339" fmla="*/ 2644976 w 4839107"/>
              <a:gd name="connsiteY339" fmla="*/ 327838 h 433131"/>
              <a:gd name="connsiteX340" fmla="*/ 2673796 w 4839107"/>
              <a:gd name="connsiteY340" fmla="*/ 357415 h 433131"/>
              <a:gd name="connsiteX341" fmla="*/ 2717500 w 4839107"/>
              <a:gd name="connsiteY341" fmla="*/ 367800 h 433131"/>
              <a:gd name="connsiteX342" fmla="*/ 2758226 w 4839107"/>
              <a:gd name="connsiteY342" fmla="*/ 360437 h 433131"/>
              <a:gd name="connsiteX343" fmla="*/ 2789888 w 4839107"/>
              <a:gd name="connsiteY343" fmla="*/ 338223 h 433131"/>
              <a:gd name="connsiteX344" fmla="*/ 2836704 w 4839107"/>
              <a:gd name="connsiteY344" fmla="*/ 383705 h 433131"/>
              <a:gd name="connsiteX345" fmla="*/ 2784748 w 4839107"/>
              <a:gd name="connsiteY345" fmla="*/ 420379 h 433131"/>
              <a:gd name="connsiteX346" fmla="*/ 2718176 w 4839107"/>
              <a:gd name="connsiteY346" fmla="*/ 432735 h 433131"/>
              <a:gd name="connsiteX347" fmla="*/ 2636045 w 4839107"/>
              <a:gd name="connsiteY347" fmla="*/ 413544 h 433131"/>
              <a:gd name="connsiteX348" fmla="*/ 2579216 w 4839107"/>
              <a:gd name="connsiteY348" fmla="*/ 360701 h 433131"/>
              <a:gd name="connsiteX349" fmla="*/ 2558244 w 4839107"/>
              <a:gd name="connsiteY349" fmla="*/ 283934 h 433131"/>
              <a:gd name="connsiteX350" fmla="*/ 2578675 w 4839107"/>
              <a:gd name="connsiteY350" fmla="*/ 208086 h 433131"/>
              <a:gd name="connsiteX351" fmla="*/ 2634286 w 4839107"/>
              <a:gd name="connsiteY351" fmla="*/ 154980 h 433131"/>
              <a:gd name="connsiteX352" fmla="*/ 2712764 w 4839107"/>
              <a:gd name="connsiteY352" fmla="*/ 135131 h 433131"/>
              <a:gd name="connsiteX353" fmla="*/ 2194810 w 4839107"/>
              <a:gd name="connsiteY353" fmla="*/ 135131 h 433131"/>
              <a:gd name="connsiteX354" fmla="*/ 2261380 w 4839107"/>
              <a:gd name="connsiteY354" fmla="*/ 151694 h 433131"/>
              <a:gd name="connsiteX355" fmla="*/ 2292095 w 4839107"/>
              <a:gd name="connsiteY355" fmla="*/ 179167 h 433131"/>
              <a:gd name="connsiteX356" fmla="*/ 2322539 w 4839107"/>
              <a:gd name="connsiteY356" fmla="*/ 151694 h 433131"/>
              <a:gd name="connsiteX357" fmla="*/ 2389381 w 4839107"/>
              <a:gd name="connsiteY357" fmla="*/ 135131 h 433131"/>
              <a:gd name="connsiteX358" fmla="*/ 2459063 w 4839107"/>
              <a:gd name="connsiteY358" fmla="*/ 151430 h 433131"/>
              <a:gd name="connsiteX359" fmla="*/ 2459199 w 4839107"/>
              <a:gd name="connsiteY359" fmla="*/ 151300 h 433131"/>
              <a:gd name="connsiteX360" fmla="*/ 2505068 w 4839107"/>
              <a:gd name="connsiteY360" fmla="*/ 195861 h 433131"/>
              <a:gd name="connsiteX361" fmla="*/ 2521440 w 4839107"/>
              <a:gd name="connsiteY361" fmla="*/ 261454 h 433131"/>
              <a:gd name="connsiteX362" fmla="*/ 2521440 w 4839107"/>
              <a:gd name="connsiteY362" fmla="*/ 426821 h 433131"/>
              <a:gd name="connsiteX363" fmla="*/ 2441203 w 4839107"/>
              <a:gd name="connsiteY363" fmla="*/ 426821 h 433131"/>
              <a:gd name="connsiteX364" fmla="*/ 2441203 w 4839107"/>
              <a:gd name="connsiteY364" fmla="*/ 267371 h 433131"/>
              <a:gd name="connsiteX365" fmla="*/ 2427266 w 4839107"/>
              <a:gd name="connsiteY365" fmla="*/ 222546 h 433131"/>
              <a:gd name="connsiteX366" fmla="*/ 2386540 w 4839107"/>
              <a:gd name="connsiteY366" fmla="*/ 206640 h 433131"/>
              <a:gd name="connsiteX367" fmla="*/ 2346353 w 4839107"/>
              <a:gd name="connsiteY367" fmla="*/ 222283 h 433131"/>
              <a:gd name="connsiteX368" fmla="*/ 2332416 w 4839107"/>
              <a:gd name="connsiteY368" fmla="*/ 267502 h 433131"/>
              <a:gd name="connsiteX369" fmla="*/ 2332416 w 4839107"/>
              <a:gd name="connsiteY369" fmla="*/ 426952 h 433131"/>
              <a:gd name="connsiteX370" fmla="*/ 2252179 w 4839107"/>
              <a:gd name="connsiteY370" fmla="*/ 426952 h 433131"/>
              <a:gd name="connsiteX371" fmla="*/ 2252179 w 4839107"/>
              <a:gd name="connsiteY371" fmla="*/ 267502 h 433131"/>
              <a:gd name="connsiteX372" fmla="*/ 2238243 w 4839107"/>
              <a:gd name="connsiteY372" fmla="*/ 222283 h 433131"/>
              <a:gd name="connsiteX373" fmla="*/ 2197516 w 4839107"/>
              <a:gd name="connsiteY373" fmla="*/ 206640 h 433131"/>
              <a:gd name="connsiteX374" fmla="*/ 2157059 w 4839107"/>
              <a:gd name="connsiteY374" fmla="*/ 222283 h 433131"/>
              <a:gd name="connsiteX375" fmla="*/ 2142717 w 4839107"/>
              <a:gd name="connsiteY375" fmla="*/ 267502 h 433131"/>
              <a:gd name="connsiteX376" fmla="*/ 2142717 w 4839107"/>
              <a:gd name="connsiteY376" fmla="*/ 426952 h 433131"/>
              <a:gd name="connsiteX377" fmla="*/ 2063021 w 4839107"/>
              <a:gd name="connsiteY377" fmla="*/ 426952 h 433131"/>
              <a:gd name="connsiteX378" fmla="*/ 2063021 w 4839107"/>
              <a:gd name="connsiteY378" fmla="*/ 261587 h 433131"/>
              <a:gd name="connsiteX379" fmla="*/ 2079394 w 4839107"/>
              <a:gd name="connsiteY379" fmla="*/ 195992 h 433131"/>
              <a:gd name="connsiteX380" fmla="*/ 2125533 w 4839107"/>
              <a:gd name="connsiteY380" fmla="*/ 151430 h 433131"/>
              <a:gd name="connsiteX381" fmla="*/ 2194810 w 4839107"/>
              <a:gd name="connsiteY381" fmla="*/ 135131 h 433131"/>
              <a:gd name="connsiteX382" fmla="*/ 3305677 w 4839107"/>
              <a:gd name="connsiteY382" fmla="*/ 7098 h 433131"/>
              <a:gd name="connsiteX383" fmla="*/ 3338152 w 4839107"/>
              <a:gd name="connsiteY383" fmla="*/ 20111 h 433131"/>
              <a:gd name="connsiteX384" fmla="*/ 3350599 w 4839107"/>
              <a:gd name="connsiteY384" fmla="*/ 51397 h 433131"/>
              <a:gd name="connsiteX385" fmla="*/ 3338152 w 4839107"/>
              <a:gd name="connsiteY385" fmla="*/ 82945 h 433131"/>
              <a:gd name="connsiteX386" fmla="*/ 3305677 w 4839107"/>
              <a:gd name="connsiteY386" fmla="*/ 95695 h 433131"/>
              <a:gd name="connsiteX387" fmla="*/ 3273475 w 4839107"/>
              <a:gd name="connsiteY387" fmla="*/ 82945 h 433131"/>
              <a:gd name="connsiteX388" fmla="*/ 3260756 w 4839107"/>
              <a:gd name="connsiteY388" fmla="*/ 51397 h 433131"/>
              <a:gd name="connsiteX389" fmla="*/ 3273475 w 4839107"/>
              <a:gd name="connsiteY389" fmla="*/ 20111 h 433131"/>
              <a:gd name="connsiteX390" fmla="*/ 3305677 w 4839107"/>
              <a:gd name="connsiteY390" fmla="*/ 7098 h 433131"/>
              <a:gd name="connsiteX391" fmla="*/ 3121525 w 4839107"/>
              <a:gd name="connsiteY391" fmla="*/ 0 h 433131"/>
              <a:gd name="connsiteX392" fmla="*/ 3201221 w 4839107"/>
              <a:gd name="connsiteY392" fmla="*/ 0 h 433131"/>
              <a:gd name="connsiteX393" fmla="*/ 3201221 w 4839107"/>
              <a:gd name="connsiteY393" fmla="*/ 426953 h 433131"/>
              <a:gd name="connsiteX394" fmla="*/ 3122201 w 4839107"/>
              <a:gd name="connsiteY394" fmla="*/ 426953 h 433131"/>
              <a:gd name="connsiteX395" fmla="*/ 3122201 w 4839107"/>
              <a:gd name="connsiteY395" fmla="*/ 400795 h 433131"/>
              <a:gd name="connsiteX396" fmla="*/ 3095411 w 4839107"/>
              <a:gd name="connsiteY396" fmla="*/ 419854 h 433131"/>
              <a:gd name="connsiteX397" fmla="*/ 3038311 w 4839107"/>
              <a:gd name="connsiteY397" fmla="*/ 432868 h 433131"/>
              <a:gd name="connsiteX398" fmla="*/ 2965381 w 4839107"/>
              <a:gd name="connsiteY398" fmla="*/ 413414 h 433131"/>
              <a:gd name="connsiteX399" fmla="*/ 2914641 w 4839107"/>
              <a:gd name="connsiteY399" fmla="*/ 360308 h 433131"/>
              <a:gd name="connsiteX400" fmla="*/ 2896104 w 4839107"/>
              <a:gd name="connsiteY400" fmla="*/ 284724 h 433131"/>
              <a:gd name="connsiteX401" fmla="*/ 2914641 w 4839107"/>
              <a:gd name="connsiteY401" fmla="*/ 208482 h 433131"/>
              <a:gd name="connsiteX402" fmla="*/ 2965110 w 4839107"/>
              <a:gd name="connsiteY402" fmla="*/ 155376 h 433131"/>
              <a:gd name="connsiteX403" fmla="*/ 3038311 w 4839107"/>
              <a:gd name="connsiteY403" fmla="*/ 135921 h 433131"/>
              <a:gd name="connsiteX404" fmla="*/ 3095140 w 4839107"/>
              <a:gd name="connsiteY404" fmla="*/ 148277 h 433131"/>
              <a:gd name="connsiteX405" fmla="*/ 3121525 w 4839107"/>
              <a:gd name="connsiteY405" fmla="*/ 166680 h 433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</a:cxnLst>
            <a:rect l="l" t="t" r="r" b="b"/>
            <a:pathLst>
              <a:path w="4839107" h="433131">
                <a:moveTo>
                  <a:pt x="4185441" y="207954"/>
                </a:moveTo>
                <a:cubicBezTo>
                  <a:pt x="4170827" y="207954"/>
                  <a:pt x="4157838" y="211241"/>
                  <a:pt x="4146472" y="217681"/>
                </a:cubicBezTo>
                <a:cubicBezTo>
                  <a:pt x="4135107" y="224123"/>
                  <a:pt x="4126176" y="233062"/>
                  <a:pt x="4119682" y="244499"/>
                </a:cubicBezTo>
                <a:cubicBezTo>
                  <a:pt x="4113188" y="255934"/>
                  <a:pt x="4109940" y="269080"/>
                  <a:pt x="4109940" y="284065"/>
                </a:cubicBezTo>
                <a:cubicBezTo>
                  <a:pt x="4109940" y="299050"/>
                  <a:pt x="4113188" y="312326"/>
                  <a:pt x="4119682" y="323894"/>
                </a:cubicBezTo>
                <a:cubicBezTo>
                  <a:pt x="4126176" y="335594"/>
                  <a:pt x="4135107" y="344664"/>
                  <a:pt x="4146472" y="351104"/>
                </a:cubicBezTo>
                <a:cubicBezTo>
                  <a:pt x="4157838" y="357545"/>
                  <a:pt x="4170422" y="360832"/>
                  <a:pt x="4185441" y="360832"/>
                </a:cubicBezTo>
                <a:cubicBezTo>
                  <a:pt x="4200460" y="360832"/>
                  <a:pt x="4213720" y="357545"/>
                  <a:pt x="4225222" y="351104"/>
                </a:cubicBezTo>
                <a:cubicBezTo>
                  <a:pt x="4236858" y="344532"/>
                  <a:pt x="4245788" y="335462"/>
                  <a:pt x="4252012" y="323894"/>
                </a:cubicBezTo>
                <a:cubicBezTo>
                  <a:pt x="4258371" y="312326"/>
                  <a:pt x="4261483" y="299050"/>
                  <a:pt x="4261483" y="284065"/>
                </a:cubicBezTo>
                <a:cubicBezTo>
                  <a:pt x="4261483" y="269080"/>
                  <a:pt x="4258236" y="255934"/>
                  <a:pt x="4251742" y="244499"/>
                </a:cubicBezTo>
                <a:cubicBezTo>
                  <a:pt x="4245246" y="233193"/>
                  <a:pt x="4236316" y="224123"/>
                  <a:pt x="4224950" y="217681"/>
                </a:cubicBezTo>
                <a:cubicBezTo>
                  <a:pt x="4213584" y="211241"/>
                  <a:pt x="4200054" y="207954"/>
                  <a:pt x="4185441" y="207954"/>
                </a:cubicBezTo>
                <a:close/>
                <a:moveTo>
                  <a:pt x="3547741" y="207298"/>
                </a:moveTo>
                <a:cubicBezTo>
                  <a:pt x="3533263" y="207298"/>
                  <a:pt x="3520273" y="210585"/>
                  <a:pt x="3509178" y="217025"/>
                </a:cubicBezTo>
                <a:cubicBezTo>
                  <a:pt x="3498083" y="223599"/>
                  <a:pt x="3489288" y="232669"/>
                  <a:pt x="3483064" y="244237"/>
                </a:cubicBezTo>
                <a:cubicBezTo>
                  <a:pt x="3476705" y="255804"/>
                  <a:pt x="3473593" y="268686"/>
                  <a:pt x="3473593" y="284066"/>
                </a:cubicBezTo>
                <a:cubicBezTo>
                  <a:pt x="3473593" y="299445"/>
                  <a:pt x="3476840" y="312985"/>
                  <a:pt x="3483064" y="324553"/>
                </a:cubicBezTo>
                <a:cubicBezTo>
                  <a:pt x="3489288" y="336252"/>
                  <a:pt x="3498083" y="345322"/>
                  <a:pt x="3509178" y="351763"/>
                </a:cubicBezTo>
                <a:cubicBezTo>
                  <a:pt x="3520273" y="358204"/>
                  <a:pt x="3533128" y="361491"/>
                  <a:pt x="3547741" y="361491"/>
                </a:cubicBezTo>
                <a:cubicBezTo>
                  <a:pt x="3570067" y="361491"/>
                  <a:pt x="3588061" y="354261"/>
                  <a:pt x="3601863" y="339932"/>
                </a:cubicBezTo>
                <a:cubicBezTo>
                  <a:pt x="3615664" y="325472"/>
                  <a:pt x="3622565" y="306938"/>
                  <a:pt x="3622565" y="284066"/>
                </a:cubicBezTo>
                <a:cubicBezTo>
                  <a:pt x="3622565" y="269080"/>
                  <a:pt x="3619318" y="255804"/>
                  <a:pt x="3613094" y="244237"/>
                </a:cubicBezTo>
                <a:cubicBezTo>
                  <a:pt x="3606869" y="232537"/>
                  <a:pt x="3598075" y="223467"/>
                  <a:pt x="3586980" y="217025"/>
                </a:cubicBezTo>
                <a:cubicBezTo>
                  <a:pt x="3575749" y="210585"/>
                  <a:pt x="3562219" y="207298"/>
                  <a:pt x="3547741" y="207298"/>
                </a:cubicBezTo>
                <a:close/>
                <a:moveTo>
                  <a:pt x="3052248" y="207298"/>
                </a:moveTo>
                <a:cubicBezTo>
                  <a:pt x="3037229" y="207298"/>
                  <a:pt x="3024104" y="210585"/>
                  <a:pt x="3013009" y="217289"/>
                </a:cubicBezTo>
                <a:cubicBezTo>
                  <a:pt x="3001914" y="223993"/>
                  <a:pt x="2993119" y="233063"/>
                  <a:pt x="2986895" y="244499"/>
                </a:cubicBezTo>
                <a:cubicBezTo>
                  <a:pt x="2980535" y="255935"/>
                  <a:pt x="2977424" y="268686"/>
                  <a:pt x="2977424" y="284066"/>
                </a:cubicBezTo>
                <a:cubicBezTo>
                  <a:pt x="2977424" y="299445"/>
                  <a:pt x="2980670" y="312985"/>
                  <a:pt x="2986895" y="324553"/>
                </a:cubicBezTo>
                <a:cubicBezTo>
                  <a:pt x="2993119" y="336252"/>
                  <a:pt x="3001914" y="345322"/>
                  <a:pt x="3013280" y="351763"/>
                </a:cubicBezTo>
                <a:cubicBezTo>
                  <a:pt x="3024645" y="358204"/>
                  <a:pt x="3037364" y="361491"/>
                  <a:pt x="3051572" y="361491"/>
                </a:cubicBezTo>
                <a:cubicBezTo>
                  <a:pt x="3066591" y="361491"/>
                  <a:pt x="3079716" y="358204"/>
                  <a:pt x="3090811" y="351763"/>
                </a:cubicBezTo>
                <a:cubicBezTo>
                  <a:pt x="3101906" y="345191"/>
                  <a:pt x="3110700" y="336121"/>
                  <a:pt x="3116925" y="324553"/>
                </a:cubicBezTo>
                <a:cubicBezTo>
                  <a:pt x="3123284" y="312853"/>
                  <a:pt x="3126396" y="299051"/>
                  <a:pt x="3126396" y="284066"/>
                </a:cubicBezTo>
                <a:cubicBezTo>
                  <a:pt x="3126396" y="269080"/>
                  <a:pt x="3123149" y="255804"/>
                  <a:pt x="3116925" y="244237"/>
                </a:cubicBezTo>
                <a:cubicBezTo>
                  <a:pt x="3110700" y="232537"/>
                  <a:pt x="3101906" y="223467"/>
                  <a:pt x="3090811" y="217025"/>
                </a:cubicBezTo>
                <a:cubicBezTo>
                  <a:pt x="3079716" y="210585"/>
                  <a:pt x="3067267" y="207298"/>
                  <a:pt x="3052248" y="207298"/>
                </a:cubicBezTo>
                <a:close/>
                <a:moveTo>
                  <a:pt x="2712899" y="199541"/>
                </a:moveTo>
                <a:cubicBezTo>
                  <a:pt x="2697069" y="199541"/>
                  <a:pt x="2683267" y="203091"/>
                  <a:pt x="2671496" y="209926"/>
                </a:cubicBezTo>
                <a:cubicBezTo>
                  <a:pt x="2659723" y="216762"/>
                  <a:pt x="2650659" y="226490"/>
                  <a:pt x="2644434" y="238846"/>
                </a:cubicBezTo>
                <a:cubicBezTo>
                  <a:pt x="2642134" y="243447"/>
                  <a:pt x="2640375" y="248573"/>
                  <a:pt x="2638886" y="253830"/>
                </a:cubicBezTo>
                <a:lnTo>
                  <a:pt x="2780822" y="253436"/>
                </a:lnTo>
                <a:cubicBezTo>
                  <a:pt x="2779335" y="246733"/>
                  <a:pt x="2777171" y="240555"/>
                  <a:pt x="2774599" y="235033"/>
                </a:cubicBezTo>
                <a:cubicBezTo>
                  <a:pt x="2769186" y="223598"/>
                  <a:pt x="2761204" y="214789"/>
                  <a:pt x="2750920" y="208744"/>
                </a:cubicBezTo>
                <a:cubicBezTo>
                  <a:pt x="2740502" y="202566"/>
                  <a:pt x="2727918" y="199541"/>
                  <a:pt x="2712899" y="199541"/>
                </a:cubicBezTo>
                <a:close/>
                <a:moveTo>
                  <a:pt x="1907284" y="182060"/>
                </a:moveTo>
                <a:cubicBezTo>
                  <a:pt x="1886311" y="182060"/>
                  <a:pt x="1867638" y="186529"/>
                  <a:pt x="1851403" y="195599"/>
                </a:cubicBezTo>
                <a:cubicBezTo>
                  <a:pt x="1835165" y="204669"/>
                  <a:pt x="1822446" y="217158"/>
                  <a:pt x="1813381" y="233063"/>
                </a:cubicBezTo>
                <a:cubicBezTo>
                  <a:pt x="1804315" y="248969"/>
                  <a:pt x="1799715" y="266976"/>
                  <a:pt x="1799715" y="287089"/>
                </a:cubicBezTo>
                <a:lnTo>
                  <a:pt x="1799580" y="287220"/>
                </a:lnTo>
                <a:cubicBezTo>
                  <a:pt x="1799580" y="308121"/>
                  <a:pt x="1804180" y="326524"/>
                  <a:pt x="1813245" y="342430"/>
                </a:cubicBezTo>
                <a:cubicBezTo>
                  <a:pt x="1815140" y="345716"/>
                  <a:pt x="1817304" y="348740"/>
                  <a:pt x="1819469" y="351763"/>
                </a:cubicBezTo>
                <a:lnTo>
                  <a:pt x="1971284" y="203750"/>
                </a:lnTo>
                <a:cubicBezTo>
                  <a:pt x="1966142" y="199280"/>
                  <a:pt x="1960459" y="195336"/>
                  <a:pt x="1954100" y="192050"/>
                </a:cubicBezTo>
                <a:cubicBezTo>
                  <a:pt x="1941111" y="185477"/>
                  <a:pt x="1925549" y="182060"/>
                  <a:pt x="1907284" y="182060"/>
                </a:cubicBezTo>
                <a:close/>
                <a:moveTo>
                  <a:pt x="970419" y="181928"/>
                </a:moveTo>
                <a:cubicBezTo>
                  <a:pt x="949718" y="181928"/>
                  <a:pt x="931723" y="186266"/>
                  <a:pt x="916297" y="194942"/>
                </a:cubicBezTo>
                <a:cubicBezTo>
                  <a:pt x="900872" y="203617"/>
                  <a:pt x="888831" y="215712"/>
                  <a:pt x="880171" y="231223"/>
                </a:cubicBezTo>
                <a:cubicBezTo>
                  <a:pt x="874082" y="242133"/>
                  <a:pt x="870294" y="254489"/>
                  <a:pt x="868399" y="268161"/>
                </a:cubicBezTo>
                <a:lnTo>
                  <a:pt x="1063646" y="268161"/>
                </a:lnTo>
                <a:cubicBezTo>
                  <a:pt x="1062564" y="253174"/>
                  <a:pt x="1059181" y="239899"/>
                  <a:pt x="1053363" y="228331"/>
                </a:cubicBezTo>
                <a:cubicBezTo>
                  <a:pt x="1045921" y="213476"/>
                  <a:pt x="1035096" y="202041"/>
                  <a:pt x="1021161" y="194022"/>
                </a:cubicBezTo>
                <a:cubicBezTo>
                  <a:pt x="1007223" y="186003"/>
                  <a:pt x="991121" y="181928"/>
                  <a:pt x="970419" y="181928"/>
                </a:cubicBezTo>
                <a:close/>
                <a:moveTo>
                  <a:pt x="145996" y="181928"/>
                </a:moveTo>
                <a:cubicBezTo>
                  <a:pt x="125294" y="181928"/>
                  <a:pt x="107299" y="186266"/>
                  <a:pt x="91873" y="194942"/>
                </a:cubicBezTo>
                <a:cubicBezTo>
                  <a:pt x="76448" y="203617"/>
                  <a:pt x="64407" y="215712"/>
                  <a:pt x="55747" y="231223"/>
                </a:cubicBezTo>
                <a:cubicBezTo>
                  <a:pt x="49658" y="242133"/>
                  <a:pt x="45870" y="254489"/>
                  <a:pt x="43975" y="268161"/>
                </a:cubicBezTo>
                <a:lnTo>
                  <a:pt x="239222" y="268161"/>
                </a:lnTo>
                <a:cubicBezTo>
                  <a:pt x="238140" y="253174"/>
                  <a:pt x="234757" y="239899"/>
                  <a:pt x="228939" y="228331"/>
                </a:cubicBezTo>
                <a:cubicBezTo>
                  <a:pt x="221497" y="213476"/>
                  <a:pt x="210672" y="202041"/>
                  <a:pt x="196737" y="194022"/>
                </a:cubicBezTo>
                <a:cubicBezTo>
                  <a:pt x="182799" y="186003"/>
                  <a:pt x="166697" y="181928"/>
                  <a:pt x="145996" y="181928"/>
                </a:cubicBezTo>
                <a:close/>
                <a:moveTo>
                  <a:pt x="1906742" y="143545"/>
                </a:moveTo>
                <a:cubicBezTo>
                  <a:pt x="1932315" y="143545"/>
                  <a:pt x="1954911" y="148803"/>
                  <a:pt x="1974531" y="159187"/>
                </a:cubicBezTo>
                <a:lnTo>
                  <a:pt x="1974531" y="158925"/>
                </a:lnTo>
                <a:cubicBezTo>
                  <a:pt x="1994150" y="169441"/>
                  <a:pt x="2010252" y="184031"/>
                  <a:pt x="2022836" y="202960"/>
                </a:cubicBezTo>
                <a:lnTo>
                  <a:pt x="1845448" y="375819"/>
                </a:lnTo>
                <a:cubicBezTo>
                  <a:pt x="1847477" y="377265"/>
                  <a:pt x="1849507" y="378711"/>
                  <a:pt x="1851673" y="379894"/>
                </a:cubicBezTo>
                <a:cubicBezTo>
                  <a:pt x="1868181" y="389227"/>
                  <a:pt x="1886853" y="393827"/>
                  <a:pt x="1907960" y="393827"/>
                </a:cubicBezTo>
                <a:cubicBezTo>
                  <a:pt x="1926632" y="393827"/>
                  <a:pt x="1942870" y="390935"/>
                  <a:pt x="1956670" y="385283"/>
                </a:cubicBezTo>
                <a:cubicBezTo>
                  <a:pt x="1970471" y="379631"/>
                  <a:pt x="1982649" y="371481"/>
                  <a:pt x="1993204" y="360833"/>
                </a:cubicBezTo>
                <a:lnTo>
                  <a:pt x="2021212" y="388043"/>
                </a:lnTo>
                <a:cubicBezTo>
                  <a:pt x="2007004" y="402635"/>
                  <a:pt x="1990497" y="413808"/>
                  <a:pt x="1971689" y="421433"/>
                </a:cubicBezTo>
                <a:cubicBezTo>
                  <a:pt x="1952747" y="429187"/>
                  <a:pt x="1931639" y="433000"/>
                  <a:pt x="1908095" y="433000"/>
                </a:cubicBezTo>
                <a:cubicBezTo>
                  <a:pt x="1879276" y="433000"/>
                  <a:pt x="1853567" y="426559"/>
                  <a:pt x="1830836" y="413545"/>
                </a:cubicBezTo>
                <a:cubicBezTo>
                  <a:pt x="1808103" y="400532"/>
                  <a:pt x="1790108" y="383049"/>
                  <a:pt x="1776984" y="360964"/>
                </a:cubicBezTo>
                <a:cubicBezTo>
                  <a:pt x="1763859" y="338880"/>
                  <a:pt x="1757228" y="313905"/>
                  <a:pt x="1757228" y="287089"/>
                </a:cubicBezTo>
                <a:cubicBezTo>
                  <a:pt x="1757228" y="260273"/>
                  <a:pt x="1763859" y="236086"/>
                  <a:pt x="1776984" y="214397"/>
                </a:cubicBezTo>
                <a:cubicBezTo>
                  <a:pt x="1790108" y="192707"/>
                  <a:pt x="1807968" y="175487"/>
                  <a:pt x="1830429" y="162736"/>
                </a:cubicBezTo>
                <a:cubicBezTo>
                  <a:pt x="1852890" y="149986"/>
                  <a:pt x="1878328" y="143545"/>
                  <a:pt x="1906742" y="143545"/>
                </a:cubicBezTo>
                <a:close/>
                <a:moveTo>
                  <a:pt x="1619216" y="143545"/>
                </a:moveTo>
                <a:cubicBezTo>
                  <a:pt x="1640729" y="143545"/>
                  <a:pt x="1660755" y="147488"/>
                  <a:pt x="1679427" y="155376"/>
                </a:cubicBezTo>
                <a:cubicBezTo>
                  <a:pt x="1697964" y="163263"/>
                  <a:pt x="1713795" y="174304"/>
                  <a:pt x="1726785" y="188500"/>
                </a:cubicBezTo>
                <a:lnTo>
                  <a:pt x="1698777" y="216237"/>
                </a:lnTo>
                <a:cubicBezTo>
                  <a:pt x="1689033" y="205721"/>
                  <a:pt x="1677262" y="197439"/>
                  <a:pt x="1663461" y="191786"/>
                </a:cubicBezTo>
                <a:cubicBezTo>
                  <a:pt x="1649659" y="186135"/>
                  <a:pt x="1634911" y="183243"/>
                  <a:pt x="1619081" y="183243"/>
                </a:cubicBezTo>
                <a:cubicBezTo>
                  <a:pt x="1598784" y="183243"/>
                  <a:pt x="1580788" y="187712"/>
                  <a:pt x="1564958" y="196782"/>
                </a:cubicBezTo>
                <a:cubicBezTo>
                  <a:pt x="1549126" y="205852"/>
                  <a:pt x="1536814" y="218209"/>
                  <a:pt x="1527884" y="233719"/>
                </a:cubicBezTo>
                <a:cubicBezTo>
                  <a:pt x="1518953" y="249231"/>
                  <a:pt x="1514489" y="267634"/>
                  <a:pt x="1514489" y="287747"/>
                </a:cubicBezTo>
                <a:cubicBezTo>
                  <a:pt x="1514489" y="307859"/>
                  <a:pt x="1518953" y="325867"/>
                  <a:pt x="1527884" y="341772"/>
                </a:cubicBezTo>
                <a:cubicBezTo>
                  <a:pt x="1536814" y="357678"/>
                  <a:pt x="1549126" y="370166"/>
                  <a:pt x="1564958" y="379236"/>
                </a:cubicBezTo>
                <a:cubicBezTo>
                  <a:pt x="1580788" y="388306"/>
                  <a:pt x="1598784" y="392775"/>
                  <a:pt x="1619081" y="392775"/>
                </a:cubicBezTo>
                <a:cubicBezTo>
                  <a:pt x="1635316" y="392775"/>
                  <a:pt x="1650337" y="389883"/>
                  <a:pt x="1664137" y="384232"/>
                </a:cubicBezTo>
                <a:cubicBezTo>
                  <a:pt x="1677938" y="378579"/>
                  <a:pt x="1689711" y="370430"/>
                  <a:pt x="1699453" y="359781"/>
                </a:cubicBezTo>
                <a:lnTo>
                  <a:pt x="1728002" y="387518"/>
                </a:lnTo>
                <a:cubicBezTo>
                  <a:pt x="1714607" y="402108"/>
                  <a:pt x="1698505" y="413282"/>
                  <a:pt x="1679697" y="421169"/>
                </a:cubicBezTo>
                <a:cubicBezTo>
                  <a:pt x="1660890" y="429057"/>
                  <a:pt x="1640729" y="433000"/>
                  <a:pt x="1619216" y="433000"/>
                </a:cubicBezTo>
                <a:cubicBezTo>
                  <a:pt x="1591343" y="433000"/>
                  <a:pt x="1566040" y="426559"/>
                  <a:pt x="1543579" y="413808"/>
                </a:cubicBezTo>
                <a:cubicBezTo>
                  <a:pt x="1521118" y="400926"/>
                  <a:pt x="1503258" y="383574"/>
                  <a:pt x="1490134" y="361491"/>
                </a:cubicBezTo>
                <a:cubicBezTo>
                  <a:pt x="1477009" y="339407"/>
                  <a:pt x="1470378" y="314693"/>
                  <a:pt x="1470378" y="287616"/>
                </a:cubicBezTo>
                <a:cubicBezTo>
                  <a:pt x="1470378" y="260537"/>
                  <a:pt x="1477009" y="235955"/>
                  <a:pt x="1490134" y="214133"/>
                </a:cubicBezTo>
                <a:cubicBezTo>
                  <a:pt x="1503258" y="192313"/>
                  <a:pt x="1521118" y="175092"/>
                  <a:pt x="1543579" y="162473"/>
                </a:cubicBezTo>
                <a:cubicBezTo>
                  <a:pt x="1566040" y="149854"/>
                  <a:pt x="1591207" y="143545"/>
                  <a:pt x="1619216" y="143545"/>
                </a:cubicBezTo>
                <a:close/>
                <a:moveTo>
                  <a:pt x="1303002" y="143545"/>
                </a:moveTo>
                <a:cubicBezTo>
                  <a:pt x="1324787" y="143545"/>
                  <a:pt x="1344271" y="148671"/>
                  <a:pt x="1361321" y="158925"/>
                </a:cubicBezTo>
                <a:lnTo>
                  <a:pt x="1361456" y="159056"/>
                </a:lnTo>
                <a:cubicBezTo>
                  <a:pt x="1378504" y="169309"/>
                  <a:pt x="1391764" y="183111"/>
                  <a:pt x="1401235" y="200462"/>
                </a:cubicBezTo>
                <a:cubicBezTo>
                  <a:pt x="1410842" y="217814"/>
                  <a:pt x="1415578" y="236611"/>
                  <a:pt x="1415578" y="257118"/>
                </a:cubicBezTo>
                <a:lnTo>
                  <a:pt x="1415578" y="427216"/>
                </a:lnTo>
                <a:lnTo>
                  <a:pt x="1372416" y="427216"/>
                </a:lnTo>
                <a:lnTo>
                  <a:pt x="1372416" y="264217"/>
                </a:lnTo>
                <a:cubicBezTo>
                  <a:pt x="1372416" y="239766"/>
                  <a:pt x="1364974" y="219917"/>
                  <a:pt x="1350225" y="204800"/>
                </a:cubicBezTo>
                <a:cubicBezTo>
                  <a:pt x="1335342" y="189684"/>
                  <a:pt x="1315857" y="182060"/>
                  <a:pt x="1291502" y="182060"/>
                </a:cubicBezTo>
                <a:cubicBezTo>
                  <a:pt x="1274859" y="182060"/>
                  <a:pt x="1260245" y="185608"/>
                  <a:pt x="1247663" y="192707"/>
                </a:cubicBezTo>
                <a:cubicBezTo>
                  <a:pt x="1235079" y="199806"/>
                  <a:pt x="1225202" y="209401"/>
                  <a:pt x="1217896" y="221626"/>
                </a:cubicBezTo>
                <a:cubicBezTo>
                  <a:pt x="1210589" y="233852"/>
                  <a:pt x="1206936" y="247785"/>
                  <a:pt x="1206936" y="263559"/>
                </a:cubicBezTo>
                <a:lnTo>
                  <a:pt x="1206936" y="427216"/>
                </a:lnTo>
                <a:lnTo>
                  <a:pt x="1164449" y="427216"/>
                </a:lnTo>
                <a:lnTo>
                  <a:pt x="1164449" y="149592"/>
                </a:lnTo>
                <a:lnTo>
                  <a:pt x="1206936" y="149592"/>
                </a:lnTo>
                <a:lnTo>
                  <a:pt x="1206936" y="190736"/>
                </a:lnTo>
                <a:cubicBezTo>
                  <a:pt x="1216542" y="177065"/>
                  <a:pt x="1228719" y="166022"/>
                  <a:pt x="1243739" y="157741"/>
                </a:cubicBezTo>
                <a:cubicBezTo>
                  <a:pt x="1260923" y="148277"/>
                  <a:pt x="1281219" y="143545"/>
                  <a:pt x="1303002" y="143545"/>
                </a:cubicBezTo>
                <a:close/>
                <a:moveTo>
                  <a:pt x="971638" y="143545"/>
                </a:moveTo>
                <a:cubicBezTo>
                  <a:pt x="997617" y="143545"/>
                  <a:pt x="1020618" y="149197"/>
                  <a:pt x="1040644" y="160633"/>
                </a:cubicBezTo>
                <a:lnTo>
                  <a:pt x="1040644" y="160502"/>
                </a:lnTo>
                <a:cubicBezTo>
                  <a:pt x="1060670" y="171939"/>
                  <a:pt x="1076500" y="187844"/>
                  <a:pt x="1088002" y="208088"/>
                </a:cubicBezTo>
                <a:cubicBezTo>
                  <a:pt x="1099503" y="228331"/>
                  <a:pt x="1105321" y="251597"/>
                  <a:pt x="1105321" y="278019"/>
                </a:cubicBezTo>
                <a:cubicBezTo>
                  <a:pt x="1105321" y="281174"/>
                  <a:pt x="1105186" y="284855"/>
                  <a:pt x="1104779" y="288929"/>
                </a:cubicBezTo>
                <a:cubicBezTo>
                  <a:pt x="1104373" y="293004"/>
                  <a:pt x="1103562" y="297868"/>
                  <a:pt x="1102344" y="303389"/>
                </a:cubicBezTo>
                <a:lnTo>
                  <a:pt x="868264" y="303389"/>
                </a:lnTo>
                <a:cubicBezTo>
                  <a:pt x="870158" y="317717"/>
                  <a:pt x="874217" y="330731"/>
                  <a:pt x="880847" y="342430"/>
                </a:cubicBezTo>
                <a:cubicBezTo>
                  <a:pt x="889912" y="358599"/>
                  <a:pt x="902767" y="371218"/>
                  <a:pt x="919139" y="380288"/>
                </a:cubicBezTo>
                <a:cubicBezTo>
                  <a:pt x="935511" y="389358"/>
                  <a:pt x="954454" y="393827"/>
                  <a:pt x="975967" y="393827"/>
                </a:cubicBezTo>
                <a:cubicBezTo>
                  <a:pt x="993423" y="393827"/>
                  <a:pt x="1009388" y="390673"/>
                  <a:pt x="1024001" y="384626"/>
                </a:cubicBezTo>
                <a:cubicBezTo>
                  <a:pt x="1038615" y="378579"/>
                  <a:pt x="1050928" y="369378"/>
                  <a:pt x="1061075" y="357153"/>
                </a:cubicBezTo>
                <a:lnTo>
                  <a:pt x="1088408" y="384363"/>
                </a:lnTo>
                <a:cubicBezTo>
                  <a:pt x="1075013" y="399743"/>
                  <a:pt x="1058505" y="411705"/>
                  <a:pt x="1038885" y="420117"/>
                </a:cubicBezTo>
                <a:cubicBezTo>
                  <a:pt x="1019131" y="428662"/>
                  <a:pt x="998022" y="432868"/>
                  <a:pt x="975291" y="432868"/>
                </a:cubicBezTo>
                <a:cubicBezTo>
                  <a:pt x="946471" y="432868"/>
                  <a:pt x="920763" y="426559"/>
                  <a:pt x="898032" y="413939"/>
                </a:cubicBezTo>
                <a:cubicBezTo>
                  <a:pt x="875299" y="401451"/>
                  <a:pt x="857304" y="384099"/>
                  <a:pt x="844179" y="362016"/>
                </a:cubicBezTo>
                <a:cubicBezTo>
                  <a:pt x="831055" y="339932"/>
                  <a:pt x="824424" y="314693"/>
                  <a:pt x="824424" y="287616"/>
                </a:cubicBezTo>
                <a:cubicBezTo>
                  <a:pt x="824424" y="260537"/>
                  <a:pt x="830920" y="235955"/>
                  <a:pt x="843908" y="214133"/>
                </a:cubicBezTo>
                <a:cubicBezTo>
                  <a:pt x="856897" y="192313"/>
                  <a:pt x="874488" y="175092"/>
                  <a:pt x="896813" y="162473"/>
                </a:cubicBezTo>
                <a:cubicBezTo>
                  <a:pt x="919139" y="149854"/>
                  <a:pt x="944035" y="143545"/>
                  <a:pt x="971638" y="143545"/>
                </a:cubicBezTo>
                <a:close/>
                <a:moveTo>
                  <a:pt x="147214" y="143545"/>
                </a:moveTo>
                <a:cubicBezTo>
                  <a:pt x="173193" y="143545"/>
                  <a:pt x="196194" y="149197"/>
                  <a:pt x="216220" y="160633"/>
                </a:cubicBezTo>
                <a:lnTo>
                  <a:pt x="216220" y="160502"/>
                </a:lnTo>
                <a:cubicBezTo>
                  <a:pt x="236246" y="171939"/>
                  <a:pt x="252076" y="187844"/>
                  <a:pt x="263577" y="208088"/>
                </a:cubicBezTo>
                <a:cubicBezTo>
                  <a:pt x="275079" y="228331"/>
                  <a:pt x="280897" y="251597"/>
                  <a:pt x="280897" y="278019"/>
                </a:cubicBezTo>
                <a:cubicBezTo>
                  <a:pt x="280897" y="281174"/>
                  <a:pt x="280762" y="284855"/>
                  <a:pt x="280355" y="288929"/>
                </a:cubicBezTo>
                <a:cubicBezTo>
                  <a:pt x="279949" y="293004"/>
                  <a:pt x="279138" y="297868"/>
                  <a:pt x="277920" y="303389"/>
                </a:cubicBezTo>
                <a:lnTo>
                  <a:pt x="43840" y="303389"/>
                </a:lnTo>
                <a:cubicBezTo>
                  <a:pt x="45734" y="317717"/>
                  <a:pt x="49793" y="330731"/>
                  <a:pt x="56423" y="342430"/>
                </a:cubicBezTo>
                <a:cubicBezTo>
                  <a:pt x="65488" y="358599"/>
                  <a:pt x="78343" y="371218"/>
                  <a:pt x="94715" y="380288"/>
                </a:cubicBezTo>
                <a:cubicBezTo>
                  <a:pt x="111087" y="389358"/>
                  <a:pt x="130030" y="393827"/>
                  <a:pt x="151543" y="393827"/>
                </a:cubicBezTo>
                <a:cubicBezTo>
                  <a:pt x="168998" y="393827"/>
                  <a:pt x="184964" y="390673"/>
                  <a:pt x="199577" y="384626"/>
                </a:cubicBezTo>
                <a:cubicBezTo>
                  <a:pt x="214191" y="378579"/>
                  <a:pt x="226504" y="369378"/>
                  <a:pt x="236651" y="357153"/>
                </a:cubicBezTo>
                <a:lnTo>
                  <a:pt x="263984" y="384363"/>
                </a:lnTo>
                <a:cubicBezTo>
                  <a:pt x="250589" y="399743"/>
                  <a:pt x="234081" y="411705"/>
                  <a:pt x="214461" y="420117"/>
                </a:cubicBezTo>
                <a:cubicBezTo>
                  <a:pt x="194707" y="428662"/>
                  <a:pt x="173598" y="432868"/>
                  <a:pt x="150867" y="432868"/>
                </a:cubicBezTo>
                <a:cubicBezTo>
                  <a:pt x="122047" y="432868"/>
                  <a:pt x="96339" y="426559"/>
                  <a:pt x="73608" y="413939"/>
                </a:cubicBezTo>
                <a:cubicBezTo>
                  <a:pt x="50875" y="401451"/>
                  <a:pt x="32880" y="384099"/>
                  <a:pt x="19755" y="362016"/>
                </a:cubicBezTo>
                <a:cubicBezTo>
                  <a:pt x="6631" y="339932"/>
                  <a:pt x="0" y="314693"/>
                  <a:pt x="0" y="287616"/>
                </a:cubicBezTo>
                <a:cubicBezTo>
                  <a:pt x="0" y="260537"/>
                  <a:pt x="6494" y="235955"/>
                  <a:pt x="19484" y="214133"/>
                </a:cubicBezTo>
                <a:cubicBezTo>
                  <a:pt x="32473" y="192313"/>
                  <a:pt x="50064" y="175092"/>
                  <a:pt x="72389" y="162473"/>
                </a:cubicBezTo>
                <a:cubicBezTo>
                  <a:pt x="94715" y="149854"/>
                  <a:pt x="119611" y="143545"/>
                  <a:pt x="147214" y="143545"/>
                </a:cubicBezTo>
                <a:close/>
                <a:moveTo>
                  <a:pt x="681810" y="143412"/>
                </a:moveTo>
                <a:cubicBezTo>
                  <a:pt x="703188" y="143412"/>
                  <a:pt x="722673" y="147093"/>
                  <a:pt x="740127" y="154586"/>
                </a:cubicBezTo>
                <a:cubicBezTo>
                  <a:pt x="757582" y="162079"/>
                  <a:pt x="771518" y="173120"/>
                  <a:pt x="782073" y="187712"/>
                </a:cubicBezTo>
                <a:lnTo>
                  <a:pt x="754740" y="214264"/>
                </a:lnTo>
                <a:cubicBezTo>
                  <a:pt x="746217" y="203748"/>
                  <a:pt x="735527" y="195467"/>
                  <a:pt x="722808" y="189814"/>
                </a:cubicBezTo>
                <a:cubicBezTo>
                  <a:pt x="709954" y="184162"/>
                  <a:pt x="695748" y="181271"/>
                  <a:pt x="679916" y="181271"/>
                </a:cubicBezTo>
                <a:cubicBezTo>
                  <a:pt x="661649" y="181271"/>
                  <a:pt x="647713" y="184820"/>
                  <a:pt x="638242" y="191654"/>
                </a:cubicBezTo>
                <a:lnTo>
                  <a:pt x="638242" y="191786"/>
                </a:lnTo>
                <a:cubicBezTo>
                  <a:pt x="628634" y="198622"/>
                  <a:pt x="623899" y="207955"/>
                  <a:pt x="623899" y="218602"/>
                </a:cubicBezTo>
                <a:cubicBezTo>
                  <a:pt x="623899" y="229249"/>
                  <a:pt x="627688" y="237663"/>
                  <a:pt x="635400" y="243709"/>
                </a:cubicBezTo>
                <a:cubicBezTo>
                  <a:pt x="643112" y="249756"/>
                  <a:pt x="652991" y="254751"/>
                  <a:pt x="664897" y="258432"/>
                </a:cubicBezTo>
                <a:cubicBezTo>
                  <a:pt x="676803" y="262112"/>
                  <a:pt x="689523" y="265925"/>
                  <a:pt x="702918" y="269605"/>
                </a:cubicBezTo>
                <a:cubicBezTo>
                  <a:pt x="716314" y="273285"/>
                  <a:pt x="729032" y="278281"/>
                  <a:pt x="741210" y="284328"/>
                </a:cubicBezTo>
                <a:cubicBezTo>
                  <a:pt x="753387" y="290506"/>
                  <a:pt x="763265" y="298788"/>
                  <a:pt x="770707" y="309173"/>
                </a:cubicBezTo>
                <a:cubicBezTo>
                  <a:pt x="778149" y="319556"/>
                  <a:pt x="781937" y="333622"/>
                  <a:pt x="781937" y="351367"/>
                </a:cubicBezTo>
                <a:cubicBezTo>
                  <a:pt x="781937" y="376212"/>
                  <a:pt x="772737" y="396061"/>
                  <a:pt x="754335" y="410784"/>
                </a:cubicBezTo>
                <a:cubicBezTo>
                  <a:pt x="735933" y="425638"/>
                  <a:pt x="710902" y="432999"/>
                  <a:pt x="679240" y="432999"/>
                </a:cubicBezTo>
                <a:cubicBezTo>
                  <a:pt x="663814" y="432999"/>
                  <a:pt x="649065" y="430895"/>
                  <a:pt x="634859" y="426821"/>
                </a:cubicBezTo>
                <a:cubicBezTo>
                  <a:pt x="620651" y="422614"/>
                  <a:pt x="607797" y="416830"/>
                  <a:pt x="596296" y="409338"/>
                </a:cubicBezTo>
                <a:cubicBezTo>
                  <a:pt x="584796" y="401845"/>
                  <a:pt x="574783" y="393038"/>
                  <a:pt x="566258" y="382784"/>
                </a:cubicBezTo>
                <a:lnTo>
                  <a:pt x="593591" y="355574"/>
                </a:lnTo>
                <a:cubicBezTo>
                  <a:pt x="604956" y="368982"/>
                  <a:pt x="617811" y="378973"/>
                  <a:pt x="632152" y="385413"/>
                </a:cubicBezTo>
                <a:cubicBezTo>
                  <a:pt x="646495" y="391854"/>
                  <a:pt x="662597" y="395140"/>
                  <a:pt x="680457" y="395140"/>
                </a:cubicBezTo>
                <a:cubicBezTo>
                  <a:pt x="699536" y="395140"/>
                  <a:pt x="714420" y="391592"/>
                  <a:pt x="725108" y="384494"/>
                </a:cubicBezTo>
                <a:cubicBezTo>
                  <a:pt x="735798" y="377395"/>
                  <a:pt x="741210" y="367536"/>
                  <a:pt x="741210" y="354917"/>
                </a:cubicBezTo>
                <a:cubicBezTo>
                  <a:pt x="741210" y="343086"/>
                  <a:pt x="737422" y="333885"/>
                  <a:pt x="729709" y="327180"/>
                </a:cubicBezTo>
                <a:cubicBezTo>
                  <a:pt x="721997" y="320477"/>
                  <a:pt x="712119" y="315218"/>
                  <a:pt x="700212" y="311275"/>
                </a:cubicBezTo>
                <a:cubicBezTo>
                  <a:pt x="688169" y="307331"/>
                  <a:pt x="675587" y="303520"/>
                  <a:pt x="662190" y="299707"/>
                </a:cubicBezTo>
                <a:cubicBezTo>
                  <a:pt x="648795" y="295896"/>
                  <a:pt x="636076" y="291164"/>
                  <a:pt x="623899" y="285511"/>
                </a:cubicBezTo>
                <a:cubicBezTo>
                  <a:pt x="611721" y="279858"/>
                  <a:pt x="601844" y="271840"/>
                  <a:pt x="594402" y="261587"/>
                </a:cubicBezTo>
                <a:cubicBezTo>
                  <a:pt x="586960" y="251334"/>
                  <a:pt x="583172" y="237925"/>
                  <a:pt x="583172" y="221363"/>
                </a:cubicBezTo>
                <a:cubicBezTo>
                  <a:pt x="583172" y="205719"/>
                  <a:pt x="587231" y="191917"/>
                  <a:pt x="595078" y="180350"/>
                </a:cubicBezTo>
                <a:cubicBezTo>
                  <a:pt x="603062" y="168651"/>
                  <a:pt x="614428" y="159581"/>
                  <a:pt x="629176" y="153140"/>
                </a:cubicBezTo>
                <a:cubicBezTo>
                  <a:pt x="644060" y="146698"/>
                  <a:pt x="661514" y="143412"/>
                  <a:pt x="681810" y="143412"/>
                </a:cubicBezTo>
                <a:close/>
                <a:moveTo>
                  <a:pt x="430005" y="143412"/>
                </a:moveTo>
                <a:cubicBezTo>
                  <a:pt x="451383" y="143412"/>
                  <a:pt x="470868" y="147093"/>
                  <a:pt x="488322" y="154586"/>
                </a:cubicBezTo>
                <a:cubicBezTo>
                  <a:pt x="505777" y="162079"/>
                  <a:pt x="519713" y="173120"/>
                  <a:pt x="530267" y="187712"/>
                </a:cubicBezTo>
                <a:lnTo>
                  <a:pt x="502935" y="214264"/>
                </a:lnTo>
                <a:cubicBezTo>
                  <a:pt x="494411" y="203748"/>
                  <a:pt x="483722" y="195467"/>
                  <a:pt x="471003" y="189814"/>
                </a:cubicBezTo>
                <a:cubicBezTo>
                  <a:pt x="458148" y="184162"/>
                  <a:pt x="443942" y="181271"/>
                  <a:pt x="428111" y="181271"/>
                </a:cubicBezTo>
                <a:cubicBezTo>
                  <a:pt x="409844" y="181271"/>
                  <a:pt x="395908" y="184820"/>
                  <a:pt x="386437" y="191654"/>
                </a:cubicBezTo>
                <a:lnTo>
                  <a:pt x="386437" y="191786"/>
                </a:lnTo>
                <a:cubicBezTo>
                  <a:pt x="376829" y="198622"/>
                  <a:pt x="372094" y="207955"/>
                  <a:pt x="372094" y="218602"/>
                </a:cubicBezTo>
                <a:cubicBezTo>
                  <a:pt x="372094" y="229249"/>
                  <a:pt x="375882" y="237663"/>
                  <a:pt x="383595" y="243709"/>
                </a:cubicBezTo>
                <a:cubicBezTo>
                  <a:pt x="391307" y="249756"/>
                  <a:pt x="401185" y="254751"/>
                  <a:pt x="413092" y="258432"/>
                </a:cubicBezTo>
                <a:cubicBezTo>
                  <a:pt x="424998" y="262112"/>
                  <a:pt x="437717" y="265925"/>
                  <a:pt x="451112" y="269605"/>
                </a:cubicBezTo>
                <a:cubicBezTo>
                  <a:pt x="464509" y="273285"/>
                  <a:pt x="477226" y="278281"/>
                  <a:pt x="489405" y="284328"/>
                </a:cubicBezTo>
                <a:cubicBezTo>
                  <a:pt x="501582" y="290506"/>
                  <a:pt x="511460" y="298788"/>
                  <a:pt x="518902" y="309173"/>
                </a:cubicBezTo>
                <a:cubicBezTo>
                  <a:pt x="526344" y="319556"/>
                  <a:pt x="530132" y="333622"/>
                  <a:pt x="530132" y="351367"/>
                </a:cubicBezTo>
                <a:cubicBezTo>
                  <a:pt x="530132" y="376212"/>
                  <a:pt x="520931" y="396061"/>
                  <a:pt x="502529" y="410784"/>
                </a:cubicBezTo>
                <a:cubicBezTo>
                  <a:pt x="484127" y="425638"/>
                  <a:pt x="459096" y="432999"/>
                  <a:pt x="427435" y="432999"/>
                </a:cubicBezTo>
                <a:cubicBezTo>
                  <a:pt x="412009" y="432999"/>
                  <a:pt x="397260" y="430895"/>
                  <a:pt x="383054" y="426821"/>
                </a:cubicBezTo>
                <a:cubicBezTo>
                  <a:pt x="368846" y="422614"/>
                  <a:pt x="355992" y="416830"/>
                  <a:pt x="344491" y="409338"/>
                </a:cubicBezTo>
                <a:cubicBezTo>
                  <a:pt x="332990" y="401845"/>
                  <a:pt x="322978" y="393038"/>
                  <a:pt x="314453" y="382784"/>
                </a:cubicBezTo>
                <a:lnTo>
                  <a:pt x="341785" y="355574"/>
                </a:lnTo>
                <a:cubicBezTo>
                  <a:pt x="353151" y="368982"/>
                  <a:pt x="366005" y="378973"/>
                  <a:pt x="380347" y="385413"/>
                </a:cubicBezTo>
                <a:cubicBezTo>
                  <a:pt x="394690" y="391854"/>
                  <a:pt x="410792" y="395140"/>
                  <a:pt x="428651" y="395140"/>
                </a:cubicBezTo>
                <a:cubicBezTo>
                  <a:pt x="447731" y="395140"/>
                  <a:pt x="462614" y="391592"/>
                  <a:pt x="473303" y="384494"/>
                </a:cubicBezTo>
                <a:cubicBezTo>
                  <a:pt x="483992" y="377395"/>
                  <a:pt x="489405" y="367536"/>
                  <a:pt x="489405" y="354917"/>
                </a:cubicBezTo>
                <a:cubicBezTo>
                  <a:pt x="489405" y="343086"/>
                  <a:pt x="485616" y="333885"/>
                  <a:pt x="477904" y="327180"/>
                </a:cubicBezTo>
                <a:cubicBezTo>
                  <a:pt x="470192" y="320477"/>
                  <a:pt x="460313" y="315218"/>
                  <a:pt x="448407" y="311275"/>
                </a:cubicBezTo>
                <a:cubicBezTo>
                  <a:pt x="436364" y="307331"/>
                  <a:pt x="423781" y="303520"/>
                  <a:pt x="410385" y="299707"/>
                </a:cubicBezTo>
                <a:cubicBezTo>
                  <a:pt x="396990" y="295896"/>
                  <a:pt x="384271" y="291164"/>
                  <a:pt x="372094" y="285511"/>
                </a:cubicBezTo>
                <a:cubicBezTo>
                  <a:pt x="359916" y="279858"/>
                  <a:pt x="350038" y="271840"/>
                  <a:pt x="342597" y="261587"/>
                </a:cubicBezTo>
                <a:cubicBezTo>
                  <a:pt x="335155" y="251334"/>
                  <a:pt x="331366" y="237925"/>
                  <a:pt x="331366" y="221363"/>
                </a:cubicBezTo>
                <a:cubicBezTo>
                  <a:pt x="331366" y="205719"/>
                  <a:pt x="335425" y="191917"/>
                  <a:pt x="343273" y="180350"/>
                </a:cubicBezTo>
                <a:cubicBezTo>
                  <a:pt x="351257" y="168651"/>
                  <a:pt x="362622" y="159581"/>
                  <a:pt x="377371" y="153140"/>
                </a:cubicBezTo>
                <a:cubicBezTo>
                  <a:pt x="392255" y="146698"/>
                  <a:pt x="409709" y="143412"/>
                  <a:pt x="430005" y="143412"/>
                </a:cubicBezTo>
                <a:close/>
                <a:moveTo>
                  <a:pt x="3265626" y="141704"/>
                </a:moveTo>
                <a:lnTo>
                  <a:pt x="3345862" y="141704"/>
                </a:lnTo>
                <a:lnTo>
                  <a:pt x="3345862" y="426953"/>
                </a:lnTo>
                <a:lnTo>
                  <a:pt x="3265626" y="426953"/>
                </a:lnTo>
                <a:close/>
                <a:moveTo>
                  <a:pt x="3533128" y="135921"/>
                </a:moveTo>
                <a:cubicBezTo>
                  <a:pt x="3554235" y="135921"/>
                  <a:pt x="3573042" y="139995"/>
                  <a:pt x="3589685" y="148277"/>
                </a:cubicBezTo>
                <a:cubicBezTo>
                  <a:pt x="3600645" y="153666"/>
                  <a:pt x="3610117" y="160765"/>
                  <a:pt x="3618234" y="169178"/>
                </a:cubicBezTo>
                <a:lnTo>
                  <a:pt x="3618234" y="141704"/>
                </a:lnTo>
                <a:lnTo>
                  <a:pt x="3697254" y="141704"/>
                </a:lnTo>
                <a:lnTo>
                  <a:pt x="3697254" y="426953"/>
                </a:lnTo>
                <a:lnTo>
                  <a:pt x="3618234" y="426953"/>
                </a:lnTo>
                <a:lnTo>
                  <a:pt x="3618234" y="399086"/>
                </a:lnTo>
                <a:cubicBezTo>
                  <a:pt x="3610117" y="407367"/>
                  <a:pt x="3600780" y="414466"/>
                  <a:pt x="3589685" y="420117"/>
                </a:cubicBezTo>
                <a:cubicBezTo>
                  <a:pt x="3573042" y="428662"/>
                  <a:pt x="3554235" y="432868"/>
                  <a:pt x="3533128" y="432868"/>
                </a:cubicBezTo>
                <a:cubicBezTo>
                  <a:pt x="3506336" y="432868"/>
                  <a:pt x="3482253" y="426428"/>
                  <a:pt x="3460738" y="413414"/>
                </a:cubicBezTo>
                <a:cubicBezTo>
                  <a:pt x="3439224" y="400532"/>
                  <a:pt x="3422446" y="382786"/>
                  <a:pt x="3410269" y="360308"/>
                </a:cubicBezTo>
                <a:cubicBezTo>
                  <a:pt x="3398091" y="337830"/>
                  <a:pt x="3392002" y="313116"/>
                  <a:pt x="3392002" y="284724"/>
                </a:cubicBezTo>
                <a:cubicBezTo>
                  <a:pt x="3392002" y="256330"/>
                  <a:pt x="3398091" y="230960"/>
                  <a:pt x="3410269" y="208482"/>
                </a:cubicBezTo>
                <a:cubicBezTo>
                  <a:pt x="3422446" y="186135"/>
                  <a:pt x="3439224" y="168389"/>
                  <a:pt x="3460738" y="155376"/>
                </a:cubicBezTo>
                <a:cubicBezTo>
                  <a:pt x="3482253" y="142362"/>
                  <a:pt x="3506336" y="135921"/>
                  <a:pt x="3533128" y="135921"/>
                </a:cubicBezTo>
                <a:close/>
                <a:moveTo>
                  <a:pt x="3900214" y="135394"/>
                </a:moveTo>
                <a:cubicBezTo>
                  <a:pt x="3923351" y="135394"/>
                  <a:pt x="3944595" y="139469"/>
                  <a:pt x="3964079" y="147750"/>
                </a:cubicBezTo>
                <a:cubicBezTo>
                  <a:pt x="3983564" y="156032"/>
                  <a:pt x="4000342" y="167863"/>
                  <a:pt x="4014548" y="183242"/>
                </a:cubicBezTo>
                <a:lnTo>
                  <a:pt x="3963538" y="233456"/>
                </a:lnTo>
                <a:cubicBezTo>
                  <a:pt x="3955961" y="225175"/>
                  <a:pt x="3946625" y="218866"/>
                  <a:pt x="3935935" y="214528"/>
                </a:cubicBezTo>
                <a:cubicBezTo>
                  <a:pt x="3925110" y="210321"/>
                  <a:pt x="3913339" y="208086"/>
                  <a:pt x="3900350" y="208086"/>
                </a:cubicBezTo>
                <a:cubicBezTo>
                  <a:pt x="3885736" y="208086"/>
                  <a:pt x="3872612" y="211372"/>
                  <a:pt x="3861111" y="217814"/>
                </a:cubicBezTo>
                <a:cubicBezTo>
                  <a:pt x="3849610" y="224255"/>
                  <a:pt x="3840409" y="233194"/>
                  <a:pt x="3833778" y="244366"/>
                </a:cubicBezTo>
                <a:cubicBezTo>
                  <a:pt x="3827149" y="255540"/>
                  <a:pt x="3823766" y="269211"/>
                  <a:pt x="3823766" y="284197"/>
                </a:cubicBezTo>
                <a:cubicBezTo>
                  <a:pt x="3823766" y="299182"/>
                  <a:pt x="3827149" y="312459"/>
                  <a:pt x="3833778" y="324026"/>
                </a:cubicBezTo>
                <a:cubicBezTo>
                  <a:pt x="3840409" y="335725"/>
                  <a:pt x="3849610" y="344795"/>
                  <a:pt x="3861111" y="351236"/>
                </a:cubicBezTo>
                <a:cubicBezTo>
                  <a:pt x="3872747" y="357678"/>
                  <a:pt x="3885736" y="360964"/>
                  <a:pt x="3900350" y="360964"/>
                </a:cubicBezTo>
                <a:cubicBezTo>
                  <a:pt x="3913745" y="360964"/>
                  <a:pt x="3925788" y="358597"/>
                  <a:pt x="3936476" y="354128"/>
                </a:cubicBezTo>
                <a:lnTo>
                  <a:pt x="3936611" y="354392"/>
                </a:lnTo>
                <a:cubicBezTo>
                  <a:pt x="3947301" y="349791"/>
                  <a:pt x="3956502" y="343218"/>
                  <a:pt x="3964214" y="334542"/>
                </a:cubicBezTo>
                <a:lnTo>
                  <a:pt x="4015901" y="384757"/>
                </a:lnTo>
                <a:cubicBezTo>
                  <a:pt x="4000882" y="400530"/>
                  <a:pt x="3983699" y="412493"/>
                  <a:pt x="3964214" y="420774"/>
                </a:cubicBezTo>
                <a:cubicBezTo>
                  <a:pt x="3944730" y="429055"/>
                  <a:pt x="3923486" y="433131"/>
                  <a:pt x="3900350" y="433131"/>
                </a:cubicBezTo>
                <a:cubicBezTo>
                  <a:pt x="3870312" y="433131"/>
                  <a:pt x="3843385" y="426690"/>
                  <a:pt x="3819435" y="413676"/>
                </a:cubicBezTo>
                <a:cubicBezTo>
                  <a:pt x="3795487" y="400793"/>
                  <a:pt x="3776678" y="383048"/>
                  <a:pt x="3762878" y="360570"/>
                </a:cubicBezTo>
                <a:cubicBezTo>
                  <a:pt x="3749077" y="338092"/>
                  <a:pt x="3742176" y="313378"/>
                  <a:pt x="3742176" y="284986"/>
                </a:cubicBezTo>
                <a:cubicBezTo>
                  <a:pt x="3742176" y="256591"/>
                  <a:pt x="3749077" y="231222"/>
                  <a:pt x="3762878" y="208744"/>
                </a:cubicBezTo>
                <a:cubicBezTo>
                  <a:pt x="3776678" y="186266"/>
                  <a:pt x="3795623" y="168388"/>
                  <a:pt x="3819707" y="155243"/>
                </a:cubicBezTo>
                <a:cubicBezTo>
                  <a:pt x="3843792" y="141966"/>
                  <a:pt x="3870582" y="135394"/>
                  <a:pt x="3900214" y="135394"/>
                </a:cubicBezTo>
                <a:close/>
                <a:moveTo>
                  <a:pt x="4512478" y="135263"/>
                </a:moveTo>
                <a:cubicBezTo>
                  <a:pt x="4538051" y="135263"/>
                  <a:pt x="4560240" y="140784"/>
                  <a:pt x="4579049" y="151826"/>
                </a:cubicBezTo>
                <a:cubicBezTo>
                  <a:pt x="4591226" y="158924"/>
                  <a:pt x="4601238" y="168126"/>
                  <a:pt x="4609763" y="179299"/>
                </a:cubicBezTo>
                <a:cubicBezTo>
                  <a:pt x="4618288" y="168257"/>
                  <a:pt x="4628300" y="158924"/>
                  <a:pt x="4640206" y="151826"/>
                </a:cubicBezTo>
                <a:cubicBezTo>
                  <a:pt x="4658878" y="140784"/>
                  <a:pt x="4680258" y="135263"/>
                  <a:pt x="4707048" y="135263"/>
                </a:cubicBezTo>
                <a:cubicBezTo>
                  <a:pt x="4733839" y="135263"/>
                  <a:pt x="4757111" y="140784"/>
                  <a:pt x="4776730" y="151563"/>
                </a:cubicBezTo>
                <a:cubicBezTo>
                  <a:pt x="4796350" y="162342"/>
                  <a:pt x="4811640" y="177196"/>
                  <a:pt x="4822600" y="196124"/>
                </a:cubicBezTo>
                <a:lnTo>
                  <a:pt x="4822735" y="195993"/>
                </a:lnTo>
                <a:cubicBezTo>
                  <a:pt x="4833695" y="214922"/>
                  <a:pt x="4839107" y="236744"/>
                  <a:pt x="4839107" y="261587"/>
                </a:cubicBezTo>
                <a:lnTo>
                  <a:pt x="4839107" y="426953"/>
                </a:lnTo>
                <a:lnTo>
                  <a:pt x="4758871" y="426953"/>
                </a:lnTo>
                <a:lnTo>
                  <a:pt x="4758871" y="267503"/>
                </a:lnTo>
                <a:cubicBezTo>
                  <a:pt x="4758871" y="248311"/>
                  <a:pt x="4754269" y="233325"/>
                  <a:pt x="4744935" y="222678"/>
                </a:cubicBezTo>
                <a:cubicBezTo>
                  <a:pt x="4735598" y="212030"/>
                  <a:pt x="4721661" y="206773"/>
                  <a:pt x="4704207" y="206773"/>
                </a:cubicBezTo>
                <a:cubicBezTo>
                  <a:pt x="4686752" y="206773"/>
                  <a:pt x="4673357" y="212030"/>
                  <a:pt x="4664020" y="222415"/>
                </a:cubicBezTo>
                <a:cubicBezTo>
                  <a:pt x="4654684" y="232931"/>
                  <a:pt x="4650085" y="247917"/>
                  <a:pt x="4650085" y="267634"/>
                </a:cubicBezTo>
                <a:lnTo>
                  <a:pt x="4650085" y="427084"/>
                </a:lnTo>
                <a:lnTo>
                  <a:pt x="4569848" y="427084"/>
                </a:lnTo>
                <a:lnTo>
                  <a:pt x="4569848" y="267634"/>
                </a:lnTo>
                <a:cubicBezTo>
                  <a:pt x="4569848" y="247917"/>
                  <a:pt x="4565247" y="232800"/>
                  <a:pt x="4555910" y="222415"/>
                </a:cubicBezTo>
                <a:cubicBezTo>
                  <a:pt x="4546574" y="212030"/>
                  <a:pt x="4532638" y="206773"/>
                  <a:pt x="4515183" y="206773"/>
                </a:cubicBezTo>
                <a:cubicBezTo>
                  <a:pt x="4497729" y="206773"/>
                  <a:pt x="4484199" y="212030"/>
                  <a:pt x="4474727" y="222415"/>
                </a:cubicBezTo>
                <a:cubicBezTo>
                  <a:pt x="4465119" y="232931"/>
                  <a:pt x="4460384" y="247917"/>
                  <a:pt x="4460384" y="267634"/>
                </a:cubicBezTo>
                <a:lnTo>
                  <a:pt x="4460384" y="427084"/>
                </a:lnTo>
                <a:lnTo>
                  <a:pt x="4380688" y="427084"/>
                </a:lnTo>
                <a:lnTo>
                  <a:pt x="4380688" y="261719"/>
                </a:lnTo>
                <a:cubicBezTo>
                  <a:pt x="4380688" y="236875"/>
                  <a:pt x="4386101" y="215054"/>
                  <a:pt x="4397061" y="196124"/>
                </a:cubicBezTo>
                <a:cubicBezTo>
                  <a:pt x="4407886" y="177196"/>
                  <a:pt x="4423310" y="162342"/>
                  <a:pt x="4443201" y="151563"/>
                </a:cubicBezTo>
                <a:cubicBezTo>
                  <a:pt x="4462955" y="140653"/>
                  <a:pt x="4486904" y="135263"/>
                  <a:pt x="4512478" y="135263"/>
                </a:cubicBezTo>
                <a:close/>
                <a:moveTo>
                  <a:pt x="4185441" y="135131"/>
                </a:moveTo>
                <a:cubicBezTo>
                  <a:pt x="4215343" y="135131"/>
                  <a:pt x="4242270" y="141835"/>
                  <a:pt x="4265948" y="154980"/>
                </a:cubicBezTo>
                <a:cubicBezTo>
                  <a:pt x="4289762" y="168124"/>
                  <a:pt x="4308434" y="185870"/>
                  <a:pt x="4322237" y="208086"/>
                </a:cubicBezTo>
                <a:cubicBezTo>
                  <a:pt x="4336037" y="230301"/>
                  <a:pt x="4342938" y="255540"/>
                  <a:pt x="4342938" y="283407"/>
                </a:cubicBezTo>
                <a:cubicBezTo>
                  <a:pt x="4342938" y="311275"/>
                  <a:pt x="4336037" y="336645"/>
                  <a:pt x="4322237" y="359255"/>
                </a:cubicBezTo>
                <a:cubicBezTo>
                  <a:pt x="4308434" y="381865"/>
                  <a:pt x="4289627" y="399873"/>
                  <a:pt x="4265948" y="413019"/>
                </a:cubicBezTo>
                <a:cubicBezTo>
                  <a:pt x="4242270" y="426294"/>
                  <a:pt x="4215614" y="432868"/>
                  <a:pt x="4185981" y="432868"/>
                </a:cubicBezTo>
                <a:cubicBezTo>
                  <a:pt x="4156351" y="432868"/>
                  <a:pt x="4129694" y="426163"/>
                  <a:pt x="4106017" y="413019"/>
                </a:cubicBezTo>
                <a:cubicBezTo>
                  <a:pt x="4082337" y="399873"/>
                  <a:pt x="4063395" y="381865"/>
                  <a:pt x="4049457" y="359255"/>
                </a:cubicBezTo>
                <a:cubicBezTo>
                  <a:pt x="4035522" y="336645"/>
                  <a:pt x="4028485" y="311407"/>
                  <a:pt x="4028485" y="283407"/>
                </a:cubicBezTo>
                <a:cubicBezTo>
                  <a:pt x="4028485" y="255409"/>
                  <a:pt x="4035386" y="230301"/>
                  <a:pt x="4049187" y="208086"/>
                </a:cubicBezTo>
                <a:cubicBezTo>
                  <a:pt x="4062988" y="185870"/>
                  <a:pt x="4081797" y="168124"/>
                  <a:pt x="4105745" y="154980"/>
                </a:cubicBezTo>
                <a:cubicBezTo>
                  <a:pt x="4129694" y="141703"/>
                  <a:pt x="4155538" y="135131"/>
                  <a:pt x="4185441" y="135131"/>
                </a:cubicBezTo>
                <a:close/>
                <a:moveTo>
                  <a:pt x="2712764" y="135131"/>
                </a:moveTo>
                <a:cubicBezTo>
                  <a:pt x="2741178" y="135131"/>
                  <a:pt x="2766211" y="141440"/>
                  <a:pt x="2787859" y="153797"/>
                </a:cubicBezTo>
                <a:lnTo>
                  <a:pt x="2787994" y="153665"/>
                </a:lnTo>
                <a:cubicBezTo>
                  <a:pt x="2809644" y="166021"/>
                  <a:pt x="2826692" y="182978"/>
                  <a:pt x="2839005" y="204406"/>
                </a:cubicBezTo>
                <a:cubicBezTo>
                  <a:pt x="2851317" y="225832"/>
                  <a:pt x="2857542" y="250150"/>
                  <a:pt x="2857542" y="277360"/>
                </a:cubicBezTo>
                <a:cubicBezTo>
                  <a:pt x="2857542" y="282488"/>
                  <a:pt x="2857135" y="287745"/>
                  <a:pt x="2856595" y="293004"/>
                </a:cubicBezTo>
                <a:cubicBezTo>
                  <a:pt x="2855919" y="298261"/>
                  <a:pt x="2854836" y="304308"/>
                  <a:pt x="2853212" y="311013"/>
                </a:cubicBezTo>
                <a:lnTo>
                  <a:pt x="2638751" y="311538"/>
                </a:lnTo>
                <a:cubicBezTo>
                  <a:pt x="2640375" y="317322"/>
                  <a:pt x="2642269" y="322842"/>
                  <a:pt x="2644976" y="327838"/>
                </a:cubicBezTo>
                <a:cubicBezTo>
                  <a:pt x="2651605" y="340721"/>
                  <a:pt x="2661212" y="350579"/>
                  <a:pt x="2673796" y="357415"/>
                </a:cubicBezTo>
                <a:cubicBezTo>
                  <a:pt x="2686244" y="364381"/>
                  <a:pt x="2700858" y="367800"/>
                  <a:pt x="2717500" y="367800"/>
                </a:cubicBezTo>
                <a:cubicBezTo>
                  <a:pt x="2732519" y="367800"/>
                  <a:pt x="2746050" y="365433"/>
                  <a:pt x="2758226" y="360437"/>
                </a:cubicBezTo>
                <a:cubicBezTo>
                  <a:pt x="2770405" y="355442"/>
                  <a:pt x="2780959" y="348081"/>
                  <a:pt x="2789888" y="338223"/>
                </a:cubicBezTo>
                <a:lnTo>
                  <a:pt x="2836704" y="383705"/>
                </a:lnTo>
                <a:cubicBezTo>
                  <a:pt x="2822498" y="399873"/>
                  <a:pt x="2805179" y="412098"/>
                  <a:pt x="2784748" y="420379"/>
                </a:cubicBezTo>
                <a:cubicBezTo>
                  <a:pt x="2764316" y="428661"/>
                  <a:pt x="2742126" y="432735"/>
                  <a:pt x="2718176" y="432735"/>
                </a:cubicBezTo>
                <a:cubicBezTo>
                  <a:pt x="2687326" y="432735"/>
                  <a:pt x="2659995" y="426294"/>
                  <a:pt x="2636045" y="413544"/>
                </a:cubicBezTo>
                <a:cubicBezTo>
                  <a:pt x="2612096" y="400793"/>
                  <a:pt x="2593153" y="383179"/>
                  <a:pt x="2579216" y="360701"/>
                </a:cubicBezTo>
                <a:cubicBezTo>
                  <a:pt x="2565280" y="338223"/>
                  <a:pt x="2558244" y="312196"/>
                  <a:pt x="2558244" y="283934"/>
                </a:cubicBezTo>
                <a:cubicBezTo>
                  <a:pt x="2558244" y="255671"/>
                  <a:pt x="2565145" y="230301"/>
                  <a:pt x="2578675" y="208086"/>
                </a:cubicBezTo>
                <a:cubicBezTo>
                  <a:pt x="2592205" y="185870"/>
                  <a:pt x="2610742" y="168124"/>
                  <a:pt x="2634286" y="154980"/>
                </a:cubicBezTo>
                <a:cubicBezTo>
                  <a:pt x="2657829" y="141703"/>
                  <a:pt x="2684350" y="135131"/>
                  <a:pt x="2712764" y="135131"/>
                </a:cubicBezTo>
                <a:close/>
                <a:moveTo>
                  <a:pt x="2194810" y="135131"/>
                </a:moveTo>
                <a:cubicBezTo>
                  <a:pt x="2220382" y="135131"/>
                  <a:pt x="2242573" y="140651"/>
                  <a:pt x="2261380" y="151694"/>
                </a:cubicBezTo>
                <a:cubicBezTo>
                  <a:pt x="2273558" y="158791"/>
                  <a:pt x="2283570" y="167994"/>
                  <a:pt x="2292095" y="179167"/>
                </a:cubicBezTo>
                <a:cubicBezTo>
                  <a:pt x="2300620" y="168124"/>
                  <a:pt x="2310632" y="158791"/>
                  <a:pt x="2322539" y="151694"/>
                </a:cubicBezTo>
                <a:cubicBezTo>
                  <a:pt x="2341211" y="140651"/>
                  <a:pt x="2362590" y="135131"/>
                  <a:pt x="2389381" y="135131"/>
                </a:cubicBezTo>
                <a:cubicBezTo>
                  <a:pt x="2416171" y="135131"/>
                  <a:pt x="2439444" y="140651"/>
                  <a:pt x="2459063" y="151430"/>
                </a:cubicBezTo>
                <a:lnTo>
                  <a:pt x="2459199" y="151300"/>
                </a:lnTo>
                <a:cubicBezTo>
                  <a:pt x="2478818" y="162079"/>
                  <a:pt x="2494108" y="176933"/>
                  <a:pt x="2505068" y="195861"/>
                </a:cubicBezTo>
                <a:cubicBezTo>
                  <a:pt x="2516028" y="214789"/>
                  <a:pt x="2521440" y="236611"/>
                  <a:pt x="2521440" y="261454"/>
                </a:cubicBezTo>
                <a:lnTo>
                  <a:pt x="2521440" y="426821"/>
                </a:lnTo>
                <a:lnTo>
                  <a:pt x="2441203" y="426821"/>
                </a:lnTo>
                <a:lnTo>
                  <a:pt x="2441203" y="267371"/>
                </a:lnTo>
                <a:cubicBezTo>
                  <a:pt x="2441203" y="248179"/>
                  <a:pt x="2436603" y="233193"/>
                  <a:pt x="2427266" y="222546"/>
                </a:cubicBezTo>
                <a:cubicBezTo>
                  <a:pt x="2417930" y="211898"/>
                  <a:pt x="2403994" y="206640"/>
                  <a:pt x="2386540" y="206640"/>
                </a:cubicBezTo>
                <a:cubicBezTo>
                  <a:pt x="2369084" y="206640"/>
                  <a:pt x="2355689" y="211898"/>
                  <a:pt x="2346353" y="222283"/>
                </a:cubicBezTo>
                <a:cubicBezTo>
                  <a:pt x="2337017" y="232799"/>
                  <a:pt x="2332416" y="247785"/>
                  <a:pt x="2332416" y="267502"/>
                </a:cubicBezTo>
                <a:lnTo>
                  <a:pt x="2332416" y="426952"/>
                </a:lnTo>
                <a:lnTo>
                  <a:pt x="2252179" y="426952"/>
                </a:lnTo>
                <a:lnTo>
                  <a:pt x="2252179" y="267502"/>
                </a:lnTo>
                <a:cubicBezTo>
                  <a:pt x="2252179" y="247785"/>
                  <a:pt x="2247579" y="232668"/>
                  <a:pt x="2238243" y="222283"/>
                </a:cubicBezTo>
                <a:cubicBezTo>
                  <a:pt x="2228907" y="211898"/>
                  <a:pt x="2214971" y="206640"/>
                  <a:pt x="2197516" y="206640"/>
                </a:cubicBezTo>
                <a:cubicBezTo>
                  <a:pt x="2180062" y="206640"/>
                  <a:pt x="2166531" y="211898"/>
                  <a:pt x="2157059" y="222283"/>
                </a:cubicBezTo>
                <a:cubicBezTo>
                  <a:pt x="2147452" y="232799"/>
                  <a:pt x="2142717" y="247785"/>
                  <a:pt x="2142717" y="267502"/>
                </a:cubicBezTo>
                <a:lnTo>
                  <a:pt x="2142717" y="426952"/>
                </a:lnTo>
                <a:lnTo>
                  <a:pt x="2063021" y="426952"/>
                </a:lnTo>
                <a:lnTo>
                  <a:pt x="2063021" y="261587"/>
                </a:lnTo>
                <a:cubicBezTo>
                  <a:pt x="2063021" y="236742"/>
                  <a:pt x="2068434" y="214922"/>
                  <a:pt x="2079394" y="195992"/>
                </a:cubicBezTo>
                <a:cubicBezTo>
                  <a:pt x="2090218" y="177064"/>
                  <a:pt x="2105643" y="162210"/>
                  <a:pt x="2125533" y="151430"/>
                </a:cubicBezTo>
                <a:cubicBezTo>
                  <a:pt x="2145287" y="140520"/>
                  <a:pt x="2169237" y="135131"/>
                  <a:pt x="2194810" y="135131"/>
                </a:cubicBezTo>
                <a:close/>
                <a:moveTo>
                  <a:pt x="3305677" y="7098"/>
                </a:moveTo>
                <a:cubicBezTo>
                  <a:pt x="3318937" y="7098"/>
                  <a:pt x="3329897" y="11435"/>
                  <a:pt x="3338152" y="20111"/>
                </a:cubicBezTo>
                <a:cubicBezTo>
                  <a:pt x="3346405" y="28787"/>
                  <a:pt x="3350599" y="38778"/>
                  <a:pt x="3350599" y="51397"/>
                </a:cubicBezTo>
                <a:cubicBezTo>
                  <a:pt x="3350599" y="64015"/>
                  <a:pt x="3346405" y="74533"/>
                  <a:pt x="3338152" y="82945"/>
                </a:cubicBezTo>
                <a:cubicBezTo>
                  <a:pt x="3329897" y="91489"/>
                  <a:pt x="3318667" y="95695"/>
                  <a:pt x="3305677" y="95695"/>
                </a:cubicBezTo>
                <a:cubicBezTo>
                  <a:pt x="3292688" y="95695"/>
                  <a:pt x="3281998" y="91358"/>
                  <a:pt x="3273475" y="82945"/>
                </a:cubicBezTo>
                <a:cubicBezTo>
                  <a:pt x="3264950" y="74533"/>
                  <a:pt x="3260756" y="63621"/>
                  <a:pt x="3260756" y="51397"/>
                </a:cubicBezTo>
                <a:cubicBezTo>
                  <a:pt x="3260756" y="39172"/>
                  <a:pt x="3264950" y="28787"/>
                  <a:pt x="3273475" y="20111"/>
                </a:cubicBezTo>
                <a:cubicBezTo>
                  <a:pt x="3281998" y="11435"/>
                  <a:pt x="3292688" y="7098"/>
                  <a:pt x="3305677" y="7098"/>
                </a:cubicBezTo>
                <a:close/>
                <a:moveTo>
                  <a:pt x="3121525" y="0"/>
                </a:moveTo>
                <a:lnTo>
                  <a:pt x="3201221" y="0"/>
                </a:lnTo>
                <a:lnTo>
                  <a:pt x="3201221" y="426953"/>
                </a:lnTo>
                <a:lnTo>
                  <a:pt x="3122201" y="426953"/>
                </a:lnTo>
                <a:lnTo>
                  <a:pt x="3122201" y="400795"/>
                </a:lnTo>
                <a:cubicBezTo>
                  <a:pt x="3114488" y="408156"/>
                  <a:pt x="3105558" y="414728"/>
                  <a:pt x="3095411" y="419854"/>
                </a:cubicBezTo>
                <a:cubicBezTo>
                  <a:pt x="3078497" y="428530"/>
                  <a:pt x="3059419" y="432868"/>
                  <a:pt x="3038311" y="432868"/>
                </a:cubicBezTo>
                <a:cubicBezTo>
                  <a:pt x="3011115" y="432868"/>
                  <a:pt x="2986895" y="426428"/>
                  <a:pt x="2965381" y="413414"/>
                </a:cubicBezTo>
                <a:cubicBezTo>
                  <a:pt x="2943868" y="400532"/>
                  <a:pt x="2926954" y="382786"/>
                  <a:pt x="2914641" y="360308"/>
                </a:cubicBezTo>
                <a:cubicBezTo>
                  <a:pt x="2902327" y="337830"/>
                  <a:pt x="2896104" y="313116"/>
                  <a:pt x="2896104" y="284724"/>
                </a:cubicBezTo>
                <a:cubicBezTo>
                  <a:pt x="2896104" y="256330"/>
                  <a:pt x="2902327" y="230960"/>
                  <a:pt x="2914641" y="208482"/>
                </a:cubicBezTo>
                <a:cubicBezTo>
                  <a:pt x="2926954" y="186135"/>
                  <a:pt x="2943868" y="168389"/>
                  <a:pt x="2965110" y="155376"/>
                </a:cubicBezTo>
                <a:cubicBezTo>
                  <a:pt x="2986353" y="142362"/>
                  <a:pt x="3010709" y="135921"/>
                  <a:pt x="3038311" y="135921"/>
                </a:cubicBezTo>
                <a:cubicBezTo>
                  <a:pt x="3059419" y="135921"/>
                  <a:pt x="3078362" y="139995"/>
                  <a:pt x="3095140" y="148277"/>
                </a:cubicBezTo>
                <a:cubicBezTo>
                  <a:pt x="3105152" y="153272"/>
                  <a:pt x="3113812" y="159450"/>
                  <a:pt x="3121525" y="16668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algn="l">
              <a:lnSpc>
                <a:spcPct val="80000"/>
              </a:lnSpc>
              <a:spcAft>
                <a:spcPts val="600"/>
              </a:spcAft>
              <a:defRPr sz="100" b="0">
                <a:noFill/>
              </a:defRPr>
            </a:lvl1pPr>
            <a:lvl2pPr algn="l">
              <a:lnSpc>
                <a:spcPct val="80000"/>
              </a:lnSpc>
              <a:spcAft>
                <a:spcPts val="600"/>
              </a:spcAft>
              <a:defRPr sz="3600" b="0">
                <a:solidFill>
                  <a:schemeClr val="bg1"/>
                </a:solidFill>
              </a:defRPr>
            </a:lvl2pPr>
            <a:lvl3pPr marL="0" indent="0" algn="r">
              <a:buNone/>
              <a:defRPr>
                <a:solidFill>
                  <a:schemeClr val="bg1"/>
                </a:solidFill>
              </a:defRPr>
            </a:lvl3pPr>
            <a:lvl4pPr algn="r">
              <a:defRPr>
                <a:solidFill>
                  <a:schemeClr val="bg1"/>
                </a:solidFill>
              </a:defRPr>
            </a:lvl4pPr>
            <a:lvl5pPr algn="r">
              <a:defRPr>
                <a:solidFill>
                  <a:schemeClr val="bg1"/>
                </a:solidFill>
              </a:defRPr>
            </a:lvl5pPr>
          </a:lstStyle>
          <a:p>
            <a:pPr lvl="0"/>
            <a:endParaRPr lang="en-GB"/>
          </a:p>
        </p:txBody>
      </p:sp>
      <p:sp>
        <p:nvSpPr>
          <p:cNvPr id="2" name="Text Placeholder 22">
            <a:extLst>
              <a:ext uri="{FF2B5EF4-FFF2-40B4-BE49-F238E27FC236}">
                <a16:creationId xmlns:a16="http://schemas.microsoft.com/office/drawing/2014/main" id="{414620AD-A398-61A5-B69E-40D0E475CEB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1656530" y="6299513"/>
            <a:ext cx="433868" cy="433868"/>
          </a:xfrm>
          <a:custGeom>
            <a:avLst/>
            <a:gdLst>
              <a:gd name="connsiteX0" fmla="*/ 216934 w 433868"/>
              <a:gd name="connsiteY0" fmla="*/ 0 h 433868"/>
              <a:gd name="connsiteX1" fmla="*/ 433868 w 433868"/>
              <a:gd name="connsiteY1" fmla="*/ 216934 h 433868"/>
              <a:gd name="connsiteX2" fmla="*/ 216934 w 433868"/>
              <a:gd name="connsiteY2" fmla="*/ 433868 h 433868"/>
              <a:gd name="connsiteX3" fmla="*/ 0 w 433868"/>
              <a:gd name="connsiteY3" fmla="*/ 216934 h 433868"/>
              <a:gd name="connsiteX4" fmla="*/ 216934 w 433868"/>
              <a:gd name="connsiteY4" fmla="*/ 0 h 4338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33868" h="433868">
                <a:moveTo>
                  <a:pt x="216934" y="0"/>
                </a:moveTo>
                <a:cubicBezTo>
                  <a:pt x="336743" y="0"/>
                  <a:pt x="433868" y="97125"/>
                  <a:pt x="433868" y="216934"/>
                </a:cubicBezTo>
                <a:cubicBezTo>
                  <a:pt x="433868" y="336743"/>
                  <a:pt x="336743" y="433868"/>
                  <a:pt x="216934" y="433868"/>
                </a:cubicBezTo>
                <a:cubicBezTo>
                  <a:pt x="97125" y="433868"/>
                  <a:pt x="0" y="336743"/>
                  <a:pt x="0" y="216934"/>
                </a:cubicBezTo>
                <a:cubicBezTo>
                  <a:pt x="0" y="97125"/>
                  <a:pt x="97125" y="0"/>
                  <a:pt x="216934" y="0"/>
                </a:cubicBez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pPr lvl="0"/>
            <a:endParaRPr lang="en-GB"/>
          </a:p>
        </p:txBody>
      </p:sp>
      <p:sp>
        <p:nvSpPr>
          <p:cNvPr id="3" name="Text Placeholder 23">
            <a:extLst>
              <a:ext uri="{FF2B5EF4-FFF2-40B4-BE49-F238E27FC236}">
                <a16:creationId xmlns:a16="http://schemas.microsoft.com/office/drawing/2014/main" id="{3B75AAC6-CCD1-ECF7-E8A2-7660393D0C6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1714548" y="6453442"/>
            <a:ext cx="318365" cy="127333"/>
          </a:xfrm>
          <a:custGeom>
            <a:avLst/>
            <a:gdLst>
              <a:gd name="connsiteX0" fmla="*/ 63648 w 318365"/>
              <a:gd name="connsiteY0" fmla="*/ 17774 h 127333"/>
              <a:gd name="connsiteX1" fmla="*/ 39941 w 318365"/>
              <a:gd name="connsiteY1" fmla="*/ 23707 h 127333"/>
              <a:gd name="connsiteX2" fmla="*/ 23829 w 318365"/>
              <a:gd name="connsiteY2" fmla="*/ 40074 h 127333"/>
              <a:gd name="connsiteX3" fmla="*/ 18029 w 318365"/>
              <a:gd name="connsiteY3" fmla="*/ 63660 h 127333"/>
              <a:gd name="connsiteX4" fmla="*/ 18041 w 318365"/>
              <a:gd name="connsiteY4" fmla="*/ 63660 h 127333"/>
              <a:gd name="connsiteX5" fmla="*/ 23841 w 318365"/>
              <a:gd name="connsiteY5" fmla="*/ 87756 h 127333"/>
              <a:gd name="connsiteX6" fmla="*/ 26437 w 318365"/>
              <a:gd name="connsiteY6" fmla="*/ 91845 h 127333"/>
              <a:gd name="connsiteX7" fmla="*/ 90814 w 318365"/>
              <a:gd name="connsiteY7" fmla="*/ 27238 h 127333"/>
              <a:gd name="connsiteX8" fmla="*/ 83498 w 318365"/>
              <a:gd name="connsiteY8" fmla="*/ 22154 h 127333"/>
              <a:gd name="connsiteX9" fmla="*/ 63648 w 318365"/>
              <a:gd name="connsiteY9" fmla="*/ 17774 h 127333"/>
              <a:gd name="connsiteX10" fmla="*/ 63394 w 318365"/>
              <a:gd name="connsiteY10" fmla="*/ 1031 h 127333"/>
              <a:gd name="connsiteX11" fmla="*/ 92136 w 318365"/>
              <a:gd name="connsiteY11" fmla="*/ 7862 h 127333"/>
              <a:gd name="connsiteX12" fmla="*/ 92124 w 318365"/>
              <a:gd name="connsiteY12" fmla="*/ 7862 h 127333"/>
              <a:gd name="connsiteX13" fmla="*/ 112616 w 318365"/>
              <a:gd name="connsiteY13" fmla="*/ 27068 h 127333"/>
              <a:gd name="connsiteX14" fmla="*/ 37369 w 318365"/>
              <a:gd name="connsiteY14" fmla="*/ 102570 h 127333"/>
              <a:gd name="connsiteX15" fmla="*/ 40062 w 318365"/>
              <a:gd name="connsiteY15" fmla="*/ 104269 h 127333"/>
              <a:gd name="connsiteX16" fmla="*/ 63903 w 318365"/>
              <a:gd name="connsiteY16" fmla="*/ 110323 h 127333"/>
              <a:gd name="connsiteX17" fmla="*/ 84529 w 318365"/>
              <a:gd name="connsiteY17" fmla="*/ 106586 h 127333"/>
              <a:gd name="connsiteX18" fmla="*/ 99998 w 318365"/>
              <a:gd name="connsiteY18" fmla="*/ 95885 h 127333"/>
              <a:gd name="connsiteX19" fmla="*/ 111852 w 318365"/>
              <a:gd name="connsiteY19" fmla="*/ 107739 h 127333"/>
              <a:gd name="connsiteX20" fmla="*/ 90850 w 318365"/>
              <a:gd name="connsiteY20" fmla="*/ 122298 h 127333"/>
              <a:gd name="connsiteX21" fmla="*/ 63915 w 318365"/>
              <a:gd name="connsiteY21" fmla="*/ 127321 h 127333"/>
              <a:gd name="connsiteX22" fmla="*/ 31181 w 318365"/>
              <a:gd name="connsiteY22" fmla="*/ 118816 h 127333"/>
              <a:gd name="connsiteX23" fmla="*/ 8372 w 318365"/>
              <a:gd name="connsiteY23" fmla="*/ 95873 h 127333"/>
              <a:gd name="connsiteX24" fmla="*/ 0 w 318365"/>
              <a:gd name="connsiteY24" fmla="*/ 63660 h 127333"/>
              <a:gd name="connsiteX25" fmla="*/ 8372 w 318365"/>
              <a:gd name="connsiteY25" fmla="*/ 31957 h 127333"/>
              <a:gd name="connsiteX26" fmla="*/ 31048 w 318365"/>
              <a:gd name="connsiteY26" fmla="*/ 9403 h 127333"/>
              <a:gd name="connsiteX27" fmla="*/ 63394 w 318365"/>
              <a:gd name="connsiteY27" fmla="*/ 1031 h 127333"/>
              <a:gd name="connsiteX28" fmla="*/ 179966 w 318365"/>
              <a:gd name="connsiteY28" fmla="*/ 0 h 127333"/>
              <a:gd name="connsiteX29" fmla="*/ 208187 w 318365"/>
              <a:gd name="connsiteY29" fmla="*/ 7219 h 127333"/>
              <a:gd name="connsiteX30" fmla="*/ 221193 w 318365"/>
              <a:gd name="connsiteY30" fmla="*/ 19024 h 127333"/>
              <a:gd name="connsiteX31" fmla="*/ 234090 w 318365"/>
              <a:gd name="connsiteY31" fmla="*/ 7219 h 127333"/>
              <a:gd name="connsiteX32" fmla="*/ 262445 w 318365"/>
              <a:gd name="connsiteY32" fmla="*/ 0 h 127333"/>
              <a:gd name="connsiteX33" fmla="*/ 291952 w 318365"/>
              <a:gd name="connsiteY33" fmla="*/ 7086 h 127333"/>
              <a:gd name="connsiteX34" fmla="*/ 311413 w 318365"/>
              <a:gd name="connsiteY34" fmla="*/ 26546 h 127333"/>
              <a:gd name="connsiteX35" fmla="*/ 311400 w 318365"/>
              <a:gd name="connsiteY35" fmla="*/ 26559 h 127333"/>
              <a:gd name="connsiteX36" fmla="*/ 318365 w 318365"/>
              <a:gd name="connsiteY36" fmla="*/ 55168 h 127333"/>
              <a:gd name="connsiteX37" fmla="*/ 318365 w 318365"/>
              <a:gd name="connsiteY37" fmla="*/ 127333 h 127333"/>
              <a:gd name="connsiteX38" fmla="*/ 284344 w 318365"/>
              <a:gd name="connsiteY38" fmla="*/ 127333 h 127333"/>
              <a:gd name="connsiteX39" fmla="*/ 284344 w 318365"/>
              <a:gd name="connsiteY39" fmla="*/ 57740 h 127333"/>
              <a:gd name="connsiteX40" fmla="*/ 278411 w 318365"/>
              <a:gd name="connsiteY40" fmla="*/ 38145 h 127333"/>
              <a:gd name="connsiteX41" fmla="*/ 261147 w 318365"/>
              <a:gd name="connsiteY41" fmla="*/ 31181 h 127333"/>
              <a:gd name="connsiteX42" fmla="*/ 244136 w 318365"/>
              <a:gd name="connsiteY42" fmla="*/ 38012 h 127333"/>
              <a:gd name="connsiteX43" fmla="*/ 238203 w 318365"/>
              <a:gd name="connsiteY43" fmla="*/ 57728 h 127333"/>
              <a:gd name="connsiteX44" fmla="*/ 238203 w 318365"/>
              <a:gd name="connsiteY44" fmla="*/ 127321 h 127333"/>
              <a:gd name="connsiteX45" fmla="*/ 204183 w 318365"/>
              <a:gd name="connsiteY45" fmla="*/ 127321 h 127333"/>
              <a:gd name="connsiteX46" fmla="*/ 204183 w 318365"/>
              <a:gd name="connsiteY46" fmla="*/ 57728 h 127333"/>
              <a:gd name="connsiteX47" fmla="*/ 198250 w 318365"/>
              <a:gd name="connsiteY47" fmla="*/ 38012 h 127333"/>
              <a:gd name="connsiteX48" fmla="*/ 180985 w 318365"/>
              <a:gd name="connsiteY48" fmla="*/ 31181 h 127333"/>
              <a:gd name="connsiteX49" fmla="*/ 163842 w 318365"/>
              <a:gd name="connsiteY49" fmla="*/ 38012 h 127333"/>
              <a:gd name="connsiteX50" fmla="*/ 157787 w 318365"/>
              <a:gd name="connsiteY50" fmla="*/ 57728 h 127333"/>
              <a:gd name="connsiteX51" fmla="*/ 157787 w 318365"/>
              <a:gd name="connsiteY51" fmla="*/ 127321 h 127333"/>
              <a:gd name="connsiteX52" fmla="*/ 124022 w 318365"/>
              <a:gd name="connsiteY52" fmla="*/ 127321 h 127333"/>
              <a:gd name="connsiteX53" fmla="*/ 124022 w 318365"/>
              <a:gd name="connsiteY53" fmla="*/ 55156 h 127333"/>
              <a:gd name="connsiteX54" fmla="*/ 130986 w 318365"/>
              <a:gd name="connsiteY54" fmla="*/ 26546 h 127333"/>
              <a:gd name="connsiteX55" fmla="*/ 150581 w 318365"/>
              <a:gd name="connsiteY55" fmla="*/ 7086 h 127333"/>
              <a:gd name="connsiteX56" fmla="*/ 179966 w 318365"/>
              <a:gd name="connsiteY56" fmla="*/ 0 h 127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</a:cxnLst>
            <a:rect l="l" t="t" r="r" b="b"/>
            <a:pathLst>
              <a:path w="318365" h="127333">
                <a:moveTo>
                  <a:pt x="63648" y="17774"/>
                </a:moveTo>
                <a:cubicBezTo>
                  <a:pt x="54719" y="17774"/>
                  <a:pt x="46808" y="19752"/>
                  <a:pt x="39941" y="23707"/>
                </a:cubicBezTo>
                <a:cubicBezTo>
                  <a:pt x="33062" y="27662"/>
                  <a:pt x="27699" y="33110"/>
                  <a:pt x="23829" y="40074"/>
                </a:cubicBezTo>
                <a:cubicBezTo>
                  <a:pt x="19958" y="47038"/>
                  <a:pt x="18029" y="54900"/>
                  <a:pt x="18029" y="63660"/>
                </a:cubicBezTo>
                <a:lnTo>
                  <a:pt x="18041" y="63660"/>
                </a:lnTo>
                <a:cubicBezTo>
                  <a:pt x="18041" y="72772"/>
                  <a:pt x="19971" y="80792"/>
                  <a:pt x="23841" y="87756"/>
                </a:cubicBezTo>
                <a:cubicBezTo>
                  <a:pt x="24630" y="89188"/>
                  <a:pt x="25515" y="90534"/>
                  <a:pt x="26437" y="91845"/>
                </a:cubicBezTo>
                <a:lnTo>
                  <a:pt x="90814" y="27238"/>
                </a:lnTo>
                <a:cubicBezTo>
                  <a:pt x="88618" y="25272"/>
                  <a:pt x="86179" y="23586"/>
                  <a:pt x="83498" y="22154"/>
                </a:cubicBezTo>
                <a:cubicBezTo>
                  <a:pt x="77989" y="19242"/>
                  <a:pt x="71377" y="17774"/>
                  <a:pt x="63648" y="17774"/>
                </a:cubicBezTo>
                <a:close/>
                <a:moveTo>
                  <a:pt x="63394" y="1031"/>
                </a:moveTo>
                <a:cubicBezTo>
                  <a:pt x="74228" y="1031"/>
                  <a:pt x="83801" y="3312"/>
                  <a:pt x="92136" y="7862"/>
                </a:cubicBezTo>
                <a:lnTo>
                  <a:pt x="92124" y="7862"/>
                </a:lnTo>
                <a:cubicBezTo>
                  <a:pt x="100459" y="12424"/>
                  <a:pt x="107290" y="18818"/>
                  <a:pt x="112616" y="27068"/>
                </a:cubicBezTo>
                <a:lnTo>
                  <a:pt x="37369" y="102570"/>
                </a:lnTo>
                <a:cubicBezTo>
                  <a:pt x="38242" y="103165"/>
                  <a:pt x="39140" y="103735"/>
                  <a:pt x="40062" y="104269"/>
                </a:cubicBezTo>
                <a:cubicBezTo>
                  <a:pt x="47014" y="108309"/>
                  <a:pt x="54961" y="110323"/>
                  <a:pt x="63903" y="110323"/>
                </a:cubicBezTo>
                <a:cubicBezTo>
                  <a:pt x="71814" y="110323"/>
                  <a:pt x="78681" y="109073"/>
                  <a:pt x="84529" y="106586"/>
                </a:cubicBezTo>
                <a:cubicBezTo>
                  <a:pt x="90377" y="104087"/>
                  <a:pt x="95533" y="100520"/>
                  <a:pt x="99998" y="95885"/>
                </a:cubicBezTo>
                <a:lnTo>
                  <a:pt x="111852" y="107739"/>
                </a:lnTo>
                <a:cubicBezTo>
                  <a:pt x="105834" y="114096"/>
                  <a:pt x="98846" y="118949"/>
                  <a:pt x="90850" y="122298"/>
                </a:cubicBezTo>
                <a:cubicBezTo>
                  <a:pt x="82855" y="125647"/>
                  <a:pt x="73876" y="127321"/>
                  <a:pt x="63915" y="127321"/>
                </a:cubicBezTo>
                <a:cubicBezTo>
                  <a:pt x="51710" y="127321"/>
                  <a:pt x="40802" y="124482"/>
                  <a:pt x="31181" y="118816"/>
                </a:cubicBezTo>
                <a:cubicBezTo>
                  <a:pt x="21560" y="113138"/>
                  <a:pt x="13953" y="105494"/>
                  <a:pt x="8372" y="95873"/>
                </a:cubicBezTo>
                <a:cubicBezTo>
                  <a:pt x="2791" y="86264"/>
                  <a:pt x="0" y="75344"/>
                  <a:pt x="0" y="63660"/>
                </a:cubicBezTo>
                <a:cubicBezTo>
                  <a:pt x="0" y="51976"/>
                  <a:pt x="2791" y="41409"/>
                  <a:pt x="8372" y="31957"/>
                </a:cubicBezTo>
                <a:cubicBezTo>
                  <a:pt x="13953" y="22506"/>
                  <a:pt x="21511" y="14984"/>
                  <a:pt x="31048" y="9403"/>
                </a:cubicBezTo>
                <a:cubicBezTo>
                  <a:pt x="40584" y="3822"/>
                  <a:pt x="51370" y="1031"/>
                  <a:pt x="63394" y="1031"/>
                </a:cubicBezTo>
                <a:close/>
                <a:moveTo>
                  <a:pt x="179966" y="0"/>
                </a:moveTo>
                <a:cubicBezTo>
                  <a:pt x="190789" y="0"/>
                  <a:pt x="200192" y="2414"/>
                  <a:pt x="208187" y="7219"/>
                </a:cubicBezTo>
                <a:cubicBezTo>
                  <a:pt x="213271" y="10276"/>
                  <a:pt x="217602" y="14220"/>
                  <a:pt x="221193" y="19024"/>
                </a:cubicBezTo>
                <a:cubicBezTo>
                  <a:pt x="224760" y="14220"/>
                  <a:pt x="229055" y="10289"/>
                  <a:pt x="234090" y="7219"/>
                </a:cubicBezTo>
                <a:cubicBezTo>
                  <a:pt x="241989" y="2414"/>
                  <a:pt x="251113" y="0"/>
                  <a:pt x="262445" y="0"/>
                </a:cubicBezTo>
                <a:cubicBezTo>
                  <a:pt x="273777" y="0"/>
                  <a:pt x="283616" y="2366"/>
                  <a:pt x="291952" y="7086"/>
                </a:cubicBezTo>
                <a:cubicBezTo>
                  <a:pt x="300287" y="11817"/>
                  <a:pt x="306778" y="18296"/>
                  <a:pt x="311413" y="26546"/>
                </a:cubicBezTo>
                <a:lnTo>
                  <a:pt x="311400" y="26559"/>
                </a:lnTo>
                <a:cubicBezTo>
                  <a:pt x="316047" y="34809"/>
                  <a:pt x="318365" y="44345"/>
                  <a:pt x="318365" y="55168"/>
                </a:cubicBezTo>
                <a:lnTo>
                  <a:pt x="318365" y="127333"/>
                </a:lnTo>
                <a:lnTo>
                  <a:pt x="284344" y="127333"/>
                </a:lnTo>
                <a:lnTo>
                  <a:pt x="284344" y="57740"/>
                </a:lnTo>
                <a:cubicBezTo>
                  <a:pt x="284344" y="49320"/>
                  <a:pt x="282367" y="42780"/>
                  <a:pt x="278411" y="38145"/>
                </a:cubicBezTo>
                <a:cubicBezTo>
                  <a:pt x="274456" y="33499"/>
                  <a:pt x="268535" y="31181"/>
                  <a:pt x="261147" y="31181"/>
                </a:cubicBezTo>
                <a:cubicBezTo>
                  <a:pt x="253758" y="31181"/>
                  <a:pt x="248092" y="33462"/>
                  <a:pt x="244136" y="38012"/>
                </a:cubicBezTo>
                <a:cubicBezTo>
                  <a:pt x="240181" y="42562"/>
                  <a:pt x="238203" y="49138"/>
                  <a:pt x="238203" y="57728"/>
                </a:cubicBezTo>
                <a:lnTo>
                  <a:pt x="238203" y="127321"/>
                </a:lnTo>
                <a:lnTo>
                  <a:pt x="204183" y="127321"/>
                </a:lnTo>
                <a:lnTo>
                  <a:pt x="204183" y="57728"/>
                </a:lnTo>
                <a:cubicBezTo>
                  <a:pt x="204183" y="49138"/>
                  <a:pt x="202206" y="42562"/>
                  <a:pt x="198250" y="38012"/>
                </a:cubicBezTo>
                <a:cubicBezTo>
                  <a:pt x="194295" y="33462"/>
                  <a:pt x="188374" y="31181"/>
                  <a:pt x="180985" y="31181"/>
                </a:cubicBezTo>
                <a:cubicBezTo>
                  <a:pt x="173596" y="31181"/>
                  <a:pt x="167882" y="33462"/>
                  <a:pt x="163842" y="38012"/>
                </a:cubicBezTo>
                <a:cubicBezTo>
                  <a:pt x="159802" y="42562"/>
                  <a:pt x="157787" y="49138"/>
                  <a:pt x="157787" y="57728"/>
                </a:cubicBezTo>
                <a:lnTo>
                  <a:pt x="157787" y="127321"/>
                </a:lnTo>
                <a:lnTo>
                  <a:pt x="124022" y="127321"/>
                </a:lnTo>
                <a:lnTo>
                  <a:pt x="124022" y="55156"/>
                </a:lnTo>
                <a:cubicBezTo>
                  <a:pt x="124022" y="44333"/>
                  <a:pt x="126352" y="34797"/>
                  <a:pt x="130986" y="26546"/>
                </a:cubicBezTo>
                <a:cubicBezTo>
                  <a:pt x="135633" y="18296"/>
                  <a:pt x="142161" y="11817"/>
                  <a:pt x="150581" y="7086"/>
                </a:cubicBezTo>
                <a:cubicBezTo>
                  <a:pt x="159001" y="2366"/>
                  <a:pt x="169144" y="0"/>
                  <a:pt x="17996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pPr lvl="0"/>
            <a:endParaRPr lang="en-GB"/>
          </a:p>
        </p:txBody>
      </p:sp>
      <p:sp>
        <p:nvSpPr>
          <p:cNvPr id="4" name="Text Placeholder 14">
            <a:extLst>
              <a:ext uri="{FF2B5EF4-FFF2-40B4-BE49-F238E27FC236}">
                <a16:creationId xmlns:a16="http://schemas.microsoft.com/office/drawing/2014/main" id="{3E3857DA-45E2-E593-E020-122BE12AB60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80869" y="3917320"/>
            <a:ext cx="6316536" cy="2528155"/>
          </a:xfrm>
        </p:spPr>
        <p:txBody>
          <a:bodyPr/>
          <a:lstStyle>
            <a:lvl1pPr algn="l">
              <a:lnSpc>
                <a:spcPct val="80000"/>
              </a:lnSpc>
              <a:spcAft>
                <a:spcPts val="600"/>
              </a:spcAft>
              <a:defRPr sz="9600" b="0">
                <a:solidFill>
                  <a:schemeClr val="bg1"/>
                </a:solidFill>
              </a:defRPr>
            </a:lvl1pPr>
            <a:lvl2pPr algn="l">
              <a:lnSpc>
                <a:spcPct val="80000"/>
              </a:lnSpc>
              <a:spcAft>
                <a:spcPts val="600"/>
              </a:spcAft>
              <a:defRPr sz="3600" b="0">
                <a:solidFill>
                  <a:schemeClr val="bg1"/>
                </a:solidFill>
              </a:defRPr>
            </a:lvl2pPr>
            <a:lvl3pPr marL="0" indent="0" algn="r">
              <a:buNone/>
              <a:defRPr>
                <a:solidFill>
                  <a:schemeClr val="bg1"/>
                </a:solidFill>
              </a:defRPr>
            </a:lvl3pPr>
            <a:lvl4pPr algn="r">
              <a:defRPr>
                <a:solidFill>
                  <a:schemeClr val="bg1"/>
                </a:solidFill>
              </a:defRPr>
            </a:lvl4pPr>
            <a:lvl5pPr algn="r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361170822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3E2D861-3CBF-27C2-8E2B-DED3EDFB82BA}"/>
              </a:ext>
            </a:extLst>
          </p:cNvPr>
          <p:cNvSpPr/>
          <p:nvPr userDrawn="1"/>
        </p:nvSpPr>
        <p:spPr>
          <a:xfrm>
            <a:off x="0" y="-1"/>
            <a:ext cx="320675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endParaRPr lang="en-GB" sz="14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3AF39E-76CB-396B-E689-B646697B6C2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C0A0410-718F-647E-2293-D8ADDF4C848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206751" y="0"/>
            <a:ext cx="3848100" cy="6858000"/>
          </a:xfrm>
          <a:solidFill>
            <a:schemeClr val="bg1">
              <a:lumMod val="50000"/>
            </a:schemeClr>
          </a:solidFill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7734993-CF7B-54A0-5959-C84728AA0A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51285" y="2743200"/>
            <a:ext cx="4624039" cy="2743200"/>
          </a:xfrm>
          <a:solidFill>
            <a:schemeClr val="tx1"/>
          </a:solidFill>
        </p:spPr>
        <p:txBody>
          <a:bodyPr anchor="ctr"/>
          <a:lstStyle>
            <a:lvl1pPr>
              <a:lnSpc>
                <a:spcPct val="80000"/>
              </a:lnSpc>
              <a:spcAft>
                <a:spcPts val="0"/>
              </a:spcAft>
              <a:defRPr sz="7200"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Today’s agenda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BD546D0B-9774-176D-1275-0E64AE5C25F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56530" y="6299513"/>
            <a:ext cx="434353" cy="434353"/>
          </a:xfrm>
          <a:prstGeom prst="rect">
            <a:avLst/>
          </a:prstGeom>
        </p:spPr>
      </p:pic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26C92EE-3BFD-03D8-7F01-5532E462A69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5382" y="2743200"/>
            <a:ext cx="18000" cy="4114800"/>
          </a:xfrm>
          <a:solidFill>
            <a:schemeClr val="bg1"/>
          </a:solidFill>
        </p:spPr>
        <p:txBody>
          <a:bodyPr lIns="0" tIns="0" rIns="0" bIns="0"/>
          <a:lstStyle>
            <a:lvl1pPr>
              <a:defRPr sz="100">
                <a:noFill/>
              </a:defRPr>
            </a:lvl1pPr>
          </a:lstStyle>
          <a:p>
            <a:pPr lvl="0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212806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slide #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5">
            <a:extLst>
              <a:ext uri="{FF2B5EF4-FFF2-40B4-BE49-F238E27FC236}">
                <a16:creationId xmlns:a16="http://schemas.microsoft.com/office/drawing/2014/main" id="{B593C7AC-B9D0-282F-EBD2-51F113FF923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-2" y="4111626"/>
            <a:ext cx="12192001" cy="2746374"/>
          </a:xfrm>
          <a:solidFill>
            <a:schemeClr val="bg1">
              <a:lumMod val="50000"/>
            </a:schemeClr>
          </a:solidFill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EFBE7641-F57F-F92A-2983-3D4F8C49A37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1656530" y="6299513"/>
            <a:ext cx="433868" cy="433868"/>
          </a:xfrm>
          <a:custGeom>
            <a:avLst/>
            <a:gdLst>
              <a:gd name="connsiteX0" fmla="*/ 216934 w 433868"/>
              <a:gd name="connsiteY0" fmla="*/ 0 h 433868"/>
              <a:gd name="connsiteX1" fmla="*/ 433868 w 433868"/>
              <a:gd name="connsiteY1" fmla="*/ 216934 h 433868"/>
              <a:gd name="connsiteX2" fmla="*/ 216934 w 433868"/>
              <a:gd name="connsiteY2" fmla="*/ 433868 h 433868"/>
              <a:gd name="connsiteX3" fmla="*/ 0 w 433868"/>
              <a:gd name="connsiteY3" fmla="*/ 216934 h 433868"/>
              <a:gd name="connsiteX4" fmla="*/ 216934 w 433868"/>
              <a:gd name="connsiteY4" fmla="*/ 0 h 4338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33868" h="433868">
                <a:moveTo>
                  <a:pt x="216934" y="0"/>
                </a:moveTo>
                <a:cubicBezTo>
                  <a:pt x="336743" y="0"/>
                  <a:pt x="433868" y="97125"/>
                  <a:pt x="433868" y="216934"/>
                </a:cubicBezTo>
                <a:cubicBezTo>
                  <a:pt x="433868" y="336743"/>
                  <a:pt x="336743" y="433868"/>
                  <a:pt x="216934" y="433868"/>
                </a:cubicBezTo>
                <a:cubicBezTo>
                  <a:pt x="97125" y="433868"/>
                  <a:pt x="0" y="336743"/>
                  <a:pt x="0" y="216934"/>
                </a:cubicBezTo>
                <a:cubicBezTo>
                  <a:pt x="0" y="97125"/>
                  <a:pt x="97125" y="0"/>
                  <a:pt x="216934" y="0"/>
                </a:cubicBez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pPr lvl="0"/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01132A5-E10E-09F0-EFB9-DF28BCE3E5C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CAE127-4BA8-A6AB-D730-5E29D8589CE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42D1BFDB-E032-956C-D200-058837957A8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1350" y="565535"/>
            <a:ext cx="8340725" cy="3546090"/>
          </a:xfrm>
        </p:spPr>
        <p:txBody>
          <a:bodyPr/>
          <a:lstStyle>
            <a:lvl1pPr>
              <a:lnSpc>
                <a:spcPct val="90000"/>
              </a:lnSpc>
              <a:defRPr sz="5400">
                <a:solidFill>
                  <a:schemeClr val="bg1"/>
                </a:solidFill>
              </a:defRPr>
            </a:lvl1pPr>
            <a:lvl2pPr>
              <a:defRPr sz="4800"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Statement goes here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F809670F-B8FC-84F8-7947-249DE69D7406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</a:rPr>
              <a:t>Go to ‘Design’ &gt; ‘Format Background’ &gt; choose colour 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3F14410E-5D17-5CB8-A8EE-CC9BA28A38B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1714548" y="6453442"/>
            <a:ext cx="318365" cy="127333"/>
          </a:xfrm>
          <a:custGeom>
            <a:avLst/>
            <a:gdLst>
              <a:gd name="connsiteX0" fmla="*/ 63648 w 318365"/>
              <a:gd name="connsiteY0" fmla="*/ 17774 h 127333"/>
              <a:gd name="connsiteX1" fmla="*/ 39941 w 318365"/>
              <a:gd name="connsiteY1" fmla="*/ 23707 h 127333"/>
              <a:gd name="connsiteX2" fmla="*/ 23829 w 318365"/>
              <a:gd name="connsiteY2" fmla="*/ 40074 h 127333"/>
              <a:gd name="connsiteX3" fmla="*/ 18029 w 318365"/>
              <a:gd name="connsiteY3" fmla="*/ 63660 h 127333"/>
              <a:gd name="connsiteX4" fmla="*/ 18041 w 318365"/>
              <a:gd name="connsiteY4" fmla="*/ 63660 h 127333"/>
              <a:gd name="connsiteX5" fmla="*/ 23841 w 318365"/>
              <a:gd name="connsiteY5" fmla="*/ 87756 h 127333"/>
              <a:gd name="connsiteX6" fmla="*/ 26437 w 318365"/>
              <a:gd name="connsiteY6" fmla="*/ 91845 h 127333"/>
              <a:gd name="connsiteX7" fmla="*/ 90814 w 318365"/>
              <a:gd name="connsiteY7" fmla="*/ 27238 h 127333"/>
              <a:gd name="connsiteX8" fmla="*/ 83498 w 318365"/>
              <a:gd name="connsiteY8" fmla="*/ 22154 h 127333"/>
              <a:gd name="connsiteX9" fmla="*/ 63648 w 318365"/>
              <a:gd name="connsiteY9" fmla="*/ 17774 h 127333"/>
              <a:gd name="connsiteX10" fmla="*/ 63394 w 318365"/>
              <a:gd name="connsiteY10" fmla="*/ 1031 h 127333"/>
              <a:gd name="connsiteX11" fmla="*/ 92136 w 318365"/>
              <a:gd name="connsiteY11" fmla="*/ 7862 h 127333"/>
              <a:gd name="connsiteX12" fmla="*/ 92124 w 318365"/>
              <a:gd name="connsiteY12" fmla="*/ 7862 h 127333"/>
              <a:gd name="connsiteX13" fmla="*/ 112616 w 318365"/>
              <a:gd name="connsiteY13" fmla="*/ 27068 h 127333"/>
              <a:gd name="connsiteX14" fmla="*/ 37369 w 318365"/>
              <a:gd name="connsiteY14" fmla="*/ 102570 h 127333"/>
              <a:gd name="connsiteX15" fmla="*/ 40062 w 318365"/>
              <a:gd name="connsiteY15" fmla="*/ 104269 h 127333"/>
              <a:gd name="connsiteX16" fmla="*/ 63903 w 318365"/>
              <a:gd name="connsiteY16" fmla="*/ 110323 h 127333"/>
              <a:gd name="connsiteX17" fmla="*/ 84529 w 318365"/>
              <a:gd name="connsiteY17" fmla="*/ 106586 h 127333"/>
              <a:gd name="connsiteX18" fmla="*/ 99998 w 318365"/>
              <a:gd name="connsiteY18" fmla="*/ 95885 h 127333"/>
              <a:gd name="connsiteX19" fmla="*/ 111852 w 318365"/>
              <a:gd name="connsiteY19" fmla="*/ 107739 h 127333"/>
              <a:gd name="connsiteX20" fmla="*/ 90850 w 318365"/>
              <a:gd name="connsiteY20" fmla="*/ 122298 h 127333"/>
              <a:gd name="connsiteX21" fmla="*/ 63915 w 318365"/>
              <a:gd name="connsiteY21" fmla="*/ 127321 h 127333"/>
              <a:gd name="connsiteX22" fmla="*/ 31181 w 318365"/>
              <a:gd name="connsiteY22" fmla="*/ 118816 h 127333"/>
              <a:gd name="connsiteX23" fmla="*/ 8372 w 318365"/>
              <a:gd name="connsiteY23" fmla="*/ 95873 h 127333"/>
              <a:gd name="connsiteX24" fmla="*/ 0 w 318365"/>
              <a:gd name="connsiteY24" fmla="*/ 63660 h 127333"/>
              <a:gd name="connsiteX25" fmla="*/ 8372 w 318365"/>
              <a:gd name="connsiteY25" fmla="*/ 31957 h 127333"/>
              <a:gd name="connsiteX26" fmla="*/ 31048 w 318365"/>
              <a:gd name="connsiteY26" fmla="*/ 9403 h 127333"/>
              <a:gd name="connsiteX27" fmla="*/ 63394 w 318365"/>
              <a:gd name="connsiteY27" fmla="*/ 1031 h 127333"/>
              <a:gd name="connsiteX28" fmla="*/ 179966 w 318365"/>
              <a:gd name="connsiteY28" fmla="*/ 0 h 127333"/>
              <a:gd name="connsiteX29" fmla="*/ 208187 w 318365"/>
              <a:gd name="connsiteY29" fmla="*/ 7219 h 127333"/>
              <a:gd name="connsiteX30" fmla="*/ 221193 w 318365"/>
              <a:gd name="connsiteY30" fmla="*/ 19024 h 127333"/>
              <a:gd name="connsiteX31" fmla="*/ 234090 w 318365"/>
              <a:gd name="connsiteY31" fmla="*/ 7219 h 127333"/>
              <a:gd name="connsiteX32" fmla="*/ 262445 w 318365"/>
              <a:gd name="connsiteY32" fmla="*/ 0 h 127333"/>
              <a:gd name="connsiteX33" fmla="*/ 291952 w 318365"/>
              <a:gd name="connsiteY33" fmla="*/ 7086 h 127333"/>
              <a:gd name="connsiteX34" fmla="*/ 311413 w 318365"/>
              <a:gd name="connsiteY34" fmla="*/ 26546 h 127333"/>
              <a:gd name="connsiteX35" fmla="*/ 311400 w 318365"/>
              <a:gd name="connsiteY35" fmla="*/ 26559 h 127333"/>
              <a:gd name="connsiteX36" fmla="*/ 318365 w 318365"/>
              <a:gd name="connsiteY36" fmla="*/ 55168 h 127333"/>
              <a:gd name="connsiteX37" fmla="*/ 318365 w 318365"/>
              <a:gd name="connsiteY37" fmla="*/ 127333 h 127333"/>
              <a:gd name="connsiteX38" fmla="*/ 284344 w 318365"/>
              <a:gd name="connsiteY38" fmla="*/ 127333 h 127333"/>
              <a:gd name="connsiteX39" fmla="*/ 284344 w 318365"/>
              <a:gd name="connsiteY39" fmla="*/ 57740 h 127333"/>
              <a:gd name="connsiteX40" fmla="*/ 278411 w 318365"/>
              <a:gd name="connsiteY40" fmla="*/ 38145 h 127333"/>
              <a:gd name="connsiteX41" fmla="*/ 261147 w 318365"/>
              <a:gd name="connsiteY41" fmla="*/ 31181 h 127333"/>
              <a:gd name="connsiteX42" fmla="*/ 244136 w 318365"/>
              <a:gd name="connsiteY42" fmla="*/ 38012 h 127333"/>
              <a:gd name="connsiteX43" fmla="*/ 238203 w 318365"/>
              <a:gd name="connsiteY43" fmla="*/ 57728 h 127333"/>
              <a:gd name="connsiteX44" fmla="*/ 238203 w 318365"/>
              <a:gd name="connsiteY44" fmla="*/ 127321 h 127333"/>
              <a:gd name="connsiteX45" fmla="*/ 204183 w 318365"/>
              <a:gd name="connsiteY45" fmla="*/ 127321 h 127333"/>
              <a:gd name="connsiteX46" fmla="*/ 204183 w 318365"/>
              <a:gd name="connsiteY46" fmla="*/ 57728 h 127333"/>
              <a:gd name="connsiteX47" fmla="*/ 198250 w 318365"/>
              <a:gd name="connsiteY47" fmla="*/ 38012 h 127333"/>
              <a:gd name="connsiteX48" fmla="*/ 180985 w 318365"/>
              <a:gd name="connsiteY48" fmla="*/ 31181 h 127333"/>
              <a:gd name="connsiteX49" fmla="*/ 163842 w 318365"/>
              <a:gd name="connsiteY49" fmla="*/ 38012 h 127333"/>
              <a:gd name="connsiteX50" fmla="*/ 157787 w 318365"/>
              <a:gd name="connsiteY50" fmla="*/ 57728 h 127333"/>
              <a:gd name="connsiteX51" fmla="*/ 157787 w 318365"/>
              <a:gd name="connsiteY51" fmla="*/ 127321 h 127333"/>
              <a:gd name="connsiteX52" fmla="*/ 124022 w 318365"/>
              <a:gd name="connsiteY52" fmla="*/ 127321 h 127333"/>
              <a:gd name="connsiteX53" fmla="*/ 124022 w 318365"/>
              <a:gd name="connsiteY53" fmla="*/ 55156 h 127333"/>
              <a:gd name="connsiteX54" fmla="*/ 130986 w 318365"/>
              <a:gd name="connsiteY54" fmla="*/ 26546 h 127333"/>
              <a:gd name="connsiteX55" fmla="*/ 150581 w 318365"/>
              <a:gd name="connsiteY55" fmla="*/ 7086 h 127333"/>
              <a:gd name="connsiteX56" fmla="*/ 179966 w 318365"/>
              <a:gd name="connsiteY56" fmla="*/ 0 h 127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</a:cxnLst>
            <a:rect l="l" t="t" r="r" b="b"/>
            <a:pathLst>
              <a:path w="318365" h="127333">
                <a:moveTo>
                  <a:pt x="63648" y="17774"/>
                </a:moveTo>
                <a:cubicBezTo>
                  <a:pt x="54719" y="17774"/>
                  <a:pt x="46808" y="19752"/>
                  <a:pt x="39941" y="23707"/>
                </a:cubicBezTo>
                <a:cubicBezTo>
                  <a:pt x="33062" y="27662"/>
                  <a:pt x="27699" y="33110"/>
                  <a:pt x="23829" y="40074"/>
                </a:cubicBezTo>
                <a:cubicBezTo>
                  <a:pt x="19958" y="47038"/>
                  <a:pt x="18029" y="54900"/>
                  <a:pt x="18029" y="63660"/>
                </a:cubicBezTo>
                <a:lnTo>
                  <a:pt x="18041" y="63660"/>
                </a:lnTo>
                <a:cubicBezTo>
                  <a:pt x="18041" y="72772"/>
                  <a:pt x="19971" y="80792"/>
                  <a:pt x="23841" y="87756"/>
                </a:cubicBezTo>
                <a:cubicBezTo>
                  <a:pt x="24630" y="89188"/>
                  <a:pt x="25515" y="90534"/>
                  <a:pt x="26437" y="91845"/>
                </a:cubicBezTo>
                <a:lnTo>
                  <a:pt x="90814" y="27238"/>
                </a:lnTo>
                <a:cubicBezTo>
                  <a:pt x="88618" y="25272"/>
                  <a:pt x="86179" y="23586"/>
                  <a:pt x="83498" y="22154"/>
                </a:cubicBezTo>
                <a:cubicBezTo>
                  <a:pt x="77989" y="19242"/>
                  <a:pt x="71377" y="17774"/>
                  <a:pt x="63648" y="17774"/>
                </a:cubicBezTo>
                <a:close/>
                <a:moveTo>
                  <a:pt x="63394" y="1031"/>
                </a:moveTo>
                <a:cubicBezTo>
                  <a:pt x="74228" y="1031"/>
                  <a:pt x="83801" y="3312"/>
                  <a:pt x="92136" y="7862"/>
                </a:cubicBezTo>
                <a:lnTo>
                  <a:pt x="92124" y="7862"/>
                </a:lnTo>
                <a:cubicBezTo>
                  <a:pt x="100459" y="12424"/>
                  <a:pt x="107290" y="18818"/>
                  <a:pt x="112616" y="27068"/>
                </a:cubicBezTo>
                <a:lnTo>
                  <a:pt x="37369" y="102570"/>
                </a:lnTo>
                <a:cubicBezTo>
                  <a:pt x="38242" y="103165"/>
                  <a:pt x="39140" y="103735"/>
                  <a:pt x="40062" y="104269"/>
                </a:cubicBezTo>
                <a:cubicBezTo>
                  <a:pt x="47014" y="108309"/>
                  <a:pt x="54961" y="110323"/>
                  <a:pt x="63903" y="110323"/>
                </a:cubicBezTo>
                <a:cubicBezTo>
                  <a:pt x="71814" y="110323"/>
                  <a:pt x="78681" y="109073"/>
                  <a:pt x="84529" y="106586"/>
                </a:cubicBezTo>
                <a:cubicBezTo>
                  <a:pt x="90377" y="104087"/>
                  <a:pt x="95533" y="100520"/>
                  <a:pt x="99998" y="95885"/>
                </a:cubicBezTo>
                <a:lnTo>
                  <a:pt x="111852" y="107739"/>
                </a:lnTo>
                <a:cubicBezTo>
                  <a:pt x="105834" y="114096"/>
                  <a:pt x="98846" y="118949"/>
                  <a:pt x="90850" y="122298"/>
                </a:cubicBezTo>
                <a:cubicBezTo>
                  <a:pt x="82855" y="125647"/>
                  <a:pt x="73876" y="127321"/>
                  <a:pt x="63915" y="127321"/>
                </a:cubicBezTo>
                <a:cubicBezTo>
                  <a:pt x="51710" y="127321"/>
                  <a:pt x="40802" y="124482"/>
                  <a:pt x="31181" y="118816"/>
                </a:cubicBezTo>
                <a:cubicBezTo>
                  <a:pt x="21560" y="113138"/>
                  <a:pt x="13953" y="105494"/>
                  <a:pt x="8372" y="95873"/>
                </a:cubicBezTo>
                <a:cubicBezTo>
                  <a:pt x="2791" y="86264"/>
                  <a:pt x="0" y="75344"/>
                  <a:pt x="0" y="63660"/>
                </a:cubicBezTo>
                <a:cubicBezTo>
                  <a:pt x="0" y="51976"/>
                  <a:pt x="2791" y="41409"/>
                  <a:pt x="8372" y="31957"/>
                </a:cubicBezTo>
                <a:cubicBezTo>
                  <a:pt x="13953" y="22506"/>
                  <a:pt x="21511" y="14984"/>
                  <a:pt x="31048" y="9403"/>
                </a:cubicBezTo>
                <a:cubicBezTo>
                  <a:pt x="40584" y="3822"/>
                  <a:pt x="51370" y="1031"/>
                  <a:pt x="63394" y="1031"/>
                </a:cubicBezTo>
                <a:close/>
                <a:moveTo>
                  <a:pt x="179966" y="0"/>
                </a:moveTo>
                <a:cubicBezTo>
                  <a:pt x="190789" y="0"/>
                  <a:pt x="200192" y="2414"/>
                  <a:pt x="208187" y="7219"/>
                </a:cubicBezTo>
                <a:cubicBezTo>
                  <a:pt x="213271" y="10276"/>
                  <a:pt x="217602" y="14220"/>
                  <a:pt x="221193" y="19024"/>
                </a:cubicBezTo>
                <a:cubicBezTo>
                  <a:pt x="224760" y="14220"/>
                  <a:pt x="229055" y="10289"/>
                  <a:pt x="234090" y="7219"/>
                </a:cubicBezTo>
                <a:cubicBezTo>
                  <a:pt x="241989" y="2414"/>
                  <a:pt x="251113" y="0"/>
                  <a:pt x="262445" y="0"/>
                </a:cubicBezTo>
                <a:cubicBezTo>
                  <a:pt x="273777" y="0"/>
                  <a:pt x="283616" y="2366"/>
                  <a:pt x="291952" y="7086"/>
                </a:cubicBezTo>
                <a:cubicBezTo>
                  <a:pt x="300287" y="11817"/>
                  <a:pt x="306778" y="18296"/>
                  <a:pt x="311413" y="26546"/>
                </a:cubicBezTo>
                <a:lnTo>
                  <a:pt x="311400" y="26559"/>
                </a:lnTo>
                <a:cubicBezTo>
                  <a:pt x="316047" y="34809"/>
                  <a:pt x="318365" y="44345"/>
                  <a:pt x="318365" y="55168"/>
                </a:cubicBezTo>
                <a:lnTo>
                  <a:pt x="318365" y="127333"/>
                </a:lnTo>
                <a:lnTo>
                  <a:pt x="284344" y="127333"/>
                </a:lnTo>
                <a:lnTo>
                  <a:pt x="284344" y="57740"/>
                </a:lnTo>
                <a:cubicBezTo>
                  <a:pt x="284344" y="49320"/>
                  <a:pt x="282367" y="42780"/>
                  <a:pt x="278411" y="38145"/>
                </a:cubicBezTo>
                <a:cubicBezTo>
                  <a:pt x="274456" y="33499"/>
                  <a:pt x="268535" y="31181"/>
                  <a:pt x="261147" y="31181"/>
                </a:cubicBezTo>
                <a:cubicBezTo>
                  <a:pt x="253758" y="31181"/>
                  <a:pt x="248092" y="33462"/>
                  <a:pt x="244136" y="38012"/>
                </a:cubicBezTo>
                <a:cubicBezTo>
                  <a:pt x="240181" y="42562"/>
                  <a:pt x="238203" y="49138"/>
                  <a:pt x="238203" y="57728"/>
                </a:cubicBezTo>
                <a:lnTo>
                  <a:pt x="238203" y="127321"/>
                </a:lnTo>
                <a:lnTo>
                  <a:pt x="204183" y="127321"/>
                </a:lnTo>
                <a:lnTo>
                  <a:pt x="204183" y="57728"/>
                </a:lnTo>
                <a:cubicBezTo>
                  <a:pt x="204183" y="49138"/>
                  <a:pt x="202206" y="42562"/>
                  <a:pt x="198250" y="38012"/>
                </a:cubicBezTo>
                <a:cubicBezTo>
                  <a:pt x="194295" y="33462"/>
                  <a:pt x="188374" y="31181"/>
                  <a:pt x="180985" y="31181"/>
                </a:cubicBezTo>
                <a:cubicBezTo>
                  <a:pt x="173596" y="31181"/>
                  <a:pt x="167882" y="33462"/>
                  <a:pt x="163842" y="38012"/>
                </a:cubicBezTo>
                <a:cubicBezTo>
                  <a:pt x="159802" y="42562"/>
                  <a:pt x="157787" y="49138"/>
                  <a:pt x="157787" y="57728"/>
                </a:cubicBezTo>
                <a:lnTo>
                  <a:pt x="157787" y="127321"/>
                </a:lnTo>
                <a:lnTo>
                  <a:pt x="124022" y="127321"/>
                </a:lnTo>
                <a:lnTo>
                  <a:pt x="124022" y="55156"/>
                </a:lnTo>
                <a:cubicBezTo>
                  <a:pt x="124022" y="44333"/>
                  <a:pt x="126352" y="34797"/>
                  <a:pt x="130986" y="26546"/>
                </a:cubicBezTo>
                <a:cubicBezTo>
                  <a:pt x="135633" y="18296"/>
                  <a:pt x="142161" y="11817"/>
                  <a:pt x="150581" y="7086"/>
                </a:cubicBezTo>
                <a:cubicBezTo>
                  <a:pt x="159001" y="2366"/>
                  <a:pt x="169144" y="0"/>
                  <a:pt x="17996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pPr lvl="0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001751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slide #2 - no lin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5">
            <a:extLst>
              <a:ext uri="{FF2B5EF4-FFF2-40B4-BE49-F238E27FC236}">
                <a16:creationId xmlns:a16="http://schemas.microsoft.com/office/drawing/2014/main" id="{B593C7AC-B9D0-282F-EBD2-51F113FF923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6352"/>
            <a:ext cx="12193199" cy="6851647"/>
          </a:xfrm>
          <a:solidFill>
            <a:schemeClr val="bg1">
              <a:lumMod val="50000"/>
            </a:schemeClr>
          </a:solidFill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01132A5-E10E-09F0-EFB9-DF28BCE3E5C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CAE127-4BA8-A6AB-D730-5E29D8589CE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42D1BFDB-E032-956C-D200-058837957A8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1350" y="565534"/>
            <a:ext cx="8340725" cy="4920869"/>
          </a:xfrm>
        </p:spPr>
        <p:txBody>
          <a:bodyPr/>
          <a:lstStyle>
            <a:lvl1pPr>
              <a:lnSpc>
                <a:spcPct val="90000"/>
              </a:lnSpc>
              <a:defRPr sz="5400">
                <a:solidFill>
                  <a:schemeClr val="bg1"/>
                </a:solidFill>
              </a:defRPr>
            </a:lvl1pPr>
            <a:lvl2pPr>
              <a:defRPr sz="4800"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Statement goes here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800F05D-DAC8-C4F7-0EA7-056F3103328F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1656530" y="6299513"/>
            <a:ext cx="433868" cy="433868"/>
          </a:xfrm>
          <a:custGeom>
            <a:avLst/>
            <a:gdLst>
              <a:gd name="connsiteX0" fmla="*/ 216934 w 433868"/>
              <a:gd name="connsiteY0" fmla="*/ 0 h 433868"/>
              <a:gd name="connsiteX1" fmla="*/ 433868 w 433868"/>
              <a:gd name="connsiteY1" fmla="*/ 216934 h 433868"/>
              <a:gd name="connsiteX2" fmla="*/ 216934 w 433868"/>
              <a:gd name="connsiteY2" fmla="*/ 433868 h 433868"/>
              <a:gd name="connsiteX3" fmla="*/ 0 w 433868"/>
              <a:gd name="connsiteY3" fmla="*/ 216934 h 433868"/>
              <a:gd name="connsiteX4" fmla="*/ 216934 w 433868"/>
              <a:gd name="connsiteY4" fmla="*/ 0 h 4338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33868" h="433868">
                <a:moveTo>
                  <a:pt x="216934" y="0"/>
                </a:moveTo>
                <a:cubicBezTo>
                  <a:pt x="336743" y="0"/>
                  <a:pt x="433868" y="97125"/>
                  <a:pt x="433868" y="216934"/>
                </a:cubicBezTo>
                <a:cubicBezTo>
                  <a:pt x="433868" y="336743"/>
                  <a:pt x="336743" y="433868"/>
                  <a:pt x="216934" y="433868"/>
                </a:cubicBezTo>
                <a:cubicBezTo>
                  <a:pt x="97125" y="433868"/>
                  <a:pt x="0" y="336743"/>
                  <a:pt x="0" y="216934"/>
                </a:cubicBezTo>
                <a:cubicBezTo>
                  <a:pt x="0" y="97125"/>
                  <a:pt x="97125" y="0"/>
                  <a:pt x="216934" y="0"/>
                </a:cubicBez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pPr lvl="0"/>
            <a:endParaRPr lang="en-GB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76605BC-D1A2-2A81-7E74-835AFE25F90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1714548" y="6453442"/>
            <a:ext cx="318365" cy="127333"/>
          </a:xfrm>
          <a:custGeom>
            <a:avLst/>
            <a:gdLst>
              <a:gd name="connsiteX0" fmla="*/ 63648 w 318365"/>
              <a:gd name="connsiteY0" fmla="*/ 17774 h 127333"/>
              <a:gd name="connsiteX1" fmla="*/ 39941 w 318365"/>
              <a:gd name="connsiteY1" fmla="*/ 23707 h 127333"/>
              <a:gd name="connsiteX2" fmla="*/ 23829 w 318365"/>
              <a:gd name="connsiteY2" fmla="*/ 40074 h 127333"/>
              <a:gd name="connsiteX3" fmla="*/ 18029 w 318365"/>
              <a:gd name="connsiteY3" fmla="*/ 63660 h 127333"/>
              <a:gd name="connsiteX4" fmla="*/ 18041 w 318365"/>
              <a:gd name="connsiteY4" fmla="*/ 63660 h 127333"/>
              <a:gd name="connsiteX5" fmla="*/ 23841 w 318365"/>
              <a:gd name="connsiteY5" fmla="*/ 87756 h 127333"/>
              <a:gd name="connsiteX6" fmla="*/ 26437 w 318365"/>
              <a:gd name="connsiteY6" fmla="*/ 91845 h 127333"/>
              <a:gd name="connsiteX7" fmla="*/ 90814 w 318365"/>
              <a:gd name="connsiteY7" fmla="*/ 27238 h 127333"/>
              <a:gd name="connsiteX8" fmla="*/ 83498 w 318365"/>
              <a:gd name="connsiteY8" fmla="*/ 22154 h 127333"/>
              <a:gd name="connsiteX9" fmla="*/ 63648 w 318365"/>
              <a:gd name="connsiteY9" fmla="*/ 17774 h 127333"/>
              <a:gd name="connsiteX10" fmla="*/ 63394 w 318365"/>
              <a:gd name="connsiteY10" fmla="*/ 1031 h 127333"/>
              <a:gd name="connsiteX11" fmla="*/ 92136 w 318365"/>
              <a:gd name="connsiteY11" fmla="*/ 7862 h 127333"/>
              <a:gd name="connsiteX12" fmla="*/ 92124 w 318365"/>
              <a:gd name="connsiteY12" fmla="*/ 7862 h 127333"/>
              <a:gd name="connsiteX13" fmla="*/ 112616 w 318365"/>
              <a:gd name="connsiteY13" fmla="*/ 27068 h 127333"/>
              <a:gd name="connsiteX14" fmla="*/ 37369 w 318365"/>
              <a:gd name="connsiteY14" fmla="*/ 102570 h 127333"/>
              <a:gd name="connsiteX15" fmla="*/ 40062 w 318365"/>
              <a:gd name="connsiteY15" fmla="*/ 104269 h 127333"/>
              <a:gd name="connsiteX16" fmla="*/ 63903 w 318365"/>
              <a:gd name="connsiteY16" fmla="*/ 110323 h 127333"/>
              <a:gd name="connsiteX17" fmla="*/ 84529 w 318365"/>
              <a:gd name="connsiteY17" fmla="*/ 106586 h 127333"/>
              <a:gd name="connsiteX18" fmla="*/ 99998 w 318365"/>
              <a:gd name="connsiteY18" fmla="*/ 95885 h 127333"/>
              <a:gd name="connsiteX19" fmla="*/ 111852 w 318365"/>
              <a:gd name="connsiteY19" fmla="*/ 107739 h 127333"/>
              <a:gd name="connsiteX20" fmla="*/ 90850 w 318365"/>
              <a:gd name="connsiteY20" fmla="*/ 122298 h 127333"/>
              <a:gd name="connsiteX21" fmla="*/ 63915 w 318365"/>
              <a:gd name="connsiteY21" fmla="*/ 127321 h 127333"/>
              <a:gd name="connsiteX22" fmla="*/ 31181 w 318365"/>
              <a:gd name="connsiteY22" fmla="*/ 118816 h 127333"/>
              <a:gd name="connsiteX23" fmla="*/ 8372 w 318365"/>
              <a:gd name="connsiteY23" fmla="*/ 95873 h 127333"/>
              <a:gd name="connsiteX24" fmla="*/ 0 w 318365"/>
              <a:gd name="connsiteY24" fmla="*/ 63660 h 127333"/>
              <a:gd name="connsiteX25" fmla="*/ 8372 w 318365"/>
              <a:gd name="connsiteY25" fmla="*/ 31957 h 127333"/>
              <a:gd name="connsiteX26" fmla="*/ 31048 w 318365"/>
              <a:gd name="connsiteY26" fmla="*/ 9403 h 127333"/>
              <a:gd name="connsiteX27" fmla="*/ 63394 w 318365"/>
              <a:gd name="connsiteY27" fmla="*/ 1031 h 127333"/>
              <a:gd name="connsiteX28" fmla="*/ 179966 w 318365"/>
              <a:gd name="connsiteY28" fmla="*/ 0 h 127333"/>
              <a:gd name="connsiteX29" fmla="*/ 208187 w 318365"/>
              <a:gd name="connsiteY29" fmla="*/ 7219 h 127333"/>
              <a:gd name="connsiteX30" fmla="*/ 221193 w 318365"/>
              <a:gd name="connsiteY30" fmla="*/ 19024 h 127333"/>
              <a:gd name="connsiteX31" fmla="*/ 234090 w 318365"/>
              <a:gd name="connsiteY31" fmla="*/ 7219 h 127333"/>
              <a:gd name="connsiteX32" fmla="*/ 262445 w 318365"/>
              <a:gd name="connsiteY32" fmla="*/ 0 h 127333"/>
              <a:gd name="connsiteX33" fmla="*/ 291952 w 318365"/>
              <a:gd name="connsiteY33" fmla="*/ 7086 h 127333"/>
              <a:gd name="connsiteX34" fmla="*/ 311413 w 318365"/>
              <a:gd name="connsiteY34" fmla="*/ 26546 h 127333"/>
              <a:gd name="connsiteX35" fmla="*/ 311400 w 318365"/>
              <a:gd name="connsiteY35" fmla="*/ 26559 h 127333"/>
              <a:gd name="connsiteX36" fmla="*/ 318365 w 318365"/>
              <a:gd name="connsiteY36" fmla="*/ 55168 h 127333"/>
              <a:gd name="connsiteX37" fmla="*/ 318365 w 318365"/>
              <a:gd name="connsiteY37" fmla="*/ 127333 h 127333"/>
              <a:gd name="connsiteX38" fmla="*/ 284344 w 318365"/>
              <a:gd name="connsiteY38" fmla="*/ 127333 h 127333"/>
              <a:gd name="connsiteX39" fmla="*/ 284344 w 318365"/>
              <a:gd name="connsiteY39" fmla="*/ 57740 h 127333"/>
              <a:gd name="connsiteX40" fmla="*/ 278411 w 318365"/>
              <a:gd name="connsiteY40" fmla="*/ 38145 h 127333"/>
              <a:gd name="connsiteX41" fmla="*/ 261147 w 318365"/>
              <a:gd name="connsiteY41" fmla="*/ 31181 h 127333"/>
              <a:gd name="connsiteX42" fmla="*/ 244136 w 318365"/>
              <a:gd name="connsiteY42" fmla="*/ 38012 h 127333"/>
              <a:gd name="connsiteX43" fmla="*/ 238203 w 318365"/>
              <a:gd name="connsiteY43" fmla="*/ 57728 h 127333"/>
              <a:gd name="connsiteX44" fmla="*/ 238203 w 318365"/>
              <a:gd name="connsiteY44" fmla="*/ 127321 h 127333"/>
              <a:gd name="connsiteX45" fmla="*/ 204183 w 318365"/>
              <a:gd name="connsiteY45" fmla="*/ 127321 h 127333"/>
              <a:gd name="connsiteX46" fmla="*/ 204183 w 318365"/>
              <a:gd name="connsiteY46" fmla="*/ 57728 h 127333"/>
              <a:gd name="connsiteX47" fmla="*/ 198250 w 318365"/>
              <a:gd name="connsiteY47" fmla="*/ 38012 h 127333"/>
              <a:gd name="connsiteX48" fmla="*/ 180985 w 318365"/>
              <a:gd name="connsiteY48" fmla="*/ 31181 h 127333"/>
              <a:gd name="connsiteX49" fmla="*/ 163842 w 318365"/>
              <a:gd name="connsiteY49" fmla="*/ 38012 h 127333"/>
              <a:gd name="connsiteX50" fmla="*/ 157787 w 318365"/>
              <a:gd name="connsiteY50" fmla="*/ 57728 h 127333"/>
              <a:gd name="connsiteX51" fmla="*/ 157787 w 318365"/>
              <a:gd name="connsiteY51" fmla="*/ 127321 h 127333"/>
              <a:gd name="connsiteX52" fmla="*/ 124022 w 318365"/>
              <a:gd name="connsiteY52" fmla="*/ 127321 h 127333"/>
              <a:gd name="connsiteX53" fmla="*/ 124022 w 318365"/>
              <a:gd name="connsiteY53" fmla="*/ 55156 h 127333"/>
              <a:gd name="connsiteX54" fmla="*/ 130986 w 318365"/>
              <a:gd name="connsiteY54" fmla="*/ 26546 h 127333"/>
              <a:gd name="connsiteX55" fmla="*/ 150581 w 318365"/>
              <a:gd name="connsiteY55" fmla="*/ 7086 h 127333"/>
              <a:gd name="connsiteX56" fmla="*/ 179966 w 318365"/>
              <a:gd name="connsiteY56" fmla="*/ 0 h 127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</a:cxnLst>
            <a:rect l="l" t="t" r="r" b="b"/>
            <a:pathLst>
              <a:path w="318365" h="127333">
                <a:moveTo>
                  <a:pt x="63648" y="17774"/>
                </a:moveTo>
                <a:cubicBezTo>
                  <a:pt x="54719" y="17774"/>
                  <a:pt x="46808" y="19752"/>
                  <a:pt x="39941" y="23707"/>
                </a:cubicBezTo>
                <a:cubicBezTo>
                  <a:pt x="33062" y="27662"/>
                  <a:pt x="27699" y="33110"/>
                  <a:pt x="23829" y="40074"/>
                </a:cubicBezTo>
                <a:cubicBezTo>
                  <a:pt x="19958" y="47038"/>
                  <a:pt x="18029" y="54900"/>
                  <a:pt x="18029" y="63660"/>
                </a:cubicBezTo>
                <a:lnTo>
                  <a:pt x="18041" y="63660"/>
                </a:lnTo>
                <a:cubicBezTo>
                  <a:pt x="18041" y="72772"/>
                  <a:pt x="19971" y="80792"/>
                  <a:pt x="23841" y="87756"/>
                </a:cubicBezTo>
                <a:cubicBezTo>
                  <a:pt x="24630" y="89188"/>
                  <a:pt x="25515" y="90534"/>
                  <a:pt x="26437" y="91845"/>
                </a:cubicBezTo>
                <a:lnTo>
                  <a:pt x="90814" y="27238"/>
                </a:lnTo>
                <a:cubicBezTo>
                  <a:pt x="88618" y="25272"/>
                  <a:pt x="86179" y="23586"/>
                  <a:pt x="83498" y="22154"/>
                </a:cubicBezTo>
                <a:cubicBezTo>
                  <a:pt x="77989" y="19242"/>
                  <a:pt x="71377" y="17774"/>
                  <a:pt x="63648" y="17774"/>
                </a:cubicBezTo>
                <a:close/>
                <a:moveTo>
                  <a:pt x="63394" y="1031"/>
                </a:moveTo>
                <a:cubicBezTo>
                  <a:pt x="74228" y="1031"/>
                  <a:pt x="83801" y="3312"/>
                  <a:pt x="92136" y="7862"/>
                </a:cubicBezTo>
                <a:lnTo>
                  <a:pt x="92124" y="7862"/>
                </a:lnTo>
                <a:cubicBezTo>
                  <a:pt x="100459" y="12424"/>
                  <a:pt x="107290" y="18818"/>
                  <a:pt x="112616" y="27068"/>
                </a:cubicBezTo>
                <a:lnTo>
                  <a:pt x="37369" y="102570"/>
                </a:lnTo>
                <a:cubicBezTo>
                  <a:pt x="38242" y="103165"/>
                  <a:pt x="39140" y="103735"/>
                  <a:pt x="40062" y="104269"/>
                </a:cubicBezTo>
                <a:cubicBezTo>
                  <a:pt x="47014" y="108309"/>
                  <a:pt x="54961" y="110323"/>
                  <a:pt x="63903" y="110323"/>
                </a:cubicBezTo>
                <a:cubicBezTo>
                  <a:pt x="71814" y="110323"/>
                  <a:pt x="78681" y="109073"/>
                  <a:pt x="84529" y="106586"/>
                </a:cubicBezTo>
                <a:cubicBezTo>
                  <a:pt x="90377" y="104087"/>
                  <a:pt x="95533" y="100520"/>
                  <a:pt x="99998" y="95885"/>
                </a:cubicBezTo>
                <a:lnTo>
                  <a:pt x="111852" y="107739"/>
                </a:lnTo>
                <a:cubicBezTo>
                  <a:pt x="105834" y="114096"/>
                  <a:pt x="98846" y="118949"/>
                  <a:pt x="90850" y="122298"/>
                </a:cubicBezTo>
                <a:cubicBezTo>
                  <a:pt x="82855" y="125647"/>
                  <a:pt x="73876" y="127321"/>
                  <a:pt x="63915" y="127321"/>
                </a:cubicBezTo>
                <a:cubicBezTo>
                  <a:pt x="51710" y="127321"/>
                  <a:pt x="40802" y="124482"/>
                  <a:pt x="31181" y="118816"/>
                </a:cubicBezTo>
                <a:cubicBezTo>
                  <a:pt x="21560" y="113138"/>
                  <a:pt x="13953" y="105494"/>
                  <a:pt x="8372" y="95873"/>
                </a:cubicBezTo>
                <a:cubicBezTo>
                  <a:pt x="2791" y="86264"/>
                  <a:pt x="0" y="75344"/>
                  <a:pt x="0" y="63660"/>
                </a:cubicBezTo>
                <a:cubicBezTo>
                  <a:pt x="0" y="51976"/>
                  <a:pt x="2791" y="41409"/>
                  <a:pt x="8372" y="31957"/>
                </a:cubicBezTo>
                <a:cubicBezTo>
                  <a:pt x="13953" y="22506"/>
                  <a:pt x="21511" y="14984"/>
                  <a:pt x="31048" y="9403"/>
                </a:cubicBezTo>
                <a:cubicBezTo>
                  <a:pt x="40584" y="3822"/>
                  <a:pt x="51370" y="1031"/>
                  <a:pt x="63394" y="1031"/>
                </a:cubicBezTo>
                <a:close/>
                <a:moveTo>
                  <a:pt x="179966" y="0"/>
                </a:moveTo>
                <a:cubicBezTo>
                  <a:pt x="190789" y="0"/>
                  <a:pt x="200192" y="2414"/>
                  <a:pt x="208187" y="7219"/>
                </a:cubicBezTo>
                <a:cubicBezTo>
                  <a:pt x="213271" y="10276"/>
                  <a:pt x="217602" y="14220"/>
                  <a:pt x="221193" y="19024"/>
                </a:cubicBezTo>
                <a:cubicBezTo>
                  <a:pt x="224760" y="14220"/>
                  <a:pt x="229055" y="10289"/>
                  <a:pt x="234090" y="7219"/>
                </a:cubicBezTo>
                <a:cubicBezTo>
                  <a:pt x="241989" y="2414"/>
                  <a:pt x="251113" y="0"/>
                  <a:pt x="262445" y="0"/>
                </a:cubicBezTo>
                <a:cubicBezTo>
                  <a:pt x="273777" y="0"/>
                  <a:pt x="283616" y="2366"/>
                  <a:pt x="291952" y="7086"/>
                </a:cubicBezTo>
                <a:cubicBezTo>
                  <a:pt x="300287" y="11817"/>
                  <a:pt x="306778" y="18296"/>
                  <a:pt x="311413" y="26546"/>
                </a:cubicBezTo>
                <a:lnTo>
                  <a:pt x="311400" y="26559"/>
                </a:lnTo>
                <a:cubicBezTo>
                  <a:pt x="316047" y="34809"/>
                  <a:pt x="318365" y="44345"/>
                  <a:pt x="318365" y="55168"/>
                </a:cubicBezTo>
                <a:lnTo>
                  <a:pt x="318365" y="127333"/>
                </a:lnTo>
                <a:lnTo>
                  <a:pt x="284344" y="127333"/>
                </a:lnTo>
                <a:lnTo>
                  <a:pt x="284344" y="57740"/>
                </a:lnTo>
                <a:cubicBezTo>
                  <a:pt x="284344" y="49320"/>
                  <a:pt x="282367" y="42780"/>
                  <a:pt x="278411" y="38145"/>
                </a:cubicBezTo>
                <a:cubicBezTo>
                  <a:pt x="274456" y="33499"/>
                  <a:pt x="268535" y="31181"/>
                  <a:pt x="261147" y="31181"/>
                </a:cubicBezTo>
                <a:cubicBezTo>
                  <a:pt x="253758" y="31181"/>
                  <a:pt x="248092" y="33462"/>
                  <a:pt x="244136" y="38012"/>
                </a:cubicBezTo>
                <a:cubicBezTo>
                  <a:pt x="240181" y="42562"/>
                  <a:pt x="238203" y="49138"/>
                  <a:pt x="238203" y="57728"/>
                </a:cubicBezTo>
                <a:lnTo>
                  <a:pt x="238203" y="127321"/>
                </a:lnTo>
                <a:lnTo>
                  <a:pt x="204183" y="127321"/>
                </a:lnTo>
                <a:lnTo>
                  <a:pt x="204183" y="57728"/>
                </a:lnTo>
                <a:cubicBezTo>
                  <a:pt x="204183" y="49138"/>
                  <a:pt x="202206" y="42562"/>
                  <a:pt x="198250" y="38012"/>
                </a:cubicBezTo>
                <a:cubicBezTo>
                  <a:pt x="194295" y="33462"/>
                  <a:pt x="188374" y="31181"/>
                  <a:pt x="180985" y="31181"/>
                </a:cubicBezTo>
                <a:cubicBezTo>
                  <a:pt x="173596" y="31181"/>
                  <a:pt x="167882" y="33462"/>
                  <a:pt x="163842" y="38012"/>
                </a:cubicBezTo>
                <a:cubicBezTo>
                  <a:pt x="159802" y="42562"/>
                  <a:pt x="157787" y="49138"/>
                  <a:pt x="157787" y="57728"/>
                </a:cubicBezTo>
                <a:lnTo>
                  <a:pt x="157787" y="127321"/>
                </a:lnTo>
                <a:lnTo>
                  <a:pt x="124022" y="127321"/>
                </a:lnTo>
                <a:lnTo>
                  <a:pt x="124022" y="55156"/>
                </a:lnTo>
                <a:cubicBezTo>
                  <a:pt x="124022" y="44333"/>
                  <a:pt x="126352" y="34797"/>
                  <a:pt x="130986" y="26546"/>
                </a:cubicBezTo>
                <a:cubicBezTo>
                  <a:pt x="135633" y="18296"/>
                  <a:pt x="142161" y="11817"/>
                  <a:pt x="150581" y="7086"/>
                </a:cubicBezTo>
                <a:cubicBezTo>
                  <a:pt x="159001" y="2366"/>
                  <a:pt x="169144" y="0"/>
                  <a:pt x="17996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pPr lvl="0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11948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slide - fullblee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5">
            <a:extLst>
              <a:ext uri="{FF2B5EF4-FFF2-40B4-BE49-F238E27FC236}">
                <a16:creationId xmlns:a16="http://schemas.microsoft.com/office/drawing/2014/main" id="{B593C7AC-B9D0-282F-EBD2-51F113FF923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-600" y="3176"/>
            <a:ext cx="12193200" cy="6858000"/>
          </a:xfrm>
          <a:gradFill>
            <a:gsLst>
              <a:gs pos="0">
                <a:schemeClr val="tx1">
                  <a:alpha val="73000"/>
                </a:schemeClr>
              </a:gs>
              <a:gs pos="100000">
                <a:schemeClr val="tx1">
                  <a:alpha val="0"/>
                </a:schemeClr>
              </a:gs>
            </a:gsLst>
            <a:lin ang="16200000" scaled="1"/>
          </a:gradFill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01132A5-E10E-09F0-EFB9-DF28BCE3E5C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CAE127-4BA8-A6AB-D730-5E29D8589CE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42D1BFDB-E032-956C-D200-058837957A8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-600" y="0"/>
            <a:ext cx="12193200" cy="6858000"/>
          </a:xfrm>
          <a:gradFill flip="none" rotWithShape="1">
            <a:gsLst>
              <a:gs pos="0">
                <a:schemeClr val="tx1">
                  <a:alpha val="73000"/>
                </a:schemeClr>
              </a:gs>
              <a:gs pos="100000">
                <a:schemeClr val="tx1">
                  <a:alpha val="20000"/>
                </a:schemeClr>
              </a:gs>
            </a:gsLst>
            <a:lin ang="0" scaled="1"/>
            <a:tileRect/>
          </a:gradFill>
        </p:spPr>
        <p:txBody>
          <a:bodyPr lIns="756000" tIns="612000" rIns="2520000" bIns="1152000" anchor="ctr"/>
          <a:lstStyle>
            <a:lvl1pPr algn="l">
              <a:lnSpc>
                <a:spcPct val="90000"/>
              </a:lnSpc>
              <a:defRPr sz="5400">
                <a:solidFill>
                  <a:schemeClr val="bg1"/>
                </a:solidFill>
              </a:defRPr>
            </a:lvl1pPr>
            <a:lvl2pPr>
              <a:defRPr sz="4800"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Statement goes here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AE7E634-AF48-508C-4F98-C9A52D5559B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1656530" y="6299513"/>
            <a:ext cx="433868" cy="433868"/>
          </a:xfrm>
          <a:custGeom>
            <a:avLst/>
            <a:gdLst>
              <a:gd name="connsiteX0" fmla="*/ 216934 w 433868"/>
              <a:gd name="connsiteY0" fmla="*/ 0 h 433868"/>
              <a:gd name="connsiteX1" fmla="*/ 433868 w 433868"/>
              <a:gd name="connsiteY1" fmla="*/ 216934 h 433868"/>
              <a:gd name="connsiteX2" fmla="*/ 216934 w 433868"/>
              <a:gd name="connsiteY2" fmla="*/ 433868 h 433868"/>
              <a:gd name="connsiteX3" fmla="*/ 0 w 433868"/>
              <a:gd name="connsiteY3" fmla="*/ 216934 h 433868"/>
              <a:gd name="connsiteX4" fmla="*/ 216934 w 433868"/>
              <a:gd name="connsiteY4" fmla="*/ 0 h 4338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33868" h="433868">
                <a:moveTo>
                  <a:pt x="216934" y="0"/>
                </a:moveTo>
                <a:cubicBezTo>
                  <a:pt x="336743" y="0"/>
                  <a:pt x="433868" y="97125"/>
                  <a:pt x="433868" y="216934"/>
                </a:cubicBezTo>
                <a:cubicBezTo>
                  <a:pt x="433868" y="336743"/>
                  <a:pt x="336743" y="433868"/>
                  <a:pt x="216934" y="433868"/>
                </a:cubicBezTo>
                <a:cubicBezTo>
                  <a:pt x="97125" y="433868"/>
                  <a:pt x="0" y="336743"/>
                  <a:pt x="0" y="216934"/>
                </a:cubicBezTo>
                <a:cubicBezTo>
                  <a:pt x="0" y="97125"/>
                  <a:pt x="97125" y="0"/>
                  <a:pt x="216934" y="0"/>
                </a:cubicBez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pPr lvl="0"/>
            <a:endParaRPr lang="en-GB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637005F-1A60-112F-D82E-4031801A8BDC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1714548" y="6453442"/>
            <a:ext cx="318365" cy="127333"/>
          </a:xfrm>
          <a:custGeom>
            <a:avLst/>
            <a:gdLst>
              <a:gd name="connsiteX0" fmla="*/ 63648 w 318365"/>
              <a:gd name="connsiteY0" fmla="*/ 17774 h 127333"/>
              <a:gd name="connsiteX1" fmla="*/ 39941 w 318365"/>
              <a:gd name="connsiteY1" fmla="*/ 23707 h 127333"/>
              <a:gd name="connsiteX2" fmla="*/ 23829 w 318365"/>
              <a:gd name="connsiteY2" fmla="*/ 40074 h 127333"/>
              <a:gd name="connsiteX3" fmla="*/ 18029 w 318365"/>
              <a:gd name="connsiteY3" fmla="*/ 63660 h 127333"/>
              <a:gd name="connsiteX4" fmla="*/ 18041 w 318365"/>
              <a:gd name="connsiteY4" fmla="*/ 63660 h 127333"/>
              <a:gd name="connsiteX5" fmla="*/ 23841 w 318365"/>
              <a:gd name="connsiteY5" fmla="*/ 87756 h 127333"/>
              <a:gd name="connsiteX6" fmla="*/ 26437 w 318365"/>
              <a:gd name="connsiteY6" fmla="*/ 91845 h 127333"/>
              <a:gd name="connsiteX7" fmla="*/ 90814 w 318365"/>
              <a:gd name="connsiteY7" fmla="*/ 27238 h 127333"/>
              <a:gd name="connsiteX8" fmla="*/ 83498 w 318365"/>
              <a:gd name="connsiteY8" fmla="*/ 22154 h 127333"/>
              <a:gd name="connsiteX9" fmla="*/ 63648 w 318365"/>
              <a:gd name="connsiteY9" fmla="*/ 17774 h 127333"/>
              <a:gd name="connsiteX10" fmla="*/ 63394 w 318365"/>
              <a:gd name="connsiteY10" fmla="*/ 1031 h 127333"/>
              <a:gd name="connsiteX11" fmla="*/ 92136 w 318365"/>
              <a:gd name="connsiteY11" fmla="*/ 7862 h 127333"/>
              <a:gd name="connsiteX12" fmla="*/ 92124 w 318365"/>
              <a:gd name="connsiteY12" fmla="*/ 7862 h 127333"/>
              <a:gd name="connsiteX13" fmla="*/ 112616 w 318365"/>
              <a:gd name="connsiteY13" fmla="*/ 27068 h 127333"/>
              <a:gd name="connsiteX14" fmla="*/ 37369 w 318365"/>
              <a:gd name="connsiteY14" fmla="*/ 102570 h 127333"/>
              <a:gd name="connsiteX15" fmla="*/ 40062 w 318365"/>
              <a:gd name="connsiteY15" fmla="*/ 104269 h 127333"/>
              <a:gd name="connsiteX16" fmla="*/ 63903 w 318365"/>
              <a:gd name="connsiteY16" fmla="*/ 110323 h 127333"/>
              <a:gd name="connsiteX17" fmla="*/ 84529 w 318365"/>
              <a:gd name="connsiteY17" fmla="*/ 106586 h 127333"/>
              <a:gd name="connsiteX18" fmla="*/ 99998 w 318365"/>
              <a:gd name="connsiteY18" fmla="*/ 95885 h 127333"/>
              <a:gd name="connsiteX19" fmla="*/ 111852 w 318365"/>
              <a:gd name="connsiteY19" fmla="*/ 107739 h 127333"/>
              <a:gd name="connsiteX20" fmla="*/ 90850 w 318365"/>
              <a:gd name="connsiteY20" fmla="*/ 122298 h 127333"/>
              <a:gd name="connsiteX21" fmla="*/ 63915 w 318365"/>
              <a:gd name="connsiteY21" fmla="*/ 127321 h 127333"/>
              <a:gd name="connsiteX22" fmla="*/ 31181 w 318365"/>
              <a:gd name="connsiteY22" fmla="*/ 118816 h 127333"/>
              <a:gd name="connsiteX23" fmla="*/ 8372 w 318365"/>
              <a:gd name="connsiteY23" fmla="*/ 95873 h 127333"/>
              <a:gd name="connsiteX24" fmla="*/ 0 w 318365"/>
              <a:gd name="connsiteY24" fmla="*/ 63660 h 127333"/>
              <a:gd name="connsiteX25" fmla="*/ 8372 w 318365"/>
              <a:gd name="connsiteY25" fmla="*/ 31957 h 127333"/>
              <a:gd name="connsiteX26" fmla="*/ 31048 w 318365"/>
              <a:gd name="connsiteY26" fmla="*/ 9403 h 127333"/>
              <a:gd name="connsiteX27" fmla="*/ 63394 w 318365"/>
              <a:gd name="connsiteY27" fmla="*/ 1031 h 127333"/>
              <a:gd name="connsiteX28" fmla="*/ 179966 w 318365"/>
              <a:gd name="connsiteY28" fmla="*/ 0 h 127333"/>
              <a:gd name="connsiteX29" fmla="*/ 208187 w 318365"/>
              <a:gd name="connsiteY29" fmla="*/ 7219 h 127333"/>
              <a:gd name="connsiteX30" fmla="*/ 221193 w 318365"/>
              <a:gd name="connsiteY30" fmla="*/ 19024 h 127333"/>
              <a:gd name="connsiteX31" fmla="*/ 234090 w 318365"/>
              <a:gd name="connsiteY31" fmla="*/ 7219 h 127333"/>
              <a:gd name="connsiteX32" fmla="*/ 262445 w 318365"/>
              <a:gd name="connsiteY32" fmla="*/ 0 h 127333"/>
              <a:gd name="connsiteX33" fmla="*/ 291952 w 318365"/>
              <a:gd name="connsiteY33" fmla="*/ 7086 h 127333"/>
              <a:gd name="connsiteX34" fmla="*/ 311413 w 318365"/>
              <a:gd name="connsiteY34" fmla="*/ 26546 h 127333"/>
              <a:gd name="connsiteX35" fmla="*/ 311400 w 318365"/>
              <a:gd name="connsiteY35" fmla="*/ 26559 h 127333"/>
              <a:gd name="connsiteX36" fmla="*/ 318365 w 318365"/>
              <a:gd name="connsiteY36" fmla="*/ 55168 h 127333"/>
              <a:gd name="connsiteX37" fmla="*/ 318365 w 318365"/>
              <a:gd name="connsiteY37" fmla="*/ 127333 h 127333"/>
              <a:gd name="connsiteX38" fmla="*/ 284344 w 318365"/>
              <a:gd name="connsiteY38" fmla="*/ 127333 h 127333"/>
              <a:gd name="connsiteX39" fmla="*/ 284344 w 318365"/>
              <a:gd name="connsiteY39" fmla="*/ 57740 h 127333"/>
              <a:gd name="connsiteX40" fmla="*/ 278411 w 318365"/>
              <a:gd name="connsiteY40" fmla="*/ 38145 h 127333"/>
              <a:gd name="connsiteX41" fmla="*/ 261147 w 318365"/>
              <a:gd name="connsiteY41" fmla="*/ 31181 h 127333"/>
              <a:gd name="connsiteX42" fmla="*/ 244136 w 318365"/>
              <a:gd name="connsiteY42" fmla="*/ 38012 h 127333"/>
              <a:gd name="connsiteX43" fmla="*/ 238203 w 318365"/>
              <a:gd name="connsiteY43" fmla="*/ 57728 h 127333"/>
              <a:gd name="connsiteX44" fmla="*/ 238203 w 318365"/>
              <a:gd name="connsiteY44" fmla="*/ 127321 h 127333"/>
              <a:gd name="connsiteX45" fmla="*/ 204183 w 318365"/>
              <a:gd name="connsiteY45" fmla="*/ 127321 h 127333"/>
              <a:gd name="connsiteX46" fmla="*/ 204183 w 318365"/>
              <a:gd name="connsiteY46" fmla="*/ 57728 h 127333"/>
              <a:gd name="connsiteX47" fmla="*/ 198250 w 318365"/>
              <a:gd name="connsiteY47" fmla="*/ 38012 h 127333"/>
              <a:gd name="connsiteX48" fmla="*/ 180985 w 318365"/>
              <a:gd name="connsiteY48" fmla="*/ 31181 h 127333"/>
              <a:gd name="connsiteX49" fmla="*/ 163842 w 318365"/>
              <a:gd name="connsiteY49" fmla="*/ 38012 h 127333"/>
              <a:gd name="connsiteX50" fmla="*/ 157787 w 318365"/>
              <a:gd name="connsiteY50" fmla="*/ 57728 h 127333"/>
              <a:gd name="connsiteX51" fmla="*/ 157787 w 318365"/>
              <a:gd name="connsiteY51" fmla="*/ 127321 h 127333"/>
              <a:gd name="connsiteX52" fmla="*/ 124022 w 318365"/>
              <a:gd name="connsiteY52" fmla="*/ 127321 h 127333"/>
              <a:gd name="connsiteX53" fmla="*/ 124022 w 318365"/>
              <a:gd name="connsiteY53" fmla="*/ 55156 h 127333"/>
              <a:gd name="connsiteX54" fmla="*/ 130986 w 318365"/>
              <a:gd name="connsiteY54" fmla="*/ 26546 h 127333"/>
              <a:gd name="connsiteX55" fmla="*/ 150581 w 318365"/>
              <a:gd name="connsiteY55" fmla="*/ 7086 h 127333"/>
              <a:gd name="connsiteX56" fmla="*/ 179966 w 318365"/>
              <a:gd name="connsiteY56" fmla="*/ 0 h 127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</a:cxnLst>
            <a:rect l="l" t="t" r="r" b="b"/>
            <a:pathLst>
              <a:path w="318365" h="127333">
                <a:moveTo>
                  <a:pt x="63648" y="17774"/>
                </a:moveTo>
                <a:cubicBezTo>
                  <a:pt x="54719" y="17774"/>
                  <a:pt x="46808" y="19752"/>
                  <a:pt x="39941" y="23707"/>
                </a:cubicBezTo>
                <a:cubicBezTo>
                  <a:pt x="33062" y="27662"/>
                  <a:pt x="27699" y="33110"/>
                  <a:pt x="23829" y="40074"/>
                </a:cubicBezTo>
                <a:cubicBezTo>
                  <a:pt x="19958" y="47038"/>
                  <a:pt x="18029" y="54900"/>
                  <a:pt x="18029" y="63660"/>
                </a:cubicBezTo>
                <a:lnTo>
                  <a:pt x="18041" y="63660"/>
                </a:lnTo>
                <a:cubicBezTo>
                  <a:pt x="18041" y="72772"/>
                  <a:pt x="19971" y="80792"/>
                  <a:pt x="23841" y="87756"/>
                </a:cubicBezTo>
                <a:cubicBezTo>
                  <a:pt x="24630" y="89188"/>
                  <a:pt x="25515" y="90534"/>
                  <a:pt x="26437" y="91845"/>
                </a:cubicBezTo>
                <a:lnTo>
                  <a:pt x="90814" y="27238"/>
                </a:lnTo>
                <a:cubicBezTo>
                  <a:pt x="88618" y="25272"/>
                  <a:pt x="86179" y="23586"/>
                  <a:pt x="83498" y="22154"/>
                </a:cubicBezTo>
                <a:cubicBezTo>
                  <a:pt x="77989" y="19242"/>
                  <a:pt x="71377" y="17774"/>
                  <a:pt x="63648" y="17774"/>
                </a:cubicBezTo>
                <a:close/>
                <a:moveTo>
                  <a:pt x="63394" y="1031"/>
                </a:moveTo>
                <a:cubicBezTo>
                  <a:pt x="74228" y="1031"/>
                  <a:pt x="83801" y="3312"/>
                  <a:pt x="92136" y="7862"/>
                </a:cubicBezTo>
                <a:lnTo>
                  <a:pt x="92124" y="7862"/>
                </a:lnTo>
                <a:cubicBezTo>
                  <a:pt x="100459" y="12424"/>
                  <a:pt x="107290" y="18818"/>
                  <a:pt x="112616" y="27068"/>
                </a:cubicBezTo>
                <a:lnTo>
                  <a:pt x="37369" y="102570"/>
                </a:lnTo>
                <a:cubicBezTo>
                  <a:pt x="38242" y="103165"/>
                  <a:pt x="39140" y="103735"/>
                  <a:pt x="40062" y="104269"/>
                </a:cubicBezTo>
                <a:cubicBezTo>
                  <a:pt x="47014" y="108309"/>
                  <a:pt x="54961" y="110323"/>
                  <a:pt x="63903" y="110323"/>
                </a:cubicBezTo>
                <a:cubicBezTo>
                  <a:pt x="71814" y="110323"/>
                  <a:pt x="78681" y="109073"/>
                  <a:pt x="84529" y="106586"/>
                </a:cubicBezTo>
                <a:cubicBezTo>
                  <a:pt x="90377" y="104087"/>
                  <a:pt x="95533" y="100520"/>
                  <a:pt x="99998" y="95885"/>
                </a:cubicBezTo>
                <a:lnTo>
                  <a:pt x="111852" y="107739"/>
                </a:lnTo>
                <a:cubicBezTo>
                  <a:pt x="105834" y="114096"/>
                  <a:pt x="98846" y="118949"/>
                  <a:pt x="90850" y="122298"/>
                </a:cubicBezTo>
                <a:cubicBezTo>
                  <a:pt x="82855" y="125647"/>
                  <a:pt x="73876" y="127321"/>
                  <a:pt x="63915" y="127321"/>
                </a:cubicBezTo>
                <a:cubicBezTo>
                  <a:pt x="51710" y="127321"/>
                  <a:pt x="40802" y="124482"/>
                  <a:pt x="31181" y="118816"/>
                </a:cubicBezTo>
                <a:cubicBezTo>
                  <a:pt x="21560" y="113138"/>
                  <a:pt x="13953" y="105494"/>
                  <a:pt x="8372" y="95873"/>
                </a:cubicBezTo>
                <a:cubicBezTo>
                  <a:pt x="2791" y="86264"/>
                  <a:pt x="0" y="75344"/>
                  <a:pt x="0" y="63660"/>
                </a:cubicBezTo>
                <a:cubicBezTo>
                  <a:pt x="0" y="51976"/>
                  <a:pt x="2791" y="41409"/>
                  <a:pt x="8372" y="31957"/>
                </a:cubicBezTo>
                <a:cubicBezTo>
                  <a:pt x="13953" y="22506"/>
                  <a:pt x="21511" y="14984"/>
                  <a:pt x="31048" y="9403"/>
                </a:cubicBezTo>
                <a:cubicBezTo>
                  <a:pt x="40584" y="3822"/>
                  <a:pt x="51370" y="1031"/>
                  <a:pt x="63394" y="1031"/>
                </a:cubicBezTo>
                <a:close/>
                <a:moveTo>
                  <a:pt x="179966" y="0"/>
                </a:moveTo>
                <a:cubicBezTo>
                  <a:pt x="190789" y="0"/>
                  <a:pt x="200192" y="2414"/>
                  <a:pt x="208187" y="7219"/>
                </a:cubicBezTo>
                <a:cubicBezTo>
                  <a:pt x="213271" y="10276"/>
                  <a:pt x="217602" y="14220"/>
                  <a:pt x="221193" y="19024"/>
                </a:cubicBezTo>
                <a:cubicBezTo>
                  <a:pt x="224760" y="14220"/>
                  <a:pt x="229055" y="10289"/>
                  <a:pt x="234090" y="7219"/>
                </a:cubicBezTo>
                <a:cubicBezTo>
                  <a:pt x="241989" y="2414"/>
                  <a:pt x="251113" y="0"/>
                  <a:pt x="262445" y="0"/>
                </a:cubicBezTo>
                <a:cubicBezTo>
                  <a:pt x="273777" y="0"/>
                  <a:pt x="283616" y="2366"/>
                  <a:pt x="291952" y="7086"/>
                </a:cubicBezTo>
                <a:cubicBezTo>
                  <a:pt x="300287" y="11817"/>
                  <a:pt x="306778" y="18296"/>
                  <a:pt x="311413" y="26546"/>
                </a:cubicBezTo>
                <a:lnTo>
                  <a:pt x="311400" y="26559"/>
                </a:lnTo>
                <a:cubicBezTo>
                  <a:pt x="316047" y="34809"/>
                  <a:pt x="318365" y="44345"/>
                  <a:pt x="318365" y="55168"/>
                </a:cubicBezTo>
                <a:lnTo>
                  <a:pt x="318365" y="127333"/>
                </a:lnTo>
                <a:lnTo>
                  <a:pt x="284344" y="127333"/>
                </a:lnTo>
                <a:lnTo>
                  <a:pt x="284344" y="57740"/>
                </a:lnTo>
                <a:cubicBezTo>
                  <a:pt x="284344" y="49320"/>
                  <a:pt x="282367" y="42780"/>
                  <a:pt x="278411" y="38145"/>
                </a:cubicBezTo>
                <a:cubicBezTo>
                  <a:pt x="274456" y="33499"/>
                  <a:pt x="268535" y="31181"/>
                  <a:pt x="261147" y="31181"/>
                </a:cubicBezTo>
                <a:cubicBezTo>
                  <a:pt x="253758" y="31181"/>
                  <a:pt x="248092" y="33462"/>
                  <a:pt x="244136" y="38012"/>
                </a:cubicBezTo>
                <a:cubicBezTo>
                  <a:pt x="240181" y="42562"/>
                  <a:pt x="238203" y="49138"/>
                  <a:pt x="238203" y="57728"/>
                </a:cubicBezTo>
                <a:lnTo>
                  <a:pt x="238203" y="127321"/>
                </a:lnTo>
                <a:lnTo>
                  <a:pt x="204183" y="127321"/>
                </a:lnTo>
                <a:lnTo>
                  <a:pt x="204183" y="57728"/>
                </a:lnTo>
                <a:cubicBezTo>
                  <a:pt x="204183" y="49138"/>
                  <a:pt x="202206" y="42562"/>
                  <a:pt x="198250" y="38012"/>
                </a:cubicBezTo>
                <a:cubicBezTo>
                  <a:pt x="194295" y="33462"/>
                  <a:pt x="188374" y="31181"/>
                  <a:pt x="180985" y="31181"/>
                </a:cubicBezTo>
                <a:cubicBezTo>
                  <a:pt x="173596" y="31181"/>
                  <a:pt x="167882" y="33462"/>
                  <a:pt x="163842" y="38012"/>
                </a:cubicBezTo>
                <a:cubicBezTo>
                  <a:pt x="159802" y="42562"/>
                  <a:pt x="157787" y="49138"/>
                  <a:pt x="157787" y="57728"/>
                </a:cubicBezTo>
                <a:lnTo>
                  <a:pt x="157787" y="127321"/>
                </a:lnTo>
                <a:lnTo>
                  <a:pt x="124022" y="127321"/>
                </a:lnTo>
                <a:lnTo>
                  <a:pt x="124022" y="55156"/>
                </a:lnTo>
                <a:cubicBezTo>
                  <a:pt x="124022" y="44333"/>
                  <a:pt x="126352" y="34797"/>
                  <a:pt x="130986" y="26546"/>
                </a:cubicBezTo>
                <a:cubicBezTo>
                  <a:pt x="135633" y="18296"/>
                  <a:pt x="142161" y="11817"/>
                  <a:pt x="150581" y="7086"/>
                </a:cubicBezTo>
                <a:cubicBezTo>
                  <a:pt x="159001" y="2366"/>
                  <a:pt x="169144" y="0"/>
                  <a:pt x="17996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pPr lvl="0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7360827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black - no lin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01132A5-E10E-09F0-EFB9-DF28BCE3E5C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CAE127-4BA8-A6AB-D730-5E29D8589CE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5" name="Picture Placeholder 5">
            <a:extLst>
              <a:ext uri="{FF2B5EF4-FFF2-40B4-BE49-F238E27FC236}">
                <a16:creationId xmlns:a16="http://schemas.microsoft.com/office/drawing/2014/main" id="{B593C7AC-B9D0-282F-EBD2-51F113FF923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6096000" cy="6169026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332F8C-B815-6103-1445-DCD4B5213EE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947275" y="682625"/>
            <a:ext cx="4608137" cy="4803775"/>
          </a:xfrm>
        </p:spPr>
        <p:txBody>
          <a:bodyPr/>
          <a:lstStyle>
            <a:lvl1pPr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  <a:lvl2pPr>
              <a:spcBef>
                <a:spcPts val="1200"/>
              </a:spcBef>
              <a:spcAft>
                <a:spcPts val="0"/>
              </a:spcAft>
              <a:defRPr sz="1400" b="1">
                <a:solidFill>
                  <a:schemeClr val="tx2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Name Surname | Job title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958816A0-7F4C-A0E8-E5DF-4FE91345C726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</a:rPr>
              <a:t>Go to ‘Design’ &gt; ‘Format Background’ &gt; choose colour </a:t>
            </a:r>
          </a:p>
        </p:txBody>
      </p:sp>
    </p:spTree>
    <p:extLst>
      <p:ext uri="{BB962C8B-B14F-4D97-AF65-F5344CB8AC3E}">
        <p14:creationId xmlns:p14="http://schemas.microsoft.com/office/powerpoint/2010/main" val="41477421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1041E472-8863-8385-9109-667D51109C7F}"/>
              </a:ext>
            </a:extLst>
          </p:cNvPr>
          <p:cNvSpPr/>
          <p:nvPr userDrawn="1"/>
        </p:nvSpPr>
        <p:spPr>
          <a:xfrm>
            <a:off x="0" y="0"/>
            <a:ext cx="3206749" cy="3429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endParaRPr lang="en-GB" sz="140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38A935D-BA3E-0738-5972-5C2279612DB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Picture Placeholder 5">
            <a:extLst>
              <a:ext uri="{FF2B5EF4-FFF2-40B4-BE49-F238E27FC236}">
                <a16:creationId xmlns:a16="http://schemas.microsoft.com/office/drawing/2014/main" id="{F8F76B5F-DF92-A4B6-51C3-14FF64323A4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206749" y="0"/>
            <a:ext cx="8986449" cy="3430800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B3A808CE-512E-DE29-9C19-6468B8F5F32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425827"/>
            <a:ext cx="6418800" cy="3432173"/>
          </a:xfrm>
          <a:solidFill>
            <a:schemeClr val="bg1">
              <a:lumMod val="65000"/>
            </a:schemeClr>
          </a:solidFill>
        </p:spPr>
        <p:txBody>
          <a:bodyPr anchor="ctr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072378C0-6435-673B-4F55-858BB9D8F7C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56530" y="6299513"/>
            <a:ext cx="434353" cy="434353"/>
          </a:xfrm>
          <a:prstGeom prst="rect">
            <a:avLst/>
          </a:prstGeom>
        </p:spPr>
      </p:pic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A4CBBB61-1CA3-AE90-FB7E-57CF0C1E365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958361" y="3435353"/>
            <a:ext cx="4938723" cy="3422647"/>
          </a:xfrm>
        </p:spPr>
        <p:txBody>
          <a:bodyPr anchor="ctr"/>
          <a:lstStyle>
            <a:lvl1pPr algn="l">
              <a:lnSpc>
                <a:spcPct val="80000"/>
              </a:lnSpc>
              <a:spcAft>
                <a:spcPts val="600"/>
              </a:spcAft>
              <a:defRPr sz="2000" b="1">
                <a:solidFill>
                  <a:schemeClr val="tx1"/>
                </a:solidFill>
              </a:defRPr>
            </a:lvl1pPr>
            <a:lvl2pPr algn="l">
              <a:lnSpc>
                <a:spcPct val="80000"/>
              </a:lnSpc>
              <a:spcAft>
                <a:spcPts val="600"/>
              </a:spcAft>
              <a:defRPr sz="4400">
                <a:solidFill>
                  <a:schemeClr val="tx1"/>
                </a:solidFill>
              </a:defRPr>
            </a:lvl2pPr>
            <a:lvl3pPr marL="0" indent="0" algn="r">
              <a:buNone/>
              <a:defRPr>
                <a:solidFill>
                  <a:schemeClr val="bg1"/>
                </a:solidFill>
              </a:defRPr>
            </a:lvl3pPr>
            <a:lvl4pPr algn="r">
              <a:defRPr>
                <a:solidFill>
                  <a:schemeClr val="bg1"/>
                </a:solidFill>
              </a:defRPr>
            </a:lvl4pPr>
            <a:lvl5pPr algn="r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Section two</a:t>
            </a:r>
          </a:p>
          <a:p>
            <a:pPr lvl="1"/>
            <a:r>
              <a:rPr lang="en-GB"/>
              <a:t>Title goes here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37C266FA-1092-3E8A-D45B-11D08E3F2BE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5379" y="682626"/>
            <a:ext cx="18000" cy="2752728"/>
          </a:xfrm>
          <a:solidFill>
            <a:schemeClr val="bg1"/>
          </a:solidFill>
        </p:spPr>
        <p:txBody>
          <a:bodyPr lIns="0" tIns="0" rIns="0" bIns="0"/>
          <a:lstStyle>
            <a:lvl1pPr>
              <a:defRPr sz="100">
                <a:noFill/>
              </a:defRPr>
            </a:lvl1pPr>
          </a:lstStyle>
          <a:p>
            <a:pPr lvl="0"/>
            <a:endParaRPr lang="en-GB"/>
          </a:p>
        </p:txBody>
      </p:sp>
      <p:sp>
        <p:nvSpPr>
          <p:cNvPr id="11" name="Text Placeholder 14">
            <a:extLst>
              <a:ext uri="{FF2B5EF4-FFF2-40B4-BE49-F238E27FC236}">
                <a16:creationId xmlns:a16="http://schemas.microsoft.com/office/drawing/2014/main" id="{2ABFC6FF-FB5C-1258-B6C6-DF37BD2EB3E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75011" y="638795"/>
            <a:ext cx="2431738" cy="2104406"/>
          </a:xfrm>
        </p:spPr>
        <p:txBody>
          <a:bodyPr anchor="t"/>
          <a:lstStyle>
            <a:lvl1pPr algn="l">
              <a:lnSpc>
                <a:spcPct val="80000"/>
              </a:lnSpc>
              <a:spcAft>
                <a:spcPts val="600"/>
              </a:spcAft>
              <a:defRPr sz="9600" b="0">
                <a:ln w="31750">
                  <a:solidFill>
                    <a:schemeClr val="tx2"/>
                  </a:solidFill>
                </a:ln>
                <a:solidFill>
                  <a:schemeClr val="bg1"/>
                </a:solidFill>
              </a:defRPr>
            </a:lvl1pPr>
            <a:lvl2pPr algn="l">
              <a:lnSpc>
                <a:spcPct val="80000"/>
              </a:lnSpc>
              <a:spcAft>
                <a:spcPts val="600"/>
              </a:spcAft>
              <a:defRPr sz="4400">
                <a:solidFill>
                  <a:schemeClr val="bg1"/>
                </a:solidFill>
              </a:defRPr>
            </a:lvl2pPr>
            <a:lvl3pPr marL="0" indent="0" algn="r">
              <a:buNone/>
              <a:defRPr>
                <a:solidFill>
                  <a:schemeClr val="bg1"/>
                </a:solidFill>
              </a:defRPr>
            </a:lvl3pPr>
            <a:lvl4pPr algn="r">
              <a:defRPr>
                <a:solidFill>
                  <a:schemeClr val="bg1"/>
                </a:solidFill>
              </a:defRPr>
            </a:lvl4pPr>
            <a:lvl5pPr algn="r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01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A2D383-0134-29F6-11D1-C077B02EEF5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534464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- creativ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287434F8-0B19-5D62-5DC7-46461B2E219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0" y="-1"/>
            <a:ext cx="8340725" cy="6858000"/>
          </a:xfrm>
          <a:solidFill>
            <a:schemeClr val="bg2"/>
          </a:solidFill>
        </p:spPr>
        <p:txBody>
          <a:bodyPr/>
          <a:lstStyle>
            <a:lvl1pPr>
              <a:defRPr sz="100">
                <a:noFill/>
              </a:defRPr>
            </a:lvl1pPr>
          </a:lstStyle>
          <a:p>
            <a:pPr lvl="0"/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38A935D-BA3E-0738-5972-5C2279612DB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A2D383-0134-29F6-11D1-C077B02EEF5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Picture Placeholder 5">
            <a:extLst>
              <a:ext uri="{FF2B5EF4-FFF2-40B4-BE49-F238E27FC236}">
                <a16:creationId xmlns:a16="http://schemas.microsoft.com/office/drawing/2014/main" id="{BD7371F5-C9C3-C0B3-BFD0-5D46E819277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924051" y="1368425"/>
            <a:ext cx="8340725" cy="4117975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13" name="Text Placeholder 14">
            <a:extLst>
              <a:ext uri="{FF2B5EF4-FFF2-40B4-BE49-F238E27FC236}">
                <a16:creationId xmlns:a16="http://schemas.microsoft.com/office/drawing/2014/main" id="{5C096FAA-7ED7-A6E1-95EF-4FBA05013D0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21287" y="3886199"/>
            <a:ext cx="5234127" cy="2965447"/>
          </a:xfrm>
        </p:spPr>
        <p:txBody>
          <a:bodyPr anchor="t"/>
          <a:lstStyle>
            <a:lvl1pPr algn="l">
              <a:lnSpc>
                <a:spcPct val="80000"/>
              </a:lnSpc>
              <a:spcAft>
                <a:spcPts val="600"/>
              </a:spcAft>
              <a:defRPr sz="2000" b="1">
                <a:solidFill>
                  <a:schemeClr val="bg1"/>
                </a:solidFill>
                <a:effectLst>
                  <a:outerShdw blurRad="254000" algn="ctr" rotWithShape="0">
                    <a:prstClr val="black">
                      <a:alpha val="85000"/>
                    </a:prstClr>
                  </a:outerShdw>
                </a:effectLst>
              </a:defRPr>
            </a:lvl1pPr>
            <a:lvl2pPr algn="l">
              <a:lnSpc>
                <a:spcPct val="80000"/>
              </a:lnSpc>
              <a:spcAft>
                <a:spcPts val="600"/>
              </a:spcAft>
              <a:defRPr sz="4400">
                <a:solidFill>
                  <a:schemeClr val="bg1"/>
                </a:solidFill>
                <a:effectLst>
                  <a:outerShdw blurRad="254000" algn="ctr" rotWithShape="0">
                    <a:prstClr val="black">
                      <a:alpha val="85000"/>
                    </a:prstClr>
                  </a:outerShdw>
                </a:effectLst>
              </a:defRPr>
            </a:lvl2pPr>
            <a:lvl3pPr marL="0" indent="0" algn="r">
              <a:buNone/>
              <a:defRPr>
                <a:solidFill>
                  <a:schemeClr val="bg1"/>
                </a:solidFill>
              </a:defRPr>
            </a:lvl3pPr>
            <a:lvl4pPr algn="r">
              <a:defRPr>
                <a:solidFill>
                  <a:schemeClr val="bg1"/>
                </a:solidFill>
              </a:defRPr>
            </a:lvl4pPr>
            <a:lvl5pPr algn="r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Section one</a:t>
            </a:r>
          </a:p>
          <a:p>
            <a:pPr lvl="1"/>
            <a:r>
              <a:rPr lang="en-GB"/>
              <a:t>Title goes here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C3E5F0D1-7835-B64B-31A3-EF47ADE9A0C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5379" y="682625"/>
            <a:ext cx="18000" cy="6169025"/>
          </a:xfrm>
          <a:solidFill>
            <a:schemeClr val="bg1"/>
          </a:solidFill>
        </p:spPr>
        <p:txBody>
          <a:bodyPr lIns="0" tIns="0" rIns="0" bIns="0"/>
          <a:lstStyle>
            <a:lvl1pPr>
              <a:defRPr sz="100">
                <a:noFill/>
              </a:defRPr>
            </a:lvl1pPr>
          </a:lstStyle>
          <a:p>
            <a:pPr lvl="0"/>
            <a:endParaRPr lang="en-GB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B46FEEB-5D4C-2B09-7615-1FF398890E1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16274" y="638794"/>
            <a:ext cx="4014526" cy="2790205"/>
          </a:xfrm>
        </p:spPr>
        <p:txBody>
          <a:bodyPr anchor="t"/>
          <a:lstStyle>
            <a:lvl1pPr algn="l">
              <a:lnSpc>
                <a:spcPct val="80000"/>
              </a:lnSpc>
              <a:spcAft>
                <a:spcPts val="600"/>
              </a:spcAft>
              <a:defRPr sz="19900" b="0">
                <a:ln w="31750">
                  <a:noFill/>
                </a:ln>
                <a:solidFill>
                  <a:schemeClr val="bg1"/>
                </a:solidFill>
              </a:defRPr>
            </a:lvl1pPr>
            <a:lvl2pPr algn="l">
              <a:lnSpc>
                <a:spcPct val="80000"/>
              </a:lnSpc>
              <a:spcAft>
                <a:spcPts val="600"/>
              </a:spcAft>
              <a:defRPr sz="4400">
                <a:solidFill>
                  <a:schemeClr val="bg1"/>
                </a:solidFill>
              </a:defRPr>
            </a:lvl2pPr>
            <a:lvl3pPr marL="0" indent="0" algn="r">
              <a:buNone/>
              <a:defRPr>
                <a:solidFill>
                  <a:schemeClr val="bg1"/>
                </a:solidFill>
              </a:defRPr>
            </a:lvl3pPr>
            <a:lvl4pPr algn="r">
              <a:defRPr>
                <a:solidFill>
                  <a:schemeClr val="bg1"/>
                </a:solidFill>
              </a:defRPr>
            </a:lvl4pPr>
            <a:lvl5pPr algn="r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01</a:t>
            </a:r>
          </a:p>
        </p:txBody>
      </p:sp>
      <p:sp>
        <p:nvSpPr>
          <p:cNvPr id="19" name="Text Placeholder 22">
            <a:extLst>
              <a:ext uri="{FF2B5EF4-FFF2-40B4-BE49-F238E27FC236}">
                <a16:creationId xmlns:a16="http://schemas.microsoft.com/office/drawing/2014/main" id="{DF3AE8E2-F83E-7A07-ECFF-31F1C21F3592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1656530" y="6299513"/>
            <a:ext cx="433868" cy="433868"/>
          </a:xfrm>
          <a:custGeom>
            <a:avLst/>
            <a:gdLst>
              <a:gd name="connsiteX0" fmla="*/ 216934 w 433868"/>
              <a:gd name="connsiteY0" fmla="*/ 0 h 433868"/>
              <a:gd name="connsiteX1" fmla="*/ 433868 w 433868"/>
              <a:gd name="connsiteY1" fmla="*/ 216934 h 433868"/>
              <a:gd name="connsiteX2" fmla="*/ 216934 w 433868"/>
              <a:gd name="connsiteY2" fmla="*/ 433868 h 433868"/>
              <a:gd name="connsiteX3" fmla="*/ 0 w 433868"/>
              <a:gd name="connsiteY3" fmla="*/ 216934 h 433868"/>
              <a:gd name="connsiteX4" fmla="*/ 216934 w 433868"/>
              <a:gd name="connsiteY4" fmla="*/ 0 h 4338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33868" h="433868">
                <a:moveTo>
                  <a:pt x="216934" y="0"/>
                </a:moveTo>
                <a:cubicBezTo>
                  <a:pt x="336743" y="0"/>
                  <a:pt x="433868" y="97125"/>
                  <a:pt x="433868" y="216934"/>
                </a:cubicBezTo>
                <a:cubicBezTo>
                  <a:pt x="433868" y="336743"/>
                  <a:pt x="336743" y="433868"/>
                  <a:pt x="216934" y="433868"/>
                </a:cubicBezTo>
                <a:cubicBezTo>
                  <a:pt x="97125" y="433868"/>
                  <a:pt x="0" y="336743"/>
                  <a:pt x="0" y="216934"/>
                </a:cubicBezTo>
                <a:cubicBezTo>
                  <a:pt x="0" y="97125"/>
                  <a:pt x="97125" y="0"/>
                  <a:pt x="216934" y="0"/>
                </a:cubicBez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pPr lvl="0"/>
            <a:endParaRPr lang="en-GB"/>
          </a:p>
        </p:txBody>
      </p:sp>
      <p:sp>
        <p:nvSpPr>
          <p:cNvPr id="20" name="Text Placeholder 23">
            <a:extLst>
              <a:ext uri="{FF2B5EF4-FFF2-40B4-BE49-F238E27FC236}">
                <a16:creationId xmlns:a16="http://schemas.microsoft.com/office/drawing/2014/main" id="{DC1351AA-BC98-8677-8244-5D0CE4124AE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1714548" y="6453442"/>
            <a:ext cx="318365" cy="127333"/>
          </a:xfrm>
          <a:custGeom>
            <a:avLst/>
            <a:gdLst>
              <a:gd name="connsiteX0" fmla="*/ 63648 w 318365"/>
              <a:gd name="connsiteY0" fmla="*/ 17774 h 127333"/>
              <a:gd name="connsiteX1" fmla="*/ 39941 w 318365"/>
              <a:gd name="connsiteY1" fmla="*/ 23707 h 127333"/>
              <a:gd name="connsiteX2" fmla="*/ 23829 w 318365"/>
              <a:gd name="connsiteY2" fmla="*/ 40074 h 127333"/>
              <a:gd name="connsiteX3" fmla="*/ 18029 w 318365"/>
              <a:gd name="connsiteY3" fmla="*/ 63660 h 127333"/>
              <a:gd name="connsiteX4" fmla="*/ 18041 w 318365"/>
              <a:gd name="connsiteY4" fmla="*/ 63660 h 127333"/>
              <a:gd name="connsiteX5" fmla="*/ 23841 w 318365"/>
              <a:gd name="connsiteY5" fmla="*/ 87756 h 127333"/>
              <a:gd name="connsiteX6" fmla="*/ 26437 w 318365"/>
              <a:gd name="connsiteY6" fmla="*/ 91845 h 127333"/>
              <a:gd name="connsiteX7" fmla="*/ 90814 w 318365"/>
              <a:gd name="connsiteY7" fmla="*/ 27238 h 127333"/>
              <a:gd name="connsiteX8" fmla="*/ 83498 w 318365"/>
              <a:gd name="connsiteY8" fmla="*/ 22154 h 127333"/>
              <a:gd name="connsiteX9" fmla="*/ 63648 w 318365"/>
              <a:gd name="connsiteY9" fmla="*/ 17774 h 127333"/>
              <a:gd name="connsiteX10" fmla="*/ 63394 w 318365"/>
              <a:gd name="connsiteY10" fmla="*/ 1031 h 127333"/>
              <a:gd name="connsiteX11" fmla="*/ 92136 w 318365"/>
              <a:gd name="connsiteY11" fmla="*/ 7862 h 127333"/>
              <a:gd name="connsiteX12" fmla="*/ 92124 w 318365"/>
              <a:gd name="connsiteY12" fmla="*/ 7862 h 127333"/>
              <a:gd name="connsiteX13" fmla="*/ 112616 w 318365"/>
              <a:gd name="connsiteY13" fmla="*/ 27068 h 127333"/>
              <a:gd name="connsiteX14" fmla="*/ 37369 w 318365"/>
              <a:gd name="connsiteY14" fmla="*/ 102570 h 127333"/>
              <a:gd name="connsiteX15" fmla="*/ 40062 w 318365"/>
              <a:gd name="connsiteY15" fmla="*/ 104269 h 127333"/>
              <a:gd name="connsiteX16" fmla="*/ 63903 w 318365"/>
              <a:gd name="connsiteY16" fmla="*/ 110323 h 127333"/>
              <a:gd name="connsiteX17" fmla="*/ 84529 w 318365"/>
              <a:gd name="connsiteY17" fmla="*/ 106586 h 127333"/>
              <a:gd name="connsiteX18" fmla="*/ 99998 w 318365"/>
              <a:gd name="connsiteY18" fmla="*/ 95885 h 127333"/>
              <a:gd name="connsiteX19" fmla="*/ 111852 w 318365"/>
              <a:gd name="connsiteY19" fmla="*/ 107739 h 127333"/>
              <a:gd name="connsiteX20" fmla="*/ 90850 w 318365"/>
              <a:gd name="connsiteY20" fmla="*/ 122298 h 127333"/>
              <a:gd name="connsiteX21" fmla="*/ 63915 w 318365"/>
              <a:gd name="connsiteY21" fmla="*/ 127321 h 127333"/>
              <a:gd name="connsiteX22" fmla="*/ 31181 w 318365"/>
              <a:gd name="connsiteY22" fmla="*/ 118816 h 127333"/>
              <a:gd name="connsiteX23" fmla="*/ 8372 w 318365"/>
              <a:gd name="connsiteY23" fmla="*/ 95873 h 127333"/>
              <a:gd name="connsiteX24" fmla="*/ 0 w 318365"/>
              <a:gd name="connsiteY24" fmla="*/ 63660 h 127333"/>
              <a:gd name="connsiteX25" fmla="*/ 8372 w 318365"/>
              <a:gd name="connsiteY25" fmla="*/ 31957 h 127333"/>
              <a:gd name="connsiteX26" fmla="*/ 31048 w 318365"/>
              <a:gd name="connsiteY26" fmla="*/ 9403 h 127333"/>
              <a:gd name="connsiteX27" fmla="*/ 63394 w 318365"/>
              <a:gd name="connsiteY27" fmla="*/ 1031 h 127333"/>
              <a:gd name="connsiteX28" fmla="*/ 179966 w 318365"/>
              <a:gd name="connsiteY28" fmla="*/ 0 h 127333"/>
              <a:gd name="connsiteX29" fmla="*/ 208187 w 318365"/>
              <a:gd name="connsiteY29" fmla="*/ 7219 h 127333"/>
              <a:gd name="connsiteX30" fmla="*/ 221193 w 318365"/>
              <a:gd name="connsiteY30" fmla="*/ 19024 h 127333"/>
              <a:gd name="connsiteX31" fmla="*/ 234090 w 318365"/>
              <a:gd name="connsiteY31" fmla="*/ 7219 h 127333"/>
              <a:gd name="connsiteX32" fmla="*/ 262445 w 318365"/>
              <a:gd name="connsiteY32" fmla="*/ 0 h 127333"/>
              <a:gd name="connsiteX33" fmla="*/ 291952 w 318365"/>
              <a:gd name="connsiteY33" fmla="*/ 7086 h 127333"/>
              <a:gd name="connsiteX34" fmla="*/ 311413 w 318365"/>
              <a:gd name="connsiteY34" fmla="*/ 26546 h 127333"/>
              <a:gd name="connsiteX35" fmla="*/ 311400 w 318365"/>
              <a:gd name="connsiteY35" fmla="*/ 26559 h 127333"/>
              <a:gd name="connsiteX36" fmla="*/ 318365 w 318365"/>
              <a:gd name="connsiteY36" fmla="*/ 55168 h 127333"/>
              <a:gd name="connsiteX37" fmla="*/ 318365 w 318365"/>
              <a:gd name="connsiteY37" fmla="*/ 127333 h 127333"/>
              <a:gd name="connsiteX38" fmla="*/ 284344 w 318365"/>
              <a:gd name="connsiteY38" fmla="*/ 127333 h 127333"/>
              <a:gd name="connsiteX39" fmla="*/ 284344 w 318365"/>
              <a:gd name="connsiteY39" fmla="*/ 57740 h 127333"/>
              <a:gd name="connsiteX40" fmla="*/ 278411 w 318365"/>
              <a:gd name="connsiteY40" fmla="*/ 38145 h 127333"/>
              <a:gd name="connsiteX41" fmla="*/ 261147 w 318365"/>
              <a:gd name="connsiteY41" fmla="*/ 31181 h 127333"/>
              <a:gd name="connsiteX42" fmla="*/ 244136 w 318365"/>
              <a:gd name="connsiteY42" fmla="*/ 38012 h 127333"/>
              <a:gd name="connsiteX43" fmla="*/ 238203 w 318365"/>
              <a:gd name="connsiteY43" fmla="*/ 57728 h 127333"/>
              <a:gd name="connsiteX44" fmla="*/ 238203 w 318365"/>
              <a:gd name="connsiteY44" fmla="*/ 127321 h 127333"/>
              <a:gd name="connsiteX45" fmla="*/ 204183 w 318365"/>
              <a:gd name="connsiteY45" fmla="*/ 127321 h 127333"/>
              <a:gd name="connsiteX46" fmla="*/ 204183 w 318365"/>
              <a:gd name="connsiteY46" fmla="*/ 57728 h 127333"/>
              <a:gd name="connsiteX47" fmla="*/ 198250 w 318365"/>
              <a:gd name="connsiteY47" fmla="*/ 38012 h 127333"/>
              <a:gd name="connsiteX48" fmla="*/ 180985 w 318365"/>
              <a:gd name="connsiteY48" fmla="*/ 31181 h 127333"/>
              <a:gd name="connsiteX49" fmla="*/ 163842 w 318365"/>
              <a:gd name="connsiteY49" fmla="*/ 38012 h 127333"/>
              <a:gd name="connsiteX50" fmla="*/ 157787 w 318365"/>
              <a:gd name="connsiteY50" fmla="*/ 57728 h 127333"/>
              <a:gd name="connsiteX51" fmla="*/ 157787 w 318365"/>
              <a:gd name="connsiteY51" fmla="*/ 127321 h 127333"/>
              <a:gd name="connsiteX52" fmla="*/ 124022 w 318365"/>
              <a:gd name="connsiteY52" fmla="*/ 127321 h 127333"/>
              <a:gd name="connsiteX53" fmla="*/ 124022 w 318365"/>
              <a:gd name="connsiteY53" fmla="*/ 55156 h 127333"/>
              <a:gd name="connsiteX54" fmla="*/ 130986 w 318365"/>
              <a:gd name="connsiteY54" fmla="*/ 26546 h 127333"/>
              <a:gd name="connsiteX55" fmla="*/ 150581 w 318365"/>
              <a:gd name="connsiteY55" fmla="*/ 7086 h 127333"/>
              <a:gd name="connsiteX56" fmla="*/ 179966 w 318365"/>
              <a:gd name="connsiteY56" fmla="*/ 0 h 127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</a:cxnLst>
            <a:rect l="l" t="t" r="r" b="b"/>
            <a:pathLst>
              <a:path w="318365" h="127333">
                <a:moveTo>
                  <a:pt x="63648" y="17774"/>
                </a:moveTo>
                <a:cubicBezTo>
                  <a:pt x="54719" y="17774"/>
                  <a:pt x="46808" y="19752"/>
                  <a:pt x="39941" y="23707"/>
                </a:cubicBezTo>
                <a:cubicBezTo>
                  <a:pt x="33062" y="27662"/>
                  <a:pt x="27699" y="33110"/>
                  <a:pt x="23829" y="40074"/>
                </a:cubicBezTo>
                <a:cubicBezTo>
                  <a:pt x="19958" y="47038"/>
                  <a:pt x="18029" y="54900"/>
                  <a:pt x="18029" y="63660"/>
                </a:cubicBezTo>
                <a:lnTo>
                  <a:pt x="18041" y="63660"/>
                </a:lnTo>
                <a:cubicBezTo>
                  <a:pt x="18041" y="72772"/>
                  <a:pt x="19971" y="80792"/>
                  <a:pt x="23841" y="87756"/>
                </a:cubicBezTo>
                <a:cubicBezTo>
                  <a:pt x="24630" y="89188"/>
                  <a:pt x="25515" y="90534"/>
                  <a:pt x="26437" y="91845"/>
                </a:cubicBezTo>
                <a:lnTo>
                  <a:pt x="90814" y="27238"/>
                </a:lnTo>
                <a:cubicBezTo>
                  <a:pt x="88618" y="25272"/>
                  <a:pt x="86179" y="23586"/>
                  <a:pt x="83498" y="22154"/>
                </a:cubicBezTo>
                <a:cubicBezTo>
                  <a:pt x="77989" y="19242"/>
                  <a:pt x="71377" y="17774"/>
                  <a:pt x="63648" y="17774"/>
                </a:cubicBezTo>
                <a:close/>
                <a:moveTo>
                  <a:pt x="63394" y="1031"/>
                </a:moveTo>
                <a:cubicBezTo>
                  <a:pt x="74228" y="1031"/>
                  <a:pt x="83801" y="3312"/>
                  <a:pt x="92136" y="7862"/>
                </a:cubicBezTo>
                <a:lnTo>
                  <a:pt x="92124" y="7862"/>
                </a:lnTo>
                <a:cubicBezTo>
                  <a:pt x="100459" y="12424"/>
                  <a:pt x="107290" y="18818"/>
                  <a:pt x="112616" y="27068"/>
                </a:cubicBezTo>
                <a:lnTo>
                  <a:pt x="37369" y="102570"/>
                </a:lnTo>
                <a:cubicBezTo>
                  <a:pt x="38242" y="103165"/>
                  <a:pt x="39140" y="103735"/>
                  <a:pt x="40062" y="104269"/>
                </a:cubicBezTo>
                <a:cubicBezTo>
                  <a:pt x="47014" y="108309"/>
                  <a:pt x="54961" y="110323"/>
                  <a:pt x="63903" y="110323"/>
                </a:cubicBezTo>
                <a:cubicBezTo>
                  <a:pt x="71814" y="110323"/>
                  <a:pt x="78681" y="109073"/>
                  <a:pt x="84529" y="106586"/>
                </a:cubicBezTo>
                <a:cubicBezTo>
                  <a:pt x="90377" y="104087"/>
                  <a:pt x="95533" y="100520"/>
                  <a:pt x="99998" y="95885"/>
                </a:cubicBezTo>
                <a:lnTo>
                  <a:pt x="111852" y="107739"/>
                </a:lnTo>
                <a:cubicBezTo>
                  <a:pt x="105834" y="114096"/>
                  <a:pt x="98846" y="118949"/>
                  <a:pt x="90850" y="122298"/>
                </a:cubicBezTo>
                <a:cubicBezTo>
                  <a:pt x="82855" y="125647"/>
                  <a:pt x="73876" y="127321"/>
                  <a:pt x="63915" y="127321"/>
                </a:cubicBezTo>
                <a:cubicBezTo>
                  <a:pt x="51710" y="127321"/>
                  <a:pt x="40802" y="124482"/>
                  <a:pt x="31181" y="118816"/>
                </a:cubicBezTo>
                <a:cubicBezTo>
                  <a:pt x="21560" y="113138"/>
                  <a:pt x="13953" y="105494"/>
                  <a:pt x="8372" y="95873"/>
                </a:cubicBezTo>
                <a:cubicBezTo>
                  <a:pt x="2791" y="86264"/>
                  <a:pt x="0" y="75344"/>
                  <a:pt x="0" y="63660"/>
                </a:cubicBezTo>
                <a:cubicBezTo>
                  <a:pt x="0" y="51976"/>
                  <a:pt x="2791" y="41409"/>
                  <a:pt x="8372" y="31957"/>
                </a:cubicBezTo>
                <a:cubicBezTo>
                  <a:pt x="13953" y="22506"/>
                  <a:pt x="21511" y="14984"/>
                  <a:pt x="31048" y="9403"/>
                </a:cubicBezTo>
                <a:cubicBezTo>
                  <a:pt x="40584" y="3822"/>
                  <a:pt x="51370" y="1031"/>
                  <a:pt x="63394" y="1031"/>
                </a:cubicBezTo>
                <a:close/>
                <a:moveTo>
                  <a:pt x="179966" y="0"/>
                </a:moveTo>
                <a:cubicBezTo>
                  <a:pt x="190789" y="0"/>
                  <a:pt x="200192" y="2414"/>
                  <a:pt x="208187" y="7219"/>
                </a:cubicBezTo>
                <a:cubicBezTo>
                  <a:pt x="213271" y="10276"/>
                  <a:pt x="217602" y="14220"/>
                  <a:pt x="221193" y="19024"/>
                </a:cubicBezTo>
                <a:cubicBezTo>
                  <a:pt x="224760" y="14220"/>
                  <a:pt x="229055" y="10289"/>
                  <a:pt x="234090" y="7219"/>
                </a:cubicBezTo>
                <a:cubicBezTo>
                  <a:pt x="241989" y="2414"/>
                  <a:pt x="251113" y="0"/>
                  <a:pt x="262445" y="0"/>
                </a:cubicBezTo>
                <a:cubicBezTo>
                  <a:pt x="273777" y="0"/>
                  <a:pt x="283616" y="2366"/>
                  <a:pt x="291952" y="7086"/>
                </a:cubicBezTo>
                <a:cubicBezTo>
                  <a:pt x="300287" y="11817"/>
                  <a:pt x="306778" y="18296"/>
                  <a:pt x="311413" y="26546"/>
                </a:cubicBezTo>
                <a:lnTo>
                  <a:pt x="311400" y="26559"/>
                </a:lnTo>
                <a:cubicBezTo>
                  <a:pt x="316047" y="34809"/>
                  <a:pt x="318365" y="44345"/>
                  <a:pt x="318365" y="55168"/>
                </a:cubicBezTo>
                <a:lnTo>
                  <a:pt x="318365" y="127333"/>
                </a:lnTo>
                <a:lnTo>
                  <a:pt x="284344" y="127333"/>
                </a:lnTo>
                <a:lnTo>
                  <a:pt x="284344" y="57740"/>
                </a:lnTo>
                <a:cubicBezTo>
                  <a:pt x="284344" y="49320"/>
                  <a:pt x="282367" y="42780"/>
                  <a:pt x="278411" y="38145"/>
                </a:cubicBezTo>
                <a:cubicBezTo>
                  <a:pt x="274456" y="33499"/>
                  <a:pt x="268535" y="31181"/>
                  <a:pt x="261147" y="31181"/>
                </a:cubicBezTo>
                <a:cubicBezTo>
                  <a:pt x="253758" y="31181"/>
                  <a:pt x="248092" y="33462"/>
                  <a:pt x="244136" y="38012"/>
                </a:cubicBezTo>
                <a:cubicBezTo>
                  <a:pt x="240181" y="42562"/>
                  <a:pt x="238203" y="49138"/>
                  <a:pt x="238203" y="57728"/>
                </a:cubicBezTo>
                <a:lnTo>
                  <a:pt x="238203" y="127321"/>
                </a:lnTo>
                <a:lnTo>
                  <a:pt x="204183" y="127321"/>
                </a:lnTo>
                <a:lnTo>
                  <a:pt x="204183" y="57728"/>
                </a:lnTo>
                <a:cubicBezTo>
                  <a:pt x="204183" y="49138"/>
                  <a:pt x="202206" y="42562"/>
                  <a:pt x="198250" y="38012"/>
                </a:cubicBezTo>
                <a:cubicBezTo>
                  <a:pt x="194295" y="33462"/>
                  <a:pt x="188374" y="31181"/>
                  <a:pt x="180985" y="31181"/>
                </a:cubicBezTo>
                <a:cubicBezTo>
                  <a:pt x="173596" y="31181"/>
                  <a:pt x="167882" y="33462"/>
                  <a:pt x="163842" y="38012"/>
                </a:cubicBezTo>
                <a:cubicBezTo>
                  <a:pt x="159802" y="42562"/>
                  <a:pt x="157787" y="49138"/>
                  <a:pt x="157787" y="57728"/>
                </a:cubicBezTo>
                <a:lnTo>
                  <a:pt x="157787" y="127321"/>
                </a:lnTo>
                <a:lnTo>
                  <a:pt x="124022" y="127321"/>
                </a:lnTo>
                <a:lnTo>
                  <a:pt x="124022" y="55156"/>
                </a:lnTo>
                <a:cubicBezTo>
                  <a:pt x="124022" y="44333"/>
                  <a:pt x="126352" y="34797"/>
                  <a:pt x="130986" y="26546"/>
                </a:cubicBezTo>
                <a:cubicBezTo>
                  <a:pt x="135633" y="18296"/>
                  <a:pt x="142161" y="11817"/>
                  <a:pt x="150581" y="7086"/>
                </a:cubicBezTo>
                <a:cubicBezTo>
                  <a:pt x="159001" y="2366"/>
                  <a:pt x="169144" y="0"/>
                  <a:pt x="17996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pPr lvl="0"/>
            <a:endParaRPr lang="en-GB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063FE6B-2770-5C5A-3C6B-DE0C34A3ED10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</a:rPr>
              <a:t>Go to ‘Design’ &gt; ‘Format Background’ &gt; choose colour </a:t>
            </a:r>
          </a:p>
        </p:txBody>
      </p:sp>
    </p:spTree>
    <p:extLst>
      <p:ext uri="{BB962C8B-B14F-4D97-AF65-F5344CB8AC3E}">
        <p14:creationId xmlns:p14="http://schemas.microsoft.com/office/powerpoint/2010/main" val="18521209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bile devic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40319BC-9031-AD03-354D-EE82B71D89B0}"/>
              </a:ext>
            </a:extLst>
          </p:cNvPr>
          <p:cNvSpPr/>
          <p:nvPr userDrawn="1"/>
        </p:nvSpPr>
        <p:spPr>
          <a:xfrm>
            <a:off x="0" y="0"/>
            <a:ext cx="6096000" cy="61690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endParaRPr lang="en-GB" sz="140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E086495-536E-5EDB-1A79-275F3445CDA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831671" y="335508"/>
            <a:ext cx="2620800" cy="5503863"/>
          </a:xfrm>
          <a:prstGeom prst="roundRect">
            <a:avLst>
              <a:gd name="adj" fmla="val 12251"/>
            </a:avLst>
          </a:prstGeom>
          <a:solidFill>
            <a:schemeClr val="tx1"/>
          </a:solidFill>
        </p:spPr>
        <p:txBody>
          <a:bodyPr/>
          <a:lstStyle>
            <a:lvl1pPr>
              <a:defRPr sz="100">
                <a:noFill/>
              </a:defRPr>
            </a:lvl1pPr>
          </a:lstStyle>
          <a:p>
            <a:pPr lvl="0"/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1492FA8-3242-7065-DBEC-298BE6E57CF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1CFF7E-90AD-556E-DD8E-9CECD3DB0C9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21939156-7FA2-DACC-E1CA-89BB520E83D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914865" y="407983"/>
            <a:ext cx="2454413" cy="5358912"/>
          </a:xfrm>
          <a:custGeom>
            <a:avLst/>
            <a:gdLst>
              <a:gd name="connsiteX0" fmla="*/ 256226 w 2454413"/>
              <a:gd name="connsiteY0" fmla="*/ 84 h 5358912"/>
              <a:gd name="connsiteX1" fmla="*/ 409999 w 2454413"/>
              <a:gd name="connsiteY1" fmla="*/ 833 h 5358912"/>
              <a:gd name="connsiteX2" fmla="*/ 532204 w 2454413"/>
              <a:gd name="connsiteY2" fmla="*/ 84 h 5358912"/>
              <a:gd name="connsiteX3" fmla="*/ 646470 w 2454413"/>
              <a:gd name="connsiteY3" fmla="*/ 1020 h 5358912"/>
              <a:gd name="connsiteX4" fmla="*/ 875098 w 2454413"/>
              <a:gd name="connsiteY4" fmla="*/ 84 h 5358912"/>
              <a:gd name="connsiteX5" fmla="*/ 1086808 w 2454413"/>
              <a:gd name="connsiteY5" fmla="*/ 84 h 5358912"/>
              <a:gd name="connsiteX6" fmla="*/ 1287080 w 2454413"/>
              <a:gd name="connsiteY6" fmla="*/ 84 h 5358912"/>
              <a:gd name="connsiteX7" fmla="*/ 1497562 w 2454413"/>
              <a:gd name="connsiteY7" fmla="*/ 739 h 5358912"/>
              <a:gd name="connsiteX8" fmla="*/ 1686588 w 2454413"/>
              <a:gd name="connsiteY8" fmla="*/ 84 h 5358912"/>
              <a:gd name="connsiteX9" fmla="*/ 1900472 w 2454413"/>
              <a:gd name="connsiteY9" fmla="*/ 84 h 5358912"/>
              <a:gd name="connsiteX10" fmla="*/ 2071446 w 2454413"/>
              <a:gd name="connsiteY10" fmla="*/ 177 h 5358912"/>
              <a:gd name="connsiteX11" fmla="*/ 2198189 w 2454413"/>
              <a:gd name="connsiteY11" fmla="*/ 84 h 5358912"/>
              <a:gd name="connsiteX12" fmla="*/ 2446853 w 2454413"/>
              <a:gd name="connsiteY12" fmla="*/ 189884 h 5358912"/>
              <a:gd name="connsiteX13" fmla="*/ 2453941 w 2454413"/>
              <a:gd name="connsiteY13" fmla="*/ 259959 h 5358912"/>
              <a:gd name="connsiteX14" fmla="*/ 2454225 w 2454413"/>
              <a:gd name="connsiteY14" fmla="*/ 1370190 h 5358912"/>
              <a:gd name="connsiteX15" fmla="*/ 2454225 w 2454413"/>
              <a:gd name="connsiteY15" fmla="*/ 2680434 h 5358912"/>
              <a:gd name="connsiteX16" fmla="*/ 2454413 w 2454413"/>
              <a:gd name="connsiteY16" fmla="*/ 5106531 h 5358912"/>
              <a:gd name="connsiteX17" fmla="*/ 2379181 w 2454413"/>
              <a:gd name="connsiteY17" fmla="*/ 5287151 h 5358912"/>
              <a:gd name="connsiteX18" fmla="*/ 2196865 w 2454413"/>
              <a:gd name="connsiteY18" fmla="*/ 5358912 h 5358912"/>
              <a:gd name="connsiteX19" fmla="*/ 1017340 w 2454413"/>
              <a:gd name="connsiteY19" fmla="*/ 5358724 h 5358912"/>
              <a:gd name="connsiteX20" fmla="*/ 254714 w 2454413"/>
              <a:gd name="connsiteY20" fmla="*/ 5358912 h 5358912"/>
              <a:gd name="connsiteX21" fmla="*/ 104249 w 2454413"/>
              <a:gd name="connsiteY21" fmla="*/ 5311227 h 5358912"/>
              <a:gd name="connsiteX22" fmla="*/ 95 w 2454413"/>
              <a:gd name="connsiteY22" fmla="*/ 5103345 h 5358912"/>
              <a:gd name="connsiteX23" fmla="*/ 284 w 2454413"/>
              <a:gd name="connsiteY23" fmla="*/ 4192002 h 5358912"/>
              <a:gd name="connsiteX24" fmla="*/ 0 w 2454413"/>
              <a:gd name="connsiteY24" fmla="*/ 261271 h 5358912"/>
              <a:gd name="connsiteX25" fmla="*/ 117669 w 2454413"/>
              <a:gd name="connsiteY25" fmla="*/ 39149 h 5358912"/>
              <a:gd name="connsiteX26" fmla="*/ 256226 w 2454413"/>
              <a:gd name="connsiteY26" fmla="*/ 84 h 53589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2454413" h="5358912">
                <a:moveTo>
                  <a:pt x="256226" y="84"/>
                </a:moveTo>
                <a:cubicBezTo>
                  <a:pt x="307451" y="84"/>
                  <a:pt x="358772" y="833"/>
                  <a:pt x="409999" y="833"/>
                </a:cubicBezTo>
                <a:cubicBezTo>
                  <a:pt x="450733" y="833"/>
                  <a:pt x="491469" y="84"/>
                  <a:pt x="532204" y="84"/>
                </a:cubicBezTo>
                <a:cubicBezTo>
                  <a:pt x="570293" y="84"/>
                  <a:pt x="608381" y="1020"/>
                  <a:pt x="646470" y="1020"/>
                </a:cubicBezTo>
                <a:cubicBezTo>
                  <a:pt x="722649" y="927"/>
                  <a:pt x="798920" y="271"/>
                  <a:pt x="875098" y="84"/>
                </a:cubicBezTo>
                <a:cubicBezTo>
                  <a:pt x="945700" y="-104"/>
                  <a:pt x="1016206" y="84"/>
                  <a:pt x="1086808" y="84"/>
                </a:cubicBezTo>
                <a:cubicBezTo>
                  <a:pt x="1153534" y="84"/>
                  <a:pt x="1220355" y="-11"/>
                  <a:pt x="1287080" y="84"/>
                </a:cubicBezTo>
                <a:cubicBezTo>
                  <a:pt x="1357210" y="177"/>
                  <a:pt x="1427433" y="739"/>
                  <a:pt x="1497562" y="739"/>
                </a:cubicBezTo>
                <a:cubicBezTo>
                  <a:pt x="1560602" y="739"/>
                  <a:pt x="1623548" y="177"/>
                  <a:pt x="1686588" y="84"/>
                </a:cubicBezTo>
                <a:cubicBezTo>
                  <a:pt x="1757851" y="-11"/>
                  <a:pt x="1829208" y="84"/>
                  <a:pt x="1900472" y="84"/>
                </a:cubicBezTo>
                <a:cubicBezTo>
                  <a:pt x="1957463" y="84"/>
                  <a:pt x="2014455" y="177"/>
                  <a:pt x="2071446" y="177"/>
                </a:cubicBezTo>
                <a:cubicBezTo>
                  <a:pt x="2113693" y="177"/>
                  <a:pt x="2155941" y="-11"/>
                  <a:pt x="2198189" y="84"/>
                </a:cubicBezTo>
                <a:cubicBezTo>
                  <a:pt x="2317936" y="458"/>
                  <a:pt x="2419160" y="76997"/>
                  <a:pt x="2446853" y="189884"/>
                </a:cubicBezTo>
                <a:cubicBezTo>
                  <a:pt x="2452429" y="212461"/>
                  <a:pt x="2453847" y="236538"/>
                  <a:pt x="2453941" y="259959"/>
                </a:cubicBezTo>
                <a:cubicBezTo>
                  <a:pt x="2454319" y="630005"/>
                  <a:pt x="2454225" y="1000144"/>
                  <a:pt x="2454225" y="1370190"/>
                </a:cubicBezTo>
                <a:cubicBezTo>
                  <a:pt x="2454225" y="1806939"/>
                  <a:pt x="2454225" y="2243686"/>
                  <a:pt x="2454225" y="2680434"/>
                </a:cubicBezTo>
                <a:cubicBezTo>
                  <a:pt x="2454225" y="3489102"/>
                  <a:pt x="2454225" y="4297863"/>
                  <a:pt x="2454413" y="5106531"/>
                </a:cubicBezTo>
                <a:cubicBezTo>
                  <a:pt x="2454413" y="5177448"/>
                  <a:pt x="2429651" y="5237780"/>
                  <a:pt x="2379181" y="5287151"/>
                </a:cubicBezTo>
                <a:cubicBezTo>
                  <a:pt x="2328900" y="5336241"/>
                  <a:pt x="2267750" y="5359005"/>
                  <a:pt x="2196865" y="5358912"/>
                </a:cubicBezTo>
                <a:cubicBezTo>
                  <a:pt x="1803690" y="5358537"/>
                  <a:pt x="1410515" y="5358724"/>
                  <a:pt x="1017340" y="5358724"/>
                </a:cubicBezTo>
                <a:cubicBezTo>
                  <a:pt x="763100" y="5358724"/>
                  <a:pt x="508954" y="5358537"/>
                  <a:pt x="254714" y="5358912"/>
                </a:cubicBezTo>
                <a:cubicBezTo>
                  <a:pt x="199140" y="5358912"/>
                  <a:pt x="148481" y="5344203"/>
                  <a:pt x="104249" y="5311227"/>
                </a:cubicBezTo>
                <a:cubicBezTo>
                  <a:pt x="34781" y="5259421"/>
                  <a:pt x="0" y="5190189"/>
                  <a:pt x="95" y="5103345"/>
                </a:cubicBezTo>
                <a:cubicBezTo>
                  <a:pt x="473" y="4799534"/>
                  <a:pt x="284" y="4495814"/>
                  <a:pt x="284" y="4192002"/>
                </a:cubicBezTo>
                <a:cubicBezTo>
                  <a:pt x="284" y="2881758"/>
                  <a:pt x="378" y="1571514"/>
                  <a:pt x="0" y="261271"/>
                </a:cubicBezTo>
                <a:cubicBezTo>
                  <a:pt x="0" y="165808"/>
                  <a:pt x="37900" y="91798"/>
                  <a:pt x="117669" y="39149"/>
                </a:cubicBezTo>
                <a:cubicBezTo>
                  <a:pt x="159350" y="11606"/>
                  <a:pt x="206417" y="177"/>
                  <a:pt x="256226" y="84"/>
                </a:cubicBezTo>
                <a:close/>
              </a:path>
            </a:pathLst>
          </a:custGeom>
          <a:solidFill>
            <a:schemeClr val="bg1">
              <a:lumMod val="50000"/>
            </a:schemeClr>
          </a:solidFill>
        </p:spPr>
        <p:txBody>
          <a:bodyPr wrap="square" anchor="ctr">
            <a:noAutofit/>
          </a:bodyPr>
          <a:lstStyle>
            <a:lvl1pPr algn="ctr">
              <a:defRPr/>
            </a:lvl1pPr>
          </a:lstStyle>
          <a:p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F234DB0-3004-509D-820F-9FF2CCC20F59}"/>
              </a:ext>
            </a:extLst>
          </p:cNvPr>
          <p:cNvCxnSpPr/>
          <p:nvPr userDrawn="1"/>
        </p:nvCxnSpPr>
        <p:spPr>
          <a:xfrm>
            <a:off x="641350" y="0"/>
            <a:ext cx="0" cy="681038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7549953D-8BB0-B383-F725-C756E776B39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779463" y="2060575"/>
            <a:ext cx="4793736" cy="401002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78C1AECD-4AA3-C9BB-0755-10EDD8848048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</a:rPr>
              <a:t>Go to ‘Design’ &gt; ‘Format Background’ &gt; choose colour 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35FDDE6E-1854-5AB9-42F8-D609740CDD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85262" y="335280"/>
            <a:ext cx="4787938" cy="1033145"/>
          </a:xfrm>
        </p:spPr>
        <p:txBody>
          <a:bodyPr/>
          <a:lstStyle/>
          <a:p>
            <a:r>
              <a:rPr lang="en-GB"/>
              <a:t>Mobile device</a:t>
            </a:r>
          </a:p>
        </p:txBody>
      </p:sp>
    </p:spTree>
    <p:extLst>
      <p:ext uri="{BB962C8B-B14F-4D97-AF65-F5344CB8AC3E}">
        <p14:creationId xmlns:p14="http://schemas.microsoft.com/office/powerpoint/2010/main" val="146681737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bile device zoomed i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40319BC-9031-AD03-354D-EE82B71D89B0}"/>
              </a:ext>
            </a:extLst>
          </p:cNvPr>
          <p:cNvSpPr/>
          <p:nvPr userDrawn="1"/>
        </p:nvSpPr>
        <p:spPr>
          <a:xfrm>
            <a:off x="0" y="0"/>
            <a:ext cx="6096000" cy="61690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endParaRPr lang="en-GB" sz="140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BC042C6-1D2E-BA18-C088-8D1487D3632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054850" y="333375"/>
            <a:ext cx="4130603" cy="5835649"/>
          </a:xfrm>
          <a:custGeom>
            <a:avLst/>
            <a:gdLst>
              <a:gd name="connsiteX0" fmla="*/ 506040 w 4130603"/>
              <a:gd name="connsiteY0" fmla="*/ 0 h 5835649"/>
              <a:gd name="connsiteX1" fmla="*/ 3624563 w 4130603"/>
              <a:gd name="connsiteY1" fmla="*/ 0 h 5835649"/>
              <a:gd name="connsiteX2" fmla="*/ 4130603 w 4130603"/>
              <a:gd name="connsiteY2" fmla="*/ 506040 h 5835649"/>
              <a:gd name="connsiteX3" fmla="*/ 4130603 w 4130603"/>
              <a:gd name="connsiteY3" fmla="*/ 5835649 h 5835649"/>
              <a:gd name="connsiteX4" fmla="*/ 0 w 4130603"/>
              <a:gd name="connsiteY4" fmla="*/ 5835649 h 5835649"/>
              <a:gd name="connsiteX5" fmla="*/ 0 w 4130603"/>
              <a:gd name="connsiteY5" fmla="*/ 506040 h 5835649"/>
              <a:gd name="connsiteX6" fmla="*/ 506040 w 4130603"/>
              <a:gd name="connsiteY6" fmla="*/ 0 h 58356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30603" h="5835649">
                <a:moveTo>
                  <a:pt x="506040" y="0"/>
                </a:moveTo>
                <a:lnTo>
                  <a:pt x="3624563" y="0"/>
                </a:lnTo>
                <a:cubicBezTo>
                  <a:pt x="3904041" y="0"/>
                  <a:pt x="4130603" y="226562"/>
                  <a:pt x="4130603" y="506040"/>
                </a:cubicBezTo>
                <a:lnTo>
                  <a:pt x="4130603" y="5835649"/>
                </a:lnTo>
                <a:lnTo>
                  <a:pt x="0" y="5835649"/>
                </a:lnTo>
                <a:lnTo>
                  <a:pt x="0" y="506040"/>
                </a:lnTo>
                <a:cubicBezTo>
                  <a:pt x="0" y="226562"/>
                  <a:pt x="226562" y="0"/>
                  <a:pt x="506040" y="0"/>
                </a:cubicBezTo>
                <a:close/>
              </a:path>
            </a:pathLst>
          </a:custGeom>
          <a:solidFill>
            <a:schemeClr val="tx1"/>
          </a:solid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pPr lvl="0"/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1492FA8-3242-7065-DBEC-298BE6E57CF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1CFF7E-90AD-556E-DD8E-9CECD3DB0C9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0174A84C-18FA-502E-A356-C0C337637CC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85970" y="447604"/>
            <a:ext cx="3868183" cy="5721421"/>
          </a:xfrm>
          <a:custGeom>
            <a:avLst/>
            <a:gdLst>
              <a:gd name="connsiteX0" fmla="*/ 403834 w 3868183"/>
              <a:gd name="connsiteY0" fmla="*/ 132 h 5721421"/>
              <a:gd name="connsiteX1" fmla="*/ 646193 w 3868183"/>
              <a:gd name="connsiteY1" fmla="*/ 1312 h 5721421"/>
              <a:gd name="connsiteX2" fmla="*/ 838799 w 3868183"/>
              <a:gd name="connsiteY2" fmla="*/ 132 h 5721421"/>
              <a:gd name="connsiteX3" fmla="*/ 1018892 w 3868183"/>
              <a:gd name="connsiteY3" fmla="*/ 1607 h 5721421"/>
              <a:gd name="connsiteX4" fmla="*/ 1379229 w 3868183"/>
              <a:gd name="connsiteY4" fmla="*/ 132 h 5721421"/>
              <a:gd name="connsiteX5" fmla="*/ 1712902 w 3868183"/>
              <a:gd name="connsiteY5" fmla="*/ 132 h 5721421"/>
              <a:gd name="connsiteX6" fmla="*/ 2028547 w 3868183"/>
              <a:gd name="connsiteY6" fmla="*/ 132 h 5721421"/>
              <a:gd name="connsiteX7" fmla="*/ 2360285 w 3868183"/>
              <a:gd name="connsiteY7" fmla="*/ 1164 h 5721421"/>
              <a:gd name="connsiteX8" fmla="*/ 2658206 w 3868183"/>
              <a:gd name="connsiteY8" fmla="*/ 132 h 5721421"/>
              <a:gd name="connsiteX9" fmla="*/ 2995305 w 3868183"/>
              <a:gd name="connsiteY9" fmla="*/ 132 h 5721421"/>
              <a:gd name="connsiteX10" fmla="*/ 3264774 w 3868183"/>
              <a:gd name="connsiteY10" fmla="*/ 278 h 5721421"/>
              <a:gd name="connsiteX11" fmla="*/ 3464532 w 3868183"/>
              <a:gd name="connsiteY11" fmla="*/ 132 h 5721421"/>
              <a:gd name="connsiteX12" fmla="*/ 3856448 w 3868183"/>
              <a:gd name="connsiteY12" fmla="*/ 299272 h 5721421"/>
              <a:gd name="connsiteX13" fmla="*/ 3867619 w 3868183"/>
              <a:gd name="connsiteY13" fmla="*/ 409717 h 5721421"/>
              <a:gd name="connsiteX14" fmla="*/ 3868067 w 3868183"/>
              <a:gd name="connsiteY14" fmla="*/ 2159535 h 5721421"/>
              <a:gd name="connsiteX15" fmla="*/ 3868067 w 3868183"/>
              <a:gd name="connsiteY15" fmla="*/ 4224591 h 5721421"/>
              <a:gd name="connsiteX16" fmla="*/ 3868183 w 3868183"/>
              <a:gd name="connsiteY16" fmla="*/ 5721421 h 5721421"/>
              <a:gd name="connsiteX17" fmla="*/ 384 w 3868183"/>
              <a:gd name="connsiteY17" fmla="*/ 5721421 h 5721421"/>
              <a:gd name="connsiteX18" fmla="*/ 0 w 3868183"/>
              <a:gd name="connsiteY18" fmla="*/ 411784 h 5721421"/>
              <a:gd name="connsiteX19" fmla="*/ 185457 w 3868183"/>
              <a:gd name="connsiteY19" fmla="*/ 61701 h 5721421"/>
              <a:gd name="connsiteX20" fmla="*/ 403834 w 3868183"/>
              <a:gd name="connsiteY20" fmla="*/ 132 h 57214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868183" h="5721421">
                <a:moveTo>
                  <a:pt x="403834" y="132"/>
                </a:moveTo>
                <a:cubicBezTo>
                  <a:pt x="484569" y="132"/>
                  <a:pt x="565455" y="1312"/>
                  <a:pt x="646193" y="1312"/>
                </a:cubicBezTo>
                <a:cubicBezTo>
                  <a:pt x="710394" y="1312"/>
                  <a:pt x="774597" y="132"/>
                  <a:pt x="838799" y="132"/>
                </a:cubicBezTo>
                <a:cubicBezTo>
                  <a:pt x="898830" y="132"/>
                  <a:pt x="958860" y="1607"/>
                  <a:pt x="1018892" y="1607"/>
                </a:cubicBezTo>
                <a:cubicBezTo>
                  <a:pt x="1138956" y="1460"/>
                  <a:pt x="1259166" y="426"/>
                  <a:pt x="1379229" y="132"/>
                </a:cubicBezTo>
                <a:cubicBezTo>
                  <a:pt x="1490503" y="-165"/>
                  <a:pt x="1601627" y="132"/>
                  <a:pt x="1712902" y="132"/>
                </a:cubicBezTo>
                <a:cubicBezTo>
                  <a:pt x="1818067" y="132"/>
                  <a:pt x="1923383" y="-18"/>
                  <a:pt x="2028547" y="132"/>
                </a:cubicBezTo>
                <a:cubicBezTo>
                  <a:pt x="2139078" y="278"/>
                  <a:pt x="2249756" y="1164"/>
                  <a:pt x="2360285" y="1164"/>
                </a:cubicBezTo>
                <a:cubicBezTo>
                  <a:pt x="2459641" y="1164"/>
                  <a:pt x="2558849" y="278"/>
                  <a:pt x="2658206" y="132"/>
                </a:cubicBezTo>
                <a:cubicBezTo>
                  <a:pt x="2770522" y="-18"/>
                  <a:pt x="2882987" y="132"/>
                  <a:pt x="2995305" y="132"/>
                </a:cubicBezTo>
                <a:cubicBezTo>
                  <a:pt x="3085128" y="132"/>
                  <a:pt x="3174952" y="278"/>
                  <a:pt x="3264774" y="278"/>
                </a:cubicBezTo>
                <a:cubicBezTo>
                  <a:pt x="3331360" y="278"/>
                  <a:pt x="3397946" y="-18"/>
                  <a:pt x="3464532" y="132"/>
                </a:cubicBezTo>
                <a:cubicBezTo>
                  <a:pt x="3653264" y="721"/>
                  <a:pt x="3812801" y="121353"/>
                  <a:pt x="3856448" y="299272"/>
                </a:cubicBezTo>
                <a:cubicBezTo>
                  <a:pt x="3865236" y="334856"/>
                  <a:pt x="3867471" y="372803"/>
                  <a:pt x="3867619" y="409717"/>
                </a:cubicBezTo>
                <a:cubicBezTo>
                  <a:pt x="3868215" y="992940"/>
                  <a:pt x="3868067" y="1576311"/>
                  <a:pt x="3868067" y="2159535"/>
                </a:cubicBezTo>
                <a:cubicBezTo>
                  <a:pt x="3868067" y="2847889"/>
                  <a:pt x="3868067" y="3536239"/>
                  <a:pt x="3868067" y="4224591"/>
                </a:cubicBezTo>
                <a:lnTo>
                  <a:pt x="3868183" y="5721421"/>
                </a:lnTo>
                <a:lnTo>
                  <a:pt x="384" y="5721421"/>
                </a:lnTo>
                <a:lnTo>
                  <a:pt x="0" y="411784"/>
                </a:lnTo>
                <a:cubicBezTo>
                  <a:pt x="0" y="261327"/>
                  <a:pt x="59734" y="144681"/>
                  <a:pt x="185457" y="61701"/>
                </a:cubicBezTo>
                <a:cubicBezTo>
                  <a:pt x="251149" y="18291"/>
                  <a:pt x="325331" y="278"/>
                  <a:pt x="403834" y="132"/>
                </a:cubicBezTo>
                <a:close/>
              </a:path>
            </a:pathLst>
          </a:custGeom>
          <a:solidFill>
            <a:schemeClr val="bg1">
              <a:lumMod val="50000"/>
            </a:schemeClr>
          </a:solidFill>
        </p:spPr>
        <p:txBody>
          <a:bodyPr wrap="square" anchor="ctr">
            <a:noAutofit/>
          </a:bodyPr>
          <a:lstStyle>
            <a:lvl1pPr algn="ctr">
              <a:defRPr/>
            </a:lvl1pPr>
          </a:lstStyle>
          <a:p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F234DB0-3004-509D-820F-9FF2CCC20F59}"/>
              </a:ext>
            </a:extLst>
          </p:cNvPr>
          <p:cNvCxnSpPr/>
          <p:nvPr userDrawn="1"/>
        </p:nvCxnSpPr>
        <p:spPr>
          <a:xfrm>
            <a:off x="641350" y="0"/>
            <a:ext cx="0" cy="681038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7549953D-8BB0-B383-F725-C756E776B39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779463" y="2060575"/>
            <a:ext cx="4793736" cy="401002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E4B74144-F9DF-403B-B5C8-C97073D4EE4C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</a:rPr>
              <a:t>Go to ‘Design’ &gt; ‘Format Background’ &gt; choose colour </a:t>
            </a:r>
          </a:p>
        </p:txBody>
      </p:sp>
      <p:sp>
        <p:nvSpPr>
          <p:cNvPr id="5" name="Title 3">
            <a:extLst>
              <a:ext uri="{FF2B5EF4-FFF2-40B4-BE49-F238E27FC236}">
                <a16:creationId xmlns:a16="http://schemas.microsoft.com/office/drawing/2014/main" id="{7D6C7BDA-324B-B007-B448-8AA2D5F7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85262" y="335280"/>
            <a:ext cx="4787938" cy="1033145"/>
          </a:xfrm>
        </p:spPr>
        <p:txBody>
          <a:bodyPr/>
          <a:lstStyle/>
          <a:p>
            <a:r>
              <a:rPr lang="en-GB"/>
              <a:t>Mobile device</a:t>
            </a:r>
          </a:p>
        </p:txBody>
      </p:sp>
    </p:spTree>
    <p:extLst>
      <p:ext uri="{BB962C8B-B14F-4D97-AF65-F5344CB8AC3E}">
        <p14:creationId xmlns:p14="http://schemas.microsoft.com/office/powerpoint/2010/main" val="369808172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sktop devic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40319BC-9031-AD03-354D-EE82B71D89B0}"/>
              </a:ext>
            </a:extLst>
          </p:cNvPr>
          <p:cNvSpPr/>
          <p:nvPr userDrawn="1"/>
        </p:nvSpPr>
        <p:spPr>
          <a:xfrm>
            <a:off x="0" y="0"/>
            <a:ext cx="6096000" cy="61690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endParaRPr lang="en-GB" sz="140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C93688E-1263-9D36-62A7-80F8CE19F9A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b="8569"/>
          <a:stretch/>
        </p:blipFill>
        <p:spPr>
          <a:xfrm>
            <a:off x="4395996" y="787399"/>
            <a:ext cx="7310205" cy="5381626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1492FA8-3242-7065-DBEC-298BE6E57CF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1CFF7E-90AD-556E-DD8E-9CECD3DB0C9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F234DB0-3004-509D-820F-9FF2CCC20F59}"/>
              </a:ext>
            </a:extLst>
          </p:cNvPr>
          <p:cNvCxnSpPr/>
          <p:nvPr userDrawn="1"/>
        </p:nvCxnSpPr>
        <p:spPr>
          <a:xfrm>
            <a:off x="641350" y="0"/>
            <a:ext cx="0" cy="681038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7549953D-8BB0-B383-F725-C756E776B39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779463" y="2060575"/>
            <a:ext cx="3440570" cy="401002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E4B74144-F9DF-403B-B5C8-C97073D4EE4C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</a:rPr>
              <a:t>Go to ‘Design’ &gt; ‘Format Background’ &gt; choose colour 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BDFA67B3-1709-54E4-5A04-C5259FF0FEE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602504" y="1018903"/>
            <a:ext cx="6897188" cy="3879668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wrap="square" anchor="ctr">
            <a:noAutofit/>
          </a:bodyPr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5" name="Title 3">
            <a:extLst>
              <a:ext uri="{FF2B5EF4-FFF2-40B4-BE49-F238E27FC236}">
                <a16:creationId xmlns:a16="http://schemas.microsoft.com/office/drawing/2014/main" id="{72E7C2DC-E1A0-00D9-86B5-5372EF8D6BC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85262" y="335280"/>
            <a:ext cx="3434768" cy="1532021"/>
          </a:xfrm>
        </p:spPr>
        <p:txBody>
          <a:bodyPr/>
          <a:lstStyle/>
          <a:p>
            <a:r>
              <a:rPr lang="en-GB"/>
              <a:t>Desktop device</a:t>
            </a:r>
          </a:p>
        </p:txBody>
      </p:sp>
    </p:spTree>
    <p:extLst>
      <p:ext uri="{BB962C8B-B14F-4D97-AF65-F5344CB8AC3E}">
        <p14:creationId xmlns:p14="http://schemas.microsoft.com/office/powerpoint/2010/main" val="71765005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rface Book devic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40319BC-9031-AD03-354D-EE82B71D89B0}"/>
              </a:ext>
            </a:extLst>
          </p:cNvPr>
          <p:cNvSpPr/>
          <p:nvPr userDrawn="1"/>
        </p:nvSpPr>
        <p:spPr>
          <a:xfrm>
            <a:off x="0" y="0"/>
            <a:ext cx="6096000" cy="61690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endParaRPr lang="en-GB" sz="140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474F642-B459-8F68-4149-D4B99668EAF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3796217" y="862978"/>
            <a:ext cx="8795602" cy="5208488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1492FA8-3242-7065-DBEC-298BE6E57CF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1CFF7E-90AD-556E-DD8E-9CECD3DB0C9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F234DB0-3004-509D-820F-9FF2CCC20F59}"/>
              </a:ext>
            </a:extLst>
          </p:cNvPr>
          <p:cNvCxnSpPr/>
          <p:nvPr userDrawn="1"/>
        </p:nvCxnSpPr>
        <p:spPr>
          <a:xfrm>
            <a:off x="641350" y="0"/>
            <a:ext cx="0" cy="681038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7549953D-8BB0-B383-F725-C756E776B39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779463" y="2060575"/>
            <a:ext cx="3440570" cy="401002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E4B74144-F9DF-403B-B5C8-C97073D4EE4C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</a:rPr>
              <a:t>Go to ‘Design’ &gt; ‘Format Background’ &gt; choose colour 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BDFA67B3-1709-54E4-5A04-C5259FF0FEE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991501" y="1247502"/>
            <a:ext cx="6395644" cy="4258492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wrap="square" anchor="ctr">
            <a:noAutofit/>
          </a:bodyPr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DC7570AD-BDD1-7816-47BC-F74FDBA2791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85262" y="335280"/>
            <a:ext cx="3434768" cy="1532021"/>
          </a:xfrm>
        </p:spPr>
        <p:txBody>
          <a:bodyPr/>
          <a:lstStyle/>
          <a:p>
            <a:r>
              <a:rPr lang="en-GB"/>
              <a:t>Desktop device</a:t>
            </a:r>
          </a:p>
        </p:txBody>
      </p:sp>
    </p:spTree>
    <p:extLst>
      <p:ext uri="{BB962C8B-B14F-4D97-AF65-F5344CB8AC3E}">
        <p14:creationId xmlns:p14="http://schemas.microsoft.com/office/powerpoint/2010/main" val="250529348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x6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FD088EA-C24F-DD18-F246-C2F5956A757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F78F1E-E169-B6FE-32EE-5E059C3F35C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92B7BF2-5FF0-E849-A565-A859C5F399DC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643615" y="1368425"/>
            <a:ext cx="1281600" cy="1281600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A2C4E4-7F5F-67A3-0215-4AD932BDA96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26315" y="1368425"/>
            <a:ext cx="4107600" cy="1281600"/>
          </a:xfrm>
          <a:solidFill>
            <a:schemeClr val="bg1"/>
          </a:solidFill>
        </p:spPr>
        <p:txBody>
          <a:bodyPr lIns="360000" anchor="ctr"/>
          <a:lstStyle>
            <a:lvl1pPr>
              <a:lnSpc>
                <a:spcPct val="100000"/>
              </a:lnSpc>
              <a:spcAft>
                <a:spcPts val="0"/>
              </a:spcAft>
              <a:defRPr b="1">
                <a:solidFill>
                  <a:schemeClr val="tx2"/>
                </a:solidFill>
              </a:defRPr>
            </a:lvl1pPr>
            <a:lvl2pPr>
              <a:lnSpc>
                <a:spcPct val="100000"/>
              </a:lnSpc>
              <a:spcAft>
                <a:spcPts val="0"/>
              </a:spcAft>
              <a:defRPr sz="1200">
                <a:solidFill>
                  <a:schemeClr val="tx1"/>
                </a:solidFill>
              </a:defRPr>
            </a:lvl2pPr>
            <a:lvl3pPr marL="0" indent="0">
              <a:buNone/>
              <a:defRPr/>
            </a:lvl3pPr>
          </a:lstStyle>
          <a:p>
            <a:pPr lvl="0"/>
            <a:r>
              <a:rPr lang="en-GB"/>
              <a:t>First Name Surname</a:t>
            </a:r>
          </a:p>
          <a:p>
            <a:pPr lvl="1"/>
            <a:r>
              <a:rPr lang="en-GB"/>
              <a:t>Job Title</a:t>
            </a:r>
          </a:p>
        </p:txBody>
      </p:sp>
      <p:sp>
        <p:nvSpPr>
          <p:cNvPr id="11" name="Picture Placeholder 7">
            <a:extLst>
              <a:ext uri="{FF2B5EF4-FFF2-40B4-BE49-F238E27FC236}">
                <a16:creationId xmlns:a16="http://schemas.microsoft.com/office/drawing/2014/main" id="{6A1D9D11-B1DC-A8D1-7FEA-B26C35399BA2}"/>
              </a:ext>
            </a:extLst>
          </p:cNvPr>
          <p:cNvSpPr>
            <a:spLocks noGrp="1" noChangeAspect="1"/>
          </p:cNvSpPr>
          <p:nvPr>
            <p:ph type="pic" sz="quarter" idx="14"/>
          </p:nvPr>
        </p:nvSpPr>
        <p:spPr>
          <a:xfrm>
            <a:off x="6166505" y="1368425"/>
            <a:ext cx="1281600" cy="1281600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16DD9963-9B5A-10CD-A0EE-68235B7C27C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49205" y="1368425"/>
            <a:ext cx="4107600" cy="1281600"/>
          </a:xfrm>
          <a:solidFill>
            <a:schemeClr val="bg1"/>
          </a:solidFill>
        </p:spPr>
        <p:txBody>
          <a:bodyPr lIns="360000" anchor="ctr"/>
          <a:lstStyle>
            <a:lvl1pPr>
              <a:lnSpc>
                <a:spcPct val="100000"/>
              </a:lnSpc>
              <a:spcAft>
                <a:spcPts val="0"/>
              </a:spcAft>
              <a:defRPr b="1">
                <a:solidFill>
                  <a:schemeClr val="tx2"/>
                </a:solidFill>
              </a:defRPr>
            </a:lvl1pPr>
            <a:lvl2pPr>
              <a:lnSpc>
                <a:spcPct val="100000"/>
              </a:lnSpc>
              <a:spcAft>
                <a:spcPts val="0"/>
              </a:spcAft>
              <a:defRPr sz="1200">
                <a:solidFill>
                  <a:schemeClr val="tx1"/>
                </a:solidFill>
              </a:defRPr>
            </a:lvl2pPr>
            <a:lvl3pPr marL="0" indent="0">
              <a:buNone/>
              <a:defRPr/>
            </a:lvl3pPr>
          </a:lstStyle>
          <a:p>
            <a:pPr lvl="0"/>
            <a:r>
              <a:rPr lang="en-GB"/>
              <a:t>First Name Surname</a:t>
            </a:r>
          </a:p>
          <a:p>
            <a:pPr lvl="1"/>
            <a:r>
              <a:rPr lang="en-GB"/>
              <a:t>Job Title</a:t>
            </a:r>
          </a:p>
        </p:txBody>
      </p:sp>
      <p:sp>
        <p:nvSpPr>
          <p:cNvPr id="13" name="Picture Placeholder 7">
            <a:extLst>
              <a:ext uri="{FF2B5EF4-FFF2-40B4-BE49-F238E27FC236}">
                <a16:creationId xmlns:a16="http://schemas.microsoft.com/office/drawing/2014/main" id="{E0E9982E-86E4-21ED-9386-2BE8F31125AA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643615" y="2751314"/>
            <a:ext cx="1281600" cy="1281600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ABD159C3-2532-3562-792C-4F5CDC66EC5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926315" y="2751314"/>
            <a:ext cx="4107600" cy="1281600"/>
          </a:xfrm>
          <a:solidFill>
            <a:schemeClr val="bg1"/>
          </a:solidFill>
        </p:spPr>
        <p:txBody>
          <a:bodyPr lIns="360000" anchor="ctr"/>
          <a:lstStyle>
            <a:lvl1pPr>
              <a:lnSpc>
                <a:spcPct val="100000"/>
              </a:lnSpc>
              <a:spcAft>
                <a:spcPts val="0"/>
              </a:spcAft>
              <a:defRPr b="1">
                <a:solidFill>
                  <a:schemeClr val="tx2"/>
                </a:solidFill>
              </a:defRPr>
            </a:lvl1pPr>
            <a:lvl2pPr>
              <a:lnSpc>
                <a:spcPct val="100000"/>
              </a:lnSpc>
              <a:spcAft>
                <a:spcPts val="0"/>
              </a:spcAft>
              <a:defRPr sz="1200">
                <a:solidFill>
                  <a:schemeClr val="tx1"/>
                </a:solidFill>
              </a:defRPr>
            </a:lvl2pPr>
            <a:lvl3pPr marL="0" indent="0">
              <a:buNone/>
              <a:defRPr/>
            </a:lvl3pPr>
          </a:lstStyle>
          <a:p>
            <a:pPr lvl="0"/>
            <a:r>
              <a:rPr lang="en-GB"/>
              <a:t>First Name Surname</a:t>
            </a:r>
          </a:p>
          <a:p>
            <a:pPr lvl="1"/>
            <a:r>
              <a:rPr lang="en-GB"/>
              <a:t>Job Title</a:t>
            </a:r>
          </a:p>
        </p:txBody>
      </p:sp>
      <p:sp>
        <p:nvSpPr>
          <p:cNvPr id="15" name="Picture Placeholder 7">
            <a:extLst>
              <a:ext uri="{FF2B5EF4-FFF2-40B4-BE49-F238E27FC236}">
                <a16:creationId xmlns:a16="http://schemas.microsoft.com/office/drawing/2014/main" id="{ADF1BC7D-9E9D-7CD1-E8AA-262A162599E5}"/>
              </a:ext>
            </a:extLst>
          </p:cNvPr>
          <p:cNvSpPr>
            <a:spLocks noGrp="1" noChangeAspect="1"/>
          </p:cNvSpPr>
          <p:nvPr>
            <p:ph type="pic" sz="quarter" idx="18"/>
          </p:nvPr>
        </p:nvSpPr>
        <p:spPr>
          <a:xfrm>
            <a:off x="6166505" y="2751314"/>
            <a:ext cx="1281600" cy="1281600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A0399768-6B14-D79E-5238-274950F97DC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449205" y="2751314"/>
            <a:ext cx="4107600" cy="1281600"/>
          </a:xfrm>
          <a:solidFill>
            <a:schemeClr val="bg1"/>
          </a:solidFill>
        </p:spPr>
        <p:txBody>
          <a:bodyPr lIns="360000" anchor="ctr"/>
          <a:lstStyle>
            <a:lvl1pPr>
              <a:lnSpc>
                <a:spcPct val="100000"/>
              </a:lnSpc>
              <a:spcAft>
                <a:spcPts val="0"/>
              </a:spcAft>
              <a:defRPr b="1">
                <a:solidFill>
                  <a:schemeClr val="tx2"/>
                </a:solidFill>
              </a:defRPr>
            </a:lvl1pPr>
            <a:lvl2pPr>
              <a:lnSpc>
                <a:spcPct val="100000"/>
              </a:lnSpc>
              <a:spcAft>
                <a:spcPts val="0"/>
              </a:spcAft>
              <a:defRPr sz="1200">
                <a:solidFill>
                  <a:schemeClr val="tx1"/>
                </a:solidFill>
              </a:defRPr>
            </a:lvl2pPr>
            <a:lvl3pPr marL="0" indent="0">
              <a:buNone/>
              <a:defRPr/>
            </a:lvl3pPr>
          </a:lstStyle>
          <a:p>
            <a:pPr lvl="0"/>
            <a:r>
              <a:rPr lang="en-GB"/>
              <a:t>First Name Surname</a:t>
            </a:r>
          </a:p>
          <a:p>
            <a:pPr lvl="1"/>
            <a:r>
              <a:rPr lang="en-GB"/>
              <a:t>Job Title</a:t>
            </a:r>
          </a:p>
        </p:txBody>
      </p:sp>
      <p:sp>
        <p:nvSpPr>
          <p:cNvPr id="17" name="Picture Placeholder 7">
            <a:extLst>
              <a:ext uri="{FF2B5EF4-FFF2-40B4-BE49-F238E27FC236}">
                <a16:creationId xmlns:a16="http://schemas.microsoft.com/office/drawing/2014/main" id="{98348947-C76D-9C8F-348B-51A873307250}"/>
              </a:ext>
            </a:extLst>
          </p:cNvPr>
          <p:cNvSpPr>
            <a:spLocks noGrp="1" noChangeAspect="1"/>
          </p:cNvSpPr>
          <p:nvPr>
            <p:ph type="pic" sz="quarter" idx="20"/>
          </p:nvPr>
        </p:nvSpPr>
        <p:spPr>
          <a:xfrm>
            <a:off x="643615" y="4122445"/>
            <a:ext cx="1281600" cy="1281600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EAEC67F7-F65C-17F4-BF5F-DAF9447AEC4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926315" y="4122445"/>
            <a:ext cx="4107600" cy="1281600"/>
          </a:xfrm>
          <a:solidFill>
            <a:schemeClr val="bg1"/>
          </a:solidFill>
        </p:spPr>
        <p:txBody>
          <a:bodyPr lIns="360000" anchor="ctr"/>
          <a:lstStyle>
            <a:lvl1pPr>
              <a:lnSpc>
                <a:spcPct val="100000"/>
              </a:lnSpc>
              <a:spcAft>
                <a:spcPts val="0"/>
              </a:spcAft>
              <a:defRPr b="1">
                <a:solidFill>
                  <a:schemeClr val="tx2"/>
                </a:solidFill>
              </a:defRPr>
            </a:lvl1pPr>
            <a:lvl2pPr>
              <a:lnSpc>
                <a:spcPct val="100000"/>
              </a:lnSpc>
              <a:spcAft>
                <a:spcPts val="0"/>
              </a:spcAft>
              <a:defRPr sz="1200">
                <a:solidFill>
                  <a:schemeClr val="tx1"/>
                </a:solidFill>
              </a:defRPr>
            </a:lvl2pPr>
            <a:lvl3pPr marL="0" indent="0">
              <a:buNone/>
              <a:defRPr/>
            </a:lvl3pPr>
          </a:lstStyle>
          <a:p>
            <a:pPr lvl="0"/>
            <a:r>
              <a:rPr lang="en-GB"/>
              <a:t>First Name Surname</a:t>
            </a:r>
          </a:p>
          <a:p>
            <a:pPr lvl="1"/>
            <a:r>
              <a:rPr lang="en-GB"/>
              <a:t>Job Title</a:t>
            </a:r>
          </a:p>
        </p:txBody>
      </p:sp>
      <p:sp>
        <p:nvSpPr>
          <p:cNvPr id="19" name="Picture Placeholder 7">
            <a:extLst>
              <a:ext uri="{FF2B5EF4-FFF2-40B4-BE49-F238E27FC236}">
                <a16:creationId xmlns:a16="http://schemas.microsoft.com/office/drawing/2014/main" id="{814B2C35-0E8C-3EF5-DFBB-4A646E3A6373}"/>
              </a:ext>
            </a:extLst>
          </p:cNvPr>
          <p:cNvSpPr>
            <a:spLocks noGrp="1" noChangeAspect="1"/>
          </p:cNvSpPr>
          <p:nvPr>
            <p:ph type="pic" sz="quarter" idx="22"/>
          </p:nvPr>
        </p:nvSpPr>
        <p:spPr>
          <a:xfrm>
            <a:off x="6166505" y="4122445"/>
            <a:ext cx="1281600" cy="1281600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65F261BA-EC3A-97AD-184F-EED4ACE0DBF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449205" y="4122445"/>
            <a:ext cx="4107600" cy="1281600"/>
          </a:xfrm>
          <a:solidFill>
            <a:schemeClr val="bg1"/>
          </a:solidFill>
        </p:spPr>
        <p:txBody>
          <a:bodyPr lIns="360000" anchor="ctr"/>
          <a:lstStyle>
            <a:lvl1pPr>
              <a:lnSpc>
                <a:spcPct val="100000"/>
              </a:lnSpc>
              <a:spcAft>
                <a:spcPts val="0"/>
              </a:spcAft>
              <a:defRPr b="1">
                <a:solidFill>
                  <a:schemeClr val="tx2"/>
                </a:solidFill>
              </a:defRPr>
            </a:lvl1pPr>
            <a:lvl2pPr>
              <a:lnSpc>
                <a:spcPct val="100000"/>
              </a:lnSpc>
              <a:spcAft>
                <a:spcPts val="0"/>
              </a:spcAft>
              <a:defRPr sz="1200">
                <a:solidFill>
                  <a:schemeClr val="tx1"/>
                </a:solidFill>
              </a:defRPr>
            </a:lvl2pPr>
            <a:lvl3pPr marL="0" indent="0">
              <a:buNone/>
              <a:defRPr/>
            </a:lvl3pPr>
          </a:lstStyle>
          <a:p>
            <a:pPr lvl="0"/>
            <a:r>
              <a:rPr lang="en-GB"/>
              <a:t>First Name Surname</a:t>
            </a:r>
          </a:p>
          <a:p>
            <a:pPr lvl="1"/>
            <a:r>
              <a:rPr lang="en-GB"/>
              <a:t>Job Title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A8800C4D-7BD6-C1AC-7F00-EFB865A171B3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</a:rPr>
              <a:t>Go to ‘Design’ &gt; ‘Format Background’ &gt; choose colour </a:t>
            </a:r>
          </a:p>
        </p:txBody>
      </p:sp>
      <p:sp>
        <p:nvSpPr>
          <p:cNvPr id="5" name="Title 3">
            <a:extLst>
              <a:ext uri="{FF2B5EF4-FFF2-40B4-BE49-F238E27FC236}">
                <a16:creationId xmlns:a16="http://schemas.microsoft.com/office/drawing/2014/main" id="{897C654F-9EB9-66D5-2E82-656BFF5A96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261" y="335280"/>
            <a:ext cx="10765383" cy="1033145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2513718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x8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icture Placeholder 7">
            <a:extLst>
              <a:ext uri="{FF2B5EF4-FFF2-40B4-BE49-F238E27FC236}">
                <a16:creationId xmlns:a16="http://schemas.microsoft.com/office/drawing/2014/main" id="{EDCD066B-62F2-1A43-3B79-0734FE86A4F0}"/>
              </a:ext>
            </a:extLst>
          </p:cNvPr>
          <p:cNvSpPr>
            <a:spLocks noGrp="1" noChangeAspect="1"/>
          </p:cNvSpPr>
          <p:nvPr>
            <p:ph type="pic" sz="quarter" idx="23"/>
          </p:nvPr>
        </p:nvSpPr>
        <p:spPr>
          <a:xfrm>
            <a:off x="6680956" y="3813912"/>
            <a:ext cx="1526400" cy="1526400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27" name="Picture Placeholder 7">
            <a:extLst>
              <a:ext uri="{FF2B5EF4-FFF2-40B4-BE49-F238E27FC236}">
                <a16:creationId xmlns:a16="http://schemas.microsoft.com/office/drawing/2014/main" id="{AC1E1BEF-7CEE-8011-71B0-68F0F7ED3DBB}"/>
              </a:ext>
            </a:extLst>
          </p:cNvPr>
          <p:cNvSpPr>
            <a:spLocks noGrp="1" noChangeAspect="1"/>
          </p:cNvSpPr>
          <p:nvPr>
            <p:ph type="pic" sz="quarter" idx="24"/>
          </p:nvPr>
        </p:nvSpPr>
        <p:spPr>
          <a:xfrm>
            <a:off x="9388132" y="3813912"/>
            <a:ext cx="1526400" cy="1526400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D93BE3-A2EF-45BD-52EE-BE0CE5704C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FD088EA-C24F-DD18-F246-C2F5956A757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F78F1E-E169-B6FE-32EE-5E059C3F35C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92B7BF2-5FF0-E849-A565-A859C5F399DC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1266606" y="1368425"/>
            <a:ext cx="1526400" cy="1526400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11" name="Picture Placeholder 7">
            <a:extLst>
              <a:ext uri="{FF2B5EF4-FFF2-40B4-BE49-F238E27FC236}">
                <a16:creationId xmlns:a16="http://schemas.microsoft.com/office/drawing/2014/main" id="{6A1D9D11-B1DC-A8D1-7FEA-B26C35399BA2}"/>
              </a:ext>
            </a:extLst>
          </p:cNvPr>
          <p:cNvSpPr>
            <a:spLocks noGrp="1" noChangeAspect="1"/>
          </p:cNvSpPr>
          <p:nvPr>
            <p:ph type="pic" sz="quarter" idx="14"/>
          </p:nvPr>
        </p:nvSpPr>
        <p:spPr>
          <a:xfrm>
            <a:off x="3973781" y="1368425"/>
            <a:ext cx="1526400" cy="1526400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13" name="Picture Placeholder 7">
            <a:extLst>
              <a:ext uri="{FF2B5EF4-FFF2-40B4-BE49-F238E27FC236}">
                <a16:creationId xmlns:a16="http://schemas.microsoft.com/office/drawing/2014/main" id="{E0E9982E-86E4-21ED-9386-2BE8F31125AA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6680956" y="1368425"/>
            <a:ext cx="1526400" cy="1526400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15" name="Picture Placeholder 7">
            <a:extLst>
              <a:ext uri="{FF2B5EF4-FFF2-40B4-BE49-F238E27FC236}">
                <a16:creationId xmlns:a16="http://schemas.microsoft.com/office/drawing/2014/main" id="{ADF1BC7D-9E9D-7CD1-E8AA-262A162599E5}"/>
              </a:ext>
            </a:extLst>
          </p:cNvPr>
          <p:cNvSpPr>
            <a:spLocks noGrp="1" noChangeAspect="1"/>
          </p:cNvSpPr>
          <p:nvPr>
            <p:ph type="pic" sz="quarter" idx="18"/>
          </p:nvPr>
        </p:nvSpPr>
        <p:spPr>
          <a:xfrm>
            <a:off x="9388132" y="1368425"/>
            <a:ext cx="1526400" cy="1526400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17" name="Picture Placeholder 7">
            <a:extLst>
              <a:ext uri="{FF2B5EF4-FFF2-40B4-BE49-F238E27FC236}">
                <a16:creationId xmlns:a16="http://schemas.microsoft.com/office/drawing/2014/main" id="{98348947-C76D-9C8F-348B-51A873307250}"/>
              </a:ext>
            </a:extLst>
          </p:cNvPr>
          <p:cNvSpPr>
            <a:spLocks noGrp="1" noChangeAspect="1"/>
          </p:cNvSpPr>
          <p:nvPr>
            <p:ph type="pic" sz="quarter" idx="20"/>
          </p:nvPr>
        </p:nvSpPr>
        <p:spPr>
          <a:xfrm>
            <a:off x="1266606" y="3813912"/>
            <a:ext cx="1526400" cy="1526400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19" name="Picture Placeholder 7">
            <a:extLst>
              <a:ext uri="{FF2B5EF4-FFF2-40B4-BE49-F238E27FC236}">
                <a16:creationId xmlns:a16="http://schemas.microsoft.com/office/drawing/2014/main" id="{814B2C35-0E8C-3EF5-DFBB-4A646E3A6373}"/>
              </a:ext>
            </a:extLst>
          </p:cNvPr>
          <p:cNvSpPr>
            <a:spLocks noGrp="1" noChangeAspect="1"/>
          </p:cNvSpPr>
          <p:nvPr>
            <p:ph type="pic" sz="quarter" idx="22"/>
          </p:nvPr>
        </p:nvSpPr>
        <p:spPr>
          <a:xfrm>
            <a:off x="3973781" y="3813912"/>
            <a:ext cx="1526400" cy="1526400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A8800C4D-7BD6-C1AC-7F00-EFB865A171B3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</a:rPr>
              <a:t>Go to ‘Design’ &gt; ‘Format Background’ &gt; choose colour </a:t>
            </a:r>
          </a:p>
        </p:txBody>
      </p:sp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47CA8422-1D2B-55E1-7CC5-FA76891B1DD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70887" y="2894825"/>
            <a:ext cx="2517836" cy="828713"/>
          </a:xfrm>
        </p:spPr>
        <p:txBody>
          <a:bodyPr lIns="0" tIns="72000" rIns="0" bIns="0"/>
          <a:lstStyle>
            <a:lvl1pPr algn="ctr">
              <a:lnSpc>
                <a:spcPct val="100000"/>
              </a:lnSpc>
              <a:spcAft>
                <a:spcPts val="0"/>
              </a:spcAft>
              <a:defRPr b="1">
                <a:solidFill>
                  <a:schemeClr val="tx2"/>
                </a:solidFill>
              </a:defRPr>
            </a:lvl1pPr>
            <a:lvl2pPr algn="ctr">
              <a:lnSpc>
                <a:spcPct val="100000"/>
              </a:lnSpc>
              <a:spcAft>
                <a:spcPts val="0"/>
              </a:spcAft>
              <a:defRPr sz="1200">
                <a:solidFill>
                  <a:schemeClr val="tx1"/>
                </a:solidFill>
              </a:defRPr>
            </a:lvl2pPr>
            <a:lvl3pPr marL="0" indent="0">
              <a:buNone/>
              <a:defRPr/>
            </a:lvl3pPr>
          </a:lstStyle>
          <a:p>
            <a:pPr lvl="0"/>
            <a:r>
              <a:rPr lang="en-GB"/>
              <a:t>First Name Surname</a:t>
            </a:r>
          </a:p>
          <a:p>
            <a:pPr lvl="1"/>
            <a:r>
              <a:rPr lang="en-GB"/>
              <a:t>Job Title</a:t>
            </a:r>
          </a:p>
        </p:txBody>
      </p:sp>
      <p:sp>
        <p:nvSpPr>
          <p:cNvPr id="30" name="Text Placeholder 28">
            <a:extLst>
              <a:ext uri="{FF2B5EF4-FFF2-40B4-BE49-F238E27FC236}">
                <a16:creationId xmlns:a16="http://schemas.microsoft.com/office/drawing/2014/main" id="{B1D750A3-997C-117C-3671-CF7A3758AF2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478063" y="2894825"/>
            <a:ext cx="2517836" cy="828713"/>
          </a:xfrm>
        </p:spPr>
        <p:txBody>
          <a:bodyPr lIns="0" tIns="72000" rIns="0" bIns="0"/>
          <a:lstStyle>
            <a:lvl1pPr algn="ctr">
              <a:lnSpc>
                <a:spcPct val="100000"/>
              </a:lnSpc>
              <a:spcAft>
                <a:spcPts val="0"/>
              </a:spcAft>
              <a:defRPr b="1">
                <a:solidFill>
                  <a:schemeClr val="tx2"/>
                </a:solidFill>
              </a:defRPr>
            </a:lvl1pPr>
            <a:lvl2pPr algn="ctr">
              <a:lnSpc>
                <a:spcPct val="100000"/>
              </a:lnSpc>
              <a:spcAft>
                <a:spcPts val="0"/>
              </a:spcAft>
              <a:defRPr sz="1200">
                <a:solidFill>
                  <a:schemeClr val="tx1"/>
                </a:solidFill>
              </a:defRPr>
            </a:lvl2pPr>
            <a:lvl3pPr marL="0" indent="0">
              <a:buNone/>
              <a:defRPr/>
            </a:lvl3pPr>
          </a:lstStyle>
          <a:p>
            <a:pPr lvl="0"/>
            <a:r>
              <a:rPr lang="en-GB"/>
              <a:t>First Name Surname</a:t>
            </a:r>
          </a:p>
          <a:p>
            <a:pPr lvl="1"/>
            <a:r>
              <a:rPr lang="en-GB"/>
              <a:t>Job Title</a:t>
            </a:r>
          </a:p>
        </p:txBody>
      </p:sp>
      <p:sp>
        <p:nvSpPr>
          <p:cNvPr id="31" name="Text Placeholder 28">
            <a:extLst>
              <a:ext uri="{FF2B5EF4-FFF2-40B4-BE49-F238E27FC236}">
                <a16:creationId xmlns:a16="http://schemas.microsoft.com/office/drawing/2014/main" id="{E5AC6BD1-147E-35E8-0B05-71681723414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185239" y="2894825"/>
            <a:ext cx="2517836" cy="828713"/>
          </a:xfrm>
        </p:spPr>
        <p:txBody>
          <a:bodyPr lIns="0" tIns="72000" rIns="0" bIns="0"/>
          <a:lstStyle>
            <a:lvl1pPr algn="ctr">
              <a:lnSpc>
                <a:spcPct val="100000"/>
              </a:lnSpc>
              <a:spcAft>
                <a:spcPts val="0"/>
              </a:spcAft>
              <a:defRPr b="1">
                <a:solidFill>
                  <a:schemeClr val="tx2"/>
                </a:solidFill>
              </a:defRPr>
            </a:lvl1pPr>
            <a:lvl2pPr algn="ctr">
              <a:lnSpc>
                <a:spcPct val="100000"/>
              </a:lnSpc>
              <a:spcAft>
                <a:spcPts val="0"/>
              </a:spcAft>
              <a:defRPr sz="1200">
                <a:solidFill>
                  <a:schemeClr val="tx1"/>
                </a:solidFill>
              </a:defRPr>
            </a:lvl2pPr>
            <a:lvl3pPr marL="0" indent="0">
              <a:buNone/>
              <a:defRPr/>
            </a:lvl3pPr>
          </a:lstStyle>
          <a:p>
            <a:pPr lvl="0"/>
            <a:r>
              <a:rPr lang="en-GB"/>
              <a:t>First Name Surname</a:t>
            </a:r>
          </a:p>
          <a:p>
            <a:pPr lvl="1"/>
            <a:r>
              <a:rPr lang="en-GB"/>
              <a:t>Job Title</a:t>
            </a:r>
          </a:p>
        </p:txBody>
      </p:sp>
      <p:sp>
        <p:nvSpPr>
          <p:cNvPr id="32" name="Text Placeholder 28">
            <a:extLst>
              <a:ext uri="{FF2B5EF4-FFF2-40B4-BE49-F238E27FC236}">
                <a16:creationId xmlns:a16="http://schemas.microsoft.com/office/drawing/2014/main" id="{CF663DAB-E3A8-8E89-61F7-20DFA620D01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892413" y="2894825"/>
            <a:ext cx="2517836" cy="828713"/>
          </a:xfrm>
        </p:spPr>
        <p:txBody>
          <a:bodyPr lIns="0" tIns="72000" rIns="0" bIns="0"/>
          <a:lstStyle>
            <a:lvl1pPr algn="ctr">
              <a:lnSpc>
                <a:spcPct val="100000"/>
              </a:lnSpc>
              <a:spcAft>
                <a:spcPts val="0"/>
              </a:spcAft>
              <a:defRPr b="1">
                <a:solidFill>
                  <a:schemeClr val="tx2"/>
                </a:solidFill>
              </a:defRPr>
            </a:lvl1pPr>
            <a:lvl2pPr algn="ctr">
              <a:lnSpc>
                <a:spcPct val="100000"/>
              </a:lnSpc>
              <a:spcAft>
                <a:spcPts val="0"/>
              </a:spcAft>
              <a:defRPr sz="1200">
                <a:solidFill>
                  <a:schemeClr val="tx1"/>
                </a:solidFill>
              </a:defRPr>
            </a:lvl2pPr>
            <a:lvl3pPr marL="0" indent="0">
              <a:buNone/>
              <a:defRPr/>
            </a:lvl3pPr>
          </a:lstStyle>
          <a:p>
            <a:pPr lvl="0"/>
            <a:r>
              <a:rPr lang="en-GB"/>
              <a:t>First Name Surname</a:t>
            </a:r>
          </a:p>
          <a:p>
            <a:pPr lvl="1"/>
            <a:r>
              <a:rPr lang="en-GB"/>
              <a:t>Job Title</a:t>
            </a:r>
          </a:p>
        </p:txBody>
      </p:sp>
      <p:sp>
        <p:nvSpPr>
          <p:cNvPr id="33" name="Text Placeholder 28">
            <a:extLst>
              <a:ext uri="{FF2B5EF4-FFF2-40B4-BE49-F238E27FC236}">
                <a16:creationId xmlns:a16="http://schemas.microsoft.com/office/drawing/2014/main" id="{9EA348E3-0BA0-AB18-D019-848DA1B4F3F9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70887" y="5347080"/>
            <a:ext cx="2517836" cy="828713"/>
          </a:xfrm>
        </p:spPr>
        <p:txBody>
          <a:bodyPr lIns="0" tIns="72000" rIns="0" bIns="0"/>
          <a:lstStyle>
            <a:lvl1pPr algn="ctr">
              <a:lnSpc>
                <a:spcPct val="100000"/>
              </a:lnSpc>
              <a:spcAft>
                <a:spcPts val="0"/>
              </a:spcAft>
              <a:defRPr b="1">
                <a:solidFill>
                  <a:schemeClr val="tx2"/>
                </a:solidFill>
              </a:defRPr>
            </a:lvl1pPr>
            <a:lvl2pPr algn="ctr">
              <a:lnSpc>
                <a:spcPct val="100000"/>
              </a:lnSpc>
              <a:spcAft>
                <a:spcPts val="0"/>
              </a:spcAft>
              <a:defRPr sz="1200">
                <a:solidFill>
                  <a:schemeClr val="tx1"/>
                </a:solidFill>
              </a:defRPr>
            </a:lvl2pPr>
            <a:lvl3pPr marL="0" indent="0">
              <a:buNone/>
              <a:defRPr/>
            </a:lvl3pPr>
          </a:lstStyle>
          <a:p>
            <a:pPr lvl="0"/>
            <a:r>
              <a:rPr lang="en-GB"/>
              <a:t>First Name Surname</a:t>
            </a:r>
          </a:p>
          <a:p>
            <a:pPr lvl="1"/>
            <a:r>
              <a:rPr lang="en-GB"/>
              <a:t>Job Title</a:t>
            </a:r>
          </a:p>
        </p:txBody>
      </p:sp>
      <p:sp>
        <p:nvSpPr>
          <p:cNvPr id="34" name="Text Placeholder 28">
            <a:extLst>
              <a:ext uri="{FF2B5EF4-FFF2-40B4-BE49-F238E27FC236}">
                <a16:creationId xmlns:a16="http://schemas.microsoft.com/office/drawing/2014/main" id="{607FE6B0-A2D9-C718-2193-A841C6CA052E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478063" y="5347080"/>
            <a:ext cx="2517836" cy="828713"/>
          </a:xfrm>
        </p:spPr>
        <p:txBody>
          <a:bodyPr lIns="0" tIns="72000" rIns="0" bIns="0"/>
          <a:lstStyle>
            <a:lvl1pPr algn="ctr">
              <a:lnSpc>
                <a:spcPct val="100000"/>
              </a:lnSpc>
              <a:spcAft>
                <a:spcPts val="0"/>
              </a:spcAft>
              <a:defRPr b="1">
                <a:solidFill>
                  <a:schemeClr val="tx2"/>
                </a:solidFill>
              </a:defRPr>
            </a:lvl1pPr>
            <a:lvl2pPr algn="ctr">
              <a:lnSpc>
                <a:spcPct val="100000"/>
              </a:lnSpc>
              <a:spcAft>
                <a:spcPts val="0"/>
              </a:spcAft>
              <a:defRPr sz="1200">
                <a:solidFill>
                  <a:schemeClr val="tx1"/>
                </a:solidFill>
              </a:defRPr>
            </a:lvl2pPr>
            <a:lvl3pPr marL="0" indent="0">
              <a:buNone/>
              <a:defRPr/>
            </a:lvl3pPr>
          </a:lstStyle>
          <a:p>
            <a:pPr lvl="0"/>
            <a:r>
              <a:rPr lang="en-GB"/>
              <a:t>First Name Surname</a:t>
            </a:r>
          </a:p>
          <a:p>
            <a:pPr lvl="1"/>
            <a:r>
              <a:rPr lang="en-GB"/>
              <a:t>Job Title</a:t>
            </a:r>
          </a:p>
        </p:txBody>
      </p:sp>
      <p:sp>
        <p:nvSpPr>
          <p:cNvPr id="35" name="Text Placeholder 28">
            <a:extLst>
              <a:ext uri="{FF2B5EF4-FFF2-40B4-BE49-F238E27FC236}">
                <a16:creationId xmlns:a16="http://schemas.microsoft.com/office/drawing/2014/main" id="{E3216F32-B415-75E5-A176-3355725AB2C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167952" y="5347080"/>
            <a:ext cx="2517836" cy="828713"/>
          </a:xfrm>
        </p:spPr>
        <p:txBody>
          <a:bodyPr lIns="0" tIns="72000" rIns="0" bIns="0"/>
          <a:lstStyle>
            <a:lvl1pPr algn="ctr">
              <a:lnSpc>
                <a:spcPct val="100000"/>
              </a:lnSpc>
              <a:spcAft>
                <a:spcPts val="0"/>
              </a:spcAft>
              <a:defRPr b="1">
                <a:solidFill>
                  <a:schemeClr val="tx2"/>
                </a:solidFill>
              </a:defRPr>
            </a:lvl1pPr>
            <a:lvl2pPr algn="ctr">
              <a:lnSpc>
                <a:spcPct val="100000"/>
              </a:lnSpc>
              <a:spcAft>
                <a:spcPts val="0"/>
              </a:spcAft>
              <a:defRPr sz="1200">
                <a:solidFill>
                  <a:schemeClr val="tx1"/>
                </a:solidFill>
              </a:defRPr>
            </a:lvl2pPr>
            <a:lvl3pPr marL="0" indent="0">
              <a:buNone/>
              <a:defRPr/>
            </a:lvl3pPr>
          </a:lstStyle>
          <a:p>
            <a:pPr lvl="0"/>
            <a:r>
              <a:rPr lang="en-GB"/>
              <a:t>First Name Surname</a:t>
            </a:r>
          </a:p>
          <a:p>
            <a:pPr lvl="1"/>
            <a:r>
              <a:rPr lang="en-GB"/>
              <a:t>Job Title</a:t>
            </a:r>
          </a:p>
        </p:txBody>
      </p:sp>
      <p:sp>
        <p:nvSpPr>
          <p:cNvPr id="36" name="Text Placeholder 28">
            <a:extLst>
              <a:ext uri="{FF2B5EF4-FFF2-40B4-BE49-F238E27FC236}">
                <a16:creationId xmlns:a16="http://schemas.microsoft.com/office/drawing/2014/main" id="{35ACE380-9E86-AB7F-35A9-F1C0E8040B05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857841" y="5347080"/>
            <a:ext cx="2517836" cy="828713"/>
          </a:xfrm>
        </p:spPr>
        <p:txBody>
          <a:bodyPr lIns="0" tIns="72000" rIns="0" bIns="0"/>
          <a:lstStyle>
            <a:lvl1pPr algn="ctr">
              <a:lnSpc>
                <a:spcPct val="100000"/>
              </a:lnSpc>
              <a:spcAft>
                <a:spcPts val="0"/>
              </a:spcAft>
              <a:defRPr b="1">
                <a:solidFill>
                  <a:schemeClr val="tx2"/>
                </a:solidFill>
              </a:defRPr>
            </a:lvl1pPr>
            <a:lvl2pPr algn="ctr">
              <a:lnSpc>
                <a:spcPct val="100000"/>
              </a:lnSpc>
              <a:spcAft>
                <a:spcPts val="0"/>
              </a:spcAft>
              <a:defRPr sz="1200">
                <a:solidFill>
                  <a:schemeClr val="tx1"/>
                </a:solidFill>
              </a:defRPr>
            </a:lvl2pPr>
            <a:lvl3pPr marL="0" indent="0">
              <a:buNone/>
              <a:defRPr/>
            </a:lvl3pPr>
          </a:lstStyle>
          <a:p>
            <a:pPr lvl="0"/>
            <a:r>
              <a:rPr lang="en-GB"/>
              <a:t>First Name Surname</a:t>
            </a:r>
          </a:p>
          <a:p>
            <a:pPr lvl="1"/>
            <a:r>
              <a:rPr lang="en-GB"/>
              <a:t>Job Title</a:t>
            </a:r>
          </a:p>
        </p:txBody>
      </p:sp>
    </p:spTree>
    <p:extLst>
      <p:ext uri="{BB962C8B-B14F-4D97-AF65-F5344CB8AC3E}">
        <p14:creationId xmlns:p14="http://schemas.microsoft.com/office/powerpoint/2010/main" val="344411546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x8 al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2FE7D91B-1563-CEA3-1FF8-3F546AD5B839}"/>
              </a:ext>
            </a:extLst>
          </p:cNvPr>
          <p:cNvSpPr>
            <a:spLocks noGrp="1" noChangeAspect="1"/>
          </p:cNvSpPr>
          <p:nvPr>
            <p:ph type="pic" sz="quarter" idx="27"/>
          </p:nvPr>
        </p:nvSpPr>
        <p:spPr>
          <a:xfrm>
            <a:off x="4241032" y="682625"/>
            <a:ext cx="2296800" cy="2296800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25" name="Text Placeholder 28">
            <a:extLst>
              <a:ext uri="{FF2B5EF4-FFF2-40B4-BE49-F238E27FC236}">
                <a16:creationId xmlns:a16="http://schemas.microsoft.com/office/drawing/2014/main" id="{283449E4-2863-B781-158C-C0932DEE17B2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241032" y="2011025"/>
            <a:ext cx="2296800" cy="968400"/>
          </a:xfrm>
          <a:gradFill>
            <a:gsLst>
              <a:gs pos="0">
                <a:schemeClr val="tx1">
                  <a:alpha val="73000"/>
                </a:schemeClr>
              </a:gs>
              <a:gs pos="100000">
                <a:schemeClr val="tx1">
                  <a:alpha val="0"/>
                </a:schemeClr>
              </a:gs>
            </a:gsLst>
            <a:lin ang="16200000" scaled="1"/>
          </a:gradFill>
        </p:spPr>
        <p:txBody>
          <a:bodyPr lIns="144000" tIns="36000" rIns="144000" bIns="144000" anchor="b"/>
          <a:lstStyle>
            <a:lvl1pPr algn="ctr">
              <a:lnSpc>
                <a:spcPct val="100000"/>
              </a:lnSpc>
              <a:spcAft>
                <a:spcPts val="0"/>
              </a:spcAft>
              <a:defRPr sz="1400" b="1">
                <a:solidFill>
                  <a:schemeClr val="bg1"/>
                </a:solidFill>
              </a:defRPr>
            </a:lvl1pPr>
            <a:lvl2pPr algn="ctr">
              <a:lnSpc>
                <a:spcPct val="100000"/>
              </a:lnSpc>
              <a:spcAft>
                <a:spcPts val="0"/>
              </a:spcAft>
              <a:defRPr sz="1100">
                <a:solidFill>
                  <a:schemeClr val="bg1"/>
                </a:solidFill>
              </a:defRPr>
            </a:lvl2pPr>
            <a:lvl3pPr marL="0" indent="0">
              <a:buNone/>
              <a:defRPr/>
            </a:lvl3pPr>
          </a:lstStyle>
          <a:p>
            <a:pPr lvl="0"/>
            <a:r>
              <a:rPr lang="en-GB"/>
              <a:t>First Name Surname</a:t>
            </a:r>
          </a:p>
          <a:p>
            <a:pPr lvl="1"/>
            <a:r>
              <a:rPr lang="en-GB"/>
              <a:t>Job Title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92B7BF2-5FF0-E849-A565-A859C5F399DC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1731627" y="682625"/>
            <a:ext cx="2296800" cy="2296800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203A57B8-E234-CD88-D11C-D1DFE37ADDB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 rot="16200000">
            <a:off x="-1415473" y="3470854"/>
            <a:ext cx="4113646" cy="1282700"/>
          </a:xfrm>
        </p:spPr>
        <p:txBody>
          <a:bodyPr anchor="ctr"/>
          <a:lstStyle>
            <a:lvl1pPr algn="r">
              <a:lnSpc>
                <a:spcPct val="80000"/>
              </a:lnSpc>
              <a:defRPr sz="3600"/>
            </a:lvl1pPr>
          </a:lstStyle>
          <a:p>
            <a:pPr lvl="0"/>
            <a:r>
              <a:rPr lang="en-GB"/>
              <a:t>Meet the team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FD088EA-C24F-DD18-F246-C2F5956A757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F78F1E-E169-B6FE-32EE-5E059C3F35C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A8800C4D-7BD6-C1AC-7F00-EFB865A171B3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</a:rPr>
              <a:t>Go to ‘Design’ &gt; ‘Format Background’ &gt; choose colour </a:t>
            </a:r>
          </a:p>
        </p:txBody>
      </p:sp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47CA8422-1D2B-55E1-7CC5-FA76891B1DD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731627" y="2011025"/>
            <a:ext cx="2296800" cy="968400"/>
          </a:xfrm>
          <a:gradFill>
            <a:gsLst>
              <a:gs pos="0">
                <a:schemeClr val="tx1">
                  <a:alpha val="73000"/>
                </a:schemeClr>
              </a:gs>
              <a:gs pos="100000">
                <a:schemeClr val="tx1">
                  <a:alpha val="0"/>
                </a:schemeClr>
              </a:gs>
            </a:gsLst>
            <a:lin ang="16200000" scaled="1"/>
          </a:gradFill>
        </p:spPr>
        <p:txBody>
          <a:bodyPr lIns="144000" tIns="36000" rIns="144000" bIns="144000" anchor="b"/>
          <a:lstStyle>
            <a:lvl1pPr algn="ctr">
              <a:lnSpc>
                <a:spcPct val="100000"/>
              </a:lnSpc>
              <a:spcAft>
                <a:spcPts val="0"/>
              </a:spcAft>
              <a:defRPr sz="1400" b="1">
                <a:solidFill>
                  <a:schemeClr val="bg1"/>
                </a:solidFill>
              </a:defRPr>
            </a:lvl1pPr>
            <a:lvl2pPr algn="ctr">
              <a:lnSpc>
                <a:spcPct val="100000"/>
              </a:lnSpc>
              <a:spcAft>
                <a:spcPts val="0"/>
              </a:spcAft>
              <a:defRPr sz="1100">
                <a:solidFill>
                  <a:schemeClr val="bg1"/>
                </a:solidFill>
              </a:defRPr>
            </a:lvl2pPr>
            <a:lvl3pPr marL="0" indent="0">
              <a:buNone/>
              <a:defRPr/>
            </a:lvl3pPr>
          </a:lstStyle>
          <a:p>
            <a:pPr lvl="0"/>
            <a:r>
              <a:rPr lang="en-GB"/>
              <a:t>First Name Surname</a:t>
            </a:r>
          </a:p>
          <a:p>
            <a:pPr lvl="1"/>
            <a:r>
              <a:rPr lang="en-GB"/>
              <a:t>Job Title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C787E02-54B7-34DE-48AF-51442EB2B509}"/>
              </a:ext>
            </a:extLst>
          </p:cNvPr>
          <p:cNvCxnSpPr>
            <a:cxnSpLocks/>
          </p:cNvCxnSpPr>
          <p:nvPr userDrawn="1"/>
        </p:nvCxnSpPr>
        <p:spPr>
          <a:xfrm>
            <a:off x="641350" y="0"/>
            <a:ext cx="0" cy="2012762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Picture Placeholder 7">
            <a:extLst>
              <a:ext uri="{FF2B5EF4-FFF2-40B4-BE49-F238E27FC236}">
                <a16:creationId xmlns:a16="http://schemas.microsoft.com/office/drawing/2014/main" id="{384A9924-D9B5-F558-4446-770722C9E658}"/>
              </a:ext>
            </a:extLst>
          </p:cNvPr>
          <p:cNvSpPr>
            <a:spLocks noGrp="1" noChangeAspect="1"/>
          </p:cNvSpPr>
          <p:nvPr>
            <p:ph type="pic" sz="quarter" idx="29"/>
          </p:nvPr>
        </p:nvSpPr>
        <p:spPr>
          <a:xfrm>
            <a:off x="6750437" y="682625"/>
            <a:ext cx="2296800" cy="2296800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39" name="Text Placeholder 28">
            <a:extLst>
              <a:ext uri="{FF2B5EF4-FFF2-40B4-BE49-F238E27FC236}">
                <a16:creationId xmlns:a16="http://schemas.microsoft.com/office/drawing/2014/main" id="{13B4A43A-7C48-6830-0A71-84B2AA8D5BC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750437" y="2011025"/>
            <a:ext cx="2296800" cy="968400"/>
          </a:xfrm>
          <a:gradFill>
            <a:gsLst>
              <a:gs pos="0">
                <a:schemeClr val="tx1">
                  <a:alpha val="73000"/>
                </a:schemeClr>
              </a:gs>
              <a:gs pos="100000">
                <a:schemeClr val="tx1">
                  <a:alpha val="0"/>
                </a:schemeClr>
              </a:gs>
            </a:gsLst>
            <a:lin ang="16200000" scaled="1"/>
          </a:gradFill>
        </p:spPr>
        <p:txBody>
          <a:bodyPr lIns="144000" tIns="36000" rIns="144000" bIns="144000" anchor="b"/>
          <a:lstStyle>
            <a:lvl1pPr algn="ctr">
              <a:lnSpc>
                <a:spcPct val="100000"/>
              </a:lnSpc>
              <a:spcAft>
                <a:spcPts val="0"/>
              </a:spcAft>
              <a:defRPr sz="1400" b="1">
                <a:solidFill>
                  <a:schemeClr val="bg1"/>
                </a:solidFill>
              </a:defRPr>
            </a:lvl1pPr>
            <a:lvl2pPr algn="ctr">
              <a:lnSpc>
                <a:spcPct val="100000"/>
              </a:lnSpc>
              <a:spcAft>
                <a:spcPts val="0"/>
              </a:spcAft>
              <a:defRPr sz="1100">
                <a:solidFill>
                  <a:schemeClr val="bg1"/>
                </a:solidFill>
              </a:defRPr>
            </a:lvl2pPr>
            <a:lvl3pPr marL="0" indent="0">
              <a:buNone/>
              <a:defRPr/>
            </a:lvl3pPr>
          </a:lstStyle>
          <a:p>
            <a:pPr lvl="0"/>
            <a:r>
              <a:rPr lang="en-GB"/>
              <a:t>First Name Surname</a:t>
            </a:r>
          </a:p>
          <a:p>
            <a:pPr lvl="1"/>
            <a:r>
              <a:rPr lang="en-GB"/>
              <a:t>Job Title</a:t>
            </a:r>
          </a:p>
        </p:txBody>
      </p:sp>
      <p:sp>
        <p:nvSpPr>
          <p:cNvPr id="40" name="Picture Placeholder 7">
            <a:extLst>
              <a:ext uri="{FF2B5EF4-FFF2-40B4-BE49-F238E27FC236}">
                <a16:creationId xmlns:a16="http://schemas.microsoft.com/office/drawing/2014/main" id="{09A357F1-DCB0-AAA1-FF7C-579CD51579A1}"/>
              </a:ext>
            </a:extLst>
          </p:cNvPr>
          <p:cNvSpPr>
            <a:spLocks noGrp="1" noChangeAspect="1"/>
          </p:cNvSpPr>
          <p:nvPr>
            <p:ph type="pic" sz="quarter" idx="31"/>
          </p:nvPr>
        </p:nvSpPr>
        <p:spPr>
          <a:xfrm>
            <a:off x="9259842" y="682625"/>
            <a:ext cx="2296800" cy="2296800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41" name="Text Placeholder 28">
            <a:extLst>
              <a:ext uri="{FF2B5EF4-FFF2-40B4-BE49-F238E27FC236}">
                <a16:creationId xmlns:a16="http://schemas.microsoft.com/office/drawing/2014/main" id="{CFA284AE-D574-E303-87B5-B8731F5B3D55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259842" y="2011025"/>
            <a:ext cx="2296800" cy="968400"/>
          </a:xfrm>
          <a:gradFill>
            <a:gsLst>
              <a:gs pos="0">
                <a:schemeClr val="tx1">
                  <a:alpha val="73000"/>
                </a:schemeClr>
              </a:gs>
              <a:gs pos="100000">
                <a:schemeClr val="tx1">
                  <a:alpha val="0"/>
                </a:schemeClr>
              </a:gs>
            </a:gsLst>
            <a:lin ang="16200000" scaled="1"/>
          </a:gradFill>
        </p:spPr>
        <p:txBody>
          <a:bodyPr lIns="144000" tIns="36000" rIns="144000" bIns="144000" anchor="b"/>
          <a:lstStyle>
            <a:lvl1pPr algn="ctr">
              <a:lnSpc>
                <a:spcPct val="100000"/>
              </a:lnSpc>
              <a:spcAft>
                <a:spcPts val="0"/>
              </a:spcAft>
              <a:defRPr sz="1400" b="1">
                <a:solidFill>
                  <a:schemeClr val="bg1"/>
                </a:solidFill>
              </a:defRPr>
            </a:lvl1pPr>
            <a:lvl2pPr algn="ctr">
              <a:lnSpc>
                <a:spcPct val="100000"/>
              </a:lnSpc>
              <a:spcAft>
                <a:spcPts val="0"/>
              </a:spcAft>
              <a:defRPr sz="1100">
                <a:solidFill>
                  <a:schemeClr val="bg1"/>
                </a:solidFill>
              </a:defRPr>
            </a:lvl2pPr>
            <a:lvl3pPr marL="0" indent="0">
              <a:buNone/>
              <a:defRPr/>
            </a:lvl3pPr>
          </a:lstStyle>
          <a:p>
            <a:pPr lvl="0"/>
            <a:r>
              <a:rPr lang="en-GB"/>
              <a:t>First Name Surname</a:t>
            </a:r>
          </a:p>
          <a:p>
            <a:pPr lvl="1"/>
            <a:r>
              <a:rPr lang="en-GB"/>
              <a:t>Job Title</a:t>
            </a:r>
          </a:p>
        </p:txBody>
      </p:sp>
      <p:sp>
        <p:nvSpPr>
          <p:cNvPr id="42" name="Picture Placeholder 7">
            <a:extLst>
              <a:ext uri="{FF2B5EF4-FFF2-40B4-BE49-F238E27FC236}">
                <a16:creationId xmlns:a16="http://schemas.microsoft.com/office/drawing/2014/main" id="{D8C052A2-B328-B532-B588-0344982F0D3F}"/>
              </a:ext>
            </a:extLst>
          </p:cNvPr>
          <p:cNvSpPr>
            <a:spLocks noGrp="1" noChangeAspect="1"/>
          </p:cNvSpPr>
          <p:nvPr>
            <p:ph type="pic" sz="quarter" idx="33"/>
          </p:nvPr>
        </p:nvSpPr>
        <p:spPr>
          <a:xfrm>
            <a:off x="1731627" y="3189600"/>
            <a:ext cx="2296800" cy="2296800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43" name="Text Placeholder 28">
            <a:extLst>
              <a:ext uri="{FF2B5EF4-FFF2-40B4-BE49-F238E27FC236}">
                <a16:creationId xmlns:a16="http://schemas.microsoft.com/office/drawing/2014/main" id="{CBB72990-AB1D-E7C4-6B75-0DB3F2E4BD4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731627" y="4518000"/>
            <a:ext cx="2296800" cy="968400"/>
          </a:xfrm>
          <a:gradFill>
            <a:gsLst>
              <a:gs pos="0">
                <a:schemeClr val="tx1">
                  <a:alpha val="73000"/>
                </a:schemeClr>
              </a:gs>
              <a:gs pos="100000">
                <a:schemeClr val="tx1">
                  <a:alpha val="0"/>
                </a:schemeClr>
              </a:gs>
            </a:gsLst>
            <a:lin ang="16200000" scaled="1"/>
          </a:gradFill>
        </p:spPr>
        <p:txBody>
          <a:bodyPr lIns="144000" tIns="36000" rIns="144000" bIns="144000" anchor="b"/>
          <a:lstStyle>
            <a:lvl1pPr algn="ctr">
              <a:lnSpc>
                <a:spcPct val="100000"/>
              </a:lnSpc>
              <a:spcAft>
                <a:spcPts val="0"/>
              </a:spcAft>
              <a:defRPr sz="1400" b="1">
                <a:solidFill>
                  <a:schemeClr val="bg1"/>
                </a:solidFill>
              </a:defRPr>
            </a:lvl1pPr>
            <a:lvl2pPr algn="ctr">
              <a:lnSpc>
                <a:spcPct val="100000"/>
              </a:lnSpc>
              <a:spcAft>
                <a:spcPts val="0"/>
              </a:spcAft>
              <a:defRPr sz="1100">
                <a:solidFill>
                  <a:schemeClr val="bg1"/>
                </a:solidFill>
              </a:defRPr>
            </a:lvl2pPr>
            <a:lvl3pPr marL="0" indent="0">
              <a:buNone/>
              <a:defRPr/>
            </a:lvl3pPr>
          </a:lstStyle>
          <a:p>
            <a:pPr lvl="0"/>
            <a:r>
              <a:rPr lang="en-GB"/>
              <a:t>First Name Surname</a:t>
            </a:r>
          </a:p>
          <a:p>
            <a:pPr lvl="1"/>
            <a:r>
              <a:rPr lang="en-GB"/>
              <a:t>Job Title</a:t>
            </a:r>
          </a:p>
        </p:txBody>
      </p:sp>
      <p:sp>
        <p:nvSpPr>
          <p:cNvPr id="44" name="Picture Placeholder 7">
            <a:extLst>
              <a:ext uri="{FF2B5EF4-FFF2-40B4-BE49-F238E27FC236}">
                <a16:creationId xmlns:a16="http://schemas.microsoft.com/office/drawing/2014/main" id="{FD171AC2-82E6-C5F7-9D8F-179C5045CD7E}"/>
              </a:ext>
            </a:extLst>
          </p:cNvPr>
          <p:cNvSpPr>
            <a:spLocks noGrp="1" noChangeAspect="1"/>
          </p:cNvSpPr>
          <p:nvPr>
            <p:ph type="pic" sz="quarter" idx="35"/>
          </p:nvPr>
        </p:nvSpPr>
        <p:spPr>
          <a:xfrm>
            <a:off x="4241032" y="3189600"/>
            <a:ext cx="2296800" cy="2296800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45" name="Text Placeholder 28">
            <a:extLst>
              <a:ext uri="{FF2B5EF4-FFF2-40B4-BE49-F238E27FC236}">
                <a16:creationId xmlns:a16="http://schemas.microsoft.com/office/drawing/2014/main" id="{0AB05AEC-005A-3F1B-0C4D-64752EE8955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241032" y="4518000"/>
            <a:ext cx="2296800" cy="968400"/>
          </a:xfrm>
          <a:gradFill>
            <a:gsLst>
              <a:gs pos="0">
                <a:schemeClr val="tx1">
                  <a:alpha val="73000"/>
                </a:schemeClr>
              </a:gs>
              <a:gs pos="100000">
                <a:schemeClr val="tx1">
                  <a:alpha val="0"/>
                </a:schemeClr>
              </a:gs>
            </a:gsLst>
            <a:lin ang="16200000" scaled="1"/>
          </a:gradFill>
        </p:spPr>
        <p:txBody>
          <a:bodyPr lIns="144000" tIns="36000" rIns="144000" bIns="144000" anchor="b"/>
          <a:lstStyle>
            <a:lvl1pPr algn="ctr">
              <a:lnSpc>
                <a:spcPct val="100000"/>
              </a:lnSpc>
              <a:spcAft>
                <a:spcPts val="0"/>
              </a:spcAft>
              <a:defRPr sz="1400" b="1">
                <a:solidFill>
                  <a:schemeClr val="bg1"/>
                </a:solidFill>
              </a:defRPr>
            </a:lvl1pPr>
            <a:lvl2pPr algn="ctr">
              <a:lnSpc>
                <a:spcPct val="100000"/>
              </a:lnSpc>
              <a:spcAft>
                <a:spcPts val="0"/>
              </a:spcAft>
              <a:defRPr sz="1100">
                <a:solidFill>
                  <a:schemeClr val="bg1"/>
                </a:solidFill>
              </a:defRPr>
            </a:lvl2pPr>
            <a:lvl3pPr marL="0" indent="0">
              <a:buNone/>
              <a:defRPr/>
            </a:lvl3pPr>
          </a:lstStyle>
          <a:p>
            <a:pPr lvl="0"/>
            <a:r>
              <a:rPr lang="en-GB"/>
              <a:t>First Name Surname</a:t>
            </a:r>
          </a:p>
          <a:p>
            <a:pPr lvl="1"/>
            <a:r>
              <a:rPr lang="en-GB"/>
              <a:t>Job Title</a:t>
            </a:r>
          </a:p>
        </p:txBody>
      </p:sp>
      <p:sp>
        <p:nvSpPr>
          <p:cNvPr id="46" name="Picture Placeholder 7">
            <a:extLst>
              <a:ext uri="{FF2B5EF4-FFF2-40B4-BE49-F238E27FC236}">
                <a16:creationId xmlns:a16="http://schemas.microsoft.com/office/drawing/2014/main" id="{0EE26C2E-7158-576F-1378-CA79415AEBD0}"/>
              </a:ext>
            </a:extLst>
          </p:cNvPr>
          <p:cNvSpPr>
            <a:spLocks noGrp="1" noChangeAspect="1"/>
          </p:cNvSpPr>
          <p:nvPr>
            <p:ph type="pic" sz="quarter" idx="37"/>
          </p:nvPr>
        </p:nvSpPr>
        <p:spPr>
          <a:xfrm>
            <a:off x="6750437" y="3189600"/>
            <a:ext cx="2296800" cy="2296800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47" name="Text Placeholder 28">
            <a:extLst>
              <a:ext uri="{FF2B5EF4-FFF2-40B4-BE49-F238E27FC236}">
                <a16:creationId xmlns:a16="http://schemas.microsoft.com/office/drawing/2014/main" id="{C5BD386D-E6DA-D6A7-A9E3-7D2E78533E12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750437" y="4518000"/>
            <a:ext cx="2296800" cy="968400"/>
          </a:xfrm>
          <a:gradFill>
            <a:gsLst>
              <a:gs pos="0">
                <a:schemeClr val="tx1">
                  <a:alpha val="73000"/>
                </a:schemeClr>
              </a:gs>
              <a:gs pos="100000">
                <a:schemeClr val="tx1">
                  <a:alpha val="0"/>
                </a:schemeClr>
              </a:gs>
            </a:gsLst>
            <a:lin ang="16200000" scaled="1"/>
          </a:gradFill>
        </p:spPr>
        <p:txBody>
          <a:bodyPr lIns="144000" tIns="36000" rIns="144000" bIns="144000" anchor="b"/>
          <a:lstStyle>
            <a:lvl1pPr algn="ctr">
              <a:lnSpc>
                <a:spcPct val="100000"/>
              </a:lnSpc>
              <a:spcAft>
                <a:spcPts val="0"/>
              </a:spcAft>
              <a:defRPr sz="1400" b="1">
                <a:solidFill>
                  <a:schemeClr val="bg1"/>
                </a:solidFill>
              </a:defRPr>
            </a:lvl1pPr>
            <a:lvl2pPr algn="ctr">
              <a:lnSpc>
                <a:spcPct val="100000"/>
              </a:lnSpc>
              <a:spcAft>
                <a:spcPts val="0"/>
              </a:spcAft>
              <a:defRPr sz="1100">
                <a:solidFill>
                  <a:schemeClr val="bg1"/>
                </a:solidFill>
              </a:defRPr>
            </a:lvl2pPr>
            <a:lvl3pPr marL="0" indent="0">
              <a:buNone/>
              <a:defRPr/>
            </a:lvl3pPr>
          </a:lstStyle>
          <a:p>
            <a:pPr lvl="0"/>
            <a:r>
              <a:rPr lang="en-GB"/>
              <a:t>First Name Surname</a:t>
            </a:r>
          </a:p>
          <a:p>
            <a:pPr lvl="1"/>
            <a:r>
              <a:rPr lang="en-GB"/>
              <a:t>Job Title</a:t>
            </a:r>
          </a:p>
        </p:txBody>
      </p:sp>
      <p:sp>
        <p:nvSpPr>
          <p:cNvPr id="48" name="Picture Placeholder 7">
            <a:extLst>
              <a:ext uri="{FF2B5EF4-FFF2-40B4-BE49-F238E27FC236}">
                <a16:creationId xmlns:a16="http://schemas.microsoft.com/office/drawing/2014/main" id="{06E30288-6192-C4BC-6B0F-03332A53846C}"/>
              </a:ext>
            </a:extLst>
          </p:cNvPr>
          <p:cNvSpPr>
            <a:spLocks noGrp="1" noChangeAspect="1"/>
          </p:cNvSpPr>
          <p:nvPr>
            <p:ph type="pic" sz="quarter" idx="39"/>
          </p:nvPr>
        </p:nvSpPr>
        <p:spPr>
          <a:xfrm>
            <a:off x="9258613" y="3189600"/>
            <a:ext cx="2296800" cy="2296800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49" name="Text Placeholder 28">
            <a:extLst>
              <a:ext uri="{FF2B5EF4-FFF2-40B4-BE49-F238E27FC236}">
                <a16:creationId xmlns:a16="http://schemas.microsoft.com/office/drawing/2014/main" id="{80096700-6812-294E-0C3E-E5CC7858FD6E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9258613" y="4518000"/>
            <a:ext cx="2296800" cy="968400"/>
          </a:xfrm>
          <a:gradFill>
            <a:gsLst>
              <a:gs pos="0">
                <a:schemeClr val="tx1">
                  <a:alpha val="73000"/>
                </a:schemeClr>
              </a:gs>
              <a:gs pos="100000">
                <a:schemeClr val="tx1">
                  <a:alpha val="0"/>
                </a:schemeClr>
              </a:gs>
            </a:gsLst>
            <a:lin ang="16200000" scaled="1"/>
          </a:gradFill>
        </p:spPr>
        <p:txBody>
          <a:bodyPr lIns="144000" tIns="36000" rIns="144000" bIns="144000" anchor="b"/>
          <a:lstStyle>
            <a:lvl1pPr algn="ctr">
              <a:lnSpc>
                <a:spcPct val="100000"/>
              </a:lnSpc>
              <a:spcAft>
                <a:spcPts val="0"/>
              </a:spcAft>
              <a:defRPr sz="1400" b="1">
                <a:solidFill>
                  <a:schemeClr val="bg1"/>
                </a:solidFill>
              </a:defRPr>
            </a:lvl1pPr>
            <a:lvl2pPr algn="ctr">
              <a:lnSpc>
                <a:spcPct val="100000"/>
              </a:lnSpc>
              <a:spcAft>
                <a:spcPts val="0"/>
              </a:spcAft>
              <a:defRPr sz="1100">
                <a:solidFill>
                  <a:schemeClr val="bg1"/>
                </a:solidFill>
              </a:defRPr>
            </a:lvl2pPr>
            <a:lvl3pPr marL="0" indent="0">
              <a:buNone/>
              <a:defRPr/>
            </a:lvl3pPr>
          </a:lstStyle>
          <a:p>
            <a:pPr lvl="0"/>
            <a:r>
              <a:rPr lang="en-GB"/>
              <a:t>First Name Surname</a:t>
            </a:r>
          </a:p>
          <a:p>
            <a:pPr lvl="1"/>
            <a:r>
              <a:rPr lang="en-GB"/>
              <a:t>Job Title</a:t>
            </a:r>
          </a:p>
        </p:txBody>
      </p:sp>
    </p:spTree>
    <p:extLst>
      <p:ext uri="{BB962C8B-B14F-4D97-AF65-F5344CB8AC3E}">
        <p14:creationId xmlns:p14="http://schemas.microsoft.com/office/powerpoint/2010/main" val="219148141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os x3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>
            <a:extLst>
              <a:ext uri="{FF2B5EF4-FFF2-40B4-BE49-F238E27FC236}">
                <a16:creationId xmlns:a16="http://schemas.microsoft.com/office/drawing/2014/main" id="{5815C96E-6900-B6B5-815D-4D8E8D008112}"/>
              </a:ext>
            </a:extLst>
          </p:cNvPr>
          <p:cNvSpPr/>
          <p:nvPr userDrawn="1"/>
        </p:nvSpPr>
        <p:spPr>
          <a:xfrm>
            <a:off x="4063800" y="0"/>
            <a:ext cx="4064400" cy="6169024"/>
          </a:xfrm>
          <a:custGeom>
            <a:avLst/>
            <a:gdLst>
              <a:gd name="connsiteX0" fmla="*/ 0 w 4064400"/>
              <a:gd name="connsiteY0" fmla="*/ 0 h 6169024"/>
              <a:gd name="connsiteX1" fmla="*/ 4064400 w 4064400"/>
              <a:gd name="connsiteY1" fmla="*/ 0 h 6169024"/>
              <a:gd name="connsiteX2" fmla="*/ 4064400 w 4064400"/>
              <a:gd name="connsiteY2" fmla="*/ 6169024 h 6169024"/>
              <a:gd name="connsiteX3" fmla="*/ 0 w 4064400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064400" h="6169024">
                <a:moveTo>
                  <a:pt x="0" y="0"/>
                </a:moveTo>
                <a:lnTo>
                  <a:pt x="4064400" y="0"/>
                </a:lnTo>
                <a:lnTo>
                  <a:pt x="4064400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rIns="72000" rtlCol="0" anchor="ctr">
            <a:noAutofit/>
          </a:bodyPr>
          <a:lstStyle/>
          <a:p>
            <a:pPr algn="ctr"/>
            <a:endParaRPr lang="en-GB" sz="140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2CC0C5C-99D1-99BB-CABB-CC6FB255B26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E00792-06FC-7E14-8396-F27E3154E3A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35B2C59-8A37-64E6-6CBA-C5AECEC501B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4064400" cy="2670175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D272F750-99B3-124C-D8D3-F1286B3773D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063800" y="0"/>
            <a:ext cx="4064400" cy="2670175"/>
          </a:xfrm>
          <a:solidFill>
            <a:schemeClr val="bg1">
              <a:lumMod val="65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12" name="Picture Placeholder 8">
            <a:extLst>
              <a:ext uri="{FF2B5EF4-FFF2-40B4-BE49-F238E27FC236}">
                <a16:creationId xmlns:a16="http://schemas.microsoft.com/office/drawing/2014/main" id="{F7023C7E-EF93-8C6E-835A-939EDCF9629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127600" y="0"/>
            <a:ext cx="4064400" cy="2670175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365F35F-7775-B95E-825A-60563DB58AA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11163" y="2852738"/>
            <a:ext cx="3251632" cy="660109"/>
          </a:xfrm>
        </p:spPr>
        <p:txBody>
          <a:bodyPr/>
          <a:lstStyle>
            <a:lvl1pPr>
              <a:lnSpc>
                <a:spcPct val="100000"/>
              </a:lnSpc>
              <a:spcAft>
                <a:spcPts val="0"/>
              </a:spcAft>
              <a:defRPr b="1">
                <a:solidFill>
                  <a:schemeClr val="tx2"/>
                </a:solidFill>
              </a:defRPr>
            </a:lvl1pPr>
            <a:lvl2pPr>
              <a:lnSpc>
                <a:spcPct val="100000"/>
              </a:lnSpc>
              <a:spcAft>
                <a:spcPts val="0"/>
              </a:spcAft>
              <a:defRPr sz="120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GB"/>
              <a:t>First Name Surname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BD75C35C-A936-78DA-A517-9B8EF3CF101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11163" y="3644821"/>
            <a:ext cx="3257550" cy="2007842"/>
          </a:xfrm>
        </p:spPr>
        <p:txBody>
          <a:bodyPr/>
          <a:lstStyle>
            <a:lvl1pPr>
              <a:defRPr sz="1100"/>
            </a:lvl1pPr>
            <a:lvl2pPr>
              <a:defRPr sz="14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22" name="Text Placeholder 18">
            <a:extLst>
              <a:ext uri="{FF2B5EF4-FFF2-40B4-BE49-F238E27FC236}">
                <a16:creationId xmlns:a16="http://schemas.microsoft.com/office/drawing/2014/main" id="{D6471E19-8CCC-B0DF-8C3F-7CB2503D5D1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470184" y="2852738"/>
            <a:ext cx="3251632" cy="660109"/>
          </a:xfrm>
        </p:spPr>
        <p:txBody>
          <a:bodyPr/>
          <a:lstStyle>
            <a:lvl1pPr>
              <a:lnSpc>
                <a:spcPct val="100000"/>
              </a:lnSpc>
              <a:spcAft>
                <a:spcPts val="0"/>
              </a:spcAft>
              <a:defRPr b="1">
                <a:solidFill>
                  <a:schemeClr val="tx2"/>
                </a:solidFill>
              </a:defRPr>
            </a:lvl1pPr>
            <a:lvl2pPr>
              <a:lnSpc>
                <a:spcPct val="100000"/>
              </a:lnSpc>
              <a:spcAft>
                <a:spcPts val="0"/>
              </a:spcAft>
              <a:defRPr sz="120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GB"/>
              <a:t>First Name Surname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23" name="Text Placeholder 20">
            <a:extLst>
              <a:ext uri="{FF2B5EF4-FFF2-40B4-BE49-F238E27FC236}">
                <a16:creationId xmlns:a16="http://schemas.microsoft.com/office/drawing/2014/main" id="{014B1B71-F74A-A303-FC3B-F4A8195843F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467225" y="3644821"/>
            <a:ext cx="3257550" cy="2007842"/>
          </a:xfrm>
        </p:spPr>
        <p:txBody>
          <a:bodyPr/>
          <a:lstStyle>
            <a:lvl1pPr>
              <a:defRPr sz="1100"/>
            </a:lvl1pPr>
            <a:lvl2pPr>
              <a:defRPr sz="14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24" name="Text Placeholder 18">
            <a:extLst>
              <a:ext uri="{FF2B5EF4-FFF2-40B4-BE49-F238E27FC236}">
                <a16:creationId xmlns:a16="http://schemas.microsoft.com/office/drawing/2014/main" id="{4A48D3C2-9B59-84FE-83E7-B0F97C9E71D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553811" y="2852738"/>
            <a:ext cx="3251632" cy="660109"/>
          </a:xfrm>
        </p:spPr>
        <p:txBody>
          <a:bodyPr/>
          <a:lstStyle>
            <a:lvl1pPr>
              <a:lnSpc>
                <a:spcPct val="100000"/>
              </a:lnSpc>
              <a:spcAft>
                <a:spcPts val="0"/>
              </a:spcAft>
              <a:defRPr b="1">
                <a:solidFill>
                  <a:schemeClr val="tx2"/>
                </a:solidFill>
              </a:defRPr>
            </a:lvl1pPr>
            <a:lvl2pPr>
              <a:lnSpc>
                <a:spcPct val="100000"/>
              </a:lnSpc>
              <a:spcAft>
                <a:spcPts val="0"/>
              </a:spcAft>
              <a:defRPr sz="120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GB"/>
              <a:t>First Name Surname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25" name="Text Placeholder 20">
            <a:extLst>
              <a:ext uri="{FF2B5EF4-FFF2-40B4-BE49-F238E27FC236}">
                <a16:creationId xmlns:a16="http://schemas.microsoft.com/office/drawing/2014/main" id="{A7224203-3DFE-E8BA-9C78-241EA5FF8CA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550852" y="3644821"/>
            <a:ext cx="3257550" cy="2007842"/>
          </a:xfrm>
        </p:spPr>
        <p:txBody>
          <a:bodyPr/>
          <a:lstStyle>
            <a:lvl1pPr>
              <a:defRPr sz="1100"/>
            </a:lvl1pPr>
            <a:lvl2pPr>
              <a:defRPr sz="14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2968257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osaic #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B500C5C-55A0-3C8A-0687-A33E321F6869}"/>
              </a:ext>
            </a:extLst>
          </p:cNvPr>
          <p:cNvSpPr/>
          <p:nvPr userDrawn="1"/>
        </p:nvSpPr>
        <p:spPr>
          <a:xfrm>
            <a:off x="0" y="6169024"/>
            <a:ext cx="12192000" cy="688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endParaRPr lang="en-GB" sz="140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A0055F50-D54C-7B73-CCDD-822FD5C5802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56530" y="6299513"/>
            <a:ext cx="434353" cy="43435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560B1CD-282B-07A4-3E89-E1D0C76CC9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261" y="1368426"/>
            <a:ext cx="3704189" cy="3432174"/>
          </a:xfrm>
        </p:spPr>
        <p:txBody>
          <a:bodyPr anchor="ctr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B57D188-B471-37A0-46D7-C838B0A4339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02EAE9-6FEB-3B2A-1FC1-8E887DB192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Picture Placeholder 8">
            <a:extLst>
              <a:ext uri="{FF2B5EF4-FFF2-40B4-BE49-F238E27FC236}">
                <a16:creationId xmlns:a16="http://schemas.microsoft.com/office/drawing/2014/main" id="{82E15243-F728-E95D-70AB-7AE8C857CBD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699375" y="682625"/>
            <a:ext cx="3856038" cy="5486398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BAD7BE90-3BDC-F609-DA85-653C974727E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13500" y="2060575"/>
            <a:ext cx="2568575" cy="2730498"/>
          </a:xfrm>
          <a:solidFill>
            <a:schemeClr val="bg1">
              <a:lumMod val="65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4643C89-D039-12D0-AD23-86C897EB3177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</a:rPr>
              <a:t>Go to ‘Design’ &gt; ‘Format Background’ &gt; choose colour </a:t>
            </a:r>
          </a:p>
        </p:txBody>
      </p:sp>
    </p:spTree>
    <p:extLst>
      <p:ext uri="{BB962C8B-B14F-4D97-AF65-F5344CB8AC3E}">
        <p14:creationId xmlns:p14="http://schemas.microsoft.com/office/powerpoint/2010/main" val="695564515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saic #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B57D188-B471-37A0-46D7-C838B0A4339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02EAE9-6FEB-3B2A-1FC1-8E887DB192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Picture Placeholder 8">
            <a:extLst>
              <a:ext uri="{FF2B5EF4-FFF2-40B4-BE49-F238E27FC236}">
                <a16:creationId xmlns:a16="http://schemas.microsoft.com/office/drawing/2014/main" id="{82E15243-F728-E95D-70AB-7AE8C857CBD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096000" y="0"/>
            <a:ext cx="6096000" cy="3080905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11" name="Picture Placeholder 8">
            <a:extLst>
              <a:ext uri="{FF2B5EF4-FFF2-40B4-BE49-F238E27FC236}">
                <a16:creationId xmlns:a16="http://schemas.microsoft.com/office/drawing/2014/main" id="{1F82C0E6-ABEE-E744-BED6-3CF463ACD28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3088118"/>
            <a:ext cx="6096000" cy="3080905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9AD4E916-2DD8-FF0C-58AD-D72A9EEA19D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416675" y="3080906"/>
            <a:ext cx="5138738" cy="3080905"/>
          </a:xfrm>
        </p:spPr>
        <p:txBody>
          <a:bodyPr anchor="ctr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B661CDCE-8667-108C-D192-8D82B9BCDBC4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</a:rPr>
              <a:t>Go to ‘Design’ &gt; ‘Format Background’ &gt; choose colour 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6B40D565-931C-207E-52B1-CBD7948AB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261" y="335280"/>
            <a:ext cx="3786739" cy="2230939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695906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saic #3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B57D188-B471-37A0-46D7-C838B0A4339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02EAE9-6FEB-3B2A-1FC1-8E887DB192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Picture Placeholder 8">
            <a:extLst>
              <a:ext uri="{FF2B5EF4-FFF2-40B4-BE49-F238E27FC236}">
                <a16:creationId xmlns:a16="http://schemas.microsoft.com/office/drawing/2014/main" id="{82E15243-F728-E95D-70AB-7AE8C857CBD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12192000" cy="3429000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9E8FC60-2748-9785-AA1C-72C5CE713A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262" y="3429000"/>
            <a:ext cx="4345538" cy="2740024"/>
          </a:xfrm>
        </p:spPr>
        <p:txBody>
          <a:bodyPr anchor="ctr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BD4F01D-E5FA-8B13-BDAA-28E7F353DE3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96000" y="3429000"/>
            <a:ext cx="5459413" cy="2740025"/>
          </a:xfrm>
        </p:spPr>
        <p:txBody>
          <a:bodyPr anchor="ctr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E7251E75-5D43-155E-9EF9-2835F16A02AA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</a:rPr>
              <a:t>Go to ‘Design’ &gt; ‘Format Background’ &gt; choose colour </a:t>
            </a:r>
          </a:p>
        </p:txBody>
      </p:sp>
    </p:spTree>
    <p:extLst>
      <p:ext uri="{BB962C8B-B14F-4D97-AF65-F5344CB8AC3E}">
        <p14:creationId xmlns:p14="http://schemas.microsoft.com/office/powerpoint/2010/main" val="297762593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saic #4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B57D188-B471-37A0-46D7-C838B0A4339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02EAE9-6FEB-3B2A-1FC1-8E887DB192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Picture Placeholder 8">
            <a:extLst>
              <a:ext uri="{FF2B5EF4-FFF2-40B4-BE49-F238E27FC236}">
                <a16:creationId xmlns:a16="http://schemas.microsoft.com/office/drawing/2014/main" id="{82E15243-F728-E95D-70AB-7AE8C857CBD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6096000" cy="3429000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9E8FC60-2748-9785-AA1C-72C5CE713A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262" y="3429000"/>
            <a:ext cx="4345538" cy="2740024"/>
          </a:xfrm>
        </p:spPr>
        <p:txBody>
          <a:bodyPr anchor="ctr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B5F49B39-D9E3-959B-708D-6A74A51B6E5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6000" y="0"/>
            <a:ext cx="6096000" cy="3429000"/>
          </a:xfrm>
          <a:solidFill>
            <a:schemeClr val="bg1">
              <a:lumMod val="65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BD4F01D-E5FA-8B13-BDAA-28E7F353DE3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96000" y="3429000"/>
            <a:ext cx="5459413" cy="2740025"/>
          </a:xfrm>
        </p:spPr>
        <p:txBody>
          <a:bodyPr anchor="ctr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7DA4BE3-56CF-7014-FEAC-F83276D77343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</a:rPr>
              <a:t>Go to ‘Design’ &gt; ‘Format Background’ &gt; choose colour </a:t>
            </a:r>
          </a:p>
        </p:txBody>
      </p:sp>
    </p:spTree>
    <p:extLst>
      <p:ext uri="{BB962C8B-B14F-4D97-AF65-F5344CB8AC3E}">
        <p14:creationId xmlns:p14="http://schemas.microsoft.com/office/powerpoint/2010/main" val="92567833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saic #5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4E66905-64DD-F656-2F93-6BFFEBAA4CB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982074" y="0"/>
            <a:ext cx="3209925" cy="6169024"/>
          </a:xfrm>
          <a:custGeom>
            <a:avLst/>
            <a:gdLst>
              <a:gd name="connsiteX0" fmla="*/ 0 w 3209925"/>
              <a:gd name="connsiteY0" fmla="*/ 0 h 6169024"/>
              <a:gd name="connsiteX1" fmla="*/ 3209925 w 3209925"/>
              <a:gd name="connsiteY1" fmla="*/ 0 h 6169024"/>
              <a:gd name="connsiteX2" fmla="*/ 3209925 w 3209925"/>
              <a:gd name="connsiteY2" fmla="*/ 6169024 h 6169024"/>
              <a:gd name="connsiteX3" fmla="*/ 0 w 3209925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9925" h="6169024">
                <a:moveTo>
                  <a:pt x="0" y="0"/>
                </a:moveTo>
                <a:lnTo>
                  <a:pt x="3209925" y="0"/>
                </a:lnTo>
                <a:lnTo>
                  <a:pt x="3209925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</p:spPr>
        <p:txBody>
          <a:bodyPr wrap="square" anchor="ctr">
            <a:noAutofit/>
          </a:bodyPr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B57D188-B471-37A0-46D7-C838B0A4339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02EAE9-6FEB-3B2A-1FC1-8E887DB192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9AD4E916-2DD8-FF0C-58AD-D72A9EEA19D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79463" y="2060576"/>
            <a:ext cx="4351337" cy="4101236"/>
          </a:xfrm>
        </p:spPr>
        <p:txBody>
          <a:bodyPr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9C604F0-B5CD-0F0A-9FCD-FB9A1EF29C3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772149" y="0"/>
            <a:ext cx="3209925" cy="6169024"/>
          </a:xfrm>
          <a:custGeom>
            <a:avLst/>
            <a:gdLst>
              <a:gd name="connsiteX0" fmla="*/ 0 w 3209925"/>
              <a:gd name="connsiteY0" fmla="*/ 0 h 6169024"/>
              <a:gd name="connsiteX1" fmla="*/ 3209925 w 3209925"/>
              <a:gd name="connsiteY1" fmla="*/ 0 h 6169024"/>
              <a:gd name="connsiteX2" fmla="*/ 3209925 w 3209925"/>
              <a:gd name="connsiteY2" fmla="*/ 6169024 h 6169024"/>
              <a:gd name="connsiteX3" fmla="*/ 0 w 3209925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9925" h="6169024">
                <a:moveTo>
                  <a:pt x="0" y="0"/>
                </a:moveTo>
                <a:lnTo>
                  <a:pt x="3209925" y="0"/>
                </a:lnTo>
                <a:lnTo>
                  <a:pt x="3209925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txBody>
          <a:bodyPr wrap="square" anchor="ctr">
            <a:noAutofit/>
          </a:bodyPr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4E08D6B-F466-16BC-3391-106E8FFF1173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</a:rPr>
              <a:t>Go to ‘Design’ &gt; ‘Format Background’ &gt; choose colour 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C3CACE73-530E-AFF2-FD72-96087D954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261" y="335280"/>
            <a:ext cx="4345539" cy="1725296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08665206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saic #6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4E66905-64DD-F656-2F93-6BFFEBAA4CB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775326" y="0"/>
            <a:ext cx="6416674" cy="3080905"/>
          </a:xfrm>
          <a:custGeom>
            <a:avLst/>
            <a:gdLst>
              <a:gd name="connsiteX0" fmla="*/ 0 w 3209925"/>
              <a:gd name="connsiteY0" fmla="*/ 0 h 6169024"/>
              <a:gd name="connsiteX1" fmla="*/ 3209925 w 3209925"/>
              <a:gd name="connsiteY1" fmla="*/ 0 h 6169024"/>
              <a:gd name="connsiteX2" fmla="*/ 3209925 w 3209925"/>
              <a:gd name="connsiteY2" fmla="*/ 6169024 h 6169024"/>
              <a:gd name="connsiteX3" fmla="*/ 0 w 3209925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9925" h="6169024">
                <a:moveTo>
                  <a:pt x="0" y="0"/>
                </a:moveTo>
                <a:lnTo>
                  <a:pt x="3209925" y="0"/>
                </a:lnTo>
                <a:lnTo>
                  <a:pt x="3209925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</p:spPr>
        <p:txBody>
          <a:bodyPr wrap="square" anchor="ctr">
            <a:noAutofit/>
          </a:bodyPr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B57D188-B471-37A0-46D7-C838B0A4339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02EAE9-6FEB-3B2A-1FC1-8E887DB192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9AD4E916-2DD8-FF0C-58AD-D72A9EEA19D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79463" y="2060576"/>
            <a:ext cx="4351337" cy="4101236"/>
          </a:xfrm>
        </p:spPr>
        <p:txBody>
          <a:bodyPr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D70795D6-B814-4E36-78A9-7634816C853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775326" y="3080906"/>
            <a:ext cx="6416674" cy="3088120"/>
          </a:xfrm>
          <a:custGeom>
            <a:avLst/>
            <a:gdLst>
              <a:gd name="connsiteX0" fmla="*/ 0 w 3209925"/>
              <a:gd name="connsiteY0" fmla="*/ 0 h 6169024"/>
              <a:gd name="connsiteX1" fmla="*/ 3209925 w 3209925"/>
              <a:gd name="connsiteY1" fmla="*/ 0 h 6169024"/>
              <a:gd name="connsiteX2" fmla="*/ 3209925 w 3209925"/>
              <a:gd name="connsiteY2" fmla="*/ 6169024 h 6169024"/>
              <a:gd name="connsiteX3" fmla="*/ 0 w 3209925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9925" h="6169024">
                <a:moveTo>
                  <a:pt x="0" y="0"/>
                </a:moveTo>
                <a:lnTo>
                  <a:pt x="3209925" y="0"/>
                </a:lnTo>
                <a:lnTo>
                  <a:pt x="3209925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txBody>
          <a:bodyPr wrap="square" anchor="ctr">
            <a:noAutofit/>
          </a:bodyPr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940F16F-80F7-0DAF-13F8-888A58AA174A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</a:rPr>
              <a:t>Go to ‘Design’ &gt; ‘Format Background’ &gt; choose colour 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827E28D2-E3FC-B6B1-21BC-1F8C5770D5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261" y="335280"/>
            <a:ext cx="4345539" cy="171808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8364902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saic #7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4E66905-64DD-F656-2F93-6BFFEBAA4CB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982074" y="0"/>
            <a:ext cx="3209925" cy="3080905"/>
          </a:xfrm>
          <a:custGeom>
            <a:avLst/>
            <a:gdLst>
              <a:gd name="connsiteX0" fmla="*/ 0 w 3209925"/>
              <a:gd name="connsiteY0" fmla="*/ 0 h 6169024"/>
              <a:gd name="connsiteX1" fmla="*/ 3209925 w 3209925"/>
              <a:gd name="connsiteY1" fmla="*/ 0 h 6169024"/>
              <a:gd name="connsiteX2" fmla="*/ 3209925 w 3209925"/>
              <a:gd name="connsiteY2" fmla="*/ 6169024 h 6169024"/>
              <a:gd name="connsiteX3" fmla="*/ 0 w 3209925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9925" h="6169024">
                <a:moveTo>
                  <a:pt x="0" y="0"/>
                </a:moveTo>
                <a:lnTo>
                  <a:pt x="3209925" y="0"/>
                </a:lnTo>
                <a:lnTo>
                  <a:pt x="3209925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</p:spPr>
        <p:txBody>
          <a:bodyPr wrap="square" anchor="ctr">
            <a:noAutofit/>
          </a:bodyPr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B57D188-B471-37A0-46D7-C838B0A4339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02EAE9-6FEB-3B2A-1FC1-8E887DB192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9AD4E916-2DD8-FF0C-58AD-D72A9EEA19D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79463" y="2060576"/>
            <a:ext cx="4351337" cy="4101236"/>
          </a:xfrm>
        </p:spPr>
        <p:txBody>
          <a:bodyPr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D70795D6-B814-4E36-78A9-7634816C853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982074" y="3080906"/>
            <a:ext cx="3209925" cy="3088120"/>
          </a:xfrm>
          <a:custGeom>
            <a:avLst/>
            <a:gdLst>
              <a:gd name="connsiteX0" fmla="*/ 0 w 3209925"/>
              <a:gd name="connsiteY0" fmla="*/ 0 h 6169024"/>
              <a:gd name="connsiteX1" fmla="*/ 3209925 w 3209925"/>
              <a:gd name="connsiteY1" fmla="*/ 0 h 6169024"/>
              <a:gd name="connsiteX2" fmla="*/ 3209925 w 3209925"/>
              <a:gd name="connsiteY2" fmla="*/ 6169024 h 6169024"/>
              <a:gd name="connsiteX3" fmla="*/ 0 w 3209925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9925" h="6169024">
                <a:moveTo>
                  <a:pt x="0" y="0"/>
                </a:moveTo>
                <a:lnTo>
                  <a:pt x="3209925" y="0"/>
                </a:lnTo>
                <a:lnTo>
                  <a:pt x="3209925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txBody>
          <a:bodyPr wrap="square" anchor="ctr">
            <a:noAutofit/>
          </a:bodyPr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410B3015-6849-048C-AD97-C517676F76E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772149" y="0"/>
            <a:ext cx="3209925" cy="3080905"/>
          </a:xfrm>
          <a:custGeom>
            <a:avLst/>
            <a:gdLst>
              <a:gd name="connsiteX0" fmla="*/ 0 w 3209925"/>
              <a:gd name="connsiteY0" fmla="*/ 0 h 6169024"/>
              <a:gd name="connsiteX1" fmla="*/ 3209925 w 3209925"/>
              <a:gd name="connsiteY1" fmla="*/ 0 h 6169024"/>
              <a:gd name="connsiteX2" fmla="*/ 3209925 w 3209925"/>
              <a:gd name="connsiteY2" fmla="*/ 6169024 h 6169024"/>
              <a:gd name="connsiteX3" fmla="*/ 0 w 3209925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9925" h="6169024">
                <a:moveTo>
                  <a:pt x="0" y="0"/>
                </a:moveTo>
                <a:lnTo>
                  <a:pt x="3209925" y="0"/>
                </a:lnTo>
                <a:lnTo>
                  <a:pt x="3209925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txBody>
          <a:bodyPr wrap="square" anchor="ctr">
            <a:noAutofit/>
          </a:bodyPr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CEBCEFB0-A758-D703-7D10-8D8D69D699E1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5772149" y="3080906"/>
            <a:ext cx="3209925" cy="3088120"/>
          </a:xfrm>
          <a:custGeom>
            <a:avLst/>
            <a:gdLst>
              <a:gd name="connsiteX0" fmla="*/ 0 w 3209925"/>
              <a:gd name="connsiteY0" fmla="*/ 0 h 6169024"/>
              <a:gd name="connsiteX1" fmla="*/ 3209925 w 3209925"/>
              <a:gd name="connsiteY1" fmla="*/ 0 h 6169024"/>
              <a:gd name="connsiteX2" fmla="*/ 3209925 w 3209925"/>
              <a:gd name="connsiteY2" fmla="*/ 6169024 h 6169024"/>
              <a:gd name="connsiteX3" fmla="*/ 0 w 3209925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9925" h="6169024">
                <a:moveTo>
                  <a:pt x="0" y="0"/>
                </a:moveTo>
                <a:lnTo>
                  <a:pt x="3209925" y="0"/>
                </a:lnTo>
                <a:lnTo>
                  <a:pt x="3209925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</p:spPr>
        <p:txBody>
          <a:bodyPr wrap="square" anchor="ctr">
            <a:noAutofit/>
          </a:bodyPr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553B5CB-779B-F9C8-9782-2B3EFD9A5A7E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</a:rPr>
              <a:t>Go to ‘Design’ &gt; ‘Format Background’ &gt; choose colour </a:t>
            </a:r>
          </a:p>
        </p:txBody>
      </p:sp>
      <p:sp>
        <p:nvSpPr>
          <p:cNvPr id="10" name="Title 3">
            <a:extLst>
              <a:ext uri="{FF2B5EF4-FFF2-40B4-BE49-F238E27FC236}">
                <a16:creationId xmlns:a16="http://schemas.microsoft.com/office/drawing/2014/main" id="{5C0A819C-E4AE-9406-191E-A323D1CD17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261" y="335280"/>
            <a:ext cx="4345539" cy="1725295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17153479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saic #8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4E66905-64DD-F656-2F93-6BFFEBAA4CB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982074" y="0"/>
            <a:ext cx="3209925" cy="3429000"/>
          </a:xfrm>
          <a:custGeom>
            <a:avLst/>
            <a:gdLst>
              <a:gd name="connsiteX0" fmla="*/ 0 w 3209925"/>
              <a:gd name="connsiteY0" fmla="*/ 0 h 6169024"/>
              <a:gd name="connsiteX1" fmla="*/ 3209925 w 3209925"/>
              <a:gd name="connsiteY1" fmla="*/ 0 h 6169024"/>
              <a:gd name="connsiteX2" fmla="*/ 3209925 w 3209925"/>
              <a:gd name="connsiteY2" fmla="*/ 6169024 h 6169024"/>
              <a:gd name="connsiteX3" fmla="*/ 0 w 3209925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9925" h="6169024">
                <a:moveTo>
                  <a:pt x="0" y="0"/>
                </a:moveTo>
                <a:lnTo>
                  <a:pt x="3209925" y="0"/>
                </a:lnTo>
                <a:lnTo>
                  <a:pt x="3209925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</p:spPr>
        <p:txBody>
          <a:bodyPr wrap="square" anchor="ctr">
            <a:noAutofit/>
          </a:bodyPr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B57D188-B471-37A0-46D7-C838B0A4339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02EAE9-6FEB-3B2A-1FC1-8E887DB192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9AD4E916-2DD8-FF0C-58AD-D72A9EEA19D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79463" y="2060576"/>
            <a:ext cx="4351337" cy="4101236"/>
          </a:xfrm>
        </p:spPr>
        <p:txBody>
          <a:bodyPr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D70795D6-B814-4E36-78A9-7634816C853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982074" y="3429000"/>
            <a:ext cx="3209925" cy="2740025"/>
          </a:xfrm>
          <a:custGeom>
            <a:avLst/>
            <a:gdLst>
              <a:gd name="connsiteX0" fmla="*/ 0 w 3209925"/>
              <a:gd name="connsiteY0" fmla="*/ 0 h 6169024"/>
              <a:gd name="connsiteX1" fmla="*/ 3209925 w 3209925"/>
              <a:gd name="connsiteY1" fmla="*/ 0 h 6169024"/>
              <a:gd name="connsiteX2" fmla="*/ 3209925 w 3209925"/>
              <a:gd name="connsiteY2" fmla="*/ 6169024 h 6169024"/>
              <a:gd name="connsiteX3" fmla="*/ 0 w 3209925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9925" h="6169024">
                <a:moveTo>
                  <a:pt x="0" y="0"/>
                </a:moveTo>
                <a:lnTo>
                  <a:pt x="3209925" y="0"/>
                </a:lnTo>
                <a:lnTo>
                  <a:pt x="3209925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txBody>
          <a:bodyPr wrap="square" anchor="ctr">
            <a:noAutofit/>
          </a:bodyPr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410B3015-6849-048C-AD97-C517676F76E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772149" y="0"/>
            <a:ext cx="3209925" cy="2060575"/>
          </a:xfrm>
          <a:custGeom>
            <a:avLst/>
            <a:gdLst>
              <a:gd name="connsiteX0" fmla="*/ 0 w 3209925"/>
              <a:gd name="connsiteY0" fmla="*/ 0 h 6169024"/>
              <a:gd name="connsiteX1" fmla="*/ 3209925 w 3209925"/>
              <a:gd name="connsiteY1" fmla="*/ 0 h 6169024"/>
              <a:gd name="connsiteX2" fmla="*/ 3209925 w 3209925"/>
              <a:gd name="connsiteY2" fmla="*/ 6169024 h 6169024"/>
              <a:gd name="connsiteX3" fmla="*/ 0 w 3209925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9925" h="6169024">
                <a:moveTo>
                  <a:pt x="0" y="0"/>
                </a:moveTo>
                <a:lnTo>
                  <a:pt x="3209925" y="0"/>
                </a:lnTo>
                <a:lnTo>
                  <a:pt x="3209925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txBody>
          <a:bodyPr wrap="square" anchor="ctr">
            <a:noAutofit/>
          </a:bodyPr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CEBCEFB0-A758-D703-7D10-8D8D69D699E1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5772149" y="2067788"/>
            <a:ext cx="3209925" cy="4101237"/>
          </a:xfrm>
          <a:custGeom>
            <a:avLst/>
            <a:gdLst>
              <a:gd name="connsiteX0" fmla="*/ 0 w 3209925"/>
              <a:gd name="connsiteY0" fmla="*/ 0 h 6169024"/>
              <a:gd name="connsiteX1" fmla="*/ 3209925 w 3209925"/>
              <a:gd name="connsiteY1" fmla="*/ 0 h 6169024"/>
              <a:gd name="connsiteX2" fmla="*/ 3209925 w 3209925"/>
              <a:gd name="connsiteY2" fmla="*/ 6169024 h 6169024"/>
              <a:gd name="connsiteX3" fmla="*/ 0 w 3209925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9925" h="6169024">
                <a:moveTo>
                  <a:pt x="0" y="0"/>
                </a:moveTo>
                <a:lnTo>
                  <a:pt x="3209925" y="0"/>
                </a:lnTo>
                <a:lnTo>
                  <a:pt x="3209925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</p:spPr>
        <p:txBody>
          <a:bodyPr wrap="square" anchor="ctr">
            <a:noAutofit/>
          </a:bodyPr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F56B88C7-709E-7FB2-AB08-704E04F89CDD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</a:rPr>
              <a:t>Go to ‘Design’ &gt; ‘Format Background’ &gt; choose colour </a:t>
            </a:r>
          </a:p>
        </p:txBody>
      </p:sp>
      <p:sp>
        <p:nvSpPr>
          <p:cNvPr id="10" name="Title 3">
            <a:extLst>
              <a:ext uri="{FF2B5EF4-FFF2-40B4-BE49-F238E27FC236}">
                <a16:creationId xmlns:a16="http://schemas.microsoft.com/office/drawing/2014/main" id="{BB0714AB-51F6-2A7B-A0BD-C92751529F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261" y="335280"/>
            <a:ext cx="4345539" cy="171808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96535307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osaic #9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4E66905-64DD-F656-2F93-6BFFEBAA4CB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096000" y="0"/>
            <a:ext cx="6095999" cy="3429000"/>
          </a:xfrm>
          <a:custGeom>
            <a:avLst/>
            <a:gdLst>
              <a:gd name="connsiteX0" fmla="*/ 0 w 3209925"/>
              <a:gd name="connsiteY0" fmla="*/ 0 h 6169024"/>
              <a:gd name="connsiteX1" fmla="*/ 3209925 w 3209925"/>
              <a:gd name="connsiteY1" fmla="*/ 0 h 6169024"/>
              <a:gd name="connsiteX2" fmla="*/ 3209925 w 3209925"/>
              <a:gd name="connsiteY2" fmla="*/ 6169024 h 6169024"/>
              <a:gd name="connsiteX3" fmla="*/ 0 w 3209925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9925" h="6169024">
                <a:moveTo>
                  <a:pt x="0" y="0"/>
                </a:moveTo>
                <a:lnTo>
                  <a:pt x="3209925" y="0"/>
                </a:lnTo>
                <a:lnTo>
                  <a:pt x="3209925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</p:spPr>
        <p:txBody>
          <a:bodyPr wrap="square" anchor="ctr">
            <a:noAutofit/>
          </a:bodyPr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D70795D6-B814-4E36-78A9-7634816C853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96000" y="3429000"/>
            <a:ext cx="6095999" cy="3422647"/>
          </a:xfrm>
          <a:custGeom>
            <a:avLst/>
            <a:gdLst>
              <a:gd name="connsiteX0" fmla="*/ 0 w 3209925"/>
              <a:gd name="connsiteY0" fmla="*/ 0 h 6169024"/>
              <a:gd name="connsiteX1" fmla="*/ 3209925 w 3209925"/>
              <a:gd name="connsiteY1" fmla="*/ 0 h 6169024"/>
              <a:gd name="connsiteX2" fmla="*/ 3209925 w 3209925"/>
              <a:gd name="connsiteY2" fmla="*/ 6169024 h 6169024"/>
              <a:gd name="connsiteX3" fmla="*/ 0 w 3209925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9925" h="6169024">
                <a:moveTo>
                  <a:pt x="0" y="0"/>
                </a:moveTo>
                <a:lnTo>
                  <a:pt x="3209925" y="0"/>
                </a:lnTo>
                <a:lnTo>
                  <a:pt x="3209925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txBody>
          <a:bodyPr wrap="square" anchor="ctr">
            <a:noAutofit/>
          </a:bodyPr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410B3015-6849-048C-AD97-C517676F76E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6096000" cy="3429000"/>
          </a:xfrm>
          <a:custGeom>
            <a:avLst/>
            <a:gdLst>
              <a:gd name="connsiteX0" fmla="*/ 0 w 3209925"/>
              <a:gd name="connsiteY0" fmla="*/ 0 h 6169024"/>
              <a:gd name="connsiteX1" fmla="*/ 3209925 w 3209925"/>
              <a:gd name="connsiteY1" fmla="*/ 0 h 6169024"/>
              <a:gd name="connsiteX2" fmla="*/ 3209925 w 3209925"/>
              <a:gd name="connsiteY2" fmla="*/ 6169024 h 6169024"/>
              <a:gd name="connsiteX3" fmla="*/ 0 w 3209925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9925" h="6169024">
                <a:moveTo>
                  <a:pt x="0" y="0"/>
                </a:moveTo>
                <a:lnTo>
                  <a:pt x="3209925" y="0"/>
                </a:lnTo>
                <a:lnTo>
                  <a:pt x="3209925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txBody>
          <a:bodyPr wrap="square" anchor="ctr">
            <a:noAutofit/>
          </a:bodyPr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CEBCEFB0-A758-D703-7D10-8D8D69D699E1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3429000"/>
            <a:ext cx="6096000" cy="3422647"/>
          </a:xfrm>
          <a:custGeom>
            <a:avLst/>
            <a:gdLst>
              <a:gd name="connsiteX0" fmla="*/ 0 w 3209925"/>
              <a:gd name="connsiteY0" fmla="*/ 0 h 6169024"/>
              <a:gd name="connsiteX1" fmla="*/ 3209925 w 3209925"/>
              <a:gd name="connsiteY1" fmla="*/ 0 h 6169024"/>
              <a:gd name="connsiteX2" fmla="*/ 3209925 w 3209925"/>
              <a:gd name="connsiteY2" fmla="*/ 6169024 h 6169024"/>
              <a:gd name="connsiteX3" fmla="*/ 0 w 3209925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9925" h="6169024">
                <a:moveTo>
                  <a:pt x="0" y="0"/>
                </a:moveTo>
                <a:lnTo>
                  <a:pt x="3209925" y="0"/>
                </a:lnTo>
                <a:lnTo>
                  <a:pt x="3209925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</p:spPr>
        <p:txBody>
          <a:bodyPr wrap="square" anchor="ctr">
            <a:noAutofit/>
          </a:bodyPr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67FC564-834F-BE5A-F11A-660E303FA62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1656530" y="6299513"/>
            <a:ext cx="433868" cy="433868"/>
          </a:xfrm>
          <a:custGeom>
            <a:avLst/>
            <a:gdLst>
              <a:gd name="connsiteX0" fmla="*/ 216934 w 433868"/>
              <a:gd name="connsiteY0" fmla="*/ 0 h 433868"/>
              <a:gd name="connsiteX1" fmla="*/ 433868 w 433868"/>
              <a:gd name="connsiteY1" fmla="*/ 216934 h 433868"/>
              <a:gd name="connsiteX2" fmla="*/ 216934 w 433868"/>
              <a:gd name="connsiteY2" fmla="*/ 433868 h 433868"/>
              <a:gd name="connsiteX3" fmla="*/ 0 w 433868"/>
              <a:gd name="connsiteY3" fmla="*/ 216934 h 433868"/>
              <a:gd name="connsiteX4" fmla="*/ 216934 w 433868"/>
              <a:gd name="connsiteY4" fmla="*/ 0 h 4338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33868" h="433868">
                <a:moveTo>
                  <a:pt x="216934" y="0"/>
                </a:moveTo>
                <a:cubicBezTo>
                  <a:pt x="336743" y="0"/>
                  <a:pt x="433868" y="97125"/>
                  <a:pt x="433868" y="216934"/>
                </a:cubicBezTo>
                <a:cubicBezTo>
                  <a:pt x="433868" y="336743"/>
                  <a:pt x="336743" y="433868"/>
                  <a:pt x="216934" y="433868"/>
                </a:cubicBezTo>
                <a:cubicBezTo>
                  <a:pt x="97125" y="433868"/>
                  <a:pt x="0" y="336743"/>
                  <a:pt x="0" y="216934"/>
                </a:cubicBezTo>
                <a:cubicBezTo>
                  <a:pt x="0" y="97125"/>
                  <a:pt x="97125" y="0"/>
                  <a:pt x="216934" y="0"/>
                </a:cubicBez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pPr lvl="0"/>
            <a:endParaRPr lang="en-GB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7F4D1F9-CC5E-B32D-D859-F2CC5C8AE94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1714548" y="6453442"/>
            <a:ext cx="318365" cy="127333"/>
          </a:xfrm>
          <a:custGeom>
            <a:avLst/>
            <a:gdLst>
              <a:gd name="connsiteX0" fmla="*/ 63648 w 318365"/>
              <a:gd name="connsiteY0" fmla="*/ 17774 h 127333"/>
              <a:gd name="connsiteX1" fmla="*/ 39941 w 318365"/>
              <a:gd name="connsiteY1" fmla="*/ 23707 h 127333"/>
              <a:gd name="connsiteX2" fmla="*/ 23829 w 318365"/>
              <a:gd name="connsiteY2" fmla="*/ 40074 h 127333"/>
              <a:gd name="connsiteX3" fmla="*/ 18029 w 318365"/>
              <a:gd name="connsiteY3" fmla="*/ 63660 h 127333"/>
              <a:gd name="connsiteX4" fmla="*/ 18041 w 318365"/>
              <a:gd name="connsiteY4" fmla="*/ 63660 h 127333"/>
              <a:gd name="connsiteX5" fmla="*/ 23841 w 318365"/>
              <a:gd name="connsiteY5" fmla="*/ 87756 h 127333"/>
              <a:gd name="connsiteX6" fmla="*/ 26437 w 318365"/>
              <a:gd name="connsiteY6" fmla="*/ 91845 h 127333"/>
              <a:gd name="connsiteX7" fmla="*/ 90814 w 318365"/>
              <a:gd name="connsiteY7" fmla="*/ 27238 h 127333"/>
              <a:gd name="connsiteX8" fmla="*/ 83498 w 318365"/>
              <a:gd name="connsiteY8" fmla="*/ 22154 h 127333"/>
              <a:gd name="connsiteX9" fmla="*/ 63648 w 318365"/>
              <a:gd name="connsiteY9" fmla="*/ 17774 h 127333"/>
              <a:gd name="connsiteX10" fmla="*/ 63394 w 318365"/>
              <a:gd name="connsiteY10" fmla="*/ 1031 h 127333"/>
              <a:gd name="connsiteX11" fmla="*/ 92136 w 318365"/>
              <a:gd name="connsiteY11" fmla="*/ 7862 h 127333"/>
              <a:gd name="connsiteX12" fmla="*/ 92124 w 318365"/>
              <a:gd name="connsiteY12" fmla="*/ 7862 h 127333"/>
              <a:gd name="connsiteX13" fmla="*/ 112616 w 318365"/>
              <a:gd name="connsiteY13" fmla="*/ 27068 h 127333"/>
              <a:gd name="connsiteX14" fmla="*/ 37369 w 318365"/>
              <a:gd name="connsiteY14" fmla="*/ 102570 h 127333"/>
              <a:gd name="connsiteX15" fmla="*/ 40062 w 318365"/>
              <a:gd name="connsiteY15" fmla="*/ 104269 h 127333"/>
              <a:gd name="connsiteX16" fmla="*/ 63903 w 318365"/>
              <a:gd name="connsiteY16" fmla="*/ 110323 h 127333"/>
              <a:gd name="connsiteX17" fmla="*/ 84529 w 318365"/>
              <a:gd name="connsiteY17" fmla="*/ 106586 h 127333"/>
              <a:gd name="connsiteX18" fmla="*/ 99998 w 318365"/>
              <a:gd name="connsiteY18" fmla="*/ 95885 h 127333"/>
              <a:gd name="connsiteX19" fmla="*/ 111852 w 318365"/>
              <a:gd name="connsiteY19" fmla="*/ 107739 h 127333"/>
              <a:gd name="connsiteX20" fmla="*/ 90850 w 318365"/>
              <a:gd name="connsiteY20" fmla="*/ 122298 h 127333"/>
              <a:gd name="connsiteX21" fmla="*/ 63915 w 318365"/>
              <a:gd name="connsiteY21" fmla="*/ 127321 h 127333"/>
              <a:gd name="connsiteX22" fmla="*/ 31181 w 318365"/>
              <a:gd name="connsiteY22" fmla="*/ 118816 h 127333"/>
              <a:gd name="connsiteX23" fmla="*/ 8372 w 318365"/>
              <a:gd name="connsiteY23" fmla="*/ 95873 h 127333"/>
              <a:gd name="connsiteX24" fmla="*/ 0 w 318365"/>
              <a:gd name="connsiteY24" fmla="*/ 63660 h 127333"/>
              <a:gd name="connsiteX25" fmla="*/ 8372 w 318365"/>
              <a:gd name="connsiteY25" fmla="*/ 31957 h 127333"/>
              <a:gd name="connsiteX26" fmla="*/ 31048 w 318365"/>
              <a:gd name="connsiteY26" fmla="*/ 9403 h 127333"/>
              <a:gd name="connsiteX27" fmla="*/ 63394 w 318365"/>
              <a:gd name="connsiteY27" fmla="*/ 1031 h 127333"/>
              <a:gd name="connsiteX28" fmla="*/ 179966 w 318365"/>
              <a:gd name="connsiteY28" fmla="*/ 0 h 127333"/>
              <a:gd name="connsiteX29" fmla="*/ 208187 w 318365"/>
              <a:gd name="connsiteY29" fmla="*/ 7219 h 127333"/>
              <a:gd name="connsiteX30" fmla="*/ 221193 w 318365"/>
              <a:gd name="connsiteY30" fmla="*/ 19024 h 127333"/>
              <a:gd name="connsiteX31" fmla="*/ 234090 w 318365"/>
              <a:gd name="connsiteY31" fmla="*/ 7219 h 127333"/>
              <a:gd name="connsiteX32" fmla="*/ 262445 w 318365"/>
              <a:gd name="connsiteY32" fmla="*/ 0 h 127333"/>
              <a:gd name="connsiteX33" fmla="*/ 291952 w 318365"/>
              <a:gd name="connsiteY33" fmla="*/ 7086 h 127333"/>
              <a:gd name="connsiteX34" fmla="*/ 311413 w 318365"/>
              <a:gd name="connsiteY34" fmla="*/ 26546 h 127333"/>
              <a:gd name="connsiteX35" fmla="*/ 311400 w 318365"/>
              <a:gd name="connsiteY35" fmla="*/ 26559 h 127333"/>
              <a:gd name="connsiteX36" fmla="*/ 318365 w 318365"/>
              <a:gd name="connsiteY36" fmla="*/ 55168 h 127333"/>
              <a:gd name="connsiteX37" fmla="*/ 318365 w 318365"/>
              <a:gd name="connsiteY37" fmla="*/ 127333 h 127333"/>
              <a:gd name="connsiteX38" fmla="*/ 284344 w 318365"/>
              <a:gd name="connsiteY38" fmla="*/ 127333 h 127333"/>
              <a:gd name="connsiteX39" fmla="*/ 284344 w 318365"/>
              <a:gd name="connsiteY39" fmla="*/ 57740 h 127333"/>
              <a:gd name="connsiteX40" fmla="*/ 278411 w 318365"/>
              <a:gd name="connsiteY40" fmla="*/ 38145 h 127333"/>
              <a:gd name="connsiteX41" fmla="*/ 261147 w 318365"/>
              <a:gd name="connsiteY41" fmla="*/ 31181 h 127333"/>
              <a:gd name="connsiteX42" fmla="*/ 244136 w 318365"/>
              <a:gd name="connsiteY42" fmla="*/ 38012 h 127333"/>
              <a:gd name="connsiteX43" fmla="*/ 238203 w 318365"/>
              <a:gd name="connsiteY43" fmla="*/ 57728 h 127333"/>
              <a:gd name="connsiteX44" fmla="*/ 238203 w 318365"/>
              <a:gd name="connsiteY44" fmla="*/ 127321 h 127333"/>
              <a:gd name="connsiteX45" fmla="*/ 204183 w 318365"/>
              <a:gd name="connsiteY45" fmla="*/ 127321 h 127333"/>
              <a:gd name="connsiteX46" fmla="*/ 204183 w 318365"/>
              <a:gd name="connsiteY46" fmla="*/ 57728 h 127333"/>
              <a:gd name="connsiteX47" fmla="*/ 198250 w 318365"/>
              <a:gd name="connsiteY47" fmla="*/ 38012 h 127333"/>
              <a:gd name="connsiteX48" fmla="*/ 180985 w 318365"/>
              <a:gd name="connsiteY48" fmla="*/ 31181 h 127333"/>
              <a:gd name="connsiteX49" fmla="*/ 163842 w 318365"/>
              <a:gd name="connsiteY49" fmla="*/ 38012 h 127333"/>
              <a:gd name="connsiteX50" fmla="*/ 157787 w 318365"/>
              <a:gd name="connsiteY50" fmla="*/ 57728 h 127333"/>
              <a:gd name="connsiteX51" fmla="*/ 157787 w 318365"/>
              <a:gd name="connsiteY51" fmla="*/ 127321 h 127333"/>
              <a:gd name="connsiteX52" fmla="*/ 124022 w 318365"/>
              <a:gd name="connsiteY52" fmla="*/ 127321 h 127333"/>
              <a:gd name="connsiteX53" fmla="*/ 124022 w 318365"/>
              <a:gd name="connsiteY53" fmla="*/ 55156 h 127333"/>
              <a:gd name="connsiteX54" fmla="*/ 130986 w 318365"/>
              <a:gd name="connsiteY54" fmla="*/ 26546 h 127333"/>
              <a:gd name="connsiteX55" fmla="*/ 150581 w 318365"/>
              <a:gd name="connsiteY55" fmla="*/ 7086 h 127333"/>
              <a:gd name="connsiteX56" fmla="*/ 179966 w 318365"/>
              <a:gd name="connsiteY56" fmla="*/ 0 h 127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</a:cxnLst>
            <a:rect l="l" t="t" r="r" b="b"/>
            <a:pathLst>
              <a:path w="318365" h="127333">
                <a:moveTo>
                  <a:pt x="63648" y="17774"/>
                </a:moveTo>
                <a:cubicBezTo>
                  <a:pt x="54719" y="17774"/>
                  <a:pt x="46808" y="19752"/>
                  <a:pt x="39941" y="23707"/>
                </a:cubicBezTo>
                <a:cubicBezTo>
                  <a:pt x="33062" y="27662"/>
                  <a:pt x="27699" y="33110"/>
                  <a:pt x="23829" y="40074"/>
                </a:cubicBezTo>
                <a:cubicBezTo>
                  <a:pt x="19958" y="47038"/>
                  <a:pt x="18029" y="54900"/>
                  <a:pt x="18029" y="63660"/>
                </a:cubicBezTo>
                <a:lnTo>
                  <a:pt x="18041" y="63660"/>
                </a:lnTo>
                <a:cubicBezTo>
                  <a:pt x="18041" y="72772"/>
                  <a:pt x="19971" y="80792"/>
                  <a:pt x="23841" y="87756"/>
                </a:cubicBezTo>
                <a:cubicBezTo>
                  <a:pt x="24630" y="89188"/>
                  <a:pt x="25515" y="90534"/>
                  <a:pt x="26437" y="91845"/>
                </a:cubicBezTo>
                <a:lnTo>
                  <a:pt x="90814" y="27238"/>
                </a:lnTo>
                <a:cubicBezTo>
                  <a:pt x="88618" y="25272"/>
                  <a:pt x="86179" y="23586"/>
                  <a:pt x="83498" y="22154"/>
                </a:cubicBezTo>
                <a:cubicBezTo>
                  <a:pt x="77989" y="19242"/>
                  <a:pt x="71377" y="17774"/>
                  <a:pt x="63648" y="17774"/>
                </a:cubicBezTo>
                <a:close/>
                <a:moveTo>
                  <a:pt x="63394" y="1031"/>
                </a:moveTo>
                <a:cubicBezTo>
                  <a:pt x="74228" y="1031"/>
                  <a:pt x="83801" y="3312"/>
                  <a:pt x="92136" y="7862"/>
                </a:cubicBezTo>
                <a:lnTo>
                  <a:pt x="92124" y="7862"/>
                </a:lnTo>
                <a:cubicBezTo>
                  <a:pt x="100459" y="12424"/>
                  <a:pt x="107290" y="18818"/>
                  <a:pt x="112616" y="27068"/>
                </a:cubicBezTo>
                <a:lnTo>
                  <a:pt x="37369" y="102570"/>
                </a:lnTo>
                <a:cubicBezTo>
                  <a:pt x="38242" y="103165"/>
                  <a:pt x="39140" y="103735"/>
                  <a:pt x="40062" y="104269"/>
                </a:cubicBezTo>
                <a:cubicBezTo>
                  <a:pt x="47014" y="108309"/>
                  <a:pt x="54961" y="110323"/>
                  <a:pt x="63903" y="110323"/>
                </a:cubicBezTo>
                <a:cubicBezTo>
                  <a:pt x="71814" y="110323"/>
                  <a:pt x="78681" y="109073"/>
                  <a:pt x="84529" y="106586"/>
                </a:cubicBezTo>
                <a:cubicBezTo>
                  <a:pt x="90377" y="104087"/>
                  <a:pt x="95533" y="100520"/>
                  <a:pt x="99998" y="95885"/>
                </a:cubicBezTo>
                <a:lnTo>
                  <a:pt x="111852" y="107739"/>
                </a:lnTo>
                <a:cubicBezTo>
                  <a:pt x="105834" y="114096"/>
                  <a:pt x="98846" y="118949"/>
                  <a:pt x="90850" y="122298"/>
                </a:cubicBezTo>
                <a:cubicBezTo>
                  <a:pt x="82855" y="125647"/>
                  <a:pt x="73876" y="127321"/>
                  <a:pt x="63915" y="127321"/>
                </a:cubicBezTo>
                <a:cubicBezTo>
                  <a:pt x="51710" y="127321"/>
                  <a:pt x="40802" y="124482"/>
                  <a:pt x="31181" y="118816"/>
                </a:cubicBezTo>
                <a:cubicBezTo>
                  <a:pt x="21560" y="113138"/>
                  <a:pt x="13953" y="105494"/>
                  <a:pt x="8372" y="95873"/>
                </a:cubicBezTo>
                <a:cubicBezTo>
                  <a:pt x="2791" y="86264"/>
                  <a:pt x="0" y="75344"/>
                  <a:pt x="0" y="63660"/>
                </a:cubicBezTo>
                <a:cubicBezTo>
                  <a:pt x="0" y="51976"/>
                  <a:pt x="2791" y="41409"/>
                  <a:pt x="8372" y="31957"/>
                </a:cubicBezTo>
                <a:cubicBezTo>
                  <a:pt x="13953" y="22506"/>
                  <a:pt x="21511" y="14984"/>
                  <a:pt x="31048" y="9403"/>
                </a:cubicBezTo>
                <a:cubicBezTo>
                  <a:pt x="40584" y="3822"/>
                  <a:pt x="51370" y="1031"/>
                  <a:pt x="63394" y="1031"/>
                </a:cubicBezTo>
                <a:close/>
                <a:moveTo>
                  <a:pt x="179966" y="0"/>
                </a:moveTo>
                <a:cubicBezTo>
                  <a:pt x="190789" y="0"/>
                  <a:pt x="200192" y="2414"/>
                  <a:pt x="208187" y="7219"/>
                </a:cubicBezTo>
                <a:cubicBezTo>
                  <a:pt x="213271" y="10276"/>
                  <a:pt x="217602" y="14220"/>
                  <a:pt x="221193" y="19024"/>
                </a:cubicBezTo>
                <a:cubicBezTo>
                  <a:pt x="224760" y="14220"/>
                  <a:pt x="229055" y="10289"/>
                  <a:pt x="234090" y="7219"/>
                </a:cubicBezTo>
                <a:cubicBezTo>
                  <a:pt x="241989" y="2414"/>
                  <a:pt x="251113" y="0"/>
                  <a:pt x="262445" y="0"/>
                </a:cubicBezTo>
                <a:cubicBezTo>
                  <a:pt x="273777" y="0"/>
                  <a:pt x="283616" y="2366"/>
                  <a:pt x="291952" y="7086"/>
                </a:cubicBezTo>
                <a:cubicBezTo>
                  <a:pt x="300287" y="11817"/>
                  <a:pt x="306778" y="18296"/>
                  <a:pt x="311413" y="26546"/>
                </a:cubicBezTo>
                <a:lnTo>
                  <a:pt x="311400" y="26559"/>
                </a:lnTo>
                <a:cubicBezTo>
                  <a:pt x="316047" y="34809"/>
                  <a:pt x="318365" y="44345"/>
                  <a:pt x="318365" y="55168"/>
                </a:cubicBezTo>
                <a:lnTo>
                  <a:pt x="318365" y="127333"/>
                </a:lnTo>
                <a:lnTo>
                  <a:pt x="284344" y="127333"/>
                </a:lnTo>
                <a:lnTo>
                  <a:pt x="284344" y="57740"/>
                </a:lnTo>
                <a:cubicBezTo>
                  <a:pt x="284344" y="49320"/>
                  <a:pt x="282367" y="42780"/>
                  <a:pt x="278411" y="38145"/>
                </a:cubicBezTo>
                <a:cubicBezTo>
                  <a:pt x="274456" y="33499"/>
                  <a:pt x="268535" y="31181"/>
                  <a:pt x="261147" y="31181"/>
                </a:cubicBezTo>
                <a:cubicBezTo>
                  <a:pt x="253758" y="31181"/>
                  <a:pt x="248092" y="33462"/>
                  <a:pt x="244136" y="38012"/>
                </a:cubicBezTo>
                <a:cubicBezTo>
                  <a:pt x="240181" y="42562"/>
                  <a:pt x="238203" y="49138"/>
                  <a:pt x="238203" y="57728"/>
                </a:cubicBezTo>
                <a:lnTo>
                  <a:pt x="238203" y="127321"/>
                </a:lnTo>
                <a:lnTo>
                  <a:pt x="204183" y="127321"/>
                </a:lnTo>
                <a:lnTo>
                  <a:pt x="204183" y="57728"/>
                </a:lnTo>
                <a:cubicBezTo>
                  <a:pt x="204183" y="49138"/>
                  <a:pt x="202206" y="42562"/>
                  <a:pt x="198250" y="38012"/>
                </a:cubicBezTo>
                <a:cubicBezTo>
                  <a:pt x="194295" y="33462"/>
                  <a:pt x="188374" y="31181"/>
                  <a:pt x="180985" y="31181"/>
                </a:cubicBezTo>
                <a:cubicBezTo>
                  <a:pt x="173596" y="31181"/>
                  <a:pt x="167882" y="33462"/>
                  <a:pt x="163842" y="38012"/>
                </a:cubicBezTo>
                <a:cubicBezTo>
                  <a:pt x="159802" y="42562"/>
                  <a:pt x="157787" y="49138"/>
                  <a:pt x="157787" y="57728"/>
                </a:cubicBezTo>
                <a:lnTo>
                  <a:pt x="157787" y="127321"/>
                </a:lnTo>
                <a:lnTo>
                  <a:pt x="124022" y="127321"/>
                </a:lnTo>
                <a:lnTo>
                  <a:pt x="124022" y="55156"/>
                </a:lnTo>
                <a:cubicBezTo>
                  <a:pt x="124022" y="44333"/>
                  <a:pt x="126352" y="34797"/>
                  <a:pt x="130986" y="26546"/>
                </a:cubicBezTo>
                <a:cubicBezTo>
                  <a:pt x="135633" y="18296"/>
                  <a:pt x="142161" y="11817"/>
                  <a:pt x="150581" y="7086"/>
                </a:cubicBezTo>
                <a:cubicBezTo>
                  <a:pt x="159001" y="2366"/>
                  <a:pt x="169144" y="0"/>
                  <a:pt x="17996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pPr lvl="0"/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B57D188-B471-37A0-46D7-C838B0A4339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02EAE9-6FEB-3B2A-1FC1-8E887DB192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467586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osaic #10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80CBFEF5-62CA-5AE1-7C27-1FA428E053D6}"/>
              </a:ext>
            </a:extLst>
          </p:cNvPr>
          <p:cNvSpPr/>
          <p:nvPr userDrawn="1"/>
        </p:nvSpPr>
        <p:spPr>
          <a:xfrm>
            <a:off x="0" y="6169024"/>
            <a:ext cx="12192000" cy="688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endParaRPr lang="en-GB" sz="140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A528D03F-3185-2519-8828-ABF13B0231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56530" y="6299513"/>
            <a:ext cx="434353" cy="434353"/>
          </a:xfrm>
          <a:prstGeom prst="rect">
            <a:avLst/>
          </a:prstGeom>
        </p:spPr>
      </p:pic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4E66905-64DD-F656-2F93-6BFFEBAA4CB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096001" y="0"/>
            <a:ext cx="6095999" cy="6169024"/>
          </a:xfrm>
          <a:custGeom>
            <a:avLst/>
            <a:gdLst>
              <a:gd name="connsiteX0" fmla="*/ 0 w 3209925"/>
              <a:gd name="connsiteY0" fmla="*/ 0 h 6169024"/>
              <a:gd name="connsiteX1" fmla="*/ 3209925 w 3209925"/>
              <a:gd name="connsiteY1" fmla="*/ 0 h 6169024"/>
              <a:gd name="connsiteX2" fmla="*/ 3209925 w 3209925"/>
              <a:gd name="connsiteY2" fmla="*/ 6169024 h 6169024"/>
              <a:gd name="connsiteX3" fmla="*/ 0 w 3209925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9925" h="6169024">
                <a:moveTo>
                  <a:pt x="0" y="0"/>
                </a:moveTo>
                <a:lnTo>
                  <a:pt x="3209925" y="0"/>
                </a:lnTo>
                <a:lnTo>
                  <a:pt x="3209925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</p:spPr>
        <p:txBody>
          <a:bodyPr wrap="square" anchor="ctr">
            <a:noAutofit/>
          </a:bodyPr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410B3015-6849-048C-AD97-C517676F76E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1"/>
            <a:ext cx="6096000" cy="6169022"/>
          </a:xfrm>
          <a:custGeom>
            <a:avLst/>
            <a:gdLst>
              <a:gd name="connsiteX0" fmla="*/ 0 w 3209925"/>
              <a:gd name="connsiteY0" fmla="*/ 0 h 6169024"/>
              <a:gd name="connsiteX1" fmla="*/ 3209925 w 3209925"/>
              <a:gd name="connsiteY1" fmla="*/ 0 h 6169024"/>
              <a:gd name="connsiteX2" fmla="*/ 3209925 w 3209925"/>
              <a:gd name="connsiteY2" fmla="*/ 6169024 h 6169024"/>
              <a:gd name="connsiteX3" fmla="*/ 0 w 3209925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9925" h="6169024">
                <a:moveTo>
                  <a:pt x="0" y="0"/>
                </a:moveTo>
                <a:lnTo>
                  <a:pt x="3209925" y="0"/>
                </a:lnTo>
                <a:lnTo>
                  <a:pt x="3209925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txBody>
          <a:bodyPr wrap="square" anchor="ctr">
            <a:noAutofit/>
          </a:bodyPr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B57D188-B471-37A0-46D7-C838B0A4339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02EAE9-6FEB-3B2A-1FC1-8E887DB192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78443293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osaic #1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80CBFEF5-62CA-5AE1-7C27-1FA428E053D6}"/>
              </a:ext>
            </a:extLst>
          </p:cNvPr>
          <p:cNvSpPr/>
          <p:nvPr userDrawn="1"/>
        </p:nvSpPr>
        <p:spPr>
          <a:xfrm>
            <a:off x="0" y="6169024"/>
            <a:ext cx="12192000" cy="688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endParaRPr lang="en-GB" sz="140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A528D03F-3185-2519-8828-ABF13B0231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56530" y="6299513"/>
            <a:ext cx="434353" cy="434353"/>
          </a:xfrm>
          <a:prstGeom prst="rect">
            <a:avLst/>
          </a:prstGeom>
        </p:spPr>
      </p:pic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4E66905-64DD-F656-2F93-6BFFEBAA4CB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416675" y="0"/>
            <a:ext cx="2565400" cy="6169024"/>
          </a:xfrm>
          <a:custGeom>
            <a:avLst/>
            <a:gdLst>
              <a:gd name="connsiteX0" fmla="*/ 0 w 3209925"/>
              <a:gd name="connsiteY0" fmla="*/ 0 h 6169024"/>
              <a:gd name="connsiteX1" fmla="*/ 3209925 w 3209925"/>
              <a:gd name="connsiteY1" fmla="*/ 0 h 6169024"/>
              <a:gd name="connsiteX2" fmla="*/ 3209925 w 3209925"/>
              <a:gd name="connsiteY2" fmla="*/ 6169024 h 6169024"/>
              <a:gd name="connsiteX3" fmla="*/ 0 w 3209925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9925" h="6169024">
                <a:moveTo>
                  <a:pt x="0" y="0"/>
                </a:moveTo>
                <a:lnTo>
                  <a:pt x="3209925" y="0"/>
                </a:lnTo>
                <a:lnTo>
                  <a:pt x="3209925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</p:spPr>
        <p:txBody>
          <a:bodyPr wrap="square" anchor="ctr">
            <a:noAutofit/>
          </a:bodyPr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410B3015-6849-048C-AD97-C517676F76E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-1" y="0"/>
            <a:ext cx="6416675" cy="2743200"/>
          </a:xfrm>
          <a:custGeom>
            <a:avLst/>
            <a:gdLst>
              <a:gd name="connsiteX0" fmla="*/ 0 w 3209925"/>
              <a:gd name="connsiteY0" fmla="*/ 0 h 6169024"/>
              <a:gd name="connsiteX1" fmla="*/ 3209925 w 3209925"/>
              <a:gd name="connsiteY1" fmla="*/ 0 h 6169024"/>
              <a:gd name="connsiteX2" fmla="*/ 3209925 w 3209925"/>
              <a:gd name="connsiteY2" fmla="*/ 6169024 h 6169024"/>
              <a:gd name="connsiteX3" fmla="*/ 0 w 3209925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9925" h="6169024">
                <a:moveTo>
                  <a:pt x="0" y="0"/>
                </a:moveTo>
                <a:lnTo>
                  <a:pt x="3209925" y="0"/>
                </a:lnTo>
                <a:lnTo>
                  <a:pt x="3209925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txBody>
          <a:bodyPr wrap="square" anchor="ctr">
            <a:noAutofit/>
          </a:bodyPr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B57D188-B471-37A0-46D7-C838B0A4339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02EAE9-6FEB-3B2A-1FC1-8E887DB192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B5946053-E62C-3605-EB68-E7DEC59EE045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2743200"/>
            <a:ext cx="3206750" cy="3425824"/>
          </a:xfrm>
          <a:custGeom>
            <a:avLst/>
            <a:gdLst>
              <a:gd name="connsiteX0" fmla="*/ 0 w 3209925"/>
              <a:gd name="connsiteY0" fmla="*/ 0 h 6169024"/>
              <a:gd name="connsiteX1" fmla="*/ 3209925 w 3209925"/>
              <a:gd name="connsiteY1" fmla="*/ 0 h 6169024"/>
              <a:gd name="connsiteX2" fmla="*/ 3209925 w 3209925"/>
              <a:gd name="connsiteY2" fmla="*/ 6169024 h 6169024"/>
              <a:gd name="connsiteX3" fmla="*/ 0 w 3209925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9925" h="6169024">
                <a:moveTo>
                  <a:pt x="0" y="0"/>
                </a:moveTo>
                <a:lnTo>
                  <a:pt x="3209925" y="0"/>
                </a:lnTo>
                <a:lnTo>
                  <a:pt x="3209925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</p:spPr>
        <p:txBody>
          <a:bodyPr wrap="square" anchor="ctr">
            <a:noAutofit/>
          </a:bodyPr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8EDF04BE-2ED7-E23F-7734-81C214CCA85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206749" y="2743200"/>
            <a:ext cx="3209925" cy="3425824"/>
          </a:xfrm>
          <a:custGeom>
            <a:avLst/>
            <a:gdLst>
              <a:gd name="connsiteX0" fmla="*/ 0 w 3209925"/>
              <a:gd name="connsiteY0" fmla="*/ 0 h 6169024"/>
              <a:gd name="connsiteX1" fmla="*/ 3209925 w 3209925"/>
              <a:gd name="connsiteY1" fmla="*/ 0 h 6169024"/>
              <a:gd name="connsiteX2" fmla="*/ 3209925 w 3209925"/>
              <a:gd name="connsiteY2" fmla="*/ 6169024 h 6169024"/>
              <a:gd name="connsiteX3" fmla="*/ 0 w 3209925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9925" h="6169024">
                <a:moveTo>
                  <a:pt x="0" y="0"/>
                </a:moveTo>
                <a:lnTo>
                  <a:pt x="3209925" y="0"/>
                </a:lnTo>
                <a:lnTo>
                  <a:pt x="3209925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</p:spPr>
        <p:txBody>
          <a:bodyPr wrap="square" anchor="ctr">
            <a:noAutofit/>
          </a:bodyPr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DFC2092C-D564-C5A9-C97F-348F2ECB44D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982075" y="0"/>
            <a:ext cx="3209925" cy="3086100"/>
          </a:xfrm>
          <a:custGeom>
            <a:avLst/>
            <a:gdLst>
              <a:gd name="connsiteX0" fmla="*/ 0 w 3209925"/>
              <a:gd name="connsiteY0" fmla="*/ 0 h 6169024"/>
              <a:gd name="connsiteX1" fmla="*/ 3209925 w 3209925"/>
              <a:gd name="connsiteY1" fmla="*/ 0 h 6169024"/>
              <a:gd name="connsiteX2" fmla="*/ 3209925 w 3209925"/>
              <a:gd name="connsiteY2" fmla="*/ 6169024 h 6169024"/>
              <a:gd name="connsiteX3" fmla="*/ 0 w 3209925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9925" h="6169024">
                <a:moveTo>
                  <a:pt x="0" y="0"/>
                </a:moveTo>
                <a:lnTo>
                  <a:pt x="3209925" y="0"/>
                </a:lnTo>
                <a:lnTo>
                  <a:pt x="3209925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txBody>
          <a:bodyPr wrap="square" anchor="ctr">
            <a:noAutofit/>
          </a:bodyPr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75EB5095-7804-C3E6-7402-3C7A63C0BA76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982075" y="3082924"/>
            <a:ext cx="3209925" cy="3086100"/>
          </a:xfrm>
          <a:custGeom>
            <a:avLst/>
            <a:gdLst>
              <a:gd name="connsiteX0" fmla="*/ 0 w 3209925"/>
              <a:gd name="connsiteY0" fmla="*/ 0 h 6169024"/>
              <a:gd name="connsiteX1" fmla="*/ 3209925 w 3209925"/>
              <a:gd name="connsiteY1" fmla="*/ 0 h 6169024"/>
              <a:gd name="connsiteX2" fmla="*/ 3209925 w 3209925"/>
              <a:gd name="connsiteY2" fmla="*/ 6169024 h 6169024"/>
              <a:gd name="connsiteX3" fmla="*/ 0 w 3209925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9925" h="6169024">
                <a:moveTo>
                  <a:pt x="0" y="0"/>
                </a:moveTo>
                <a:lnTo>
                  <a:pt x="3209925" y="0"/>
                </a:lnTo>
                <a:lnTo>
                  <a:pt x="3209925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</p:spPr>
        <p:txBody>
          <a:bodyPr wrap="square" anchor="ctr">
            <a:noAutofit/>
          </a:bodyPr>
          <a:lstStyle>
            <a:lvl1pPr algn="ctr">
              <a:defRPr/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0339617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saic #1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4E66905-64DD-F656-2F93-6BFFEBAA4CB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-600" y="0"/>
            <a:ext cx="3044848" cy="3086100"/>
          </a:xfrm>
          <a:custGeom>
            <a:avLst/>
            <a:gdLst>
              <a:gd name="connsiteX0" fmla="*/ 0 w 3209925"/>
              <a:gd name="connsiteY0" fmla="*/ 0 h 6169024"/>
              <a:gd name="connsiteX1" fmla="*/ 3209925 w 3209925"/>
              <a:gd name="connsiteY1" fmla="*/ 0 h 6169024"/>
              <a:gd name="connsiteX2" fmla="*/ 3209925 w 3209925"/>
              <a:gd name="connsiteY2" fmla="*/ 6169024 h 6169024"/>
              <a:gd name="connsiteX3" fmla="*/ 0 w 3209925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9925" h="6169024">
                <a:moveTo>
                  <a:pt x="0" y="0"/>
                </a:moveTo>
                <a:lnTo>
                  <a:pt x="3209925" y="0"/>
                </a:lnTo>
                <a:lnTo>
                  <a:pt x="3209925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</p:spPr>
        <p:txBody>
          <a:bodyPr wrap="square" anchor="ctr">
            <a:noAutofit/>
          </a:bodyPr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B57D188-B471-37A0-46D7-C838B0A4339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02EAE9-6FEB-3B2A-1FC1-8E887DB192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BBB13102-A20D-BCDF-666A-2DBE1AC13C0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600" y="3086100"/>
            <a:ext cx="3044848" cy="3086100"/>
          </a:xfrm>
          <a:custGeom>
            <a:avLst/>
            <a:gdLst>
              <a:gd name="connsiteX0" fmla="*/ 0 w 3209925"/>
              <a:gd name="connsiteY0" fmla="*/ 0 h 6169024"/>
              <a:gd name="connsiteX1" fmla="*/ 3209925 w 3209925"/>
              <a:gd name="connsiteY1" fmla="*/ 0 h 6169024"/>
              <a:gd name="connsiteX2" fmla="*/ 3209925 w 3209925"/>
              <a:gd name="connsiteY2" fmla="*/ 6169024 h 6169024"/>
              <a:gd name="connsiteX3" fmla="*/ 0 w 3209925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9925" h="6169024">
                <a:moveTo>
                  <a:pt x="0" y="0"/>
                </a:moveTo>
                <a:lnTo>
                  <a:pt x="3209925" y="0"/>
                </a:lnTo>
                <a:lnTo>
                  <a:pt x="3209925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txBody>
          <a:bodyPr wrap="square" anchor="ctr">
            <a:noAutofit/>
          </a:bodyPr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6F490869-D1DC-C579-A316-10A2245BB8A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044248" y="0"/>
            <a:ext cx="3051752" cy="3086100"/>
          </a:xfrm>
          <a:custGeom>
            <a:avLst/>
            <a:gdLst>
              <a:gd name="connsiteX0" fmla="*/ 0 w 3209925"/>
              <a:gd name="connsiteY0" fmla="*/ 0 h 6169024"/>
              <a:gd name="connsiteX1" fmla="*/ 3209925 w 3209925"/>
              <a:gd name="connsiteY1" fmla="*/ 0 h 6169024"/>
              <a:gd name="connsiteX2" fmla="*/ 3209925 w 3209925"/>
              <a:gd name="connsiteY2" fmla="*/ 6169024 h 6169024"/>
              <a:gd name="connsiteX3" fmla="*/ 0 w 3209925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9925" h="6169024">
                <a:moveTo>
                  <a:pt x="0" y="0"/>
                </a:moveTo>
                <a:lnTo>
                  <a:pt x="3209925" y="0"/>
                </a:lnTo>
                <a:lnTo>
                  <a:pt x="3209925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txBody>
          <a:bodyPr wrap="square" anchor="ctr">
            <a:noAutofit/>
          </a:bodyPr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AED58FB9-EF60-89EE-C72E-92CE23001F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044248" y="3086100"/>
            <a:ext cx="3051752" cy="3086100"/>
          </a:xfrm>
          <a:custGeom>
            <a:avLst/>
            <a:gdLst>
              <a:gd name="connsiteX0" fmla="*/ 0 w 3209925"/>
              <a:gd name="connsiteY0" fmla="*/ 0 h 6169024"/>
              <a:gd name="connsiteX1" fmla="*/ 3209925 w 3209925"/>
              <a:gd name="connsiteY1" fmla="*/ 0 h 6169024"/>
              <a:gd name="connsiteX2" fmla="*/ 3209925 w 3209925"/>
              <a:gd name="connsiteY2" fmla="*/ 6169024 h 6169024"/>
              <a:gd name="connsiteX3" fmla="*/ 0 w 3209925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9925" h="6169024">
                <a:moveTo>
                  <a:pt x="0" y="0"/>
                </a:moveTo>
                <a:lnTo>
                  <a:pt x="3209925" y="0"/>
                </a:lnTo>
                <a:lnTo>
                  <a:pt x="3209925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</p:spPr>
        <p:txBody>
          <a:bodyPr wrap="square" anchor="ctr">
            <a:noAutofit/>
          </a:bodyPr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4823CF1B-0C04-D7AF-5C5C-1F72BEB334B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3046114" cy="3086100"/>
          </a:xfrm>
          <a:custGeom>
            <a:avLst/>
            <a:gdLst>
              <a:gd name="connsiteX0" fmla="*/ 0 w 3209925"/>
              <a:gd name="connsiteY0" fmla="*/ 0 h 6169024"/>
              <a:gd name="connsiteX1" fmla="*/ 3209925 w 3209925"/>
              <a:gd name="connsiteY1" fmla="*/ 0 h 6169024"/>
              <a:gd name="connsiteX2" fmla="*/ 3209925 w 3209925"/>
              <a:gd name="connsiteY2" fmla="*/ 6169024 h 6169024"/>
              <a:gd name="connsiteX3" fmla="*/ 0 w 3209925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9925" h="6169024">
                <a:moveTo>
                  <a:pt x="0" y="0"/>
                </a:moveTo>
                <a:lnTo>
                  <a:pt x="3209925" y="0"/>
                </a:lnTo>
                <a:lnTo>
                  <a:pt x="3209925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</p:spPr>
        <p:txBody>
          <a:bodyPr wrap="square" anchor="ctr">
            <a:noAutofit/>
          </a:bodyPr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25" name="Picture Placeholder 24">
            <a:extLst>
              <a:ext uri="{FF2B5EF4-FFF2-40B4-BE49-F238E27FC236}">
                <a16:creationId xmlns:a16="http://schemas.microsoft.com/office/drawing/2014/main" id="{3DB2B6A3-4F93-8812-1A03-1B748F6B2AE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096000" y="3086100"/>
            <a:ext cx="3046114" cy="3086100"/>
          </a:xfrm>
          <a:custGeom>
            <a:avLst/>
            <a:gdLst>
              <a:gd name="connsiteX0" fmla="*/ 0 w 3209925"/>
              <a:gd name="connsiteY0" fmla="*/ 0 h 6169024"/>
              <a:gd name="connsiteX1" fmla="*/ 3209925 w 3209925"/>
              <a:gd name="connsiteY1" fmla="*/ 0 h 6169024"/>
              <a:gd name="connsiteX2" fmla="*/ 3209925 w 3209925"/>
              <a:gd name="connsiteY2" fmla="*/ 6169024 h 6169024"/>
              <a:gd name="connsiteX3" fmla="*/ 0 w 3209925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9925" h="6169024">
                <a:moveTo>
                  <a:pt x="0" y="0"/>
                </a:moveTo>
                <a:lnTo>
                  <a:pt x="3209925" y="0"/>
                </a:lnTo>
                <a:lnTo>
                  <a:pt x="3209925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txBody>
          <a:bodyPr wrap="square" anchor="ctr">
            <a:noAutofit/>
          </a:bodyPr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66B79E47-FA84-B264-D708-BEA6E7FE3727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9142114" y="0"/>
            <a:ext cx="3051752" cy="3086100"/>
          </a:xfrm>
          <a:custGeom>
            <a:avLst/>
            <a:gdLst>
              <a:gd name="connsiteX0" fmla="*/ 0 w 3209925"/>
              <a:gd name="connsiteY0" fmla="*/ 0 h 6169024"/>
              <a:gd name="connsiteX1" fmla="*/ 3209925 w 3209925"/>
              <a:gd name="connsiteY1" fmla="*/ 0 h 6169024"/>
              <a:gd name="connsiteX2" fmla="*/ 3209925 w 3209925"/>
              <a:gd name="connsiteY2" fmla="*/ 6169024 h 6169024"/>
              <a:gd name="connsiteX3" fmla="*/ 0 w 3209925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9925" h="6169024">
                <a:moveTo>
                  <a:pt x="0" y="0"/>
                </a:moveTo>
                <a:lnTo>
                  <a:pt x="3209925" y="0"/>
                </a:lnTo>
                <a:lnTo>
                  <a:pt x="3209925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txBody>
          <a:bodyPr wrap="square" anchor="ctr">
            <a:noAutofit/>
          </a:bodyPr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3BB89B72-822F-BF1F-3F86-58950787269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9142114" y="3086100"/>
            <a:ext cx="3051752" cy="3086100"/>
          </a:xfrm>
          <a:custGeom>
            <a:avLst/>
            <a:gdLst>
              <a:gd name="connsiteX0" fmla="*/ 0 w 3209925"/>
              <a:gd name="connsiteY0" fmla="*/ 0 h 6169024"/>
              <a:gd name="connsiteX1" fmla="*/ 3209925 w 3209925"/>
              <a:gd name="connsiteY1" fmla="*/ 0 h 6169024"/>
              <a:gd name="connsiteX2" fmla="*/ 3209925 w 3209925"/>
              <a:gd name="connsiteY2" fmla="*/ 6169024 h 6169024"/>
              <a:gd name="connsiteX3" fmla="*/ 0 w 3209925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9925" h="6169024">
                <a:moveTo>
                  <a:pt x="0" y="0"/>
                </a:moveTo>
                <a:lnTo>
                  <a:pt x="3209925" y="0"/>
                </a:lnTo>
                <a:lnTo>
                  <a:pt x="3209925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</p:spPr>
        <p:txBody>
          <a:bodyPr wrap="square" anchor="ctr">
            <a:noAutofit/>
          </a:bodyPr>
          <a:lstStyle>
            <a:lvl1pPr algn="ctr">
              <a:defRPr/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718489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 - desktop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6C93688E-1263-9D36-62A7-80F8CE19F9A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b="8569"/>
          <a:stretch/>
        </p:blipFill>
        <p:spPr>
          <a:xfrm>
            <a:off x="6845670" y="2590799"/>
            <a:ext cx="4860531" cy="3578225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1492FA8-3242-7065-DBEC-298BE6E57CF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1CFF7E-90AD-556E-DD8E-9CECD3DB0C9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F234DB0-3004-509D-820F-9FF2CCC20F59}"/>
              </a:ext>
            </a:extLst>
          </p:cNvPr>
          <p:cNvCxnSpPr/>
          <p:nvPr userDrawn="1"/>
        </p:nvCxnSpPr>
        <p:spPr>
          <a:xfrm>
            <a:off x="641350" y="0"/>
            <a:ext cx="0" cy="681038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7549953D-8BB0-B383-F725-C756E776B39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06750" y="2060575"/>
            <a:ext cx="3209925" cy="401002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E4B74144-F9DF-403B-B5C8-C97073D4EE4C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</a:rPr>
              <a:t>Go to ‘Design’ &gt; ‘Format Background’ &gt; choose colour 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BDFA67B3-1709-54E4-5A04-C5259FF0FEE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982977" y="2742325"/>
            <a:ext cx="4585917" cy="2579578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wrap="square" anchor="ctr">
            <a:noAutofit/>
          </a:bodyPr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16F75DD7-6FD0-C133-DE4A-4C7F2C7A97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261" y="335280"/>
            <a:ext cx="10765383" cy="1033145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66212396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 - mobil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1492FA8-3242-7065-DBEC-298BE6E57CF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1CFF7E-90AD-556E-DD8E-9CECD3DB0C9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F234DB0-3004-509D-820F-9FF2CCC20F59}"/>
              </a:ext>
            </a:extLst>
          </p:cNvPr>
          <p:cNvCxnSpPr/>
          <p:nvPr userDrawn="1"/>
        </p:nvCxnSpPr>
        <p:spPr>
          <a:xfrm>
            <a:off x="641350" y="0"/>
            <a:ext cx="0" cy="681038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7549953D-8BB0-B383-F725-C756E776B39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06750" y="2060575"/>
            <a:ext cx="3209925" cy="401002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E4B74144-F9DF-403B-B5C8-C97073D4EE4C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</a:rPr>
              <a:t>Go to ‘Design’ &gt; ‘Format Background’ &gt; choose colour 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5FC0EE2-F2F1-F95E-5296-A4799BF2E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F3C9BFFC-B4D9-44A6-1923-855BB7D10B9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313541" y="1283759"/>
            <a:ext cx="2239057" cy="4702175"/>
          </a:xfrm>
          <a:prstGeom prst="roundRect">
            <a:avLst>
              <a:gd name="adj" fmla="val 12251"/>
            </a:avLst>
          </a:prstGeom>
          <a:solidFill>
            <a:schemeClr val="tx1"/>
          </a:solidFill>
        </p:spPr>
        <p:txBody>
          <a:bodyPr/>
          <a:lstStyle>
            <a:lvl1pPr>
              <a:defRPr sz="100">
                <a:noFill/>
              </a:defRPr>
            </a:lvl1pPr>
          </a:lstStyle>
          <a:p>
            <a:pPr lvl="0"/>
            <a:endParaRPr lang="en-GB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D9883130-8A5B-7D6C-2C29-C580C41FDA04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384617" y="1345678"/>
            <a:ext cx="2096905" cy="4578337"/>
          </a:xfrm>
          <a:custGeom>
            <a:avLst/>
            <a:gdLst>
              <a:gd name="connsiteX0" fmla="*/ 256226 w 2454413"/>
              <a:gd name="connsiteY0" fmla="*/ 84 h 5358912"/>
              <a:gd name="connsiteX1" fmla="*/ 409999 w 2454413"/>
              <a:gd name="connsiteY1" fmla="*/ 833 h 5358912"/>
              <a:gd name="connsiteX2" fmla="*/ 532204 w 2454413"/>
              <a:gd name="connsiteY2" fmla="*/ 84 h 5358912"/>
              <a:gd name="connsiteX3" fmla="*/ 646470 w 2454413"/>
              <a:gd name="connsiteY3" fmla="*/ 1020 h 5358912"/>
              <a:gd name="connsiteX4" fmla="*/ 875098 w 2454413"/>
              <a:gd name="connsiteY4" fmla="*/ 84 h 5358912"/>
              <a:gd name="connsiteX5" fmla="*/ 1086808 w 2454413"/>
              <a:gd name="connsiteY5" fmla="*/ 84 h 5358912"/>
              <a:gd name="connsiteX6" fmla="*/ 1287080 w 2454413"/>
              <a:gd name="connsiteY6" fmla="*/ 84 h 5358912"/>
              <a:gd name="connsiteX7" fmla="*/ 1497562 w 2454413"/>
              <a:gd name="connsiteY7" fmla="*/ 739 h 5358912"/>
              <a:gd name="connsiteX8" fmla="*/ 1686588 w 2454413"/>
              <a:gd name="connsiteY8" fmla="*/ 84 h 5358912"/>
              <a:gd name="connsiteX9" fmla="*/ 1900472 w 2454413"/>
              <a:gd name="connsiteY9" fmla="*/ 84 h 5358912"/>
              <a:gd name="connsiteX10" fmla="*/ 2071446 w 2454413"/>
              <a:gd name="connsiteY10" fmla="*/ 177 h 5358912"/>
              <a:gd name="connsiteX11" fmla="*/ 2198189 w 2454413"/>
              <a:gd name="connsiteY11" fmla="*/ 84 h 5358912"/>
              <a:gd name="connsiteX12" fmla="*/ 2446853 w 2454413"/>
              <a:gd name="connsiteY12" fmla="*/ 189884 h 5358912"/>
              <a:gd name="connsiteX13" fmla="*/ 2453941 w 2454413"/>
              <a:gd name="connsiteY13" fmla="*/ 259959 h 5358912"/>
              <a:gd name="connsiteX14" fmla="*/ 2454225 w 2454413"/>
              <a:gd name="connsiteY14" fmla="*/ 1370190 h 5358912"/>
              <a:gd name="connsiteX15" fmla="*/ 2454225 w 2454413"/>
              <a:gd name="connsiteY15" fmla="*/ 2680434 h 5358912"/>
              <a:gd name="connsiteX16" fmla="*/ 2454413 w 2454413"/>
              <a:gd name="connsiteY16" fmla="*/ 5106531 h 5358912"/>
              <a:gd name="connsiteX17" fmla="*/ 2379181 w 2454413"/>
              <a:gd name="connsiteY17" fmla="*/ 5287151 h 5358912"/>
              <a:gd name="connsiteX18" fmla="*/ 2196865 w 2454413"/>
              <a:gd name="connsiteY18" fmla="*/ 5358912 h 5358912"/>
              <a:gd name="connsiteX19" fmla="*/ 1017340 w 2454413"/>
              <a:gd name="connsiteY19" fmla="*/ 5358724 h 5358912"/>
              <a:gd name="connsiteX20" fmla="*/ 254714 w 2454413"/>
              <a:gd name="connsiteY20" fmla="*/ 5358912 h 5358912"/>
              <a:gd name="connsiteX21" fmla="*/ 104249 w 2454413"/>
              <a:gd name="connsiteY21" fmla="*/ 5311227 h 5358912"/>
              <a:gd name="connsiteX22" fmla="*/ 95 w 2454413"/>
              <a:gd name="connsiteY22" fmla="*/ 5103345 h 5358912"/>
              <a:gd name="connsiteX23" fmla="*/ 284 w 2454413"/>
              <a:gd name="connsiteY23" fmla="*/ 4192002 h 5358912"/>
              <a:gd name="connsiteX24" fmla="*/ 0 w 2454413"/>
              <a:gd name="connsiteY24" fmla="*/ 261271 h 5358912"/>
              <a:gd name="connsiteX25" fmla="*/ 117669 w 2454413"/>
              <a:gd name="connsiteY25" fmla="*/ 39149 h 5358912"/>
              <a:gd name="connsiteX26" fmla="*/ 256226 w 2454413"/>
              <a:gd name="connsiteY26" fmla="*/ 84 h 53589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2454413" h="5358912">
                <a:moveTo>
                  <a:pt x="256226" y="84"/>
                </a:moveTo>
                <a:cubicBezTo>
                  <a:pt x="307451" y="84"/>
                  <a:pt x="358772" y="833"/>
                  <a:pt x="409999" y="833"/>
                </a:cubicBezTo>
                <a:cubicBezTo>
                  <a:pt x="450733" y="833"/>
                  <a:pt x="491469" y="84"/>
                  <a:pt x="532204" y="84"/>
                </a:cubicBezTo>
                <a:cubicBezTo>
                  <a:pt x="570293" y="84"/>
                  <a:pt x="608381" y="1020"/>
                  <a:pt x="646470" y="1020"/>
                </a:cubicBezTo>
                <a:cubicBezTo>
                  <a:pt x="722649" y="927"/>
                  <a:pt x="798920" y="271"/>
                  <a:pt x="875098" y="84"/>
                </a:cubicBezTo>
                <a:cubicBezTo>
                  <a:pt x="945700" y="-104"/>
                  <a:pt x="1016206" y="84"/>
                  <a:pt x="1086808" y="84"/>
                </a:cubicBezTo>
                <a:cubicBezTo>
                  <a:pt x="1153534" y="84"/>
                  <a:pt x="1220355" y="-11"/>
                  <a:pt x="1287080" y="84"/>
                </a:cubicBezTo>
                <a:cubicBezTo>
                  <a:pt x="1357210" y="177"/>
                  <a:pt x="1427433" y="739"/>
                  <a:pt x="1497562" y="739"/>
                </a:cubicBezTo>
                <a:cubicBezTo>
                  <a:pt x="1560602" y="739"/>
                  <a:pt x="1623548" y="177"/>
                  <a:pt x="1686588" y="84"/>
                </a:cubicBezTo>
                <a:cubicBezTo>
                  <a:pt x="1757851" y="-11"/>
                  <a:pt x="1829208" y="84"/>
                  <a:pt x="1900472" y="84"/>
                </a:cubicBezTo>
                <a:cubicBezTo>
                  <a:pt x="1957463" y="84"/>
                  <a:pt x="2014455" y="177"/>
                  <a:pt x="2071446" y="177"/>
                </a:cubicBezTo>
                <a:cubicBezTo>
                  <a:pt x="2113693" y="177"/>
                  <a:pt x="2155941" y="-11"/>
                  <a:pt x="2198189" y="84"/>
                </a:cubicBezTo>
                <a:cubicBezTo>
                  <a:pt x="2317936" y="458"/>
                  <a:pt x="2419160" y="76997"/>
                  <a:pt x="2446853" y="189884"/>
                </a:cubicBezTo>
                <a:cubicBezTo>
                  <a:pt x="2452429" y="212461"/>
                  <a:pt x="2453847" y="236538"/>
                  <a:pt x="2453941" y="259959"/>
                </a:cubicBezTo>
                <a:cubicBezTo>
                  <a:pt x="2454319" y="630005"/>
                  <a:pt x="2454225" y="1000144"/>
                  <a:pt x="2454225" y="1370190"/>
                </a:cubicBezTo>
                <a:cubicBezTo>
                  <a:pt x="2454225" y="1806939"/>
                  <a:pt x="2454225" y="2243686"/>
                  <a:pt x="2454225" y="2680434"/>
                </a:cubicBezTo>
                <a:cubicBezTo>
                  <a:pt x="2454225" y="3489102"/>
                  <a:pt x="2454225" y="4297863"/>
                  <a:pt x="2454413" y="5106531"/>
                </a:cubicBezTo>
                <a:cubicBezTo>
                  <a:pt x="2454413" y="5177448"/>
                  <a:pt x="2429651" y="5237780"/>
                  <a:pt x="2379181" y="5287151"/>
                </a:cubicBezTo>
                <a:cubicBezTo>
                  <a:pt x="2328900" y="5336241"/>
                  <a:pt x="2267750" y="5359005"/>
                  <a:pt x="2196865" y="5358912"/>
                </a:cubicBezTo>
                <a:cubicBezTo>
                  <a:pt x="1803690" y="5358537"/>
                  <a:pt x="1410515" y="5358724"/>
                  <a:pt x="1017340" y="5358724"/>
                </a:cubicBezTo>
                <a:cubicBezTo>
                  <a:pt x="763100" y="5358724"/>
                  <a:pt x="508954" y="5358537"/>
                  <a:pt x="254714" y="5358912"/>
                </a:cubicBezTo>
                <a:cubicBezTo>
                  <a:pt x="199140" y="5358912"/>
                  <a:pt x="148481" y="5344203"/>
                  <a:pt x="104249" y="5311227"/>
                </a:cubicBezTo>
                <a:cubicBezTo>
                  <a:pt x="34781" y="5259421"/>
                  <a:pt x="0" y="5190189"/>
                  <a:pt x="95" y="5103345"/>
                </a:cubicBezTo>
                <a:cubicBezTo>
                  <a:pt x="473" y="4799534"/>
                  <a:pt x="284" y="4495814"/>
                  <a:pt x="284" y="4192002"/>
                </a:cubicBezTo>
                <a:cubicBezTo>
                  <a:pt x="284" y="2881758"/>
                  <a:pt x="378" y="1571514"/>
                  <a:pt x="0" y="261271"/>
                </a:cubicBezTo>
                <a:cubicBezTo>
                  <a:pt x="0" y="165808"/>
                  <a:pt x="37900" y="91798"/>
                  <a:pt x="117669" y="39149"/>
                </a:cubicBezTo>
                <a:cubicBezTo>
                  <a:pt x="159350" y="11606"/>
                  <a:pt x="206417" y="177"/>
                  <a:pt x="256226" y="84"/>
                </a:cubicBezTo>
                <a:close/>
              </a:path>
            </a:pathLst>
          </a:custGeom>
          <a:solidFill>
            <a:schemeClr val="bg1">
              <a:lumMod val="50000"/>
            </a:schemeClr>
          </a:solidFill>
        </p:spPr>
        <p:txBody>
          <a:bodyPr wrap="square" anchor="ctr">
            <a:noAutofit/>
          </a:bodyPr>
          <a:lstStyle>
            <a:lvl1pPr algn="ctr">
              <a:defRPr/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982804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extra #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5">
            <a:extLst>
              <a:ext uri="{FF2B5EF4-FFF2-40B4-BE49-F238E27FC236}">
                <a16:creationId xmlns:a16="http://schemas.microsoft.com/office/drawing/2014/main" id="{1C6C7D01-5EDD-FF13-27FE-0217648BED0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2000" cy="6858000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F9959E86-D769-AF18-FB19-1E9646A2CA26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924050" y="1901825"/>
            <a:ext cx="10267950" cy="4956175"/>
          </a:xfrm>
          <a:solidFill>
            <a:schemeClr val="bg1"/>
          </a:solidFill>
        </p:spPr>
        <p:txBody>
          <a:bodyPr lIns="648000" tIns="503999" rIns="720000" bIns="360000"/>
          <a:lstStyle>
            <a:lvl1pPr>
              <a:defRPr sz="100">
                <a:noFill/>
              </a:defRPr>
            </a:lvl1pPr>
          </a:lstStyle>
          <a:p>
            <a:pPr lvl="0"/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4967A-CFD4-A89C-88F5-6E0BBB0763B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6DE5283-3D12-48AD-7063-373956EF765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416726" y="2409290"/>
            <a:ext cx="9138202" cy="3759735"/>
          </a:xfrm>
        </p:spPr>
        <p:txBody>
          <a:bodyPr numCol="1" spcCol="360000"/>
          <a:lstStyle>
            <a:lvl1pPr>
              <a:lnSpc>
                <a:spcPct val="90000"/>
              </a:lnSpc>
              <a:defRPr sz="5400"/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FED802-41D5-D7CC-0CA7-B46C2AF36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2" name="Text Placeholder 22">
            <a:extLst>
              <a:ext uri="{FF2B5EF4-FFF2-40B4-BE49-F238E27FC236}">
                <a16:creationId xmlns:a16="http://schemas.microsoft.com/office/drawing/2014/main" id="{22333F19-7CF5-DF04-0BC6-3C06F45B9AB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1656530" y="6299513"/>
            <a:ext cx="433868" cy="433868"/>
          </a:xfrm>
          <a:custGeom>
            <a:avLst/>
            <a:gdLst>
              <a:gd name="connsiteX0" fmla="*/ 216934 w 433868"/>
              <a:gd name="connsiteY0" fmla="*/ 0 h 433868"/>
              <a:gd name="connsiteX1" fmla="*/ 433868 w 433868"/>
              <a:gd name="connsiteY1" fmla="*/ 216934 h 433868"/>
              <a:gd name="connsiteX2" fmla="*/ 216934 w 433868"/>
              <a:gd name="connsiteY2" fmla="*/ 433868 h 433868"/>
              <a:gd name="connsiteX3" fmla="*/ 0 w 433868"/>
              <a:gd name="connsiteY3" fmla="*/ 216934 h 433868"/>
              <a:gd name="connsiteX4" fmla="*/ 216934 w 433868"/>
              <a:gd name="connsiteY4" fmla="*/ 0 h 4338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33868" h="433868">
                <a:moveTo>
                  <a:pt x="216934" y="0"/>
                </a:moveTo>
                <a:cubicBezTo>
                  <a:pt x="336743" y="0"/>
                  <a:pt x="433868" y="97125"/>
                  <a:pt x="433868" y="216934"/>
                </a:cubicBezTo>
                <a:cubicBezTo>
                  <a:pt x="433868" y="336743"/>
                  <a:pt x="336743" y="433868"/>
                  <a:pt x="216934" y="433868"/>
                </a:cubicBezTo>
                <a:cubicBezTo>
                  <a:pt x="97125" y="433868"/>
                  <a:pt x="0" y="336743"/>
                  <a:pt x="0" y="216934"/>
                </a:cubicBezTo>
                <a:cubicBezTo>
                  <a:pt x="0" y="97125"/>
                  <a:pt x="97125" y="0"/>
                  <a:pt x="216934" y="0"/>
                </a:cubicBez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pPr lvl="0"/>
            <a:endParaRPr lang="en-GB"/>
          </a:p>
        </p:txBody>
      </p:sp>
      <p:sp>
        <p:nvSpPr>
          <p:cNvPr id="13" name="Text Placeholder 23">
            <a:extLst>
              <a:ext uri="{FF2B5EF4-FFF2-40B4-BE49-F238E27FC236}">
                <a16:creationId xmlns:a16="http://schemas.microsoft.com/office/drawing/2014/main" id="{D9462FB8-4824-0308-2CFE-FF681AAA7F8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1714548" y="6453442"/>
            <a:ext cx="318365" cy="127333"/>
          </a:xfrm>
          <a:custGeom>
            <a:avLst/>
            <a:gdLst>
              <a:gd name="connsiteX0" fmla="*/ 63648 w 318365"/>
              <a:gd name="connsiteY0" fmla="*/ 17774 h 127333"/>
              <a:gd name="connsiteX1" fmla="*/ 39941 w 318365"/>
              <a:gd name="connsiteY1" fmla="*/ 23707 h 127333"/>
              <a:gd name="connsiteX2" fmla="*/ 23829 w 318365"/>
              <a:gd name="connsiteY2" fmla="*/ 40074 h 127333"/>
              <a:gd name="connsiteX3" fmla="*/ 18029 w 318365"/>
              <a:gd name="connsiteY3" fmla="*/ 63660 h 127333"/>
              <a:gd name="connsiteX4" fmla="*/ 18041 w 318365"/>
              <a:gd name="connsiteY4" fmla="*/ 63660 h 127333"/>
              <a:gd name="connsiteX5" fmla="*/ 23841 w 318365"/>
              <a:gd name="connsiteY5" fmla="*/ 87756 h 127333"/>
              <a:gd name="connsiteX6" fmla="*/ 26437 w 318365"/>
              <a:gd name="connsiteY6" fmla="*/ 91845 h 127333"/>
              <a:gd name="connsiteX7" fmla="*/ 90814 w 318365"/>
              <a:gd name="connsiteY7" fmla="*/ 27238 h 127333"/>
              <a:gd name="connsiteX8" fmla="*/ 83498 w 318365"/>
              <a:gd name="connsiteY8" fmla="*/ 22154 h 127333"/>
              <a:gd name="connsiteX9" fmla="*/ 63648 w 318365"/>
              <a:gd name="connsiteY9" fmla="*/ 17774 h 127333"/>
              <a:gd name="connsiteX10" fmla="*/ 63394 w 318365"/>
              <a:gd name="connsiteY10" fmla="*/ 1031 h 127333"/>
              <a:gd name="connsiteX11" fmla="*/ 92136 w 318365"/>
              <a:gd name="connsiteY11" fmla="*/ 7862 h 127333"/>
              <a:gd name="connsiteX12" fmla="*/ 92124 w 318365"/>
              <a:gd name="connsiteY12" fmla="*/ 7862 h 127333"/>
              <a:gd name="connsiteX13" fmla="*/ 112616 w 318365"/>
              <a:gd name="connsiteY13" fmla="*/ 27068 h 127333"/>
              <a:gd name="connsiteX14" fmla="*/ 37369 w 318365"/>
              <a:gd name="connsiteY14" fmla="*/ 102570 h 127333"/>
              <a:gd name="connsiteX15" fmla="*/ 40062 w 318365"/>
              <a:gd name="connsiteY15" fmla="*/ 104269 h 127333"/>
              <a:gd name="connsiteX16" fmla="*/ 63903 w 318365"/>
              <a:gd name="connsiteY16" fmla="*/ 110323 h 127333"/>
              <a:gd name="connsiteX17" fmla="*/ 84529 w 318365"/>
              <a:gd name="connsiteY17" fmla="*/ 106586 h 127333"/>
              <a:gd name="connsiteX18" fmla="*/ 99998 w 318365"/>
              <a:gd name="connsiteY18" fmla="*/ 95885 h 127333"/>
              <a:gd name="connsiteX19" fmla="*/ 111852 w 318365"/>
              <a:gd name="connsiteY19" fmla="*/ 107739 h 127333"/>
              <a:gd name="connsiteX20" fmla="*/ 90850 w 318365"/>
              <a:gd name="connsiteY20" fmla="*/ 122298 h 127333"/>
              <a:gd name="connsiteX21" fmla="*/ 63915 w 318365"/>
              <a:gd name="connsiteY21" fmla="*/ 127321 h 127333"/>
              <a:gd name="connsiteX22" fmla="*/ 31181 w 318365"/>
              <a:gd name="connsiteY22" fmla="*/ 118816 h 127333"/>
              <a:gd name="connsiteX23" fmla="*/ 8372 w 318365"/>
              <a:gd name="connsiteY23" fmla="*/ 95873 h 127333"/>
              <a:gd name="connsiteX24" fmla="*/ 0 w 318365"/>
              <a:gd name="connsiteY24" fmla="*/ 63660 h 127333"/>
              <a:gd name="connsiteX25" fmla="*/ 8372 w 318365"/>
              <a:gd name="connsiteY25" fmla="*/ 31957 h 127333"/>
              <a:gd name="connsiteX26" fmla="*/ 31048 w 318365"/>
              <a:gd name="connsiteY26" fmla="*/ 9403 h 127333"/>
              <a:gd name="connsiteX27" fmla="*/ 63394 w 318365"/>
              <a:gd name="connsiteY27" fmla="*/ 1031 h 127333"/>
              <a:gd name="connsiteX28" fmla="*/ 179966 w 318365"/>
              <a:gd name="connsiteY28" fmla="*/ 0 h 127333"/>
              <a:gd name="connsiteX29" fmla="*/ 208187 w 318365"/>
              <a:gd name="connsiteY29" fmla="*/ 7219 h 127333"/>
              <a:gd name="connsiteX30" fmla="*/ 221193 w 318365"/>
              <a:gd name="connsiteY30" fmla="*/ 19024 h 127333"/>
              <a:gd name="connsiteX31" fmla="*/ 234090 w 318365"/>
              <a:gd name="connsiteY31" fmla="*/ 7219 h 127333"/>
              <a:gd name="connsiteX32" fmla="*/ 262445 w 318365"/>
              <a:gd name="connsiteY32" fmla="*/ 0 h 127333"/>
              <a:gd name="connsiteX33" fmla="*/ 291952 w 318365"/>
              <a:gd name="connsiteY33" fmla="*/ 7086 h 127333"/>
              <a:gd name="connsiteX34" fmla="*/ 311413 w 318365"/>
              <a:gd name="connsiteY34" fmla="*/ 26546 h 127333"/>
              <a:gd name="connsiteX35" fmla="*/ 311400 w 318365"/>
              <a:gd name="connsiteY35" fmla="*/ 26559 h 127333"/>
              <a:gd name="connsiteX36" fmla="*/ 318365 w 318365"/>
              <a:gd name="connsiteY36" fmla="*/ 55168 h 127333"/>
              <a:gd name="connsiteX37" fmla="*/ 318365 w 318365"/>
              <a:gd name="connsiteY37" fmla="*/ 127333 h 127333"/>
              <a:gd name="connsiteX38" fmla="*/ 284344 w 318365"/>
              <a:gd name="connsiteY38" fmla="*/ 127333 h 127333"/>
              <a:gd name="connsiteX39" fmla="*/ 284344 w 318365"/>
              <a:gd name="connsiteY39" fmla="*/ 57740 h 127333"/>
              <a:gd name="connsiteX40" fmla="*/ 278411 w 318365"/>
              <a:gd name="connsiteY40" fmla="*/ 38145 h 127333"/>
              <a:gd name="connsiteX41" fmla="*/ 261147 w 318365"/>
              <a:gd name="connsiteY41" fmla="*/ 31181 h 127333"/>
              <a:gd name="connsiteX42" fmla="*/ 244136 w 318365"/>
              <a:gd name="connsiteY42" fmla="*/ 38012 h 127333"/>
              <a:gd name="connsiteX43" fmla="*/ 238203 w 318365"/>
              <a:gd name="connsiteY43" fmla="*/ 57728 h 127333"/>
              <a:gd name="connsiteX44" fmla="*/ 238203 w 318365"/>
              <a:gd name="connsiteY44" fmla="*/ 127321 h 127333"/>
              <a:gd name="connsiteX45" fmla="*/ 204183 w 318365"/>
              <a:gd name="connsiteY45" fmla="*/ 127321 h 127333"/>
              <a:gd name="connsiteX46" fmla="*/ 204183 w 318365"/>
              <a:gd name="connsiteY46" fmla="*/ 57728 h 127333"/>
              <a:gd name="connsiteX47" fmla="*/ 198250 w 318365"/>
              <a:gd name="connsiteY47" fmla="*/ 38012 h 127333"/>
              <a:gd name="connsiteX48" fmla="*/ 180985 w 318365"/>
              <a:gd name="connsiteY48" fmla="*/ 31181 h 127333"/>
              <a:gd name="connsiteX49" fmla="*/ 163842 w 318365"/>
              <a:gd name="connsiteY49" fmla="*/ 38012 h 127333"/>
              <a:gd name="connsiteX50" fmla="*/ 157787 w 318365"/>
              <a:gd name="connsiteY50" fmla="*/ 57728 h 127333"/>
              <a:gd name="connsiteX51" fmla="*/ 157787 w 318365"/>
              <a:gd name="connsiteY51" fmla="*/ 127321 h 127333"/>
              <a:gd name="connsiteX52" fmla="*/ 124022 w 318365"/>
              <a:gd name="connsiteY52" fmla="*/ 127321 h 127333"/>
              <a:gd name="connsiteX53" fmla="*/ 124022 w 318365"/>
              <a:gd name="connsiteY53" fmla="*/ 55156 h 127333"/>
              <a:gd name="connsiteX54" fmla="*/ 130986 w 318365"/>
              <a:gd name="connsiteY54" fmla="*/ 26546 h 127333"/>
              <a:gd name="connsiteX55" fmla="*/ 150581 w 318365"/>
              <a:gd name="connsiteY55" fmla="*/ 7086 h 127333"/>
              <a:gd name="connsiteX56" fmla="*/ 179966 w 318365"/>
              <a:gd name="connsiteY56" fmla="*/ 0 h 127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</a:cxnLst>
            <a:rect l="l" t="t" r="r" b="b"/>
            <a:pathLst>
              <a:path w="318365" h="127333">
                <a:moveTo>
                  <a:pt x="63648" y="17774"/>
                </a:moveTo>
                <a:cubicBezTo>
                  <a:pt x="54719" y="17774"/>
                  <a:pt x="46808" y="19752"/>
                  <a:pt x="39941" y="23707"/>
                </a:cubicBezTo>
                <a:cubicBezTo>
                  <a:pt x="33062" y="27662"/>
                  <a:pt x="27699" y="33110"/>
                  <a:pt x="23829" y="40074"/>
                </a:cubicBezTo>
                <a:cubicBezTo>
                  <a:pt x="19958" y="47038"/>
                  <a:pt x="18029" y="54900"/>
                  <a:pt x="18029" y="63660"/>
                </a:cubicBezTo>
                <a:lnTo>
                  <a:pt x="18041" y="63660"/>
                </a:lnTo>
                <a:cubicBezTo>
                  <a:pt x="18041" y="72772"/>
                  <a:pt x="19971" y="80792"/>
                  <a:pt x="23841" y="87756"/>
                </a:cubicBezTo>
                <a:cubicBezTo>
                  <a:pt x="24630" y="89188"/>
                  <a:pt x="25515" y="90534"/>
                  <a:pt x="26437" y="91845"/>
                </a:cubicBezTo>
                <a:lnTo>
                  <a:pt x="90814" y="27238"/>
                </a:lnTo>
                <a:cubicBezTo>
                  <a:pt x="88618" y="25272"/>
                  <a:pt x="86179" y="23586"/>
                  <a:pt x="83498" y="22154"/>
                </a:cubicBezTo>
                <a:cubicBezTo>
                  <a:pt x="77989" y="19242"/>
                  <a:pt x="71377" y="17774"/>
                  <a:pt x="63648" y="17774"/>
                </a:cubicBezTo>
                <a:close/>
                <a:moveTo>
                  <a:pt x="63394" y="1031"/>
                </a:moveTo>
                <a:cubicBezTo>
                  <a:pt x="74228" y="1031"/>
                  <a:pt x="83801" y="3312"/>
                  <a:pt x="92136" y="7862"/>
                </a:cubicBezTo>
                <a:lnTo>
                  <a:pt x="92124" y="7862"/>
                </a:lnTo>
                <a:cubicBezTo>
                  <a:pt x="100459" y="12424"/>
                  <a:pt x="107290" y="18818"/>
                  <a:pt x="112616" y="27068"/>
                </a:cubicBezTo>
                <a:lnTo>
                  <a:pt x="37369" y="102570"/>
                </a:lnTo>
                <a:cubicBezTo>
                  <a:pt x="38242" y="103165"/>
                  <a:pt x="39140" y="103735"/>
                  <a:pt x="40062" y="104269"/>
                </a:cubicBezTo>
                <a:cubicBezTo>
                  <a:pt x="47014" y="108309"/>
                  <a:pt x="54961" y="110323"/>
                  <a:pt x="63903" y="110323"/>
                </a:cubicBezTo>
                <a:cubicBezTo>
                  <a:pt x="71814" y="110323"/>
                  <a:pt x="78681" y="109073"/>
                  <a:pt x="84529" y="106586"/>
                </a:cubicBezTo>
                <a:cubicBezTo>
                  <a:pt x="90377" y="104087"/>
                  <a:pt x="95533" y="100520"/>
                  <a:pt x="99998" y="95885"/>
                </a:cubicBezTo>
                <a:lnTo>
                  <a:pt x="111852" y="107739"/>
                </a:lnTo>
                <a:cubicBezTo>
                  <a:pt x="105834" y="114096"/>
                  <a:pt x="98846" y="118949"/>
                  <a:pt x="90850" y="122298"/>
                </a:cubicBezTo>
                <a:cubicBezTo>
                  <a:pt x="82855" y="125647"/>
                  <a:pt x="73876" y="127321"/>
                  <a:pt x="63915" y="127321"/>
                </a:cubicBezTo>
                <a:cubicBezTo>
                  <a:pt x="51710" y="127321"/>
                  <a:pt x="40802" y="124482"/>
                  <a:pt x="31181" y="118816"/>
                </a:cubicBezTo>
                <a:cubicBezTo>
                  <a:pt x="21560" y="113138"/>
                  <a:pt x="13953" y="105494"/>
                  <a:pt x="8372" y="95873"/>
                </a:cubicBezTo>
                <a:cubicBezTo>
                  <a:pt x="2791" y="86264"/>
                  <a:pt x="0" y="75344"/>
                  <a:pt x="0" y="63660"/>
                </a:cubicBezTo>
                <a:cubicBezTo>
                  <a:pt x="0" y="51976"/>
                  <a:pt x="2791" y="41409"/>
                  <a:pt x="8372" y="31957"/>
                </a:cubicBezTo>
                <a:cubicBezTo>
                  <a:pt x="13953" y="22506"/>
                  <a:pt x="21511" y="14984"/>
                  <a:pt x="31048" y="9403"/>
                </a:cubicBezTo>
                <a:cubicBezTo>
                  <a:pt x="40584" y="3822"/>
                  <a:pt x="51370" y="1031"/>
                  <a:pt x="63394" y="1031"/>
                </a:cubicBezTo>
                <a:close/>
                <a:moveTo>
                  <a:pt x="179966" y="0"/>
                </a:moveTo>
                <a:cubicBezTo>
                  <a:pt x="190789" y="0"/>
                  <a:pt x="200192" y="2414"/>
                  <a:pt x="208187" y="7219"/>
                </a:cubicBezTo>
                <a:cubicBezTo>
                  <a:pt x="213271" y="10276"/>
                  <a:pt x="217602" y="14220"/>
                  <a:pt x="221193" y="19024"/>
                </a:cubicBezTo>
                <a:cubicBezTo>
                  <a:pt x="224760" y="14220"/>
                  <a:pt x="229055" y="10289"/>
                  <a:pt x="234090" y="7219"/>
                </a:cubicBezTo>
                <a:cubicBezTo>
                  <a:pt x="241989" y="2414"/>
                  <a:pt x="251113" y="0"/>
                  <a:pt x="262445" y="0"/>
                </a:cubicBezTo>
                <a:cubicBezTo>
                  <a:pt x="273777" y="0"/>
                  <a:pt x="283616" y="2366"/>
                  <a:pt x="291952" y="7086"/>
                </a:cubicBezTo>
                <a:cubicBezTo>
                  <a:pt x="300287" y="11817"/>
                  <a:pt x="306778" y="18296"/>
                  <a:pt x="311413" y="26546"/>
                </a:cubicBezTo>
                <a:lnTo>
                  <a:pt x="311400" y="26559"/>
                </a:lnTo>
                <a:cubicBezTo>
                  <a:pt x="316047" y="34809"/>
                  <a:pt x="318365" y="44345"/>
                  <a:pt x="318365" y="55168"/>
                </a:cubicBezTo>
                <a:lnTo>
                  <a:pt x="318365" y="127333"/>
                </a:lnTo>
                <a:lnTo>
                  <a:pt x="284344" y="127333"/>
                </a:lnTo>
                <a:lnTo>
                  <a:pt x="284344" y="57740"/>
                </a:lnTo>
                <a:cubicBezTo>
                  <a:pt x="284344" y="49320"/>
                  <a:pt x="282367" y="42780"/>
                  <a:pt x="278411" y="38145"/>
                </a:cubicBezTo>
                <a:cubicBezTo>
                  <a:pt x="274456" y="33499"/>
                  <a:pt x="268535" y="31181"/>
                  <a:pt x="261147" y="31181"/>
                </a:cubicBezTo>
                <a:cubicBezTo>
                  <a:pt x="253758" y="31181"/>
                  <a:pt x="248092" y="33462"/>
                  <a:pt x="244136" y="38012"/>
                </a:cubicBezTo>
                <a:cubicBezTo>
                  <a:pt x="240181" y="42562"/>
                  <a:pt x="238203" y="49138"/>
                  <a:pt x="238203" y="57728"/>
                </a:cubicBezTo>
                <a:lnTo>
                  <a:pt x="238203" y="127321"/>
                </a:lnTo>
                <a:lnTo>
                  <a:pt x="204183" y="127321"/>
                </a:lnTo>
                <a:lnTo>
                  <a:pt x="204183" y="57728"/>
                </a:lnTo>
                <a:cubicBezTo>
                  <a:pt x="204183" y="49138"/>
                  <a:pt x="202206" y="42562"/>
                  <a:pt x="198250" y="38012"/>
                </a:cubicBezTo>
                <a:cubicBezTo>
                  <a:pt x="194295" y="33462"/>
                  <a:pt x="188374" y="31181"/>
                  <a:pt x="180985" y="31181"/>
                </a:cubicBezTo>
                <a:cubicBezTo>
                  <a:pt x="173596" y="31181"/>
                  <a:pt x="167882" y="33462"/>
                  <a:pt x="163842" y="38012"/>
                </a:cubicBezTo>
                <a:cubicBezTo>
                  <a:pt x="159802" y="42562"/>
                  <a:pt x="157787" y="49138"/>
                  <a:pt x="157787" y="57728"/>
                </a:cubicBezTo>
                <a:lnTo>
                  <a:pt x="157787" y="127321"/>
                </a:lnTo>
                <a:lnTo>
                  <a:pt x="124022" y="127321"/>
                </a:lnTo>
                <a:lnTo>
                  <a:pt x="124022" y="55156"/>
                </a:lnTo>
                <a:cubicBezTo>
                  <a:pt x="124022" y="44333"/>
                  <a:pt x="126352" y="34797"/>
                  <a:pt x="130986" y="26546"/>
                </a:cubicBezTo>
                <a:cubicBezTo>
                  <a:pt x="135633" y="18296"/>
                  <a:pt x="142161" y="11817"/>
                  <a:pt x="150581" y="7086"/>
                </a:cubicBezTo>
                <a:cubicBezTo>
                  <a:pt x="159001" y="2366"/>
                  <a:pt x="169144" y="0"/>
                  <a:pt x="17996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pPr lvl="0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5093698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extra #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5">
            <a:extLst>
              <a:ext uri="{FF2B5EF4-FFF2-40B4-BE49-F238E27FC236}">
                <a16:creationId xmlns:a16="http://schemas.microsoft.com/office/drawing/2014/main" id="{1C6C7D01-5EDD-FF13-27FE-0217648BED0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-600" y="0"/>
            <a:ext cx="12193200" cy="6858000"/>
          </a:xfrm>
          <a:solidFill>
            <a:schemeClr val="bg1">
              <a:lumMod val="50000"/>
            </a:schemeClr>
          </a:solidFill>
        </p:spPr>
        <p:txBody>
          <a:bodyPr anchor="t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6DE5283-3D12-48AD-7063-373956EF765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0" y="0"/>
            <a:ext cx="12193200" cy="6858000"/>
          </a:xfrm>
          <a:solidFill>
            <a:schemeClr val="tx1">
              <a:alpha val="60000"/>
            </a:schemeClr>
          </a:solidFill>
        </p:spPr>
        <p:txBody>
          <a:bodyPr lIns="1980000" tIns="900000" rIns="1980000" bIns="900000" numCol="1" spcCol="360000" anchor="ctr"/>
          <a:lstStyle>
            <a:lvl1pPr algn="ctr">
              <a:lnSpc>
                <a:spcPct val="90000"/>
              </a:lnSpc>
              <a:defRPr sz="54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4967A-CFD4-A89C-88F5-6E0BBB0763B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FED802-41D5-D7CC-0CA7-B46C2AF36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2" name="Text Placeholder 22">
            <a:extLst>
              <a:ext uri="{FF2B5EF4-FFF2-40B4-BE49-F238E27FC236}">
                <a16:creationId xmlns:a16="http://schemas.microsoft.com/office/drawing/2014/main" id="{22333F19-7CF5-DF04-0BC6-3C06F45B9AB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1656530" y="6299513"/>
            <a:ext cx="433868" cy="433868"/>
          </a:xfrm>
          <a:custGeom>
            <a:avLst/>
            <a:gdLst>
              <a:gd name="connsiteX0" fmla="*/ 216934 w 433868"/>
              <a:gd name="connsiteY0" fmla="*/ 0 h 433868"/>
              <a:gd name="connsiteX1" fmla="*/ 433868 w 433868"/>
              <a:gd name="connsiteY1" fmla="*/ 216934 h 433868"/>
              <a:gd name="connsiteX2" fmla="*/ 216934 w 433868"/>
              <a:gd name="connsiteY2" fmla="*/ 433868 h 433868"/>
              <a:gd name="connsiteX3" fmla="*/ 0 w 433868"/>
              <a:gd name="connsiteY3" fmla="*/ 216934 h 433868"/>
              <a:gd name="connsiteX4" fmla="*/ 216934 w 433868"/>
              <a:gd name="connsiteY4" fmla="*/ 0 h 4338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33868" h="433868">
                <a:moveTo>
                  <a:pt x="216934" y="0"/>
                </a:moveTo>
                <a:cubicBezTo>
                  <a:pt x="336743" y="0"/>
                  <a:pt x="433868" y="97125"/>
                  <a:pt x="433868" y="216934"/>
                </a:cubicBezTo>
                <a:cubicBezTo>
                  <a:pt x="433868" y="336743"/>
                  <a:pt x="336743" y="433868"/>
                  <a:pt x="216934" y="433868"/>
                </a:cubicBezTo>
                <a:cubicBezTo>
                  <a:pt x="97125" y="433868"/>
                  <a:pt x="0" y="336743"/>
                  <a:pt x="0" y="216934"/>
                </a:cubicBezTo>
                <a:cubicBezTo>
                  <a:pt x="0" y="97125"/>
                  <a:pt x="97125" y="0"/>
                  <a:pt x="216934" y="0"/>
                </a:cubicBez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pPr lvl="0"/>
            <a:endParaRPr lang="en-GB"/>
          </a:p>
        </p:txBody>
      </p:sp>
      <p:sp>
        <p:nvSpPr>
          <p:cNvPr id="13" name="Text Placeholder 23">
            <a:extLst>
              <a:ext uri="{FF2B5EF4-FFF2-40B4-BE49-F238E27FC236}">
                <a16:creationId xmlns:a16="http://schemas.microsoft.com/office/drawing/2014/main" id="{D9462FB8-4824-0308-2CFE-FF681AAA7F8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1714548" y="6453442"/>
            <a:ext cx="318365" cy="127333"/>
          </a:xfrm>
          <a:custGeom>
            <a:avLst/>
            <a:gdLst>
              <a:gd name="connsiteX0" fmla="*/ 63648 w 318365"/>
              <a:gd name="connsiteY0" fmla="*/ 17774 h 127333"/>
              <a:gd name="connsiteX1" fmla="*/ 39941 w 318365"/>
              <a:gd name="connsiteY1" fmla="*/ 23707 h 127333"/>
              <a:gd name="connsiteX2" fmla="*/ 23829 w 318365"/>
              <a:gd name="connsiteY2" fmla="*/ 40074 h 127333"/>
              <a:gd name="connsiteX3" fmla="*/ 18029 w 318365"/>
              <a:gd name="connsiteY3" fmla="*/ 63660 h 127333"/>
              <a:gd name="connsiteX4" fmla="*/ 18041 w 318365"/>
              <a:gd name="connsiteY4" fmla="*/ 63660 h 127333"/>
              <a:gd name="connsiteX5" fmla="*/ 23841 w 318365"/>
              <a:gd name="connsiteY5" fmla="*/ 87756 h 127333"/>
              <a:gd name="connsiteX6" fmla="*/ 26437 w 318365"/>
              <a:gd name="connsiteY6" fmla="*/ 91845 h 127333"/>
              <a:gd name="connsiteX7" fmla="*/ 90814 w 318365"/>
              <a:gd name="connsiteY7" fmla="*/ 27238 h 127333"/>
              <a:gd name="connsiteX8" fmla="*/ 83498 w 318365"/>
              <a:gd name="connsiteY8" fmla="*/ 22154 h 127333"/>
              <a:gd name="connsiteX9" fmla="*/ 63648 w 318365"/>
              <a:gd name="connsiteY9" fmla="*/ 17774 h 127333"/>
              <a:gd name="connsiteX10" fmla="*/ 63394 w 318365"/>
              <a:gd name="connsiteY10" fmla="*/ 1031 h 127333"/>
              <a:gd name="connsiteX11" fmla="*/ 92136 w 318365"/>
              <a:gd name="connsiteY11" fmla="*/ 7862 h 127333"/>
              <a:gd name="connsiteX12" fmla="*/ 92124 w 318365"/>
              <a:gd name="connsiteY12" fmla="*/ 7862 h 127333"/>
              <a:gd name="connsiteX13" fmla="*/ 112616 w 318365"/>
              <a:gd name="connsiteY13" fmla="*/ 27068 h 127333"/>
              <a:gd name="connsiteX14" fmla="*/ 37369 w 318365"/>
              <a:gd name="connsiteY14" fmla="*/ 102570 h 127333"/>
              <a:gd name="connsiteX15" fmla="*/ 40062 w 318365"/>
              <a:gd name="connsiteY15" fmla="*/ 104269 h 127333"/>
              <a:gd name="connsiteX16" fmla="*/ 63903 w 318365"/>
              <a:gd name="connsiteY16" fmla="*/ 110323 h 127333"/>
              <a:gd name="connsiteX17" fmla="*/ 84529 w 318365"/>
              <a:gd name="connsiteY17" fmla="*/ 106586 h 127333"/>
              <a:gd name="connsiteX18" fmla="*/ 99998 w 318365"/>
              <a:gd name="connsiteY18" fmla="*/ 95885 h 127333"/>
              <a:gd name="connsiteX19" fmla="*/ 111852 w 318365"/>
              <a:gd name="connsiteY19" fmla="*/ 107739 h 127333"/>
              <a:gd name="connsiteX20" fmla="*/ 90850 w 318365"/>
              <a:gd name="connsiteY20" fmla="*/ 122298 h 127333"/>
              <a:gd name="connsiteX21" fmla="*/ 63915 w 318365"/>
              <a:gd name="connsiteY21" fmla="*/ 127321 h 127333"/>
              <a:gd name="connsiteX22" fmla="*/ 31181 w 318365"/>
              <a:gd name="connsiteY22" fmla="*/ 118816 h 127333"/>
              <a:gd name="connsiteX23" fmla="*/ 8372 w 318365"/>
              <a:gd name="connsiteY23" fmla="*/ 95873 h 127333"/>
              <a:gd name="connsiteX24" fmla="*/ 0 w 318365"/>
              <a:gd name="connsiteY24" fmla="*/ 63660 h 127333"/>
              <a:gd name="connsiteX25" fmla="*/ 8372 w 318365"/>
              <a:gd name="connsiteY25" fmla="*/ 31957 h 127333"/>
              <a:gd name="connsiteX26" fmla="*/ 31048 w 318365"/>
              <a:gd name="connsiteY26" fmla="*/ 9403 h 127333"/>
              <a:gd name="connsiteX27" fmla="*/ 63394 w 318365"/>
              <a:gd name="connsiteY27" fmla="*/ 1031 h 127333"/>
              <a:gd name="connsiteX28" fmla="*/ 179966 w 318365"/>
              <a:gd name="connsiteY28" fmla="*/ 0 h 127333"/>
              <a:gd name="connsiteX29" fmla="*/ 208187 w 318365"/>
              <a:gd name="connsiteY29" fmla="*/ 7219 h 127333"/>
              <a:gd name="connsiteX30" fmla="*/ 221193 w 318365"/>
              <a:gd name="connsiteY30" fmla="*/ 19024 h 127333"/>
              <a:gd name="connsiteX31" fmla="*/ 234090 w 318365"/>
              <a:gd name="connsiteY31" fmla="*/ 7219 h 127333"/>
              <a:gd name="connsiteX32" fmla="*/ 262445 w 318365"/>
              <a:gd name="connsiteY32" fmla="*/ 0 h 127333"/>
              <a:gd name="connsiteX33" fmla="*/ 291952 w 318365"/>
              <a:gd name="connsiteY33" fmla="*/ 7086 h 127333"/>
              <a:gd name="connsiteX34" fmla="*/ 311413 w 318365"/>
              <a:gd name="connsiteY34" fmla="*/ 26546 h 127333"/>
              <a:gd name="connsiteX35" fmla="*/ 311400 w 318365"/>
              <a:gd name="connsiteY35" fmla="*/ 26559 h 127333"/>
              <a:gd name="connsiteX36" fmla="*/ 318365 w 318365"/>
              <a:gd name="connsiteY36" fmla="*/ 55168 h 127333"/>
              <a:gd name="connsiteX37" fmla="*/ 318365 w 318365"/>
              <a:gd name="connsiteY37" fmla="*/ 127333 h 127333"/>
              <a:gd name="connsiteX38" fmla="*/ 284344 w 318365"/>
              <a:gd name="connsiteY38" fmla="*/ 127333 h 127333"/>
              <a:gd name="connsiteX39" fmla="*/ 284344 w 318365"/>
              <a:gd name="connsiteY39" fmla="*/ 57740 h 127333"/>
              <a:gd name="connsiteX40" fmla="*/ 278411 w 318365"/>
              <a:gd name="connsiteY40" fmla="*/ 38145 h 127333"/>
              <a:gd name="connsiteX41" fmla="*/ 261147 w 318365"/>
              <a:gd name="connsiteY41" fmla="*/ 31181 h 127333"/>
              <a:gd name="connsiteX42" fmla="*/ 244136 w 318365"/>
              <a:gd name="connsiteY42" fmla="*/ 38012 h 127333"/>
              <a:gd name="connsiteX43" fmla="*/ 238203 w 318365"/>
              <a:gd name="connsiteY43" fmla="*/ 57728 h 127333"/>
              <a:gd name="connsiteX44" fmla="*/ 238203 w 318365"/>
              <a:gd name="connsiteY44" fmla="*/ 127321 h 127333"/>
              <a:gd name="connsiteX45" fmla="*/ 204183 w 318365"/>
              <a:gd name="connsiteY45" fmla="*/ 127321 h 127333"/>
              <a:gd name="connsiteX46" fmla="*/ 204183 w 318365"/>
              <a:gd name="connsiteY46" fmla="*/ 57728 h 127333"/>
              <a:gd name="connsiteX47" fmla="*/ 198250 w 318365"/>
              <a:gd name="connsiteY47" fmla="*/ 38012 h 127333"/>
              <a:gd name="connsiteX48" fmla="*/ 180985 w 318365"/>
              <a:gd name="connsiteY48" fmla="*/ 31181 h 127333"/>
              <a:gd name="connsiteX49" fmla="*/ 163842 w 318365"/>
              <a:gd name="connsiteY49" fmla="*/ 38012 h 127333"/>
              <a:gd name="connsiteX50" fmla="*/ 157787 w 318365"/>
              <a:gd name="connsiteY50" fmla="*/ 57728 h 127333"/>
              <a:gd name="connsiteX51" fmla="*/ 157787 w 318365"/>
              <a:gd name="connsiteY51" fmla="*/ 127321 h 127333"/>
              <a:gd name="connsiteX52" fmla="*/ 124022 w 318365"/>
              <a:gd name="connsiteY52" fmla="*/ 127321 h 127333"/>
              <a:gd name="connsiteX53" fmla="*/ 124022 w 318365"/>
              <a:gd name="connsiteY53" fmla="*/ 55156 h 127333"/>
              <a:gd name="connsiteX54" fmla="*/ 130986 w 318365"/>
              <a:gd name="connsiteY54" fmla="*/ 26546 h 127333"/>
              <a:gd name="connsiteX55" fmla="*/ 150581 w 318365"/>
              <a:gd name="connsiteY55" fmla="*/ 7086 h 127333"/>
              <a:gd name="connsiteX56" fmla="*/ 179966 w 318365"/>
              <a:gd name="connsiteY56" fmla="*/ 0 h 127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</a:cxnLst>
            <a:rect l="l" t="t" r="r" b="b"/>
            <a:pathLst>
              <a:path w="318365" h="127333">
                <a:moveTo>
                  <a:pt x="63648" y="17774"/>
                </a:moveTo>
                <a:cubicBezTo>
                  <a:pt x="54719" y="17774"/>
                  <a:pt x="46808" y="19752"/>
                  <a:pt x="39941" y="23707"/>
                </a:cubicBezTo>
                <a:cubicBezTo>
                  <a:pt x="33062" y="27662"/>
                  <a:pt x="27699" y="33110"/>
                  <a:pt x="23829" y="40074"/>
                </a:cubicBezTo>
                <a:cubicBezTo>
                  <a:pt x="19958" y="47038"/>
                  <a:pt x="18029" y="54900"/>
                  <a:pt x="18029" y="63660"/>
                </a:cubicBezTo>
                <a:lnTo>
                  <a:pt x="18041" y="63660"/>
                </a:lnTo>
                <a:cubicBezTo>
                  <a:pt x="18041" y="72772"/>
                  <a:pt x="19971" y="80792"/>
                  <a:pt x="23841" y="87756"/>
                </a:cubicBezTo>
                <a:cubicBezTo>
                  <a:pt x="24630" y="89188"/>
                  <a:pt x="25515" y="90534"/>
                  <a:pt x="26437" y="91845"/>
                </a:cubicBezTo>
                <a:lnTo>
                  <a:pt x="90814" y="27238"/>
                </a:lnTo>
                <a:cubicBezTo>
                  <a:pt x="88618" y="25272"/>
                  <a:pt x="86179" y="23586"/>
                  <a:pt x="83498" y="22154"/>
                </a:cubicBezTo>
                <a:cubicBezTo>
                  <a:pt x="77989" y="19242"/>
                  <a:pt x="71377" y="17774"/>
                  <a:pt x="63648" y="17774"/>
                </a:cubicBezTo>
                <a:close/>
                <a:moveTo>
                  <a:pt x="63394" y="1031"/>
                </a:moveTo>
                <a:cubicBezTo>
                  <a:pt x="74228" y="1031"/>
                  <a:pt x="83801" y="3312"/>
                  <a:pt x="92136" y="7862"/>
                </a:cubicBezTo>
                <a:lnTo>
                  <a:pt x="92124" y="7862"/>
                </a:lnTo>
                <a:cubicBezTo>
                  <a:pt x="100459" y="12424"/>
                  <a:pt x="107290" y="18818"/>
                  <a:pt x="112616" y="27068"/>
                </a:cubicBezTo>
                <a:lnTo>
                  <a:pt x="37369" y="102570"/>
                </a:lnTo>
                <a:cubicBezTo>
                  <a:pt x="38242" y="103165"/>
                  <a:pt x="39140" y="103735"/>
                  <a:pt x="40062" y="104269"/>
                </a:cubicBezTo>
                <a:cubicBezTo>
                  <a:pt x="47014" y="108309"/>
                  <a:pt x="54961" y="110323"/>
                  <a:pt x="63903" y="110323"/>
                </a:cubicBezTo>
                <a:cubicBezTo>
                  <a:pt x="71814" y="110323"/>
                  <a:pt x="78681" y="109073"/>
                  <a:pt x="84529" y="106586"/>
                </a:cubicBezTo>
                <a:cubicBezTo>
                  <a:pt x="90377" y="104087"/>
                  <a:pt x="95533" y="100520"/>
                  <a:pt x="99998" y="95885"/>
                </a:cubicBezTo>
                <a:lnTo>
                  <a:pt x="111852" y="107739"/>
                </a:lnTo>
                <a:cubicBezTo>
                  <a:pt x="105834" y="114096"/>
                  <a:pt x="98846" y="118949"/>
                  <a:pt x="90850" y="122298"/>
                </a:cubicBezTo>
                <a:cubicBezTo>
                  <a:pt x="82855" y="125647"/>
                  <a:pt x="73876" y="127321"/>
                  <a:pt x="63915" y="127321"/>
                </a:cubicBezTo>
                <a:cubicBezTo>
                  <a:pt x="51710" y="127321"/>
                  <a:pt x="40802" y="124482"/>
                  <a:pt x="31181" y="118816"/>
                </a:cubicBezTo>
                <a:cubicBezTo>
                  <a:pt x="21560" y="113138"/>
                  <a:pt x="13953" y="105494"/>
                  <a:pt x="8372" y="95873"/>
                </a:cubicBezTo>
                <a:cubicBezTo>
                  <a:pt x="2791" y="86264"/>
                  <a:pt x="0" y="75344"/>
                  <a:pt x="0" y="63660"/>
                </a:cubicBezTo>
                <a:cubicBezTo>
                  <a:pt x="0" y="51976"/>
                  <a:pt x="2791" y="41409"/>
                  <a:pt x="8372" y="31957"/>
                </a:cubicBezTo>
                <a:cubicBezTo>
                  <a:pt x="13953" y="22506"/>
                  <a:pt x="21511" y="14984"/>
                  <a:pt x="31048" y="9403"/>
                </a:cubicBezTo>
                <a:cubicBezTo>
                  <a:pt x="40584" y="3822"/>
                  <a:pt x="51370" y="1031"/>
                  <a:pt x="63394" y="1031"/>
                </a:cubicBezTo>
                <a:close/>
                <a:moveTo>
                  <a:pt x="179966" y="0"/>
                </a:moveTo>
                <a:cubicBezTo>
                  <a:pt x="190789" y="0"/>
                  <a:pt x="200192" y="2414"/>
                  <a:pt x="208187" y="7219"/>
                </a:cubicBezTo>
                <a:cubicBezTo>
                  <a:pt x="213271" y="10276"/>
                  <a:pt x="217602" y="14220"/>
                  <a:pt x="221193" y="19024"/>
                </a:cubicBezTo>
                <a:cubicBezTo>
                  <a:pt x="224760" y="14220"/>
                  <a:pt x="229055" y="10289"/>
                  <a:pt x="234090" y="7219"/>
                </a:cubicBezTo>
                <a:cubicBezTo>
                  <a:pt x="241989" y="2414"/>
                  <a:pt x="251113" y="0"/>
                  <a:pt x="262445" y="0"/>
                </a:cubicBezTo>
                <a:cubicBezTo>
                  <a:pt x="273777" y="0"/>
                  <a:pt x="283616" y="2366"/>
                  <a:pt x="291952" y="7086"/>
                </a:cubicBezTo>
                <a:cubicBezTo>
                  <a:pt x="300287" y="11817"/>
                  <a:pt x="306778" y="18296"/>
                  <a:pt x="311413" y="26546"/>
                </a:cubicBezTo>
                <a:lnTo>
                  <a:pt x="311400" y="26559"/>
                </a:lnTo>
                <a:cubicBezTo>
                  <a:pt x="316047" y="34809"/>
                  <a:pt x="318365" y="44345"/>
                  <a:pt x="318365" y="55168"/>
                </a:cubicBezTo>
                <a:lnTo>
                  <a:pt x="318365" y="127333"/>
                </a:lnTo>
                <a:lnTo>
                  <a:pt x="284344" y="127333"/>
                </a:lnTo>
                <a:lnTo>
                  <a:pt x="284344" y="57740"/>
                </a:lnTo>
                <a:cubicBezTo>
                  <a:pt x="284344" y="49320"/>
                  <a:pt x="282367" y="42780"/>
                  <a:pt x="278411" y="38145"/>
                </a:cubicBezTo>
                <a:cubicBezTo>
                  <a:pt x="274456" y="33499"/>
                  <a:pt x="268535" y="31181"/>
                  <a:pt x="261147" y="31181"/>
                </a:cubicBezTo>
                <a:cubicBezTo>
                  <a:pt x="253758" y="31181"/>
                  <a:pt x="248092" y="33462"/>
                  <a:pt x="244136" y="38012"/>
                </a:cubicBezTo>
                <a:cubicBezTo>
                  <a:pt x="240181" y="42562"/>
                  <a:pt x="238203" y="49138"/>
                  <a:pt x="238203" y="57728"/>
                </a:cubicBezTo>
                <a:lnTo>
                  <a:pt x="238203" y="127321"/>
                </a:lnTo>
                <a:lnTo>
                  <a:pt x="204183" y="127321"/>
                </a:lnTo>
                <a:lnTo>
                  <a:pt x="204183" y="57728"/>
                </a:lnTo>
                <a:cubicBezTo>
                  <a:pt x="204183" y="49138"/>
                  <a:pt x="202206" y="42562"/>
                  <a:pt x="198250" y="38012"/>
                </a:cubicBezTo>
                <a:cubicBezTo>
                  <a:pt x="194295" y="33462"/>
                  <a:pt x="188374" y="31181"/>
                  <a:pt x="180985" y="31181"/>
                </a:cubicBezTo>
                <a:cubicBezTo>
                  <a:pt x="173596" y="31181"/>
                  <a:pt x="167882" y="33462"/>
                  <a:pt x="163842" y="38012"/>
                </a:cubicBezTo>
                <a:cubicBezTo>
                  <a:pt x="159802" y="42562"/>
                  <a:pt x="157787" y="49138"/>
                  <a:pt x="157787" y="57728"/>
                </a:cubicBezTo>
                <a:lnTo>
                  <a:pt x="157787" y="127321"/>
                </a:lnTo>
                <a:lnTo>
                  <a:pt x="124022" y="127321"/>
                </a:lnTo>
                <a:lnTo>
                  <a:pt x="124022" y="55156"/>
                </a:lnTo>
                <a:cubicBezTo>
                  <a:pt x="124022" y="44333"/>
                  <a:pt x="126352" y="34797"/>
                  <a:pt x="130986" y="26546"/>
                </a:cubicBezTo>
                <a:cubicBezTo>
                  <a:pt x="135633" y="18296"/>
                  <a:pt x="142161" y="11817"/>
                  <a:pt x="150581" y="7086"/>
                </a:cubicBezTo>
                <a:cubicBezTo>
                  <a:pt x="159001" y="2366"/>
                  <a:pt x="169144" y="0"/>
                  <a:pt x="17996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pPr lvl="0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5658548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extra #3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5">
            <a:extLst>
              <a:ext uri="{FF2B5EF4-FFF2-40B4-BE49-F238E27FC236}">
                <a16:creationId xmlns:a16="http://schemas.microsoft.com/office/drawing/2014/main" id="{1C6C7D01-5EDD-FF13-27FE-0217648BED0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42000" y="680400"/>
            <a:ext cx="10908000" cy="5497200"/>
          </a:xfrm>
          <a:solidFill>
            <a:schemeClr val="bg1">
              <a:lumMod val="50000"/>
            </a:schemeClr>
          </a:solidFill>
        </p:spPr>
        <p:txBody>
          <a:bodyPr anchor="t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6DE5283-3D12-48AD-7063-373956EF765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41350" y="680400"/>
            <a:ext cx="10909300" cy="5497200"/>
          </a:xfrm>
          <a:solidFill>
            <a:schemeClr val="tx1">
              <a:alpha val="60000"/>
            </a:schemeClr>
          </a:solidFill>
        </p:spPr>
        <p:txBody>
          <a:bodyPr lIns="1980000" tIns="900000" rIns="1980000" bIns="900000" numCol="1" spcCol="360000" anchor="ctr"/>
          <a:lstStyle>
            <a:lvl1pPr algn="ctr">
              <a:lnSpc>
                <a:spcPct val="90000"/>
              </a:lnSpc>
              <a:defRPr sz="54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4967A-CFD4-A89C-88F5-6E0BBB0763B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FED802-41D5-D7CC-0CA7-B46C2AF36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9A0C17C-CD5C-B2B2-48E3-7FC8FE1DE12E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</a:rPr>
              <a:t>Go to ‘Design’ &gt; ‘Format Background’ &gt; choose colour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BA561F0D-B857-A2C5-CD96-7D90818E670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56530" y="6299513"/>
            <a:ext cx="434353" cy="434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12996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extra #4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5">
            <a:extLst>
              <a:ext uri="{FF2B5EF4-FFF2-40B4-BE49-F238E27FC236}">
                <a16:creationId xmlns:a16="http://schemas.microsoft.com/office/drawing/2014/main" id="{1C6C7D01-5EDD-FF13-27FE-0217648BED0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-600" y="0"/>
            <a:ext cx="12193200" cy="6858000"/>
          </a:xfrm>
          <a:solidFill>
            <a:schemeClr val="bg1">
              <a:lumMod val="50000"/>
            </a:schemeClr>
          </a:solidFill>
        </p:spPr>
        <p:txBody>
          <a:bodyPr anchor="t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6DE5283-3D12-48AD-7063-373956EF765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6587" y="682625"/>
            <a:ext cx="10918826" cy="5492750"/>
          </a:xfrm>
          <a:solidFill>
            <a:schemeClr val="bg2"/>
          </a:solidFill>
        </p:spPr>
        <p:txBody>
          <a:bodyPr lIns="1980000" tIns="900000" rIns="1980000" bIns="900000" numCol="1" spcCol="360000" anchor="ctr"/>
          <a:lstStyle>
            <a:lvl1pPr algn="ctr">
              <a:lnSpc>
                <a:spcPct val="90000"/>
              </a:lnSpc>
              <a:defRPr sz="5400">
                <a:solidFill>
                  <a:schemeClr val="tx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4967A-CFD4-A89C-88F5-6E0BBB0763B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FED802-41D5-D7CC-0CA7-B46C2AF36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2" name="Text Placeholder 22">
            <a:extLst>
              <a:ext uri="{FF2B5EF4-FFF2-40B4-BE49-F238E27FC236}">
                <a16:creationId xmlns:a16="http://schemas.microsoft.com/office/drawing/2014/main" id="{22333F19-7CF5-DF04-0BC6-3C06F45B9AB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1656530" y="6299513"/>
            <a:ext cx="433868" cy="433868"/>
          </a:xfrm>
          <a:custGeom>
            <a:avLst/>
            <a:gdLst>
              <a:gd name="connsiteX0" fmla="*/ 216934 w 433868"/>
              <a:gd name="connsiteY0" fmla="*/ 0 h 433868"/>
              <a:gd name="connsiteX1" fmla="*/ 433868 w 433868"/>
              <a:gd name="connsiteY1" fmla="*/ 216934 h 433868"/>
              <a:gd name="connsiteX2" fmla="*/ 216934 w 433868"/>
              <a:gd name="connsiteY2" fmla="*/ 433868 h 433868"/>
              <a:gd name="connsiteX3" fmla="*/ 0 w 433868"/>
              <a:gd name="connsiteY3" fmla="*/ 216934 h 433868"/>
              <a:gd name="connsiteX4" fmla="*/ 216934 w 433868"/>
              <a:gd name="connsiteY4" fmla="*/ 0 h 4338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33868" h="433868">
                <a:moveTo>
                  <a:pt x="216934" y="0"/>
                </a:moveTo>
                <a:cubicBezTo>
                  <a:pt x="336743" y="0"/>
                  <a:pt x="433868" y="97125"/>
                  <a:pt x="433868" y="216934"/>
                </a:cubicBezTo>
                <a:cubicBezTo>
                  <a:pt x="433868" y="336743"/>
                  <a:pt x="336743" y="433868"/>
                  <a:pt x="216934" y="433868"/>
                </a:cubicBezTo>
                <a:cubicBezTo>
                  <a:pt x="97125" y="433868"/>
                  <a:pt x="0" y="336743"/>
                  <a:pt x="0" y="216934"/>
                </a:cubicBezTo>
                <a:cubicBezTo>
                  <a:pt x="0" y="97125"/>
                  <a:pt x="97125" y="0"/>
                  <a:pt x="216934" y="0"/>
                </a:cubicBez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pPr lvl="0"/>
            <a:endParaRPr lang="en-GB"/>
          </a:p>
        </p:txBody>
      </p:sp>
      <p:sp>
        <p:nvSpPr>
          <p:cNvPr id="13" name="Text Placeholder 23">
            <a:extLst>
              <a:ext uri="{FF2B5EF4-FFF2-40B4-BE49-F238E27FC236}">
                <a16:creationId xmlns:a16="http://schemas.microsoft.com/office/drawing/2014/main" id="{D9462FB8-4824-0308-2CFE-FF681AAA7F8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1714548" y="6453442"/>
            <a:ext cx="318365" cy="127333"/>
          </a:xfrm>
          <a:custGeom>
            <a:avLst/>
            <a:gdLst>
              <a:gd name="connsiteX0" fmla="*/ 63648 w 318365"/>
              <a:gd name="connsiteY0" fmla="*/ 17774 h 127333"/>
              <a:gd name="connsiteX1" fmla="*/ 39941 w 318365"/>
              <a:gd name="connsiteY1" fmla="*/ 23707 h 127333"/>
              <a:gd name="connsiteX2" fmla="*/ 23829 w 318365"/>
              <a:gd name="connsiteY2" fmla="*/ 40074 h 127333"/>
              <a:gd name="connsiteX3" fmla="*/ 18029 w 318365"/>
              <a:gd name="connsiteY3" fmla="*/ 63660 h 127333"/>
              <a:gd name="connsiteX4" fmla="*/ 18041 w 318365"/>
              <a:gd name="connsiteY4" fmla="*/ 63660 h 127333"/>
              <a:gd name="connsiteX5" fmla="*/ 23841 w 318365"/>
              <a:gd name="connsiteY5" fmla="*/ 87756 h 127333"/>
              <a:gd name="connsiteX6" fmla="*/ 26437 w 318365"/>
              <a:gd name="connsiteY6" fmla="*/ 91845 h 127333"/>
              <a:gd name="connsiteX7" fmla="*/ 90814 w 318365"/>
              <a:gd name="connsiteY7" fmla="*/ 27238 h 127333"/>
              <a:gd name="connsiteX8" fmla="*/ 83498 w 318365"/>
              <a:gd name="connsiteY8" fmla="*/ 22154 h 127333"/>
              <a:gd name="connsiteX9" fmla="*/ 63648 w 318365"/>
              <a:gd name="connsiteY9" fmla="*/ 17774 h 127333"/>
              <a:gd name="connsiteX10" fmla="*/ 63394 w 318365"/>
              <a:gd name="connsiteY10" fmla="*/ 1031 h 127333"/>
              <a:gd name="connsiteX11" fmla="*/ 92136 w 318365"/>
              <a:gd name="connsiteY11" fmla="*/ 7862 h 127333"/>
              <a:gd name="connsiteX12" fmla="*/ 92124 w 318365"/>
              <a:gd name="connsiteY12" fmla="*/ 7862 h 127333"/>
              <a:gd name="connsiteX13" fmla="*/ 112616 w 318365"/>
              <a:gd name="connsiteY13" fmla="*/ 27068 h 127333"/>
              <a:gd name="connsiteX14" fmla="*/ 37369 w 318365"/>
              <a:gd name="connsiteY14" fmla="*/ 102570 h 127333"/>
              <a:gd name="connsiteX15" fmla="*/ 40062 w 318365"/>
              <a:gd name="connsiteY15" fmla="*/ 104269 h 127333"/>
              <a:gd name="connsiteX16" fmla="*/ 63903 w 318365"/>
              <a:gd name="connsiteY16" fmla="*/ 110323 h 127333"/>
              <a:gd name="connsiteX17" fmla="*/ 84529 w 318365"/>
              <a:gd name="connsiteY17" fmla="*/ 106586 h 127333"/>
              <a:gd name="connsiteX18" fmla="*/ 99998 w 318365"/>
              <a:gd name="connsiteY18" fmla="*/ 95885 h 127333"/>
              <a:gd name="connsiteX19" fmla="*/ 111852 w 318365"/>
              <a:gd name="connsiteY19" fmla="*/ 107739 h 127333"/>
              <a:gd name="connsiteX20" fmla="*/ 90850 w 318365"/>
              <a:gd name="connsiteY20" fmla="*/ 122298 h 127333"/>
              <a:gd name="connsiteX21" fmla="*/ 63915 w 318365"/>
              <a:gd name="connsiteY21" fmla="*/ 127321 h 127333"/>
              <a:gd name="connsiteX22" fmla="*/ 31181 w 318365"/>
              <a:gd name="connsiteY22" fmla="*/ 118816 h 127333"/>
              <a:gd name="connsiteX23" fmla="*/ 8372 w 318365"/>
              <a:gd name="connsiteY23" fmla="*/ 95873 h 127333"/>
              <a:gd name="connsiteX24" fmla="*/ 0 w 318365"/>
              <a:gd name="connsiteY24" fmla="*/ 63660 h 127333"/>
              <a:gd name="connsiteX25" fmla="*/ 8372 w 318365"/>
              <a:gd name="connsiteY25" fmla="*/ 31957 h 127333"/>
              <a:gd name="connsiteX26" fmla="*/ 31048 w 318365"/>
              <a:gd name="connsiteY26" fmla="*/ 9403 h 127333"/>
              <a:gd name="connsiteX27" fmla="*/ 63394 w 318365"/>
              <a:gd name="connsiteY27" fmla="*/ 1031 h 127333"/>
              <a:gd name="connsiteX28" fmla="*/ 179966 w 318365"/>
              <a:gd name="connsiteY28" fmla="*/ 0 h 127333"/>
              <a:gd name="connsiteX29" fmla="*/ 208187 w 318365"/>
              <a:gd name="connsiteY29" fmla="*/ 7219 h 127333"/>
              <a:gd name="connsiteX30" fmla="*/ 221193 w 318365"/>
              <a:gd name="connsiteY30" fmla="*/ 19024 h 127333"/>
              <a:gd name="connsiteX31" fmla="*/ 234090 w 318365"/>
              <a:gd name="connsiteY31" fmla="*/ 7219 h 127333"/>
              <a:gd name="connsiteX32" fmla="*/ 262445 w 318365"/>
              <a:gd name="connsiteY32" fmla="*/ 0 h 127333"/>
              <a:gd name="connsiteX33" fmla="*/ 291952 w 318365"/>
              <a:gd name="connsiteY33" fmla="*/ 7086 h 127333"/>
              <a:gd name="connsiteX34" fmla="*/ 311413 w 318365"/>
              <a:gd name="connsiteY34" fmla="*/ 26546 h 127333"/>
              <a:gd name="connsiteX35" fmla="*/ 311400 w 318365"/>
              <a:gd name="connsiteY35" fmla="*/ 26559 h 127333"/>
              <a:gd name="connsiteX36" fmla="*/ 318365 w 318365"/>
              <a:gd name="connsiteY36" fmla="*/ 55168 h 127333"/>
              <a:gd name="connsiteX37" fmla="*/ 318365 w 318365"/>
              <a:gd name="connsiteY37" fmla="*/ 127333 h 127333"/>
              <a:gd name="connsiteX38" fmla="*/ 284344 w 318365"/>
              <a:gd name="connsiteY38" fmla="*/ 127333 h 127333"/>
              <a:gd name="connsiteX39" fmla="*/ 284344 w 318365"/>
              <a:gd name="connsiteY39" fmla="*/ 57740 h 127333"/>
              <a:gd name="connsiteX40" fmla="*/ 278411 w 318365"/>
              <a:gd name="connsiteY40" fmla="*/ 38145 h 127333"/>
              <a:gd name="connsiteX41" fmla="*/ 261147 w 318365"/>
              <a:gd name="connsiteY41" fmla="*/ 31181 h 127333"/>
              <a:gd name="connsiteX42" fmla="*/ 244136 w 318365"/>
              <a:gd name="connsiteY42" fmla="*/ 38012 h 127333"/>
              <a:gd name="connsiteX43" fmla="*/ 238203 w 318365"/>
              <a:gd name="connsiteY43" fmla="*/ 57728 h 127333"/>
              <a:gd name="connsiteX44" fmla="*/ 238203 w 318365"/>
              <a:gd name="connsiteY44" fmla="*/ 127321 h 127333"/>
              <a:gd name="connsiteX45" fmla="*/ 204183 w 318365"/>
              <a:gd name="connsiteY45" fmla="*/ 127321 h 127333"/>
              <a:gd name="connsiteX46" fmla="*/ 204183 w 318365"/>
              <a:gd name="connsiteY46" fmla="*/ 57728 h 127333"/>
              <a:gd name="connsiteX47" fmla="*/ 198250 w 318365"/>
              <a:gd name="connsiteY47" fmla="*/ 38012 h 127333"/>
              <a:gd name="connsiteX48" fmla="*/ 180985 w 318365"/>
              <a:gd name="connsiteY48" fmla="*/ 31181 h 127333"/>
              <a:gd name="connsiteX49" fmla="*/ 163842 w 318365"/>
              <a:gd name="connsiteY49" fmla="*/ 38012 h 127333"/>
              <a:gd name="connsiteX50" fmla="*/ 157787 w 318365"/>
              <a:gd name="connsiteY50" fmla="*/ 57728 h 127333"/>
              <a:gd name="connsiteX51" fmla="*/ 157787 w 318365"/>
              <a:gd name="connsiteY51" fmla="*/ 127321 h 127333"/>
              <a:gd name="connsiteX52" fmla="*/ 124022 w 318365"/>
              <a:gd name="connsiteY52" fmla="*/ 127321 h 127333"/>
              <a:gd name="connsiteX53" fmla="*/ 124022 w 318365"/>
              <a:gd name="connsiteY53" fmla="*/ 55156 h 127333"/>
              <a:gd name="connsiteX54" fmla="*/ 130986 w 318365"/>
              <a:gd name="connsiteY54" fmla="*/ 26546 h 127333"/>
              <a:gd name="connsiteX55" fmla="*/ 150581 w 318365"/>
              <a:gd name="connsiteY55" fmla="*/ 7086 h 127333"/>
              <a:gd name="connsiteX56" fmla="*/ 179966 w 318365"/>
              <a:gd name="connsiteY56" fmla="*/ 0 h 127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</a:cxnLst>
            <a:rect l="l" t="t" r="r" b="b"/>
            <a:pathLst>
              <a:path w="318365" h="127333">
                <a:moveTo>
                  <a:pt x="63648" y="17774"/>
                </a:moveTo>
                <a:cubicBezTo>
                  <a:pt x="54719" y="17774"/>
                  <a:pt x="46808" y="19752"/>
                  <a:pt x="39941" y="23707"/>
                </a:cubicBezTo>
                <a:cubicBezTo>
                  <a:pt x="33062" y="27662"/>
                  <a:pt x="27699" y="33110"/>
                  <a:pt x="23829" y="40074"/>
                </a:cubicBezTo>
                <a:cubicBezTo>
                  <a:pt x="19958" y="47038"/>
                  <a:pt x="18029" y="54900"/>
                  <a:pt x="18029" y="63660"/>
                </a:cubicBezTo>
                <a:lnTo>
                  <a:pt x="18041" y="63660"/>
                </a:lnTo>
                <a:cubicBezTo>
                  <a:pt x="18041" y="72772"/>
                  <a:pt x="19971" y="80792"/>
                  <a:pt x="23841" y="87756"/>
                </a:cubicBezTo>
                <a:cubicBezTo>
                  <a:pt x="24630" y="89188"/>
                  <a:pt x="25515" y="90534"/>
                  <a:pt x="26437" y="91845"/>
                </a:cubicBezTo>
                <a:lnTo>
                  <a:pt x="90814" y="27238"/>
                </a:lnTo>
                <a:cubicBezTo>
                  <a:pt x="88618" y="25272"/>
                  <a:pt x="86179" y="23586"/>
                  <a:pt x="83498" y="22154"/>
                </a:cubicBezTo>
                <a:cubicBezTo>
                  <a:pt x="77989" y="19242"/>
                  <a:pt x="71377" y="17774"/>
                  <a:pt x="63648" y="17774"/>
                </a:cubicBezTo>
                <a:close/>
                <a:moveTo>
                  <a:pt x="63394" y="1031"/>
                </a:moveTo>
                <a:cubicBezTo>
                  <a:pt x="74228" y="1031"/>
                  <a:pt x="83801" y="3312"/>
                  <a:pt x="92136" y="7862"/>
                </a:cubicBezTo>
                <a:lnTo>
                  <a:pt x="92124" y="7862"/>
                </a:lnTo>
                <a:cubicBezTo>
                  <a:pt x="100459" y="12424"/>
                  <a:pt x="107290" y="18818"/>
                  <a:pt x="112616" y="27068"/>
                </a:cubicBezTo>
                <a:lnTo>
                  <a:pt x="37369" y="102570"/>
                </a:lnTo>
                <a:cubicBezTo>
                  <a:pt x="38242" y="103165"/>
                  <a:pt x="39140" y="103735"/>
                  <a:pt x="40062" y="104269"/>
                </a:cubicBezTo>
                <a:cubicBezTo>
                  <a:pt x="47014" y="108309"/>
                  <a:pt x="54961" y="110323"/>
                  <a:pt x="63903" y="110323"/>
                </a:cubicBezTo>
                <a:cubicBezTo>
                  <a:pt x="71814" y="110323"/>
                  <a:pt x="78681" y="109073"/>
                  <a:pt x="84529" y="106586"/>
                </a:cubicBezTo>
                <a:cubicBezTo>
                  <a:pt x="90377" y="104087"/>
                  <a:pt x="95533" y="100520"/>
                  <a:pt x="99998" y="95885"/>
                </a:cubicBezTo>
                <a:lnTo>
                  <a:pt x="111852" y="107739"/>
                </a:lnTo>
                <a:cubicBezTo>
                  <a:pt x="105834" y="114096"/>
                  <a:pt x="98846" y="118949"/>
                  <a:pt x="90850" y="122298"/>
                </a:cubicBezTo>
                <a:cubicBezTo>
                  <a:pt x="82855" y="125647"/>
                  <a:pt x="73876" y="127321"/>
                  <a:pt x="63915" y="127321"/>
                </a:cubicBezTo>
                <a:cubicBezTo>
                  <a:pt x="51710" y="127321"/>
                  <a:pt x="40802" y="124482"/>
                  <a:pt x="31181" y="118816"/>
                </a:cubicBezTo>
                <a:cubicBezTo>
                  <a:pt x="21560" y="113138"/>
                  <a:pt x="13953" y="105494"/>
                  <a:pt x="8372" y="95873"/>
                </a:cubicBezTo>
                <a:cubicBezTo>
                  <a:pt x="2791" y="86264"/>
                  <a:pt x="0" y="75344"/>
                  <a:pt x="0" y="63660"/>
                </a:cubicBezTo>
                <a:cubicBezTo>
                  <a:pt x="0" y="51976"/>
                  <a:pt x="2791" y="41409"/>
                  <a:pt x="8372" y="31957"/>
                </a:cubicBezTo>
                <a:cubicBezTo>
                  <a:pt x="13953" y="22506"/>
                  <a:pt x="21511" y="14984"/>
                  <a:pt x="31048" y="9403"/>
                </a:cubicBezTo>
                <a:cubicBezTo>
                  <a:pt x="40584" y="3822"/>
                  <a:pt x="51370" y="1031"/>
                  <a:pt x="63394" y="1031"/>
                </a:cubicBezTo>
                <a:close/>
                <a:moveTo>
                  <a:pt x="179966" y="0"/>
                </a:moveTo>
                <a:cubicBezTo>
                  <a:pt x="190789" y="0"/>
                  <a:pt x="200192" y="2414"/>
                  <a:pt x="208187" y="7219"/>
                </a:cubicBezTo>
                <a:cubicBezTo>
                  <a:pt x="213271" y="10276"/>
                  <a:pt x="217602" y="14220"/>
                  <a:pt x="221193" y="19024"/>
                </a:cubicBezTo>
                <a:cubicBezTo>
                  <a:pt x="224760" y="14220"/>
                  <a:pt x="229055" y="10289"/>
                  <a:pt x="234090" y="7219"/>
                </a:cubicBezTo>
                <a:cubicBezTo>
                  <a:pt x="241989" y="2414"/>
                  <a:pt x="251113" y="0"/>
                  <a:pt x="262445" y="0"/>
                </a:cubicBezTo>
                <a:cubicBezTo>
                  <a:pt x="273777" y="0"/>
                  <a:pt x="283616" y="2366"/>
                  <a:pt x="291952" y="7086"/>
                </a:cubicBezTo>
                <a:cubicBezTo>
                  <a:pt x="300287" y="11817"/>
                  <a:pt x="306778" y="18296"/>
                  <a:pt x="311413" y="26546"/>
                </a:cubicBezTo>
                <a:lnTo>
                  <a:pt x="311400" y="26559"/>
                </a:lnTo>
                <a:cubicBezTo>
                  <a:pt x="316047" y="34809"/>
                  <a:pt x="318365" y="44345"/>
                  <a:pt x="318365" y="55168"/>
                </a:cubicBezTo>
                <a:lnTo>
                  <a:pt x="318365" y="127333"/>
                </a:lnTo>
                <a:lnTo>
                  <a:pt x="284344" y="127333"/>
                </a:lnTo>
                <a:lnTo>
                  <a:pt x="284344" y="57740"/>
                </a:lnTo>
                <a:cubicBezTo>
                  <a:pt x="284344" y="49320"/>
                  <a:pt x="282367" y="42780"/>
                  <a:pt x="278411" y="38145"/>
                </a:cubicBezTo>
                <a:cubicBezTo>
                  <a:pt x="274456" y="33499"/>
                  <a:pt x="268535" y="31181"/>
                  <a:pt x="261147" y="31181"/>
                </a:cubicBezTo>
                <a:cubicBezTo>
                  <a:pt x="253758" y="31181"/>
                  <a:pt x="248092" y="33462"/>
                  <a:pt x="244136" y="38012"/>
                </a:cubicBezTo>
                <a:cubicBezTo>
                  <a:pt x="240181" y="42562"/>
                  <a:pt x="238203" y="49138"/>
                  <a:pt x="238203" y="57728"/>
                </a:cubicBezTo>
                <a:lnTo>
                  <a:pt x="238203" y="127321"/>
                </a:lnTo>
                <a:lnTo>
                  <a:pt x="204183" y="127321"/>
                </a:lnTo>
                <a:lnTo>
                  <a:pt x="204183" y="57728"/>
                </a:lnTo>
                <a:cubicBezTo>
                  <a:pt x="204183" y="49138"/>
                  <a:pt x="202206" y="42562"/>
                  <a:pt x="198250" y="38012"/>
                </a:cubicBezTo>
                <a:cubicBezTo>
                  <a:pt x="194295" y="33462"/>
                  <a:pt x="188374" y="31181"/>
                  <a:pt x="180985" y="31181"/>
                </a:cubicBezTo>
                <a:cubicBezTo>
                  <a:pt x="173596" y="31181"/>
                  <a:pt x="167882" y="33462"/>
                  <a:pt x="163842" y="38012"/>
                </a:cubicBezTo>
                <a:cubicBezTo>
                  <a:pt x="159802" y="42562"/>
                  <a:pt x="157787" y="49138"/>
                  <a:pt x="157787" y="57728"/>
                </a:cubicBezTo>
                <a:lnTo>
                  <a:pt x="157787" y="127321"/>
                </a:lnTo>
                <a:lnTo>
                  <a:pt x="124022" y="127321"/>
                </a:lnTo>
                <a:lnTo>
                  <a:pt x="124022" y="55156"/>
                </a:lnTo>
                <a:cubicBezTo>
                  <a:pt x="124022" y="44333"/>
                  <a:pt x="126352" y="34797"/>
                  <a:pt x="130986" y="26546"/>
                </a:cubicBezTo>
                <a:cubicBezTo>
                  <a:pt x="135633" y="18296"/>
                  <a:pt x="142161" y="11817"/>
                  <a:pt x="150581" y="7086"/>
                </a:cubicBezTo>
                <a:cubicBezTo>
                  <a:pt x="159001" y="2366"/>
                  <a:pt x="169144" y="0"/>
                  <a:pt x="17996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pPr lvl="0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1041944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extra #5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5">
            <a:extLst>
              <a:ext uri="{FF2B5EF4-FFF2-40B4-BE49-F238E27FC236}">
                <a16:creationId xmlns:a16="http://schemas.microsoft.com/office/drawing/2014/main" id="{C94CDDFE-B808-A462-BF7C-15A9ACEEE893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095400" y="0"/>
            <a:ext cx="6096600" cy="6858000"/>
          </a:xfrm>
          <a:solidFill>
            <a:schemeClr val="bg1">
              <a:lumMod val="65000"/>
            </a:schemeClr>
          </a:solidFill>
        </p:spPr>
        <p:txBody>
          <a:bodyPr anchor="t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2" name="Picture Placeholder 5">
            <a:extLst>
              <a:ext uri="{FF2B5EF4-FFF2-40B4-BE49-F238E27FC236}">
                <a16:creationId xmlns:a16="http://schemas.microsoft.com/office/drawing/2014/main" id="{1C6C7D01-5EDD-FF13-27FE-0217648BED0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-600" y="0"/>
            <a:ext cx="6096600" cy="6858000"/>
          </a:xfrm>
          <a:solidFill>
            <a:schemeClr val="bg1">
              <a:lumMod val="50000"/>
            </a:schemeClr>
          </a:solidFill>
        </p:spPr>
        <p:txBody>
          <a:bodyPr anchor="t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6DE5283-3D12-48AD-7063-373956EF765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-600" y="0"/>
            <a:ext cx="12193200" cy="6858000"/>
          </a:xfrm>
          <a:solidFill>
            <a:schemeClr val="tx1">
              <a:alpha val="60000"/>
            </a:schemeClr>
          </a:solidFill>
        </p:spPr>
        <p:txBody>
          <a:bodyPr lIns="1980000" tIns="900000" rIns="1980000" bIns="900000" numCol="1" spcCol="360000" anchor="ctr"/>
          <a:lstStyle>
            <a:lvl1pPr algn="ctr">
              <a:lnSpc>
                <a:spcPct val="90000"/>
              </a:lnSpc>
              <a:defRPr sz="54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4967A-CFD4-A89C-88F5-6E0BBB0763B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FED802-41D5-D7CC-0CA7-B46C2AF36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2" name="Text Placeholder 22">
            <a:extLst>
              <a:ext uri="{FF2B5EF4-FFF2-40B4-BE49-F238E27FC236}">
                <a16:creationId xmlns:a16="http://schemas.microsoft.com/office/drawing/2014/main" id="{22333F19-7CF5-DF04-0BC6-3C06F45B9AB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1656530" y="6299513"/>
            <a:ext cx="433868" cy="433868"/>
          </a:xfrm>
          <a:custGeom>
            <a:avLst/>
            <a:gdLst>
              <a:gd name="connsiteX0" fmla="*/ 216934 w 433868"/>
              <a:gd name="connsiteY0" fmla="*/ 0 h 433868"/>
              <a:gd name="connsiteX1" fmla="*/ 433868 w 433868"/>
              <a:gd name="connsiteY1" fmla="*/ 216934 h 433868"/>
              <a:gd name="connsiteX2" fmla="*/ 216934 w 433868"/>
              <a:gd name="connsiteY2" fmla="*/ 433868 h 433868"/>
              <a:gd name="connsiteX3" fmla="*/ 0 w 433868"/>
              <a:gd name="connsiteY3" fmla="*/ 216934 h 433868"/>
              <a:gd name="connsiteX4" fmla="*/ 216934 w 433868"/>
              <a:gd name="connsiteY4" fmla="*/ 0 h 4338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33868" h="433868">
                <a:moveTo>
                  <a:pt x="216934" y="0"/>
                </a:moveTo>
                <a:cubicBezTo>
                  <a:pt x="336743" y="0"/>
                  <a:pt x="433868" y="97125"/>
                  <a:pt x="433868" y="216934"/>
                </a:cubicBezTo>
                <a:cubicBezTo>
                  <a:pt x="433868" y="336743"/>
                  <a:pt x="336743" y="433868"/>
                  <a:pt x="216934" y="433868"/>
                </a:cubicBezTo>
                <a:cubicBezTo>
                  <a:pt x="97125" y="433868"/>
                  <a:pt x="0" y="336743"/>
                  <a:pt x="0" y="216934"/>
                </a:cubicBezTo>
                <a:cubicBezTo>
                  <a:pt x="0" y="97125"/>
                  <a:pt x="97125" y="0"/>
                  <a:pt x="216934" y="0"/>
                </a:cubicBez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pPr lvl="0"/>
            <a:endParaRPr lang="en-GB"/>
          </a:p>
        </p:txBody>
      </p:sp>
      <p:sp>
        <p:nvSpPr>
          <p:cNvPr id="13" name="Text Placeholder 23">
            <a:extLst>
              <a:ext uri="{FF2B5EF4-FFF2-40B4-BE49-F238E27FC236}">
                <a16:creationId xmlns:a16="http://schemas.microsoft.com/office/drawing/2014/main" id="{D9462FB8-4824-0308-2CFE-FF681AAA7F8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1714548" y="6453442"/>
            <a:ext cx="318365" cy="127333"/>
          </a:xfrm>
          <a:custGeom>
            <a:avLst/>
            <a:gdLst>
              <a:gd name="connsiteX0" fmla="*/ 63648 w 318365"/>
              <a:gd name="connsiteY0" fmla="*/ 17774 h 127333"/>
              <a:gd name="connsiteX1" fmla="*/ 39941 w 318365"/>
              <a:gd name="connsiteY1" fmla="*/ 23707 h 127333"/>
              <a:gd name="connsiteX2" fmla="*/ 23829 w 318365"/>
              <a:gd name="connsiteY2" fmla="*/ 40074 h 127333"/>
              <a:gd name="connsiteX3" fmla="*/ 18029 w 318365"/>
              <a:gd name="connsiteY3" fmla="*/ 63660 h 127333"/>
              <a:gd name="connsiteX4" fmla="*/ 18041 w 318365"/>
              <a:gd name="connsiteY4" fmla="*/ 63660 h 127333"/>
              <a:gd name="connsiteX5" fmla="*/ 23841 w 318365"/>
              <a:gd name="connsiteY5" fmla="*/ 87756 h 127333"/>
              <a:gd name="connsiteX6" fmla="*/ 26437 w 318365"/>
              <a:gd name="connsiteY6" fmla="*/ 91845 h 127333"/>
              <a:gd name="connsiteX7" fmla="*/ 90814 w 318365"/>
              <a:gd name="connsiteY7" fmla="*/ 27238 h 127333"/>
              <a:gd name="connsiteX8" fmla="*/ 83498 w 318365"/>
              <a:gd name="connsiteY8" fmla="*/ 22154 h 127333"/>
              <a:gd name="connsiteX9" fmla="*/ 63648 w 318365"/>
              <a:gd name="connsiteY9" fmla="*/ 17774 h 127333"/>
              <a:gd name="connsiteX10" fmla="*/ 63394 w 318365"/>
              <a:gd name="connsiteY10" fmla="*/ 1031 h 127333"/>
              <a:gd name="connsiteX11" fmla="*/ 92136 w 318365"/>
              <a:gd name="connsiteY11" fmla="*/ 7862 h 127333"/>
              <a:gd name="connsiteX12" fmla="*/ 92124 w 318365"/>
              <a:gd name="connsiteY12" fmla="*/ 7862 h 127333"/>
              <a:gd name="connsiteX13" fmla="*/ 112616 w 318365"/>
              <a:gd name="connsiteY13" fmla="*/ 27068 h 127333"/>
              <a:gd name="connsiteX14" fmla="*/ 37369 w 318365"/>
              <a:gd name="connsiteY14" fmla="*/ 102570 h 127333"/>
              <a:gd name="connsiteX15" fmla="*/ 40062 w 318365"/>
              <a:gd name="connsiteY15" fmla="*/ 104269 h 127333"/>
              <a:gd name="connsiteX16" fmla="*/ 63903 w 318365"/>
              <a:gd name="connsiteY16" fmla="*/ 110323 h 127333"/>
              <a:gd name="connsiteX17" fmla="*/ 84529 w 318365"/>
              <a:gd name="connsiteY17" fmla="*/ 106586 h 127333"/>
              <a:gd name="connsiteX18" fmla="*/ 99998 w 318365"/>
              <a:gd name="connsiteY18" fmla="*/ 95885 h 127333"/>
              <a:gd name="connsiteX19" fmla="*/ 111852 w 318365"/>
              <a:gd name="connsiteY19" fmla="*/ 107739 h 127333"/>
              <a:gd name="connsiteX20" fmla="*/ 90850 w 318365"/>
              <a:gd name="connsiteY20" fmla="*/ 122298 h 127333"/>
              <a:gd name="connsiteX21" fmla="*/ 63915 w 318365"/>
              <a:gd name="connsiteY21" fmla="*/ 127321 h 127333"/>
              <a:gd name="connsiteX22" fmla="*/ 31181 w 318365"/>
              <a:gd name="connsiteY22" fmla="*/ 118816 h 127333"/>
              <a:gd name="connsiteX23" fmla="*/ 8372 w 318365"/>
              <a:gd name="connsiteY23" fmla="*/ 95873 h 127333"/>
              <a:gd name="connsiteX24" fmla="*/ 0 w 318365"/>
              <a:gd name="connsiteY24" fmla="*/ 63660 h 127333"/>
              <a:gd name="connsiteX25" fmla="*/ 8372 w 318365"/>
              <a:gd name="connsiteY25" fmla="*/ 31957 h 127333"/>
              <a:gd name="connsiteX26" fmla="*/ 31048 w 318365"/>
              <a:gd name="connsiteY26" fmla="*/ 9403 h 127333"/>
              <a:gd name="connsiteX27" fmla="*/ 63394 w 318365"/>
              <a:gd name="connsiteY27" fmla="*/ 1031 h 127333"/>
              <a:gd name="connsiteX28" fmla="*/ 179966 w 318365"/>
              <a:gd name="connsiteY28" fmla="*/ 0 h 127333"/>
              <a:gd name="connsiteX29" fmla="*/ 208187 w 318365"/>
              <a:gd name="connsiteY29" fmla="*/ 7219 h 127333"/>
              <a:gd name="connsiteX30" fmla="*/ 221193 w 318365"/>
              <a:gd name="connsiteY30" fmla="*/ 19024 h 127333"/>
              <a:gd name="connsiteX31" fmla="*/ 234090 w 318365"/>
              <a:gd name="connsiteY31" fmla="*/ 7219 h 127333"/>
              <a:gd name="connsiteX32" fmla="*/ 262445 w 318365"/>
              <a:gd name="connsiteY32" fmla="*/ 0 h 127333"/>
              <a:gd name="connsiteX33" fmla="*/ 291952 w 318365"/>
              <a:gd name="connsiteY33" fmla="*/ 7086 h 127333"/>
              <a:gd name="connsiteX34" fmla="*/ 311413 w 318365"/>
              <a:gd name="connsiteY34" fmla="*/ 26546 h 127333"/>
              <a:gd name="connsiteX35" fmla="*/ 311400 w 318365"/>
              <a:gd name="connsiteY35" fmla="*/ 26559 h 127333"/>
              <a:gd name="connsiteX36" fmla="*/ 318365 w 318365"/>
              <a:gd name="connsiteY36" fmla="*/ 55168 h 127333"/>
              <a:gd name="connsiteX37" fmla="*/ 318365 w 318365"/>
              <a:gd name="connsiteY37" fmla="*/ 127333 h 127333"/>
              <a:gd name="connsiteX38" fmla="*/ 284344 w 318365"/>
              <a:gd name="connsiteY38" fmla="*/ 127333 h 127333"/>
              <a:gd name="connsiteX39" fmla="*/ 284344 w 318365"/>
              <a:gd name="connsiteY39" fmla="*/ 57740 h 127333"/>
              <a:gd name="connsiteX40" fmla="*/ 278411 w 318365"/>
              <a:gd name="connsiteY40" fmla="*/ 38145 h 127333"/>
              <a:gd name="connsiteX41" fmla="*/ 261147 w 318365"/>
              <a:gd name="connsiteY41" fmla="*/ 31181 h 127333"/>
              <a:gd name="connsiteX42" fmla="*/ 244136 w 318365"/>
              <a:gd name="connsiteY42" fmla="*/ 38012 h 127333"/>
              <a:gd name="connsiteX43" fmla="*/ 238203 w 318365"/>
              <a:gd name="connsiteY43" fmla="*/ 57728 h 127333"/>
              <a:gd name="connsiteX44" fmla="*/ 238203 w 318365"/>
              <a:gd name="connsiteY44" fmla="*/ 127321 h 127333"/>
              <a:gd name="connsiteX45" fmla="*/ 204183 w 318365"/>
              <a:gd name="connsiteY45" fmla="*/ 127321 h 127333"/>
              <a:gd name="connsiteX46" fmla="*/ 204183 w 318365"/>
              <a:gd name="connsiteY46" fmla="*/ 57728 h 127333"/>
              <a:gd name="connsiteX47" fmla="*/ 198250 w 318365"/>
              <a:gd name="connsiteY47" fmla="*/ 38012 h 127333"/>
              <a:gd name="connsiteX48" fmla="*/ 180985 w 318365"/>
              <a:gd name="connsiteY48" fmla="*/ 31181 h 127333"/>
              <a:gd name="connsiteX49" fmla="*/ 163842 w 318365"/>
              <a:gd name="connsiteY49" fmla="*/ 38012 h 127333"/>
              <a:gd name="connsiteX50" fmla="*/ 157787 w 318365"/>
              <a:gd name="connsiteY50" fmla="*/ 57728 h 127333"/>
              <a:gd name="connsiteX51" fmla="*/ 157787 w 318365"/>
              <a:gd name="connsiteY51" fmla="*/ 127321 h 127333"/>
              <a:gd name="connsiteX52" fmla="*/ 124022 w 318365"/>
              <a:gd name="connsiteY52" fmla="*/ 127321 h 127333"/>
              <a:gd name="connsiteX53" fmla="*/ 124022 w 318365"/>
              <a:gd name="connsiteY53" fmla="*/ 55156 h 127333"/>
              <a:gd name="connsiteX54" fmla="*/ 130986 w 318365"/>
              <a:gd name="connsiteY54" fmla="*/ 26546 h 127333"/>
              <a:gd name="connsiteX55" fmla="*/ 150581 w 318365"/>
              <a:gd name="connsiteY55" fmla="*/ 7086 h 127333"/>
              <a:gd name="connsiteX56" fmla="*/ 179966 w 318365"/>
              <a:gd name="connsiteY56" fmla="*/ 0 h 127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</a:cxnLst>
            <a:rect l="l" t="t" r="r" b="b"/>
            <a:pathLst>
              <a:path w="318365" h="127333">
                <a:moveTo>
                  <a:pt x="63648" y="17774"/>
                </a:moveTo>
                <a:cubicBezTo>
                  <a:pt x="54719" y="17774"/>
                  <a:pt x="46808" y="19752"/>
                  <a:pt x="39941" y="23707"/>
                </a:cubicBezTo>
                <a:cubicBezTo>
                  <a:pt x="33062" y="27662"/>
                  <a:pt x="27699" y="33110"/>
                  <a:pt x="23829" y="40074"/>
                </a:cubicBezTo>
                <a:cubicBezTo>
                  <a:pt x="19958" y="47038"/>
                  <a:pt x="18029" y="54900"/>
                  <a:pt x="18029" y="63660"/>
                </a:cubicBezTo>
                <a:lnTo>
                  <a:pt x="18041" y="63660"/>
                </a:lnTo>
                <a:cubicBezTo>
                  <a:pt x="18041" y="72772"/>
                  <a:pt x="19971" y="80792"/>
                  <a:pt x="23841" y="87756"/>
                </a:cubicBezTo>
                <a:cubicBezTo>
                  <a:pt x="24630" y="89188"/>
                  <a:pt x="25515" y="90534"/>
                  <a:pt x="26437" y="91845"/>
                </a:cubicBezTo>
                <a:lnTo>
                  <a:pt x="90814" y="27238"/>
                </a:lnTo>
                <a:cubicBezTo>
                  <a:pt x="88618" y="25272"/>
                  <a:pt x="86179" y="23586"/>
                  <a:pt x="83498" y="22154"/>
                </a:cubicBezTo>
                <a:cubicBezTo>
                  <a:pt x="77989" y="19242"/>
                  <a:pt x="71377" y="17774"/>
                  <a:pt x="63648" y="17774"/>
                </a:cubicBezTo>
                <a:close/>
                <a:moveTo>
                  <a:pt x="63394" y="1031"/>
                </a:moveTo>
                <a:cubicBezTo>
                  <a:pt x="74228" y="1031"/>
                  <a:pt x="83801" y="3312"/>
                  <a:pt x="92136" y="7862"/>
                </a:cubicBezTo>
                <a:lnTo>
                  <a:pt x="92124" y="7862"/>
                </a:lnTo>
                <a:cubicBezTo>
                  <a:pt x="100459" y="12424"/>
                  <a:pt x="107290" y="18818"/>
                  <a:pt x="112616" y="27068"/>
                </a:cubicBezTo>
                <a:lnTo>
                  <a:pt x="37369" y="102570"/>
                </a:lnTo>
                <a:cubicBezTo>
                  <a:pt x="38242" y="103165"/>
                  <a:pt x="39140" y="103735"/>
                  <a:pt x="40062" y="104269"/>
                </a:cubicBezTo>
                <a:cubicBezTo>
                  <a:pt x="47014" y="108309"/>
                  <a:pt x="54961" y="110323"/>
                  <a:pt x="63903" y="110323"/>
                </a:cubicBezTo>
                <a:cubicBezTo>
                  <a:pt x="71814" y="110323"/>
                  <a:pt x="78681" y="109073"/>
                  <a:pt x="84529" y="106586"/>
                </a:cubicBezTo>
                <a:cubicBezTo>
                  <a:pt x="90377" y="104087"/>
                  <a:pt x="95533" y="100520"/>
                  <a:pt x="99998" y="95885"/>
                </a:cubicBezTo>
                <a:lnTo>
                  <a:pt x="111852" y="107739"/>
                </a:lnTo>
                <a:cubicBezTo>
                  <a:pt x="105834" y="114096"/>
                  <a:pt x="98846" y="118949"/>
                  <a:pt x="90850" y="122298"/>
                </a:cubicBezTo>
                <a:cubicBezTo>
                  <a:pt x="82855" y="125647"/>
                  <a:pt x="73876" y="127321"/>
                  <a:pt x="63915" y="127321"/>
                </a:cubicBezTo>
                <a:cubicBezTo>
                  <a:pt x="51710" y="127321"/>
                  <a:pt x="40802" y="124482"/>
                  <a:pt x="31181" y="118816"/>
                </a:cubicBezTo>
                <a:cubicBezTo>
                  <a:pt x="21560" y="113138"/>
                  <a:pt x="13953" y="105494"/>
                  <a:pt x="8372" y="95873"/>
                </a:cubicBezTo>
                <a:cubicBezTo>
                  <a:pt x="2791" y="86264"/>
                  <a:pt x="0" y="75344"/>
                  <a:pt x="0" y="63660"/>
                </a:cubicBezTo>
                <a:cubicBezTo>
                  <a:pt x="0" y="51976"/>
                  <a:pt x="2791" y="41409"/>
                  <a:pt x="8372" y="31957"/>
                </a:cubicBezTo>
                <a:cubicBezTo>
                  <a:pt x="13953" y="22506"/>
                  <a:pt x="21511" y="14984"/>
                  <a:pt x="31048" y="9403"/>
                </a:cubicBezTo>
                <a:cubicBezTo>
                  <a:pt x="40584" y="3822"/>
                  <a:pt x="51370" y="1031"/>
                  <a:pt x="63394" y="1031"/>
                </a:cubicBezTo>
                <a:close/>
                <a:moveTo>
                  <a:pt x="179966" y="0"/>
                </a:moveTo>
                <a:cubicBezTo>
                  <a:pt x="190789" y="0"/>
                  <a:pt x="200192" y="2414"/>
                  <a:pt x="208187" y="7219"/>
                </a:cubicBezTo>
                <a:cubicBezTo>
                  <a:pt x="213271" y="10276"/>
                  <a:pt x="217602" y="14220"/>
                  <a:pt x="221193" y="19024"/>
                </a:cubicBezTo>
                <a:cubicBezTo>
                  <a:pt x="224760" y="14220"/>
                  <a:pt x="229055" y="10289"/>
                  <a:pt x="234090" y="7219"/>
                </a:cubicBezTo>
                <a:cubicBezTo>
                  <a:pt x="241989" y="2414"/>
                  <a:pt x="251113" y="0"/>
                  <a:pt x="262445" y="0"/>
                </a:cubicBezTo>
                <a:cubicBezTo>
                  <a:pt x="273777" y="0"/>
                  <a:pt x="283616" y="2366"/>
                  <a:pt x="291952" y="7086"/>
                </a:cubicBezTo>
                <a:cubicBezTo>
                  <a:pt x="300287" y="11817"/>
                  <a:pt x="306778" y="18296"/>
                  <a:pt x="311413" y="26546"/>
                </a:cubicBezTo>
                <a:lnTo>
                  <a:pt x="311400" y="26559"/>
                </a:lnTo>
                <a:cubicBezTo>
                  <a:pt x="316047" y="34809"/>
                  <a:pt x="318365" y="44345"/>
                  <a:pt x="318365" y="55168"/>
                </a:cubicBezTo>
                <a:lnTo>
                  <a:pt x="318365" y="127333"/>
                </a:lnTo>
                <a:lnTo>
                  <a:pt x="284344" y="127333"/>
                </a:lnTo>
                <a:lnTo>
                  <a:pt x="284344" y="57740"/>
                </a:lnTo>
                <a:cubicBezTo>
                  <a:pt x="284344" y="49320"/>
                  <a:pt x="282367" y="42780"/>
                  <a:pt x="278411" y="38145"/>
                </a:cubicBezTo>
                <a:cubicBezTo>
                  <a:pt x="274456" y="33499"/>
                  <a:pt x="268535" y="31181"/>
                  <a:pt x="261147" y="31181"/>
                </a:cubicBezTo>
                <a:cubicBezTo>
                  <a:pt x="253758" y="31181"/>
                  <a:pt x="248092" y="33462"/>
                  <a:pt x="244136" y="38012"/>
                </a:cubicBezTo>
                <a:cubicBezTo>
                  <a:pt x="240181" y="42562"/>
                  <a:pt x="238203" y="49138"/>
                  <a:pt x="238203" y="57728"/>
                </a:cubicBezTo>
                <a:lnTo>
                  <a:pt x="238203" y="127321"/>
                </a:lnTo>
                <a:lnTo>
                  <a:pt x="204183" y="127321"/>
                </a:lnTo>
                <a:lnTo>
                  <a:pt x="204183" y="57728"/>
                </a:lnTo>
                <a:cubicBezTo>
                  <a:pt x="204183" y="49138"/>
                  <a:pt x="202206" y="42562"/>
                  <a:pt x="198250" y="38012"/>
                </a:cubicBezTo>
                <a:cubicBezTo>
                  <a:pt x="194295" y="33462"/>
                  <a:pt x="188374" y="31181"/>
                  <a:pt x="180985" y="31181"/>
                </a:cubicBezTo>
                <a:cubicBezTo>
                  <a:pt x="173596" y="31181"/>
                  <a:pt x="167882" y="33462"/>
                  <a:pt x="163842" y="38012"/>
                </a:cubicBezTo>
                <a:cubicBezTo>
                  <a:pt x="159802" y="42562"/>
                  <a:pt x="157787" y="49138"/>
                  <a:pt x="157787" y="57728"/>
                </a:cubicBezTo>
                <a:lnTo>
                  <a:pt x="157787" y="127321"/>
                </a:lnTo>
                <a:lnTo>
                  <a:pt x="124022" y="127321"/>
                </a:lnTo>
                <a:lnTo>
                  <a:pt x="124022" y="55156"/>
                </a:lnTo>
                <a:cubicBezTo>
                  <a:pt x="124022" y="44333"/>
                  <a:pt x="126352" y="34797"/>
                  <a:pt x="130986" y="26546"/>
                </a:cubicBezTo>
                <a:cubicBezTo>
                  <a:pt x="135633" y="18296"/>
                  <a:pt x="142161" y="11817"/>
                  <a:pt x="150581" y="7086"/>
                </a:cubicBezTo>
                <a:cubicBezTo>
                  <a:pt x="159001" y="2366"/>
                  <a:pt x="169144" y="0"/>
                  <a:pt x="17996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pPr lvl="0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060237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extra #6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5">
            <a:extLst>
              <a:ext uri="{FF2B5EF4-FFF2-40B4-BE49-F238E27FC236}">
                <a16:creationId xmlns:a16="http://schemas.microsoft.com/office/drawing/2014/main" id="{1C6C7D01-5EDD-FF13-27FE-0217648BED0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9619200" cy="6858000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F9959E86-D769-AF18-FB19-1E9646A2CA26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206750" y="682625"/>
            <a:ext cx="8985250" cy="5492752"/>
          </a:xfrm>
          <a:solidFill>
            <a:schemeClr val="bg1"/>
          </a:solidFill>
        </p:spPr>
        <p:txBody>
          <a:bodyPr lIns="648000" tIns="503999" rIns="720000" bIns="360000"/>
          <a:lstStyle>
            <a:lvl1pPr>
              <a:defRPr sz="100">
                <a:noFill/>
              </a:defRPr>
            </a:lvl1pPr>
          </a:lstStyle>
          <a:p>
            <a:pPr lvl="0"/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4967A-CFD4-A89C-88F5-6E0BBB0763B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6DE5283-3D12-48AD-7063-373956EF765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848100" y="682625"/>
            <a:ext cx="7706828" cy="5492750"/>
          </a:xfrm>
        </p:spPr>
        <p:txBody>
          <a:bodyPr numCol="1" spcCol="360000" anchor="ctr"/>
          <a:lstStyle>
            <a:lvl1pPr>
              <a:lnSpc>
                <a:spcPct val="90000"/>
              </a:lnSpc>
              <a:defRPr sz="5400"/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FED802-41D5-D7CC-0CA7-B46C2AF36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78752AD-89EB-4103-B2A4-8FFD72F2DDBD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</a:rPr>
              <a:t>Go to ‘Design’ &gt; ‘Format Background’ &gt; choose colour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57D93877-6F24-DFF8-F2FA-D4A4BFAD8BB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56530" y="6299513"/>
            <a:ext cx="434353" cy="434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362085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extra #7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B3A5AB9B-F36D-C97A-851D-0C3C055F8AB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-600" y="4572001"/>
            <a:ext cx="12193200" cy="2286000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5A686A2-DB4A-4300-3D5B-A3EBF888B49E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1923450" y="4572001"/>
            <a:ext cx="10268550" cy="2286000"/>
          </a:xfrm>
          <a:gradFill flip="none" rotWithShape="1">
            <a:gsLst>
              <a:gs pos="0">
                <a:schemeClr val="tx1">
                  <a:alpha val="0"/>
                </a:schemeClr>
              </a:gs>
              <a:gs pos="100000">
                <a:schemeClr val="tx1">
                  <a:alpha val="70000"/>
                </a:schemeClr>
              </a:gs>
            </a:gsLst>
            <a:lin ang="0" scaled="1"/>
            <a:tileRect/>
          </a:gradFill>
        </p:spPr>
        <p:txBody>
          <a:bodyPr lIns="360000" tIns="0" rIns="1260000" bIns="0" numCol="1" spcCol="360000" anchor="ctr"/>
          <a:lstStyle>
            <a:lvl1pPr algn="r">
              <a:lnSpc>
                <a:spcPct val="90000"/>
              </a:lnSpc>
              <a:defRPr sz="48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09F4806A-5A04-4F83-1383-BACACC67A7C7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-600" y="2286001"/>
            <a:ext cx="12193200" cy="2286000"/>
          </a:xfrm>
          <a:solidFill>
            <a:schemeClr val="bg1">
              <a:lumMod val="65000"/>
            </a:schemeClr>
          </a:solidFill>
        </p:spPr>
        <p:txBody>
          <a:bodyPr anchor="ctr"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2" name="Picture Placeholder 5">
            <a:extLst>
              <a:ext uri="{FF2B5EF4-FFF2-40B4-BE49-F238E27FC236}">
                <a16:creationId xmlns:a16="http://schemas.microsoft.com/office/drawing/2014/main" id="{1C6C7D01-5EDD-FF13-27FE-0217648BED0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-600" y="0"/>
            <a:ext cx="12193200" cy="2286000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6DE5283-3D12-48AD-7063-373956EF765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923450" y="0"/>
            <a:ext cx="10268550" cy="2286000"/>
          </a:xfrm>
          <a:gradFill flip="none" rotWithShape="1">
            <a:gsLst>
              <a:gs pos="0">
                <a:schemeClr val="tx1">
                  <a:alpha val="0"/>
                </a:schemeClr>
              </a:gs>
              <a:gs pos="100000">
                <a:schemeClr val="tx1">
                  <a:alpha val="70000"/>
                </a:schemeClr>
              </a:gs>
            </a:gsLst>
            <a:lin ang="0" scaled="1"/>
            <a:tileRect/>
          </a:gradFill>
        </p:spPr>
        <p:txBody>
          <a:bodyPr lIns="360000" tIns="0" rIns="1260000" bIns="0" numCol="1" spcCol="360000" anchor="ctr"/>
          <a:lstStyle>
            <a:lvl1pPr algn="r">
              <a:lnSpc>
                <a:spcPct val="90000"/>
              </a:lnSpc>
              <a:defRPr sz="48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4967A-CFD4-A89C-88F5-6E0BBB0763B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FED802-41D5-D7CC-0CA7-B46C2AF36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2" name="Text Placeholder 22">
            <a:extLst>
              <a:ext uri="{FF2B5EF4-FFF2-40B4-BE49-F238E27FC236}">
                <a16:creationId xmlns:a16="http://schemas.microsoft.com/office/drawing/2014/main" id="{22333F19-7CF5-DF04-0BC6-3C06F45B9AB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1656530" y="6299513"/>
            <a:ext cx="433868" cy="433868"/>
          </a:xfrm>
          <a:custGeom>
            <a:avLst/>
            <a:gdLst>
              <a:gd name="connsiteX0" fmla="*/ 216934 w 433868"/>
              <a:gd name="connsiteY0" fmla="*/ 0 h 433868"/>
              <a:gd name="connsiteX1" fmla="*/ 433868 w 433868"/>
              <a:gd name="connsiteY1" fmla="*/ 216934 h 433868"/>
              <a:gd name="connsiteX2" fmla="*/ 216934 w 433868"/>
              <a:gd name="connsiteY2" fmla="*/ 433868 h 433868"/>
              <a:gd name="connsiteX3" fmla="*/ 0 w 433868"/>
              <a:gd name="connsiteY3" fmla="*/ 216934 h 433868"/>
              <a:gd name="connsiteX4" fmla="*/ 216934 w 433868"/>
              <a:gd name="connsiteY4" fmla="*/ 0 h 4338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33868" h="433868">
                <a:moveTo>
                  <a:pt x="216934" y="0"/>
                </a:moveTo>
                <a:cubicBezTo>
                  <a:pt x="336743" y="0"/>
                  <a:pt x="433868" y="97125"/>
                  <a:pt x="433868" y="216934"/>
                </a:cubicBezTo>
                <a:cubicBezTo>
                  <a:pt x="433868" y="336743"/>
                  <a:pt x="336743" y="433868"/>
                  <a:pt x="216934" y="433868"/>
                </a:cubicBezTo>
                <a:cubicBezTo>
                  <a:pt x="97125" y="433868"/>
                  <a:pt x="0" y="336743"/>
                  <a:pt x="0" y="216934"/>
                </a:cubicBezTo>
                <a:cubicBezTo>
                  <a:pt x="0" y="97125"/>
                  <a:pt x="97125" y="0"/>
                  <a:pt x="216934" y="0"/>
                </a:cubicBez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pPr lvl="0"/>
            <a:endParaRPr lang="en-GB"/>
          </a:p>
        </p:txBody>
      </p:sp>
      <p:sp>
        <p:nvSpPr>
          <p:cNvPr id="13" name="Text Placeholder 23">
            <a:extLst>
              <a:ext uri="{FF2B5EF4-FFF2-40B4-BE49-F238E27FC236}">
                <a16:creationId xmlns:a16="http://schemas.microsoft.com/office/drawing/2014/main" id="{D9462FB8-4824-0308-2CFE-FF681AAA7F8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1714548" y="6453442"/>
            <a:ext cx="318365" cy="127333"/>
          </a:xfrm>
          <a:custGeom>
            <a:avLst/>
            <a:gdLst>
              <a:gd name="connsiteX0" fmla="*/ 63648 w 318365"/>
              <a:gd name="connsiteY0" fmla="*/ 17774 h 127333"/>
              <a:gd name="connsiteX1" fmla="*/ 39941 w 318365"/>
              <a:gd name="connsiteY1" fmla="*/ 23707 h 127333"/>
              <a:gd name="connsiteX2" fmla="*/ 23829 w 318365"/>
              <a:gd name="connsiteY2" fmla="*/ 40074 h 127333"/>
              <a:gd name="connsiteX3" fmla="*/ 18029 w 318365"/>
              <a:gd name="connsiteY3" fmla="*/ 63660 h 127333"/>
              <a:gd name="connsiteX4" fmla="*/ 18041 w 318365"/>
              <a:gd name="connsiteY4" fmla="*/ 63660 h 127333"/>
              <a:gd name="connsiteX5" fmla="*/ 23841 w 318365"/>
              <a:gd name="connsiteY5" fmla="*/ 87756 h 127333"/>
              <a:gd name="connsiteX6" fmla="*/ 26437 w 318365"/>
              <a:gd name="connsiteY6" fmla="*/ 91845 h 127333"/>
              <a:gd name="connsiteX7" fmla="*/ 90814 w 318365"/>
              <a:gd name="connsiteY7" fmla="*/ 27238 h 127333"/>
              <a:gd name="connsiteX8" fmla="*/ 83498 w 318365"/>
              <a:gd name="connsiteY8" fmla="*/ 22154 h 127333"/>
              <a:gd name="connsiteX9" fmla="*/ 63648 w 318365"/>
              <a:gd name="connsiteY9" fmla="*/ 17774 h 127333"/>
              <a:gd name="connsiteX10" fmla="*/ 63394 w 318365"/>
              <a:gd name="connsiteY10" fmla="*/ 1031 h 127333"/>
              <a:gd name="connsiteX11" fmla="*/ 92136 w 318365"/>
              <a:gd name="connsiteY11" fmla="*/ 7862 h 127333"/>
              <a:gd name="connsiteX12" fmla="*/ 92124 w 318365"/>
              <a:gd name="connsiteY12" fmla="*/ 7862 h 127333"/>
              <a:gd name="connsiteX13" fmla="*/ 112616 w 318365"/>
              <a:gd name="connsiteY13" fmla="*/ 27068 h 127333"/>
              <a:gd name="connsiteX14" fmla="*/ 37369 w 318365"/>
              <a:gd name="connsiteY14" fmla="*/ 102570 h 127333"/>
              <a:gd name="connsiteX15" fmla="*/ 40062 w 318365"/>
              <a:gd name="connsiteY15" fmla="*/ 104269 h 127333"/>
              <a:gd name="connsiteX16" fmla="*/ 63903 w 318365"/>
              <a:gd name="connsiteY16" fmla="*/ 110323 h 127333"/>
              <a:gd name="connsiteX17" fmla="*/ 84529 w 318365"/>
              <a:gd name="connsiteY17" fmla="*/ 106586 h 127333"/>
              <a:gd name="connsiteX18" fmla="*/ 99998 w 318365"/>
              <a:gd name="connsiteY18" fmla="*/ 95885 h 127333"/>
              <a:gd name="connsiteX19" fmla="*/ 111852 w 318365"/>
              <a:gd name="connsiteY19" fmla="*/ 107739 h 127333"/>
              <a:gd name="connsiteX20" fmla="*/ 90850 w 318365"/>
              <a:gd name="connsiteY20" fmla="*/ 122298 h 127333"/>
              <a:gd name="connsiteX21" fmla="*/ 63915 w 318365"/>
              <a:gd name="connsiteY21" fmla="*/ 127321 h 127333"/>
              <a:gd name="connsiteX22" fmla="*/ 31181 w 318365"/>
              <a:gd name="connsiteY22" fmla="*/ 118816 h 127333"/>
              <a:gd name="connsiteX23" fmla="*/ 8372 w 318365"/>
              <a:gd name="connsiteY23" fmla="*/ 95873 h 127333"/>
              <a:gd name="connsiteX24" fmla="*/ 0 w 318365"/>
              <a:gd name="connsiteY24" fmla="*/ 63660 h 127333"/>
              <a:gd name="connsiteX25" fmla="*/ 8372 w 318365"/>
              <a:gd name="connsiteY25" fmla="*/ 31957 h 127333"/>
              <a:gd name="connsiteX26" fmla="*/ 31048 w 318365"/>
              <a:gd name="connsiteY26" fmla="*/ 9403 h 127333"/>
              <a:gd name="connsiteX27" fmla="*/ 63394 w 318365"/>
              <a:gd name="connsiteY27" fmla="*/ 1031 h 127333"/>
              <a:gd name="connsiteX28" fmla="*/ 179966 w 318365"/>
              <a:gd name="connsiteY28" fmla="*/ 0 h 127333"/>
              <a:gd name="connsiteX29" fmla="*/ 208187 w 318365"/>
              <a:gd name="connsiteY29" fmla="*/ 7219 h 127333"/>
              <a:gd name="connsiteX30" fmla="*/ 221193 w 318365"/>
              <a:gd name="connsiteY30" fmla="*/ 19024 h 127333"/>
              <a:gd name="connsiteX31" fmla="*/ 234090 w 318365"/>
              <a:gd name="connsiteY31" fmla="*/ 7219 h 127333"/>
              <a:gd name="connsiteX32" fmla="*/ 262445 w 318365"/>
              <a:gd name="connsiteY32" fmla="*/ 0 h 127333"/>
              <a:gd name="connsiteX33" fmla="*/ 291952 w 318365"/>
              <a:gd name="connsiteY33" fmla="*/ 7086 h 127333"/>
              <a:gd name="connsiteX34" fmla="*/ 311413 w 318365"/>
              <a:gd name="connsiteY34" fmla="*/ 26546 h 127333"/>
              <a:gd name="connsiteX35" fmla="*/ 311400 w 318365"/>
              <a:gd name="connsiteY35" fmla="*/ 26559 h 127333"/>
              <a:gd name="connsiteX36" fmla="*/ 318365 w 318365"/>
              <a:gd name="connsiteY36" fmla="*/ 55168 h 127333"/>
              <a:gd name="connsiteX37" fmla="*/ 318365 w 318365"/>
              <a:gd name="connsiteY37" fmla="*/ 127333 h 127333"/>
              <a:gd name="connsiteX38" fmla="*/ 284344 w 318365"/>
              <a:gd name="connsiteY38" fmla="*/ 127333 h 127333"/>
              <a:gd name="connsiteX39" fmla="*/ 284344 w 318365"/>
              <a:gd name="connsiteY39" fmla="*/ 57740 h 127333"/>
              <a:gd name="connsiteX40" fmla="*/ 278411 w 318365"/>
              <a:gd name="connsiteY40" fmla="*/ 38145 h 127333"/>
              <a:gd name="connsiteX41" fmla="*/ 261147 w 318365"/>
              <a:gd name="connsiteY41" fmla="*/ 31181 h 127333"/>
              <a:gd name="connsiteX42" fmla="*/ 244136 w 318365"/>
              <a:gd name="connsiteY42" fmla="*/ 38012 h 127333"/>
              <a:gd name="connsiteX43" fmla="*/ 238203 w 318365"/>
              <a:gd name="connsiteY43" fmla="*/ 57728 h 127333"/>
              <a:gd name="connsiteX44" fmla="*/ 238203 w 318365"/>
              <a:gd name="connsiteY44" fmla="*/ 127321 h 127333"/>
              <a:gd name="connsiteX45" fmla="*/ 204183 w 318365"/>
              <a:gd name="connsiteY45" fmla="*/ 127321 h 127333"/>
              <a:gd name="connsiteX46" fmla="*/ 204183 w 318365"/>
              <a:gd name="connsiteY46" fmla="*/ 57728 h 127333"/>
              <a:gd name="connsiteX47" fmla="*/ 198250 w 318365"/>
              <a:gd name="connsiteY47" fmla="*/ 38012 h 127333"/>
              <a:gd name="connsiteX48" fmla="*/ 180985 w 318365"/>
              <a:gd name="connsiteY48" fmla="*/ 31181 h 127333"/>
              <a:gd name="connsiteX49" fmla="*/ 163842 w 318365"/>
              <a:gd name="connsiteY49" fmla="*/ 38012 h 127333"/>
              <a:gd name="connsiteX50" fmla="*/ 157787 w 318365"/>
              <a:gd name="connsiteY50" fmla="*/ 57728 h 127333"/>
              <a:gd name="connsiteX51" fmla="*/ 157787 w 318365"/>
              <a:gd name="connsiteY51" fmla="*/ 127321 h 127333"/>
              <a:gd name="connsiteX52" fmla="*/ 124022 w 318365"/>
              <a:gd name="connsiteY52" fmla="*/ 127321 h 127333"/>
              <a:gd name="connsiteX53" fmla="*/ 124022 w 318365"/>
              <a:gd name="connsiteY53" fmla="*/ 55156 h 127333"/>
              <a:gd name="connsiteX54" fmla="*/ 130986 w 318365"/>
              <a:gd name="connsiteY54" fmla="*/ 26546 h 127333"/>
              <a:gd name="connsiteX55" fmla="*/ 150581 w 318365"/>
              <a:gd name="connsiteY55" fmla="*/ 7086 h 127333"/>
              <a:gd name="connsiteX56" fmla="*/ 179966 w 318365"/>
              <a:gd name="connsiteY56" fmla="*/ 0 h 127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</a:cxnLst>
            <a:rect l="l" t="t" r="r" b="b"/>
            <a:pathLst>
              <a:path w="318365" h="127333">
                <a:moveTo>
                  <a:pt x="63648" y="17774"/>
                </a:moveTo>
                <a:cubicBezTo>
                  <a:pt x="54719" y="17774"/>
                  <a:pt x="46808" y="19752"/>
                  <a:pt x="39941" y="23707"/>
                </a:cubicBezTo>
                <a:cubicBezTo>
                  <a:pt x="33062" y="27662"/>
                  <a:pt x="27699" y="33110"/>
                  <a:pt x="23829" y="40074"/>
                </a:cubicBezTo>
                <a:cubicBezTo>
                  <a:pt x="19958" y="47038"/>
                  <a:pt x="18029" y="54900"/>
                  <a:pt x="18029" y="63660"/>
                </a:cubicBezTo>
                <a:lnTo>
                  <a:pt x="18041" y="63660"/>
                </a:lnTo>
                <a:cubicBezTo>
                  <a:pt x="18041" y="72772"/>
                  <a:pt x="19971" y="80792"/>
                  <a:pt x="23841" y="87756"/>
                </a:cubicBezTo>
                <a:cubicBezTo>
                  <a:pt x="24630" y="89188"/>
                  <a:pt x="25515" y="90534"/>
                  <a:pt x="26437" y="91845"/>
                </a:cubicBezTo>
                <a:lnTo>
                  <a:pt x="90814" y="27238"/>
                </a:lnTo>
                <a:cubicBezTo>
                  <a:pt x="88618" y="25272"/>
                  <a:pt x="86179" y="23586"/>
                  <a:pt x="83498" y="22154"/>
                </a:cubicBezTo>
                <a:cubicBezTo>
                  <a:pt x="77989" y="19242"/>
                  <a:pt x="71377" y="17774"/>
                  <a:pt x="63648" y="17774"/>
                </a:cubicBezTo>
                <a:close/>
                <a:moveTo>
                  <a:pt x="63394" y="1031"/>
                </a:moveTo>
                <a:cubicBezTo>
                  <a:pt x="74228" y="1031"/>
                  <a:pt x="83801" y="3312"/>
                  <a:pt x="92136" y="7862"/>
                </a:cubicBezTo>
                <a:lnTo>
                  <a:pt x="92124" y="7862"/>
                </a:lnTo>
                <a:cubicBezTo>
                  <a:pt x="100459" y="12424"/>
                  <a:pt x="107290" y="18818"/>
                  <a:pt x="112616" y="27068"/>
                </a:cubicBezTo>
                <a:lnTo>
                  <a:pt x="37369" y="102570"/>
                </a:lnTo>
                <a:cubicBezTo>
                  <a:pt x="38242" y="103165"/>
                  <a:pt x="39140" y="103735"/>
                  <a:pt x="40062" y="104269"/>
                </a:cubicBezTo>
                <a:cubicBezTo>
                  <a:pt x="47014" y="108309"/>
                  <a:pt x="54961" y="110323"/>
                  <a:pt x="63903" y="110323"/>
                </a:cubicBezTo>
                <a:cubicBezTo>
                  <a:pt x="71814" y="110323"/>
                  <a:pt x="78681" y="109073"/>
                  <a:pt x="84529" y="106586"/>
                </a:cubicBezTo>
                <a:cubicBezTo>
                  <a:pt x="90377" y="104087"/>
                  <a:pt x="95533" y="100520"/>
                  <a:pt x="99998" y="95885"/>
                </a:cubicBezTo>
                <a:lnTo>
                  <a:pt x="111852" y="107739"/>
                </a:lnTo>
                <a:cubicBezTo>
                  <a:pt x="105834" y="114096"/>
                  <a:pt x="98846" y="118949"/>
                  <a:pt x="90850" y="122298"/>
                </a:cubicBezTo>
                <a:cubicBezTo>
                  <a:pt x="82855" y="125647"/>
                  <a:pt x="73876" y="127321"/>
                  <a:pt x="63915" y="127321"/>
                </a:cubicBezTo>
                <a:cubicBezTo>
                  <a:pt x="51710" y="127321"/>
                  <a:pt x="40802" y="124482"/>
                  <a:pt x="31181" y="118816"/>
                </a:cubicBezTo>
                <a:cubicBezTo>
                  <a:pt x="21560" y="113138"/>
                  <a:pt x="13953" y="105494"/>
                  <a:pt x="8372" y="95873"/>
                </a:cubicBezTo>
                <a:cubicBezTo>
                  <a:pt x="2791" y="86264"/>
                  <a:pt x="0" y="75344"/>
                  <a:pt x="0" y="63660"/>
                </a:cubicBezTo>
                <a:cubicBezTo>
                  <a:pt x="0" y="51976"/>
                  <a:pt x="2791" y="41409"/>
                  <a:pt x="8372" y="31957"/>
                </a:cubicBezTo>
                <a:cubicBezTo>
                  <a:pt x="13953" y="22506"/>
                  <a:pt x="21511" y="14984"/>
                  <a:pt x="31048" y="9403"/>
                </a:cubicBezTo>
                <a:cubicBezTo>
                  <a:pt x="40584" y="3822"/>
                  <a:pt x="51370" y="1031"/>
                  <a:pt x="63394" y="1031"/>
                </a:cubicBezTo>
                <a:close/>
                <a:moveTo>
                  <a:pt x="179966" y="0"/>
                </a:moveTo>
                <a:cubicBezTo>
                  <a:pt x="190789" y="0"/>
                  <a:pt x="200192" y="2414"/>
                  <a:pt x="208187" y="7219"/>
                </a:cubicBezTo>
                <a:cubicBezTo>
                  <a:pt x="213271" y="10276"/>
                  <a:pt x="217602" y="14220"/>
                  <a:pt x="221193" y="19024"/>
                </a:cubicBezTo>
                <a:cubicBezTo>
                  <a:pt x="224760" y="14220"/>
                  <a:pt x="229055" y="10289"/>
                  <a:pt x="234090" y="7219"/>
                </a:cubicBezTo>
                <a:cubicBezTo>
                  <a:pt x="241989" y="2414"/>
                  <a:pt x="251113" y="0"/>
                  <a:pt x="262445" y="0"/>
                </a:cubicBezTo>
                <a:cubicBezTo>
                  <a:pt x="273777" y="0"/>
                  <a:pt x="283616" y="2366"/>
                  <a:pt x="291952" y="7086"/>
                </a:cubicBezTo>
                <a:cubicBezTo>
                  <a:pt x="300287" y="11817"/>
                  <a:pt x="306778" y="18296"/>
                  <a:pt x="311413" y="26546"/>
                </a:cubicBezTo>
                <a:lnTo>
                  <a:pt x="311400" y="26559"/>
                </a:lnTo>
                <a:cubicBezTo>
                  <a:pt x="316047" y="34809"/>
                  <a:pt x="318365" y="44345"/>
                  <a:pt x="318365" y="55168"/>
                </a:cubicBezTo>
                <a:lnTo>
                  <a:pt x="318365" y="127333"/>
                </a:lnTo>
                <a:lnTo>
                  <a:pt x="284344" y="127333"/>
                </a:lnTo>
                <a:lnTo>
                  <a:pt x="284344" y="57740"/>
                </a:lnTo>
                <a:cubicBezTo>
                  <a:pt x="284344" y="49320"/>
                  <a:pt x="282367" y="42780"/>
                  <a:pt x="278411" y="38145"/>
                </a:cubicBezTo>
                <a:cubicBezTo>
                  <a:pt x="274456" y="33499"/>
                  <a:pt x="268535" y="31181"/>
                  <a:pt x="261147" y="31181"/>
                </a:cubicBezTo>
                <a:cubicBezTo>
                  <a:pt x="253758" y="31181"/>
                  <a:pt x="248092" y="33462"/>
                  <a:pt x="244136" y="38012"/>
                </a:cubicBezTo>
                <a:cubicBezTo>
                  <a:pt x="240181" y="42562"/>
                  <a:pt x="238203" y="49138"/>
                  <a:pt x="238203" y="57728"/>
                </a:cubicBezTo>
                <a:lnTo>
                  <a:pt x="238203" y="127321"/>
                </a:lnTo>
                <a:lnTo>
                  <a:pt x="204183" y="127321"/>
                </a:lnTo>
                <a:lnTo>
                  <a:pt x="204183" y="57728"/>
                </a:lnTo>
                <a:cubicBezTo>
                  <a:pt x="204183" y="49138"/>
                  <a:pt x="202206" y="42562"/>
                  <a:pt x="198250" y="38012"/>
                </a:cubicBezTo>
                <a:cubicBezTo>
                  <a:pt x="194295" y="33462"/>
                  <a:pt x="188374" y="31181"/>
                  <a:pt x="180985" y="31181"/>
                </a:cubicBezTo>
                <a:cubicBezTo>
                  <a:pt x="173596" y="31181"/>
                  <a:pt x="167882" y="33462"/>
                  <a:pt x="163842" y="38012"/>
                </a:cubicBezTo>
                <a:cubicBezTo>
                  <a:pt x="159802" y="42562"/>
                  <a:pt x="157787" y="49138"/>
                  <a:pt x="157787" y="57728"/>
                </a:cubicBezTo>
                <a:lnTo>
                  <a:pt x="157787" y="127321"/>
                </a:lnTo>
                <a:lnTo>
                  <a:pt x="124022" y="127321"/>
                </a:lnTo>
                <a:lnTo>
                  <a:pt x="124022" y="55156"/>
                </a:lnTo>
                <a:cubicBezTo>
                  <a:pt x="124022" y="44333"/>
                  <a:pt x="126352" y="34797"/>
                  <a:pt x="130986" y="26546"/>
                </a:cubicBezTo>
                <a:cubicBezTo>
                  <a:pt x="135633" y="18296"/>
                  <a:pt x="142161" y="11817"/>
                  <a:pt x="150581" y="7086"/>
                </a:cubicBezTo>
                <a:cubicBezTo>
                  <a:pt x="159001" y="2366"/>
                  <a:pt x="169144" y="0"/>
                  <a:pt x="17996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pPr lvl="0"/>
            <a:endParaRPr lang="en-GB"/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A57C6F1D-0082-D95A-B441-BCB17D238378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0" y="2286001"/>
            <a:ext cx="10268550" cy="2286000"/>
          </a:xfrm>
          <a:gradFill flip="none" rotWithShape="1">
            <a:gsLst>
              <a:gs pos="0">
                <a:schemeClr val="tx1">
                  <a:alpha val="70000"/>
                </a:schemeClr>
              </a:gs>
              <a:gs pos="100000">
                <a:schemeClr val="tx1">
                  <a:alpha val="0"/>
                </a:schemeClr>
              </a:gs>
            </a:gsLst>
            <a:lin ang="0" scaled="1"/>
            <a:tileRect/>
          </a:gradFill>
        </p:spPr>
        <p:txBody>
          <a:bodyPr lIns="1260000" tIns="0" rIns="360000" bIns="0" numCol="1" spcCol="360000" anchor="ctr"/>
          <a:lstStyle>
            <a:lvl1pPr algn="l">
              <a:lnSpc>
                <a:spcPct val="90000"/>
              </a:lnSpc>
              <a:defRPr sz="48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39546414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algn="r"/>
            <a:fld id="{00000000-1234-1234-1234-123412341234}" type="slidenum">
              <a:rPr lang="pt-BR" smtClean="0"/>
              <a:pPr algn="r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62247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image" Target="../media/image2.svg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0F404F86-5A46-6A8A-7F3C-9D06DE2A8222}"/>
              </a:ext>
            </a:extLst>
          </p:cNvPr>
          <p:cNvSpPr/>
          <p:nvPr userDrawn="1"/>
        </p:nvSpPr>
        <p:spPr>
          <a:xfrm>
            <a:off x="0" y="6169024"/>
            <a:ext cx="12192000" cy="688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endParaRPr lang="en-GB" sz="140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E16E558-7B46-FD80-0530-EA162C8D2DD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79525" y="6169025"/>
            <a:ext cx="4495800" cy="68262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accent6"/>
                </a:solidFill>
              </a:defRPr>
            </a:lvl1pPr>
          </a:lstStyle>
          <a:p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4050894-5538-1638-22C9-1AE0C5D957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85261" y="6362299"/>
            <a:ext cx="494264" cy="2960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accent6"/>
                </a:solidFill>
              </a:defRPr>
            </a:lvl1pPr>
          </a:lstStyle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84997E-868F-7161-FD80-0AB5EE9301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85261" y="2060575"/>
            <a:ext cx="10765383" cy="403914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0" name="Title Placeholder 9">
            <a:extLst>
              <a:ext uri="{FF2B5EF4-FFF2-40B4-BE49-F238E27FC236}">
                <a16:creationId xmlns:a16="http://schemas.microsoft.com/office/drawing/2014/main" id="{4E957452-906A-4D83-78E1-6E866C22B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261" y="335280"/>
            <a:ext cx="10765383" cy="1033145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GB"/>
              <a:t>Click to edit Master title style</a:t>
            </a:r>
          </a:p>
        </p:txBody>
      </p:sp>
      <p:pic>
        <p:nvPicPr>
          <p:cNvPr id="23" name="Graphic 22">
            <a:extLst>
              <a:ext uri="{FF2B5EF4-FFF2-40B4-BE49-F238E27FC236}">
                <a16:creationId xmlns:a16="http://schemas.microsoft.com/office/drawing/2014/main" id="{FA9FBC41-97C0-D9A9-89DA-E487E47E2447}"/>
              </a:ext>
            </a:extLst>
          </p:cNvPr>
          <p:cNvPicPr>
            <a:picLocks noChangeAspect="1"/>
          </p:cNvPicPr>
          <p:nvPr userDrawn="1"/>
        </p:nvPicPr>
        <p:blipFill>
          <a:blip r:embed="rId58">
            <a:extLst>
              <a:ext uri="{96DAC541-7B7A-43D3-8B79-37D633B846F1}">
                <asvg:svgBlip xmlns:asvg="http://schemas.microsoft.com/office/drawing/2016/SVG/main" r:embed="rId59"/>
              </a:ext>
            </a:extLst>
          </a:blip>
          <a:stretch>
            <a:fillRect/>
          </a:stretch>
        </p:blipFill>
        <p:spPr>
          <a:xfrm>
            <a:off x="11656530" y="6299513"/>
            <a:ext cx="434353" cy="434353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37BCA4A-AD74-2AC4-6377-FE8BF930FB75}"/>
              </a:ext>
            </a:extLst>
          </p:cNvPr>
          <p:cNvCxnSpPr/>
          <p:nvPr userDrawn="1"/>
        </p:nvCxnSpPr>
        <p:spPr>
          <a:xfrm>
            <a:off x="641350" y="0"/>
            <a:ext cx="0" cy="681038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263933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  <p:sldLayoutId id="2147483701" r:id="rId2"/>
    <p:sldLayoutId id="2147483695" r:id="rId3"/>
    <p:sldLayoutId id="2147483696" r:id="rId4"/>
    <p:sldLayoutId id="2147483673" r:id="rId5"/>
    <p:sldLayoutId id="2147483676" r:id="rId6"/>
    <p:sldLayoutId id="2147483674" r:id="rId7"/>
    <p:sldLayoutId id="2147483675" r:id="rId8"/>
    <p:sldLayoutId id="2147483679" r:id="rId9"/>
    <p:sldLayoutId id="2147483680" r:id="rId10"/>
    <p:sldLayoutId id="2147483718" r:id="rId11"/>
    <p:sldLayoutId id="2147483719" r:id="rId12"/>
    <p:sldLayoutId id="2147483683" r:id="rId13"/>
    <p:sldLayoutId id="2147483684" r:id="rId14"/>
    <p:sldLayoutId id="2147483685" r:id="rId15"/>
    <p:sldLayoutId id="2147483681" r:id="rId16"/>
    <p:sldLayoutId id="2147483682" r:id="rId17"/>
    <p:sldLayoutId id="2147483662" r:id="rId18"/>
    <p:sldLayoutId id="2147483730" r:id="rId19"/>
    <p:sldLayoutId id="2147483663" r:id="rId20"/>
    <p:sldLayoutId id="2147483691" r:id="rId21"/>
    <p:sldLayoutId id="2147483692" r:id="rId22"/>
    <p:sldLayoutId id="2147483698" r:id="rId23"/>
    <p:sldLayoutId id="2147483694" r:id="rId24"/>
    <p:sldLayoutId id="2147483668" r:id="rId25"/>
    <p:sldLayoutId id="2147483729" r:id="rId26"/>
    <p:sldLayoutId id="2147483688" r:id="rId27"/>
    <p:sldLayoutId id="2147483697" r:id="rId28"/>
    <p:sldLayoutId id="2147483700" r:id="rId29"/>
    <p:sldLayoutId id="2147483699" r:id="rId30"/>
    <p:sldLayoutId id="2147483702" r:id="rId31"/>
    <p:sldLayoutId id="2147483703" r:id="rId32"/>
    <p:sldLayoutId id="2147483704" r:id="rId33"/>
    <p:sldLayoutId id="2147483705" r:id="rId34"/>
    <p:sldLayoutId id="2147483706" r:id="rId35"/>
    <p:sldLayoutId id="2147483707" r:id="rId36"/>
    <p:sldLayoutId id="2147483709" r:id="rId37"/>
    <p:sldLayoutId id="2147483708" r:id="rId38"/>
    <p:sldLayoutId id="2147483710" r:id="rId39"/>
    <p:sldLayoutId id="2147483711" r:id="rId40"/>
    <p:sldLayoutId id="2147483712" r:id="rId41"/>
    <p:sldLayoutId id="2147483713" r:id="rId42"/>
    <p:sldLayoutId id="2147483714" r:id="rId43"/>
    <p:sldLayoutId id="2147483715" r:id="rId44"/>
    <p:sldLayoutId id="2147483716" r:id="rId45"/>
    <p:sldLayoutId id="2147483717" r:id="rId46"/>
    <p:sldLayoutId id="2147483720" r:id="rId47"/>
    <p:sldLayoutId id="2147483721" r:id="rId48"/>
    <p:sldLayoutId id="2147483722" r:id="rId49"/>
    <p:sldLayoutId id="2147483723" r:id="rId50"/>
    <p:sldLayoutId id="2147483724" r:id="rId51"/>
    <p:sldLayoutId id="2147483725" r:id="rId52"/>
    <p:sldLayoutId id="2147483726" r:id="rId53"/>
    <p:sldLayoutId id="2147483727" r:id="rId54"/>
    <p:sldLayoutId id="2147483728" r:id="rId55"/>
    <p:sldLayoutId id="2147483731" r:id="rId56"/>
  </p:sldLayoutIdLst>
  <p:hf hdr="0" dt="0"/>
  <p:txStyles>
    <p:titleStyle>
      <a:lvl1pPr algn="l" defTabSz="363702" rtl="0" eaLnBrk="1" latinLnBrk="0" hangingPunct="1">
        <a:lnSpc>
          <a:spcPct val="90000"/>
        </a:lnSpc>
        <a:spcBef>
          <a:spcPct val="0"/>
        </a:spcBef>
        <a:buNone/>
        <a:defRPr sz="2800" b="0" kern="1200" cap="none" baseline="0">
          <a:solidFill>
            <a:schemeClr val="tx1"/>
          </a:solidFill>
          <a:latin typeface="+mj-lt"/>
          <a:ea typeface="Century Gothic" charset="0"/>
          <a:cs typeface="Century Gothic" charset="0"/>
        </a:defRPr>
      </a:lvl1pPr>
    </p:titleStyle>
    <p:bodyStyle>
      <a:lvl1pPr marL="0" indent="0" algn="l" defTabSz="363702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363702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/>
        <a:buNone/>
        <a:tabLst/>
        <a:defRPr sz="2000" b="0" kern="1200">
          <a:solidFill>
            <a:schemeClr val="tx2"/>
          </a:solidFill>
          <a:latin typeface="+mn-lt"/>
          <a:ea typeface="+mn-ea"/>
          <a:cs typeface="+mn-cs"/>
        </a:defRPr>
      </a:lvl2pPr>
      <a:lvl3pPr marL="356400" indent="-356400" algn="l" defTabSz="363702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ClrTx/>
        <a:buFont typeface="System Font Regular"/>
        <a:buChar char="⏤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680400" indent="-320400" algn="l" defTabSz="363702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System Font Regular"/>
        <a:buChar char="⏤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3055" indent="0" algn="l" defTabSz="363702" rtl="0" eaLnBrk="1" latinLnBrk="0" hangingPunct="1">
        <a:lnSpc>
          <a:spcPct val="90000"/>
        </a:lnSpc>
        <a:spcBef>
          <a:spcPts val="199"/>
        </a:spcBef>
        <a:buFont typeface="Arial"/>
        <a:buNone/>
        <a:tabLst/>
        <a:defRPr sz="1600" b="1" kern="1200">
          <a:solidFill>
            <a:schemeClr val="tx1"/>
          </a:solidFill>
          <a:latin typeface="+mn-lt"/>
          <a:ea typeface="+mn-ea"/>
          <a:cs typeface="+mn-cs"/>
        </a:defRPr>
      </a:lvl5pPr>
      <a:lvl6pPr marL="1000180" indent="-90926" algn="l" defTabSz="363702" rtl="0" eaLnBrk="1" latinLnBrk="0" hangingPunct="1">
        <a:lnSpc>
          <a:spcPct val="90000"/>
        </a:lnSpc>
        <a:spcBef>
          <a:spcPts val="199"/>
        </a:spcBef>
        <a:buFont typeface="Arial"/>
        <a:buChar char="•"/>
        <a:defRPr sz="716" kern="1200">
          <a:solidFill>
            <a:schemeClr val="tx1"/>
          </a:solidFill>
          <a:latin typeface="+mn-lt"/>
          <a:ea typeface="+mn-ea"/>
          <a:cs typeface="+mn-cs"/>
        </a:defRPr>
      </a:lvl6pPr>
      <a:lvl7pPr marL="1182032" indent="-90926" algn="l" defTabSz="363702" rtl="0" eaLnBrk="1" latinLnBrk="0" hangingPunct="1">
        <a:lnSpc>
          <a:spcPct val="90000"/>
        </a:lnSpc>
        <a:spcBef>
          <a:spcPts val="199"/>
        </a:spcBef>
        <a:buFont typeface="Arial"/>
        <a:buChar char="•"/>
        <a:defRPr sz="716" kern="1200">
          <a:solidFill>
            <a:schemeClr val="tx1"/>
          </a:solidFill>
          <a:latin typeface="+mn-lt"/>
          <a:ea typeface="+mn-ea"/>
          <a:cs typeface="+mn-cs"/>
        </a:defRPr>
      </a:lvl7pPr>
      <a:lvl8pPr marL="1363883" indent="-90926" algn="l" defTabSz="363702" rtl="0" eaLnBrk="1" latinLnBrk="0" hangingPunct="1">
        <a:lnSpc>
          <a:spcPct val="90000"/>
        </a:lnSpc>
        <a:spcBef>
          <a:spcPts val="199"/>
        </a:spcBef>
        <a:buFont typeface="Arial"/>
        <a:buChar char="•"/>
        <a:defRPr sz="716" kern="1200">
          <a:solidFill>
            <a:schemeClr val="tx1"/>
          </a:solidFill>
          <a:latin typeface="+mn-lt"/>
          <a:ea typeface="+mn-ea"/>
          <a:cs typeface="+mn-cs"/>
        </a:defRPr>
      </a:lvl8pPr>
      <a:lvl9pPr marL="1545734" indent="-90926" algn="l" defTabSz="363702" rtl="0" eaLnBrk="1" latinLnBrk="0" hangingPunct="1">
        <a:lnSpc>
          <a:spcPct val="90000"/>
        </a:lnSpc>
        <a:spcBef>
          <a:spcPts val="199"/>
        </a:spcBef>
        <a:buFont typeface="Arial"/>
        <a:buChar char="•"/>
        <a:defRPr sz="71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3702" rtl="0" eaLnBrk="1" latinLnBrk="0" hangingPunct="1">
        <a:defRPr sz="716" kern="1200">
          <a:solidFill>
            <a:schemeClr val="tx1"/>
          </a:solidFill>
          <a:latin typeface="+mn-lt"/>
          <a:ea typeface="+mn-ea"/>
          <a:cs typeface="+mn-cs"/>
        </a:defRPr>
      </a:lvl1pPr>
      <a:lvl2pPr marL="181851" algn="l" defTabSz="363702" rtl="0" eaLnBrk="1" latinLnBrk="0" hangingPunct="1">
        <a:defRPr sz="716" kern="1200">
          <a:solidFill>
            <a:schemeClr val="tx1"/>
          </a:solidFill>
          <a:latin typeface="+mn-lt"/>
          <a:ea typeface="+mn-ea"/>
          <a:cs typeface="+mn-cs"/>
        </a:defRPr>
      </a:lvl2pPr>
      <a:lvl3pPr marL="363702" algn="l" defTabSz="363702" rtl="0" eaLnBrk="1" latinLnBrk="0" hangingPunct="1">
        <a:defRPr sz="716" kern="1200">
          <a:solidFill>
            <a:schemeClr val="tx1"/>
          </a:solidFill>
          <a:latin typeface="+mn-lt"/>
          <a:ea typeface="+mn-ea"/>
          <a:cs typeface="+mn-cs"/>
        </a:defRPr>
      </a:lvl3pPr>
      <a:lvl4pPr marL="545552" algn="l" defTabSz="363702" rtl="0" eaLnBrk="1" latinLnBrk="0" hangingPunct="1">
        <a:defRPr sz="716" kern="1200">
          <a:solidFill>
            <a:schemeClr val="tx1"/>
          </a:solidFill>
          <a:latin typeface="+mn-lt"/>
          <a:ea typeface="+mn-ea"/>
          <a:cs typeface="+mn-cs"/>
        </a:defRPr>
      </a:lvl4pPr>
      <a:lvl5pPr marL="727404" algn="l" defTabSz="363702" rtl="0" eaLnBrk="1" latinLnBrk="0" hangingPunct="1">
        <a:defRPr sz="716" kern="1200">
          <a:solidFill>
            <a:schemeClr val="tx1"/>
          </a:solidFill>
          <a:latin typeface="+mn-lt"/>
          <a:ea typeface="+mn-ea"/>
          <a:cs typeface="+mn-cs"/>
        </a:defRPr>
      </a:lvl5pPr>
      <a:lvl6pPr marL="909255" algn="l" defTabSz="363702" rtl="0" eaLnBrk="1" latinLnBrk="0" hangingPunct="1">
        <a:defRPr sz="716" kern="1200">
          <a:solidFill>
            <a:schemeClr val="tx1"/>
          </a:solidFill>
          <a:latin typeface="+mn-lt"/>
          <a:ea typeface="+mn-ea"/>
          <a:cs typeface="+mn-cs"/>
        </a:defRPr>
      </a:lvl6pPr>
      <a:lvl7pPr marL="1091105" algn="l" defTabSz="363702" rtl="0" eaLnBrk="1" latinLnBrk="0" hangingPunct="1">
        <a:defRPr sz="716" kern="1200">
          <a:solidFill>
            <a:schemeClr val="tx1"/>
          </a:solidFill>
          <a:latin typeface="+mn-lt"/>
          <a:ea typeface="+mn-ea"/>
          <a:cs typeface="+mn-cs"/>
        </a:defRPr>
      </a:lvl7pPr>
      <a:lvl8pPr marL="1272957" algn="l" defTabSz="363702" rtl="0" eaLnBrk="1" latinLnBrk="0" hangingPunct="1">
        <a:defRPr sz="716" kern="1200">
          <a:solidFill>
            <a:schemeClr val="tx1"/>
          </a:solidFill>
          <a:latin typeface="+mn-lt"/>
          <a:ea typeface="+mn-ea"/>
          <a:cs typeface="+mn-cs"/>
        </a:defRPr>
      </a:lvl8pPr>
      <a:lvl9pPr marL="1454807" algn="l" defTabSz="363702" rtl="0" eaLnBrk="1" latinLnBrk="0" hangingPunct="1">
        <a:defRPr sz="71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04" userDrawn="1">
          <p15:clr>
            <a:srgbClr val="FDE53C"/>
          </p15:clr>
        </p15:guide>
        <p15:guide id="6" orient="horz" pos="6407">
          <p15:clr>
            <a:srgbClr val="A4A3A4"/>
          </p15:clr>
        </p15:guide>
        <p15:guide id="10" orient="horz" pos="6588">
          <p15:clr>
            <a:srgbClr val="A4A3A4"/>
          </p15:clr>
        </p15:guide>
        <p15:guide id="37" pos="7680" userDrawn="1">
          <p15:clr>
            <a:srgbClr val="FFFFFF"/>
          </p15:clr>
        </p15:guide>
        <p15:guide id="41" orient="horz" pos="6289">
          <p15:clr>
            <a:srgbClr val="A4A3A4"/>
          </p15:clr>
        </p15:guide>
        <p15:guide id="51" pos="3232" userDrawn="1">
          <p15:clr>
            <a:srgbClr val="FDE53C"/>
          </p15:clr>
        </p15:guide>
        <p15:guide id="54" pos="4444" userDrawn="1">
          <p15:clr>
            <a:srgbClr val="FDE53C"/>
          </p15:clr>
        </p15:guide>
        <p15:guide id="59" pos="6062" userDrawn="1">
          <p15:clr>
            <a:srgbClr val="FDE53C"/>
          </p15:clr>
        </p15:guide>
        <p15:guide id="63" pos="7279" userDrawn="1">
          <p15:clr>
            <a:srgbClr val="FDE53C"/>
          </p15:clr>
        </p15:guide>
        <p15:guide id="64" orient="horz" pos="169" userDrawn="1">
          <p15:clr>
            <a:srgbClr val="A4A3A4"/>
          </p15:clr>
        </p15:guide>
        <p15:guide id="66" orient="horz" pos="862" userDrawn="1">
          <p15:clr>
            <a:srgbClr val="FFFFFF"/>
          </p15:clr>
        </p15:guide>
        <p15:guide id="67" orient="horz" pos="1298" userDrawn="1">
          <p15:clr>
            <a:srgbClr val="A4A3A4"/>
          </p15:clr>
        </p15:guide>
        <p15:guide id="69" orient="horz" pos="2160" userDrawn="1">
          <p15:clr>
            <a:srgbClr val="A4A3A4"/>
          </p15:clr>
        </p15:guide>
        <p15:guide id="71" pos="3840" userDrawn="1">
          <p15:clr>
            <a:srgbClr val="A4A3A4"/>
          </p15:clr>
        </p15:guide>
        <p15:guide id="74" orient="horz" pos="3886" userDrawn="1">
          <p15:clr>
            <a:srgbClr val="FDE53C"/>
          </p15:clr>
        </p15:guide>
        <p15:guide id="75" orient="horz" pos="4316" userDrawn="1">
          <p15:clr>
            <a:srgbClr val="FFFFFF"/>
          </p15:clr>
        </p15:guide>
        <p15:guide id="76" pos="491" userDrawn="1">
          <p15:clr>
            <a:srgbClr val="A4A3A4"/>
          </p15:clr>
        </p15:guide>
        <p15:guide id="77" orient="horz" pos="430" userDrawn="1">
          <p15:clr>
            <a:srgbClr val="FFFFFF"/>
          </p15:clr>
        </p15:guide>
        <p15:guide id="78" userDrawn="1">
          <p15:clr>
            <a:srgbClr val="FFFFFF"/>
          </p15:clr>
        </p15:guide>
        <p15:guide id="79" orient="horz" userDrawn="1">
          <p15:clr>
            <a:srgbClr val="FFFFFF"/>
          </p15:clr>
        </p15:guide>
        <p15:guide id="80" orient="horz" pos="1944" userDrawn="1">
          <p15:clr>
            <a:srgbClr val="FFFFFF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0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pulse/taxonomia-em-infraestrutura-de-tecnologia-da-ti-bruno-castel-mzref/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6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6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6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6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6.xml"/><Relationship Id="rId4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19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1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17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13" Type="http://schemas.openxmlformats.org/officeDocument/2006/relationships/image" Target="../media/image42.svg"/><Relationship Id="rId18" Type="http://schemas.openxmlformats.org/officeDocument/2006/relationships/image" Target="../media/image47.png"/><Relationship Id="rId26" Type="http://schemas.openxmlformats.org/officeDocument/2006/relationships/image" Target="../media/image55.png"/><Relationship Id="rId3" Type="http://schemas.openxmlformats.org/officeDocument/2006/relationships/image" Target="../media/image32.svg"/><Relationship Id="rId21" Type="http://schemas.openxmlformats.org/officeDocument/2006/relationships/image" Target="../media/image50.png"/><Relationship Id="rId7" Type="http://schemas.openxmlformats.org/officeDocument/2006/relationships/image" Target="../media/image36.svg"/><Relationship Id="rId12" Type="http://schemas.openxmlformats.org/officeDocument/2006/relationships/image" Target="../media/image41.png"/><Relationship Id="rId17" Type="http://schemas.openxmlformats.org/officeDocument/2006/relationships/image" Target="../media/image46.svg"/><Relationship Id="rId25" Type="http://schemas.openxmlformats.org/officeDocument/2006/relationships/image" Target="../media/image54.png"/><Relationship Id="rId2" Type="http://schemas.openxmlformats.org/officeDocument/2006/relationships/image" Target="../media/image31.png"/><Relationship Id="rId16" Type="http://schemas.openxmlformats.org/officeDocument/2006/relationships/image" Target="../media/image45.png"/><Relationship Id="rId20" Type="http://schemas.openxmlformats.org/officeDocument/2006/relationships/image" Target="../media/image49.png"/><Relationship Id="rId29" Type="http://schemas.openxmlformats.org/officeDocument/2006/relationships/image" Target="../media/image58.pn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35.png"/><Relationship Id="rId11" Type="http://schemas.openxmlformats.org/officeDocument/2006/relationships/image" Target="../media/image40.svg"/><Relationship Id="rId24" Type="http://schemas.openxmlformats.org/officeDocument/2006/relationships/image" Target="../media/image53.png"/><Relationship Id="rId5" Type="http://schemas.openxmlformats.org/officeDocument/2006/relationships/image" Target="../media/image34.svg"/><Relationship Id="rId15" Type="http://schemas.openxmlformats.org/officeDocument/2006/relationships/image" Target="../media/image44.svg"/><Relationship Id="rId23" Type="http://schemas.openxmlformats.org/officeDocument/2006/relationships/image" Target="../media/image52.png"/><Relationship Id="rId28" Type="http://schemas.openxmlformats.org/officeDocument/2006/relationships/image" Target="../media/image57.png"/><Relationship Id="rId10" Type="http://schemas.openxmlformats.org/officeDocument/2006/relationships/image" Target="../media/image39.png"/><Relationship Id="rId19" Type="http://schemas.openxmlformats.org/officeDocument/2006/relationships/image" Target="../media/image48.svg"/><Relationship Id="rId4" Type="http://schemas.openxmlformats.org/officeDocument/2006/relationships/image" Target="../media/image33.png"/><Relationship Id="rId9" Type="http://schemas.openxmlformats.org/officeDocument/2006/relationships/image" Target="../media/image38.svg"/><Relationship Id="rId14" Type="http://schemas.openxmlformats.org/officeDocument/2006/relationships/image" Target="../media/image43.png"/><Relationship Id="rId22" Type="http://schemas.openxmlformats.org/officeDocument/2006/relationships/image" Target="../media/image51.svg"/><Relationship Id="rId27" Type="http://schemas.openxmlformats.org/officeDocument/2006/relationships/image" Target="../media/image56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svg"/><Relationship Id="rId13" Type="http://schemas.openxmlformats.org/officeDocument/2006/relationships/image" Target="../media/image41.png"/><Relationship Id="rId18" Type="http://schemas.openxmlformats.org/officeDocument/2006/relationships/image" Target="../media/image46.svg"/><Relationship Id="rId26" Type="http://schemas.openxmlformats.org/officeDocument/2006/relationships/image" Target="../media/image54.png"/><Relationship Id="rId3" Type="http://schemas.openxmlformats.org/officeDocument/2006/relationships/image" Target="../media/image31.png"/><Relationship Id="rId21" Type="http://schemas.openxmlformats.org/officeDocument/2006/relationships/image" Target="../media/image49.png"/><Relationship Id="rId7" Type="http://schemas.openxmlformats.org/officeDocument/2006/relationships/image" Target="../media/image35.png"/><Relationship Id="rId12" Type="http://schemas.openxmlformats.org/officeDocument/2006/relationships/image" Target="../media/image40.svg"/><Relationship Id="rId17" Type="http://schemas.openxmlformats.org/officeDocument/2006/relationships/image" Target="../media/image45.png"/><Relationship Id="rId25" Type="http://schemas.openxmlformats.org/officeDocument/2006/relationships/image" Target="../media/image53.png"/><Relationship Id="rId2" Type="http://schemas.openxmlformats.org/officeDocument/2006/relationships/image" Target="../media/image59.jpeg"/><Relationship Id="rId16" Type="http://schemas.openxmlformats.org/officeDocument/2006/relationships/image" Target="../media/image44.svg"/><Relationship Id="rId20" Type="http://schemas.openxmlformats.org/officeDocument/2006/relationships/image" Target="../media/image48.svg"/><Relationship Id="rId29" Type="http://schemas.openxmlformats.org/officeDocument/2006/relationships/image" Target="../media/image5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4.svg"/><Relationship Id="rId11" Type="http://schemas.openxmlformats.org/officeDocument/2006/relationships/image" Target="../media/image39.png"/><Relationship Id="rId24" Type="http://schemas.openxmlformats.org/officeDocument/2006/relationships/image" Target="../media/image52.png"/><Relationship Id="rId5" Type="http://schemas.openxmlformats.org/officeDocument/2006/relationships/image" Target="../media/image33.png"/><Relationship Id="rId15" Type="http://schemas.openxmlformats.org/officeDocument/2006/relationships/image" Target="../media/image43.png"/><Relationship Id="rId23" Type="http://schemas.openxmlformats.org/officeDocument/2006/relationships/image" Target="../media/image51.svg"/><Relationship Id="rId28" Type="http://schemas.openxmlformats.org/officeDocument/2006/relationships/image" Target="../media/image56.png"/><Relationship Id="rId10" Type="http://schemas.openxmlformats.org/officeDocument/2006/relationships/image" Target="../media/image38.svg"/><Relationship Id="rId19" Type="http://schemas.openxmlformats.org/officeDocument/2006/relationships/image" Target="../media/image47.png"/><Relationship Id="rId4" Type="http://schemas.openxmlformats.org/officeDocument/2006/relationships/image" Target="../media/image32.svg"/><Relationship Id="rId9" Type="http://schemas.openxmlformats.org/officeDocument/2006/relationships/image" Target="../media/image37.png"/><Relationship Id="rId14" Type="http://schemas.openxmlformats.org/officeDocument/2006/relationships/image" Target="../media/image42.svg"/><Relationship Id="rId22" Type="http://schemas.openxmlformats.org/officeDocument/2006/relationships/image" Target="../media/image50.png"/><Relationship Id="rId27" Type="http://schemas.openxmlformats.org/officeDocument/2006/relationships/image" Target="../media/image55.png"/><Relationship Id="rId30" Type="http://schemas.openxmlformats.org/officeDocument/2006/relationships/image" Target="../media/image58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Rectangle 130">
            <a:extLst>
              <a:ext uri="{FF2B5EF4-FFF2-40B4-BE49-F238E27FC236}">
                <a16:creationId xmlns:a16="http://schemas.microsoft.com/office/drawing/2014/main" id="{33A334FD-82BA-3A34-03E2-E22B98F6E2B1}"/>
              </a:ext>
            </a:extLst>
          </p:cNvPr>
          <p:cNvSpPr/>
          <p:nvPr/>
        </p:nvSpPr>
        <p:spPr>
          <a:xfrm>
            <a:off x="5180692" y="2541323"/>
            <a:ext cx="6369951" cy="33103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endParaRPr lang="en-GB" sz="1400"/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8FC80F0F-061C-D09C-0F63-4F7932323368}"/>
              </a:ext>
            </a:extLst>
          </p:cNvPr>
          <p:cNvSpPr/>
          <p:nvPr/>
        </p:nvSpPr>
        <p:spPr>
          <a:xfrm>
            <a:off x="641350" y="2541323"/>
            <a:ext cx="4415880" cy="33103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endParaRPr lang="en-GB" sz="140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8C4C7920-557C-9B4E-1572-3A5731477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EssenceMediacom brand PowerPoint instructions</a:t>
            </a:r>
          </a:p>
        </p:txBody>
      </p:sp>
      <p:sp>
        <p:nvSpPr>
          <p:cNvPr id="50" name="Footer Placeholder 49">
            <a:extLst>
              <a:ext uri="{FF2B5EF4-FFF2-40B4-BE49-F238E27FC236}">
                <a16:creationId xmlns:a16="http://schemas.microsoft.com/office/drawing/2014/main" id="{811E9E9D-87A2-847E-171F-2CAB62C31C4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1" name="Slide Number Placeholder 50">
            <a:extLst>
              <a:ext uri="{FF2B5EF4-FFF2-40B4-BE49-F238E27FC236}">
                <a16:creationId xmlns:a16="http://schemas.microsoft.com/office/drawing/2014/main" id="{12B37D33-6780-D2D1-486F-E054AA9D94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1</a:t>
            </a:fld>
            <a:endParaRPr lang="en-GB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577B699-197C-E7F2-A95A-17CAB18AC2F6}"/>
              </a:ext>
            </a:extLst>
          </p:cNvPr>
          <p:cNvGrpSpPr/>
          <p:nvPr/>
        </p:nvGrpSpPr>
        <p:grpSpPr>
          <a:xfrm>
            <a:off x="741883" y="2639581"/>
            <a:ext cx="4339735" cy="2645293"/>
            <a:chOff x="1645743" y="1911584"/>
            <a:chExt cx="5089159" cy="3102106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7E76B09-DE46-697E-05E3-DEA3C880D4B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/>
          </p:blipFill>
          <p:spPr>
            <a:xfrm>
              <a:off x="1645743" y="1911584"/>
              <a:ext cx="2056461" cy="2995960"/>
            </a:xfrm>
            <a:prstGeom prst="roundRect">
              <a:avLst>
                <a:gd name="adj" fmla="val 3738"/>
              </a:avLst>
            </a:prstGeom>
            <a:solidFill>
              <a:schemeClr val="accent2"/>
            </a:solidFill>
            <a:effectLst/>
          </p:spPr>
        </p:pic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E8C3267B-3E01-0654-28BB-DD34BAD5298E}"/>
                </a:ext>
              </a:extLst>
            </p:cNvPr>
            <p:cNvSpPr/>
            <p:nvPr/>
          </p:nvSpPr>
          <p:spPr>
            <a:xfrm>
              <a:off x="1645744" y="2218549"/>
              <a:ext cx="2225675" cy="223900"/>
            </a:xfrm>
            <a:prstGeom prst="roundRect">
              <a:avLst>
                <a:gd name="adj" fmla="val 50000"/>
              </a:avLst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rIns="72000" rtlCol="0" anchor="ctr"/>
            <a:lstStyle/>
            <a:p>
              <a:pPr algn="ctr"/>
              <a:endParaRPr lang="en-GB" sz="1400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9B388947-0FBB-B769-B951-8AAD5313C0B9}"/>
                </a:ext>
              </a:extLst>
            </p:cNvPr>
            <p:cNvGrpSpPr/>
            <p:nvPr/>
          </p:nvGrpSpPr>
          <p:grpSpPr>
            <a:xfrm>
              <a:off x="3786156" y="2242290"/>
              <a:ext cx="176418" cy="176418"/>
              <a:chOff x="3549689" y="1879916"/>
              <a:chExt cx="210141" cy="210141"/>
            </a:xfrm>
          </p:grpSpPr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67B177CA-6D0A-C05E-D7F3-AAE529F9963B}"/>
                  </a:ext>
                </a:extLst>
              </p:cNvPr>
              <p:cNvSpPr/>
              <p:nvPr/>
            </p:nvSpPr>
            <p:spPr>
              <a:xfrm>
                <a:off x="3549689" y="1879916"/>
                <a:ext cx="210141" cy="210141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rIns="72000" rtlCol="0" anchor="ctr"/>
              <a:lstStyle/>
              <a:p>
                <a:pPr algn="ctr"/>
                <a:endParaRPr lang="en-GB" sz="1400"/>
              </a:p>
            </p:txBody>
          </p:sp>
          <p:sp>
            <p:nvSpPr>
              <p:cNvPr id="75" name="Freeform 74">
                <a:extLst>
                  <a:ext uri="{FF2B5EF4-FFF2-40B4-BE49-F238E27FC236}">
                    <a16:creationId xmlns:a16="http://schemas.microsoft.com/office/drawing/2014/main" id="{9E1259A8-A5A0-B170-1BA6-4B105A50CB35}"/>
                  </a:ext>
                </a:extLst>
              </p:cNvPr>
              <p:cNvSpPr/>
              <p:nvPr/>
            </p:nvSpPr>
            <p:spPr>
              <a:xfrm>
                <a:off x="3583754" y="1942941"/>
                <a:ext cx="135659" cy="90439"/>
              </a:xfrm>
              <a:custGeom>
                <a:avLst/>
                <a:gdLst>
                  <a:gd name="connsiteX0" fmla="*/ 0 w 170385"/>
                  <a:gd name="connsiteY0" fmla="*/ 56795 h 113590"/>
                  <a:gd name="connsiteX1" fmla="*/ 56795 w 170385"/>
                  <a:gd name="connsiteY1" fmla="*/ 113590 h 113590"/>
                  <a:gd name="connsiteX2" fmla="*/ 170385 w 170385"/>
                  <a:gd name="connsiteY2" fmla="*/ 0 h 1135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70385" h="113590">
                    <a:moveTo>
                      <a:pt x="0" y="56795"/>
                    </a:moveTo>
                    <a:lnTo>
                      <a:pt x="56795" y="113590"/>
                    </a:lnTo>
                    <a:lnTo>
                      <a:pt x="170385" y="0"/>
                    </a:lnTo>
                  </a:path>
                </a:pathLst>
              </a:custGeom>
              <a:noFill/>
              <a:ln w="25400" cap="rnd">
                <a:solidFill>
                  <a:schemeClr val="bg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3121013A-42E7-42D0-95D5-D1E823466494}"/>
                </a:ext>
              </a:extLst>
            </p:cNvPr>
            <p:cNvSpPr/>
            <p:nvPr/>
          </p:nvSpPr>
          <p:spPr>
            <a:xfrm>
              <a:off x="1645744" y="2459062"/>
              <a:ext cx="2225675" cy="903597"/>
            </a:xfrm>
            <a:prstGeom prst="roundRect">
              <a:avLst>
                <a:gd name="adj" fmla="val 11058"/>
              </a:avLst>
            </a:prstGeom>
            <a:solidFill>
              <a:schemeClr val="bg1">
                <a:alpha val="70000"/>
              </a:schemeClr>
            </a:solidFill>
            <a:ln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rIns="72000" rtlCol="0" anchor="ctr"/>
            <a:lstStyle/>
            <a:p>
              <a:pPr algn="ctr"/>
              <a:endParaRPr lang="en-GB" sz="1400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4F39F687-4F7A-080F-941D-796654B7E838}"/>
                </a:ext>
              </a:extLst>
            </p:cNvPr>
            <p:cNvGrpSpPr/>
            <p:nvPr/>
          </p:nvGrpSpPr>
          <p:grpSpPr>
            <a:xfrm>
              <a:off x="3786156" y="2822651"/>
              <a:ext cx="176418" cy="176418"/>
              <a:chOff x="3549689" y="2578416"/>
              <a:chExt cx="210141" cy="210141"/>
            </a:xfrm>
          </p:grpSpPr>
          <p:sp>
            <p:nvSpPr>
              <p:cNvPr id="70" name="Oval 69">
                <a:extLst>
                  <a:ext uri="{FF2B5EF4-FFF2-40B4-BE49-F238E27FC236}">
                    <a16:creationId xmlns:a16="http://schemas.microsoft.com/office/drawing/2014/main" id="{F3881257-340B-6EF2-9D8A-2B02DF9C14F3}"/>
                  </a:ext>
                </a:extLst>
              </p:cNvPr>
              <p:cNvSpPr/>
              <p:nvPr/>
            </p:nvSpPr>
            <p:spPr>
              <a:xfrm>
                <a:off x="3549689" y="2578416"/>
                <a:ext cx="210141" cy="210141"/>
              </a:xfrm>
              <a:prstGeom prst="ellipse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rIns="72000" rtlCol="0" anchor="ctr"/>
              <a:lstStyle/>
              <a:p>
                <a:pPr algn="ctr"/>
                <a:endParaRPr lang="en-GB" sz="1400"/>
              </a:p>
            </p:txBody>
          </p:sp>
          <p:grpSp>
            <p:nvGrpSpPr>
              <p:cNvPr id="71" name="Group 70">
                <a:extLst>
                  <a:ext uri="{FF2B5EF4-FFF2-40B4-BE49-F238E27FC236}">
                    <a16:creationId xmlns:a16="http://schemas.microsoft.com/office/drawing/2014/main" id="{4FC78AB9-2FE3-3DAD-FDB0-BDD44A78B8AC}"/>
                  </a:ext>
                </a:extLst>
              </p:cNvPr>
              <p:cNvGrpSpPr/>
              <p:nvPr/>
            </p:nvGrpSpPr>
            <p:grpSpPr>
              <a:xfrm rot="18900000">
                <a:off x="3594726" y="2626335"/>
                <a:ext cx="114300" cy="114300"/>
                <a:chOff x="3984625" y="1854200"/>
                <a:chExt cx="114300" cy="114300"/>
              </a:xfrm>
            </p:grpSpPr>
            <p:cxnSp>
              <p:nvCxnSpPr>
                <p:cNvPr id="72" name="Straight Connector 71">
                  <a:extLst>
                    <a:ext uri="{FF2B5EF4-FFF2-40B4-BE49-F238E27FC236}">
                      <a16:creationId xmlns:a16="http://schemas.microsoft.com/office/drawing/2014/main" id="{C1A3954E-5AF8-1E62-5BF6-1390F9CCA69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1775" y="1854200"/>
                  <a:ext cx="0" cy="114300"/>
                </a:xfrm>
                <a:prstGeom prst="line">
                  <a:avLst/>
                </a:prstGeom>
                <a:ln w="25400" cap="rnd">
                  <a:solidFill>
                    <a:schemeClr val="bg1"/>
                  </a:solidFill>
                  <a:round/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3" name="Straight Connector 72">
                  <a:extLst>
                    <a:ext uri="{FF2B5EF4-FFF2-40B4-BE49-F238E27FC236}">
                      <a16:creationId xmlns:a16="http://schemas.microsoft.com/office/drawing/2014/main" id="{F6AA975D-DE5D-C0E4-DBCA-5ED995C7E6D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4041775" y="1854200"/>
                  <a:ext cx="0" cy="114300"/>
                </a:xfrm>
                <a:prstGeom prst="line">
                  <a:avLst/>
                </a:prstGeom>
                <a:ln w="25400" cap="rnd">
                  <a:solidFill>
                    <a:schemeClr val="bg1"/>
                  </a:solidFill>
                  <a:round/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40EB637C-A16D-0198-AC92-C85F0A190E84}"/>
                </a:ext>
              </a:extLst>
            </p:cNvPr>
            <p:cNvSpPr/>
            <p:nvPr/>
          </p:nvSpPr>
          <p:spPr>
            <a:xfrm>
              <a:off x="1645744" y="3428557"/>
              <a:ext cx="2225675" cy="839669"/>
            </a:xfrm>
            <a:prstGeom prst="roundRect">
              <a:avLst>
                <a:gd name="adj" fmla="val 11466"/>
              </a:avLst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rIns="72000" rtlCol="0" anchor="ctr"/>
            <a:lstStyle/>
            <a:p>
              <a:pPr algn="ctr"/>
              <a:endParaRPr lang="en-GB" sz="1400"/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0CB59AB8-4D58-5D91-4A91-62CDFDA3FD92}"/>
                </a:ext>
              </a:extLst>
            </p:cNvPr>
            <p:cNvSpPr/>
            <p:nvPr/>
          </p:nvSpPr>
          <p:spPr>
            <a:xfrm>
              <a:off x="1645744" y="4567844"/>
              <a:ext cx="2225675" cy="242024"/>
            </a:xfrm>
            <a:prstGeom prst="roundRect">
              <a:avLst>
                <a:gd name="adj" fmla="val 50000"/>
              </a:avLst>
            </a:prstGeom>
            <a:solidFill>
              <a:schemeClr val="bg1">
                <a:alpha val="70000"/>
              </a:schemeClr>
            </a:solidFill>
            <a:ln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rIns="72000" rtlCol="0" anchor="ctr"/>
            <a:lstStyle/>
            <a:p>
              <a:pPr algn="ctr"/>
              <a:endParaRPr lang="en-GB" sz="1400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4154652-D5F0-E8F8-EF12-40C43C62EB4E}"/>
                </a:ext>
              </a:extLst>
            </p:cNvPr>
            <p:cNvSpPr txBox="1"/>
            <p:nvPr/>
          </p:nvSpPr>
          <p:spPr>
            <a:xfrm>
              <a:off x="4119376" y="2096932"/>
              <a:ext cx="2586929" cy="4692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000"/>
                <a:t>These are our primary brand colours.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3E4EFBE-7482-939A-B1D4-2B9F5837AB7B}"/>
                </a:ext>
              </a:extLst>
            </p:cNvPr>
            <p:cNvSpPr txBox="1"/>
            <p:nvPr/>
          </p:nvSpPr>
          <p:spPr>
            <a:xfrm>
              <a:off x="4119375" y="2524576"/>
              <a:ext cx="2586929" cy="86177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GB" sz="1000"/>
                <a:t>PowerPoint auto-generates tints and shades based on the main theme colours. These are NOT correct and are not to be used.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58FA9D74-9775-C813-DA49-91A59A39B655}"/>
                </a:ext>
              </a:extLst>
            </p:cNvPr>
            <p:cNvSpPr txBox="1"/>
            <p:nvPr/>
          </p:nvSpPr>
          <p:spPr>
            <a:xfrm>
              <a:off x="4119375" y="3456536"/>
              <a:ext cx="2615527" cy="86177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GB" sz="1000"/>
                <a:t>On-brand tints and shades have been added to the Custom Colours palette. These can be used for charts and graphics.</a:t>
              </a:r>
            </a:p>
          </p:txBody>
        </p: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CBE4E0F4-1255-C637-A5FD-466936D307F2}"/>
                </a:ext>
              </a:extLst>
            </p:cNvPr>
            <p:cNvCxnSpPr>
              <a:cxnSpLocks/>
            </p:cNvCxnSpPr>
            <p:nvPr/>
          </p:nvCxnSpPr>
          <p:spPr>
            <a:xfrm>
              <a:off x="3962575" y="2330499"/>
              <a:ext cx="176418" cy="0"/>
            </a:xfrm>
            <a:prstGeom prst="line">
              <a:avLst/>
            </a:prstGeom>
            <a:ln w="12700">
              <a:solidFill>
                <a:schemeClr val="accent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27E6437D-F175-2887-0394-01FA9F0B792B}"/>
                </a:ext>
              </a:extLst>
            </p:cNvPr>
            <p:cNvCxnSpPr>
              <a:cxnSpLocks/>
            </p:cNvCxnSpPr>
            <p:nvPr/>
          </p:nvCxnSpPr>
          <p:spPr>
            <a:xfrm>
              <a:off x="3962575" y="2910860"/>
              <a:ext cx="176418" cy="0"/>
            </a:xfrm>
            <a:prstGeom prst="line">
              <a:avLst/>
            </a:prstGeom>
            <a:ln w="12700">
              <a:solidFill>
                <a:schemeClr val="tx2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BDA1CE3C-E9F9-FA04-C59E-3F43B8C1D5E3}"/>
                </a:ext>
              </a:extLst>
            </p:cNvPr>
            <p:cNvCxnSpPr>
              <a:cxnSpLocks/>
            </p:cNvCxnSpPr>
            <p:nvPr/>
          </p:nvCxnSpPr>
          <p:spPr>
            <a:xfrm>
              <a:off x="3962575" y="3848391"/>
              <a:ext cx="176418" cy="0"/>
            </a:xfrm>
            <a:prstGeom prst="line">
              <a:avLst/>
            </a:prstGeom>
            <a:ln w="12700">
              <a:solidFill>
                <a:schemeClr val="accent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74CCC057-0DF0-0980-C988-2155CC5B12AC}"/>
                </a:ext>
              </a:extLst>
            </p:cNvPr>
            <p:cNvCxnSpPr>
              <a:cxnSpLocks/>
            </p:cNvCxnSpPr>
            <p:nvPr/>
          </p:nvCxnSpPr>
          <p:spPr>
            <a:xfrm>
              <a:off x="3962575" y="4688856"/>
              <a:ext cx="176418" cy="0"/>
            </a:xfrm>
            <a:prstGeom prst="line">
              <a:avLst/>
            </a:prstGeom>
            <a:ln w="12700">
              <a:solidFill>
                <a:schemeClr val="tx2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221B958D-37E8-8E55-77C2-DF1E4CD0B57E}"/>
                </a:ext>
              </a:extLst>
            </p:cNvPr>
            <p:cNvSpPr txBox="1"/>
            <p:nvPr/>
          </p:nvSpPr>
          <p:spPr>
            <a:xfrm>
              <a:off x="4119375" y="4364023"/>
              <a:ext cx="2615527" cy="64966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GB" sz="1000"/>
                <a:t>Please do not use the Standard Colours. These are not brand colours.</a:t>
              </a:r>
            </a:p>
          </p:txBody>
        </p: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7A11AAAE-3D61-D369-9130-E537C3FBD891}"/>
                </a:ext>
              </a:extLst>
            </p:cNvPr>
            <p:cNvGrpSpPr/>
            <p:nvPr/>
          </p:nvGrpSpPr>
          <p:grpSpPr>
            <a:xfrm>
              <a:off x="3786156" y="4600647"/>
              <a:ext cx="176418" cy="176418"/>
              <a:chOff x="3549689" y="2578416"/>
              <a:chExt cx="210141" cy="210141"/>
            </a:xfrm>
          </p:grpSpPr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744BF0FA-64E8-A725-1891-5E2F12EA5F07}"/>
                  </a:ext>
                </a:extLst>
              </p:cNvPr>
              <p:cNvSpPr/>
              <p:nvPr/>
            </p:nvSpPr>
            <p:spPr>
              <a:xfrm>
                <a:off x="3549689" y="2578416"/>
                <a:ext cx="210141" cy="210141"/>
              </a:xfrm>
              <a:prstGeom prst="ellipse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rIns="72000" rtlCol="0" anchor="ctr"/>
              <a:lstStyle/>
              <a:p>
                <a:pPr algn="ctr"/>
                <a:endParaRPr lang="en-GB" sz="1400"/>
              </a:p>
            </p:txBody>
          </p:sp>
          <p:grpSp>
            <p:nvGrpSpPr>
              <p:cNvPr id="67" name="Group 66">
                <a:extLst>
                  <a:ext uri="{FF2B5EF4-FFF2-40B4-BE49-F238E27FC236}">
                    <a16:creationId xmlns:a16="http://schemas.microsoft.com/office/drawing/2014/main" id="{39D73AE8-C4D5-F925-0E17-302263E61C57}"/>
                  </a:ext>
                </a:extLst>
              </p:cNvPr>
              <p:cNvGrpSpPr/>
              <p:nvPr/>
            </p:nvGrpSpPr>
            <p:grpSpPr>
              <a:xfrm rot="18900000">
                <a:off x="3594726" y="2626335"/>
                <a:ext cx="114300" cy="114300"/>
                <a:chOff x="3984625" y="1854200"/>
                <a:chExt cx="114300" cy="114300"/>
              </a:xfrm>
            </p:grpSpPr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082CAB0D-563E-F1F6-C6FF-A41D6F861FC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1775" y="1854200"/>
                  <a:ext cx="0" cy="114300"/>
                </a:xfrm>
                <a:prstGeom prst="line">
                  <a:avLst/>
                </a:prstGeom>
                <a:ln w="25400" cap="rnd">
                  <a:solidFill>
                    <a:schemeClr val="bg1"/>
                  </a:solidFill>
                  <a:round/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9" name="Straight Connector 68">
                  <a:extLst>
                    <a:ext uri="{FF2B5EF4-FFF2-40B4-BE49-F238E27FC236}">
                      <a16:creationId xmlns:a16="http://schemas.microsoft.com/office/drawing/2014/main" id="{FEB01848-6363-E753-4CBA-8CA7E3AD7D7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4041775" y="1854200"/>
                  <a:ext cx="0" cy="114300"/>
                </a:xfrm>
                <a:prstGeom prst="line">
                  <a:avLst/>
                </a:prstGeom>
                <a:ln w="25400" cap="rnd">
                  <a:solidFill>
                    <a:schemeClr val="bg1"/>
                  </a:solidFill>
                  <a:round/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B3DE7DC4-4CF8-554C-7FEA-4F2E590AC359}"/>
                </a:ext>
              </a:extLst>
            </p:cNvPr>
            <p:cNvGrpSpPr/>
            <p:nvPr/>
          </p:nvGrpSpPr>
          <p:grpSpPr>
            <a:xfrm>
              <a:off x="3786156" y="3760182"/>
              <a:ext cx="176418" cy="176418"/>
              <a:chOff x="3549689" y="1879916"/>
              <a:chExt cx="210141" cy="210141"/>
            </a:xfrm>
          </p:grpSpPr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27E7FA97-913D-BE04-78C2-E075162E284E}"/>
                  </a:ext>
                </a:extLst>
              </p:cNvPr>
              <p:cNvSpPr/>
              <p:nvPr/>
            </p:nvSpPr>
            <p:spPr>
              <a:xfrm>
                <a:off x="3549689" y="1879916"/>
                <a:ext cx="210141" cy="210141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rIns="72000" rtlCol="0" anchor="ctr"/>
              <a:lstStyle/>
              <a:p>
                <a:pPr algn="ctr"/>
                <a:endParaRPr lang="en-GB" sz="1400"/>
              </a:p>
            </p:txBody>
          </p:sp>
          <p:sp>
            <p:nvSpPr>
              <p:cNvPr id="65" name="Freeform 64">
                <a:extLst>
                  <a:ext uri="{FF2B5EF4-FFF2-40B4-BE49-F238E27FC236}">
                    <a16:creationId xmlns:a16="http://schemas.microsoft.com/office/drawing/2014/main" id="{A0AF3F95-417C-6BB1-4EE2-4A93DA34F222}"/>
                  </a:ext>
                </a:extLst>
              </p:cNvPr>
              <p:cNvSpPr/>
              <p:nvPr/>
            </p:nvSpPr>
            <p:spPr>
              <a:xfrm>
                <a:off x="3583754" y="1942941"/>
                <a:ext cx="135659" cy="90439"/>
              </a:xfrm>
              <a:custGeom>
                <a:avLst/>
                <a:gdLst>
                  <a:gd name="connsiteX0" fmla="*/ 0 w 170385"/>
                  <a:gd name="connsiteY0" fmla="*/ 56795 h 113590"/>
                  <a:gd name="connsiteX1" fmla="*/ 56795 w 170385"/>
                  <a:gd name="connsiteY1" fmla="*/ 113590 h 113590"/>
                  <a:gd name="connsiteX2" fmla="*/ 170385 w 170385"/>
                  <a:gd name="connsiteY2" fmla="*/ 0 h 1135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70385" h="113590">
                    <a:moveTo>
                      <a:pt x="0" y="56795"/>
                    </a:moveTo>
                    <a:lnTo>
                      <a:pt x="56795" y="113590"/>
                    </a:lnTo>
                    <a:lnTo>
                      <a:pt x="170385" y="0"/>
                    </a:lnTo>
                  </a:path>
                </a:pathLst>
              </a:custGeom>
              <a:noFill/>
              <a:ln w="25400" cap="rnd">
                <a:solidFill>
                  <a:schemeClr val="bg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51559367-8205-78CC-9DAE-257F7C8E49DF}"/>
              </a:ext>
            </a:extLst>
          </p:cNvPr>
          <p:cNvGrpSpPr/>
          <p:nvPr/>
        </p:nvGrpSpPr>
        <p:grpSpPr>
          <a:xfrm>
            <a:off x="641354" y="1375995"/>
            <a:ext cx="10914059" cy="1044000"/>
            <a:chOff x="886522" y="1474675"/>
            <a:chExt cx="8334794" cy="1044000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FA47F278-E273-6626-C495-846563BC09BF}"/>
                </a:ext>
              </a:extLst>
            </p:cNvPr>
            <p:cNvSpPr/>
            <p:nvPr/>
          </p:nvSpPr>
          <p:spPr>
            <a:xfrm>
              <a:off x="5051073" y="1474675"/>
              <a:ext cx="1044000" cy="1044000"/>
            </a:xfrm>
            <a:prstGeom prst="rect">
              <a:avLst/>
            </a:prstGeom>
            <a:solidFill>
              <a:srgbClr val="E3DCDB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108000" rIns="108000" rtlCol="0" anchor="t"/>
            <a:lstStyle/>
            <a:p>
              <a:r>
                <a:rPr lang="en-GB" sz="1000">
                  <a:solidFill>
                    <a:schemeClr val="tx1"/>
                  </a:solidFill>
                </a:rPr>
                <a:t>#E3DCDB</a:t>
              </a:r>
            </a:p>
            <a:p>
              <a:r>
                <a:rPr lang="en-GB" sz="1000">
                  <a:solidFill>
                    <a:schemeClr val="tx1"/>
                  </a:solidFill>
                </a:rPr>
                <a:t>Light Clay</a:t>
              </a:r>
            </a:p>
            <a:p>
              <a:r>
                <a:rPr lang="en-GB" sz="1000" i="1">
                  <a:solidFill>
                    <a:schemeClr val="tx1"/>
                  </a:solidFill>
                </a:rPr>
                <a:t>Base Colour</a:t>
              </a:r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F88713E6-6C03-D0CB-A239-476ADEA20BCC}"/>
                </a:ext>
              </a:extLst>
            </p:cNvPr>
            <p:cNvSpPr/>
            <p:nvPr/>
          </p:nvSpPr>
          <p:spPr>
            <a:xfrm>
              <a:off x="1928603" y="1474675"/>
              <a:ext cx="1044000" cy="1044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108000" rIns="108000" rtlCol="0" anchor="t"/>
            <a:lstStyle/>
            <a:p>
              <a:r>
                <a:rPr lang="en-GB" sz="1000"/>
                <a:t>#61E1E0</a:t>
              </a:r>
            </a:p>
            <a:p>
              <a:r>
                <a:rPr lang="en-GB" sz="1000"/>
                <a:t>Turquoise</a:t>
              </a:r>
            </a:p>
            <a:p>
              <a:r>
                <a:rPr lang="en-GB" sz="1000" i="1"/>
                <a:t>Secondary Colour</a:t>
              </a:r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4D43BB01-0985-071D-CE20-4AD4FBB6C716}"/>
                </a:ext>
              </a:extLst>
            </p:cNvPr>
            <p:cNvSpPr/>
            <p:nvPr/>
          </p:nvSpPr>
          <p:spPr>
            <a:xfrm>
              <a:off x="2970684" y="1474675"/>
              <a:ext cx="1044000" cy="1044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108000" rIns="108000" rtlCol="0" anchor="t"/>
            <a:lstStyle/>
            <a:p>
              <a:r>
                <a:rPr lang="en-GB" sz="1000">
                  <a:solidFill>
                    <a:schemeClr val="bg1"/>
                  </a:solidFill>
                </a:rPr>
                <a:t>#3454D1</a:t>
              </a:r>
            </a:p>
            <a:p>
              <a:r>
                <a:rPr lang="en-GB" sz="1000">
                  <a:solidFill>
                    <a:schemeClr val="bg1"/>
                  </a:solidFill>
                </a:rPr>
                <a:t>Cerulean</a:t>
              </a:r>
            </a:p>
            <a:p>
              <a:r>
                <a:rPr lang="en-GB" sz="1000" i="1">
                  <a:solidFill>
                    <a:schemeClr val="bg1"/>
                  </a:solidFill>
                </a:rPr>
                <a:t>Secondary Colour</a:t>
              </a:r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5CE6C17D-7D20-9658-BFB4-FD4A6459F461}"/>
                </a:ext>
              </a:extLst>
            </p:cNvPr>
            <p:cNvSpPr/>
            <p:nvPr/>
          </p:nvSpPr>
          <p:spPr>
            <a:xfrm>
              <a:off x="4012765" y="1474675"/>
              <a:ext cx="1044000" cy="1044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108000" rIns="108000" rtlCol="0" anchor="t"/>
            <a:lstStyle/>
            <a:p>
              <a:r>
                <a:rPr lang="en-GB" sz="1000">
                  <a:solidFill>
                    <a:schemeClr val="bg1"/>
                  </a:solidFill>
                </a:rPr>
                <a:t>#FAA916</a:t>
              </a:r>
            </a:p>
            <a:p>
              <a:r>
                <a:rPr lang="en-GB" sz="1000">
                  <a:solidFill>
                    <a:schemeClr val="bg1"/>
                  </a:solidFill>
                </a:rPr>
                <a:t>Tangerine</a:t>
              </a:r>
            </a:p>
            <a:p>
              <a:r>
                <a:rPr lang="en-GB" sz="1000" i="1">
                  <a:solidFill>
                    <a:schemeClr val="bg1"/>
                  </a:solidFill>
                </a:rPr>
                <a:t>Secondary Colour</a:t>
              </a:r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B80D606F-3359-529F-E07A-C8A4336CC1E4}"/>
                </a:ext>
              </a:extLst>
            </p:cNvPr>
            <p:cNvSpPr/>
            <p:nvPr/>
          </p:nvSpPr>
          <p:spPr>
            <a:xfrm>
              <a:off x="6093154" y="1474675"/>
              <a:ext cx="1044000" cy="1044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108000" rIns="108000" rtlCol="0" anchor="t"/>
            <a:lstStyle/>
            <a:p>
              <a:r>
                <a:rPr lang="en-GB" sz="1000">
                  <a:solidFill>
                    <a:schemeClr val="tx1"/>
                  </a:solidFill>
                </a:rPr>
                <a:t>#FFFFFF</a:t>
              </a:r>
            </a:p>
            <a:p>
              <a:r>
                <a:rPr lang="en-GB" sz="1000">
                  <a:solidFill>
                    <a:schemeClr val="tx1"/>
                  </a:solidFill>
                </a:rPr>
                <a:t>White</a:t>
              </a:r>
            </a:p>
            <a:p>
              <a:r>
                <a:rPr lang="en-GB" sz="1000" i="1">
                  <a:solidFill>
                    <a:schemeClr val="tx1"/>
                  </a:solidFill>
                </a:rPr>
                <a:t>Base Colour</a:t>
              </a:r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F1EB5ACE-5EBE-1AC4-2D1B-4A59F577A4F0}"/>
                </a:ext>
              </a:extLst>
            </p:cNvPr>
            <p:cNvSpPr/>
            <p:nvPr/>
          </p:nvSpPr>
          <p:spPr>
            <a:xfrm>
              <a:off x="7135235" y="1474675"/>
              <a:ext cx="1044000" cy="1044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108000" rIns="108000" rtlCol="0" anchor="t"/>
            <a:lstStyle/>
            <a:p>
              <a:r>
                <a:rPr lang="en-GB" sz="1000">
                  <a:solidFill>
                    <a:schemeClr val="bg1"/>
                  </a:solidFill>
                </a:rPr>
                <a:t>#0A0F0D</a:t>
              </a:r>
            </a:p>
            <a:p>
              <a:r>
                <a:rPr lang="en-GB" sz="1000">
                  <a:solidFill>
                    <a:schemeClr val="bg1"/>
                  </a:solidFill>
                </a:rPr>
                <a:t>Almost Black</a:t>
              </a:r>
            </a:p>
            <a:p>
              <a:r>
                <a:rPr lang="en-GB" sz="1000" i="1">
                  <a:solidFill>
                    <a:schemeClr val="bg1"/>
                  </a:solidFill>
                </a:rPr>
                <a:t>Base Colour</a:t>
              </a:r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FBFA741F-37DF-CD75-93FB-FF00FA02D204}"/>
                </a:ext>
              </a:extLst>
            </p:cNvPr>
            <p:cNvSpPr/>
            <p:nvPr/>
          </p:nvSpPr>
          <p:spPr>
            <a:xfrm>
              <a:off x="886522" y="1474675"/>
              <a:ext cx="1044000" cy="10440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108000" rIns="108000" rtlCol="0" anchor="t"/>
            <a:lstStyle/>
            <a:p>
              <a:r>
                <a:rPr lang="en-GB" sz="1000">
                  <a:solidFill>
                    <a:schemeClr val="bg1"/>
                  </a:solidFill>
                </a:rPr>
                <a:t>#FD3E81</a:t>
              </a:r>
            </a:p>
            <a:p>
              <a:r>
                <a:rPr lang="en-GB" sz="1000">
                  <a:solidFill>
                    <a:schemeClr val="bg1"/>
                  </a:solidFill>
                </a:rPr>
                <a:t>Primary Pink</a:t>
              </a:r>
            </a:p>
            <a:p>
              <a:r>
                <a:rPr lang="en-GB" sz="1000" i="1">
                  <a:solidFill>
                    <a:schemeClr val="bg1"/>
                  </a:solidFill>
                </a:rPr>
                <a:t>Hero Brand Colour</a:t>
              </a:r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DD2C88BB-DCEE-EC60-B9B3-AC45036593A7}"/>
                </a:ext>
              </a:extLst>
            </p:cNvPr>
            <p:cNvSpPr/>
            <p:nvPr/>
          </p:nvSpPr>
          <p:spPr>
            <a:xfrm>
              <a:off x="8177316" y="1474675"/>
              <a:ext cx="1044000" cy="10440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108000" rIns="108000" rtlCol="0" anchor="t"/>
            <a:lstStyle/>
            <a:p>
              <a:r>
                <a:rPr lang="en-GB" sz="1000">
                  <a:solidFill>
                    <a:schemeClr val="tx1"/>
                  </a:solidFill>
                </a:rPr>
                <a:t>#CEC3C1</a:t>
              </a:r>
            </a:p>
            <a:p>
              <a:r>
                <a:rPr lang="en-GB" sz="1000">
                  <a:solidFill>
                    <a:schemeClr val="tx1"/>
                  </a:solidFill>
                </a:rPr>
                <a:t>Clay</a:t>
              </a:r>
            </a:p>
            <a:p>
              <a:r>
                <a:rPr lang="en-GB" sz="1000" i="1">
                  <a:solidFill>
                    <a:schemeClr val="tx1"/>
                  </a:solidFill>
                </a:rPr>
                <a:t>Base Colour</a:t>
              </a:r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D2F8CDCF-76AF-9467-1919-A18B0BE13744}"/>
              </a:ext>
            </a:extLst>
          </p:cNvPr>
          <p:cNvSpPr txBox="1"/>
          <p:nvPr/>
        </p:nvSpPr>
        <p:spPr>
          <a:xfrm>
            <a:off x="725567" y="5370909"/>
            <a:ext cx="4308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buClr>
                <a:schemeClr val="tx2"/>
              </a:buClr>
              <a:buFont typeface="System Font Regular"/>
              <a:buChar char="*"/>
            </a:pPr>
            <a:r>
              <a:rPr lang="en-GB" sz="1000" i="1">
                <a:solidFill>
                  <a:schemeClr val="tx2"/>
                </a:solidFill>
              </a:rPr>
              <a:t>Please note that the Merlot </a:t>
            </a:r>
            <a:r>
              <a:rPr lang="en-GB" sz="1000" i="1">
                <a:solidFill>
                  <a:schemeClr val="accent4"/>
                </a:solidFill>
              </a:rPr>
              <a:t>■</a:t>
            </a:r>
            <a:r>
              <a:rPr lang="en-GB" sz="1000" i="1">
                <a:solidFill>
                  <a:schemeClr val="tx2"/>
                </a:solidFill>
              </a:rPr>
              <a:t> and Periwinkle </a:t>
            </a:r>
            <a:r>
              <a:rPr lang="en-GB" sz="1000" i="1">
                <a:solidFill>
                  <a:schemeClr val="accent5"/>
                </a:solidFill>
              </a:rPr>
              <a:t>■</a:t>
            </a:r>
            <a:r>
              <a:rPr lang="en-GB" sz="1000" i="1">
                <a:solidFill>
                  <a:schemeClr val="accent4"/>
                </a:solidFill>
              </a:rPr>
              <a:t> </a:t>
            </a:r>
            <a:r>
              <a:rPr lang="en-GB" sz="1000" i="1">
                <a:solidFill>
                  <a:schemeClr val="tx2"/>
                </a:solidFill>
              </a:rPr>
              <a:t>colours are only to be used for extended graphs that require more colours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3AFC8BF-35B1-1E44-9E08-F76F0FB05A23}"/>
              </a:ext>
            </a:extLst>
          </p:cNvPr>
          <p:cNvSpPr txBox="1"/>
          <p:nvPr/>
        </p:nvSpPr>
        <p:spPr>
          <a:xfrm>
            <a:off x="5265826" y="2883113"/>
            <a:ext cx="18405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/>
              <a:t>Page title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AAFAEF14-95FD-5EC1-1D59-5575FE332E24}"/>
              </a:ext>
            </a:extLst>
          </p:cNvPr>
          <p:cNvSpPr txBox="1"/>
          <p:nvPr/>
        </p:nvSpPr>
        <p:spPr>
          <a:xfrm>
            <a:off x="7407776" y="2646112"/>
            <a:ext cx="455574" cy="299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 b="1"/>
              <a:t>Font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D4A9B384-C0EB-5A8C-B099-86ADF682D137}"/>
              </a:ext>
            </a:extLst>
          </p:cNvPr>
          <p:cNvSpPr txBox="1"/>
          <p:nvPr/>
        </p:nvSpPr>
        <p:spPr>
          <a:xfrm>
            <a:off x="7407776" y="3156219"/>
            <a:ext cx="1656223" cy="2902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/>
              <a:t>Century Gothic Regular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BB509BD9-991A-FA3F-7E3C-078CC2D3DEF1}"/>
              </a:ext>
            </a:extLst>
          </p:cNvPr>
          <p:cNvSpPr txBox="1"/>
          <p:nvPr/>
        </p:nvSpPr>
        <p:spPr>
          <a:xfrm>
            <a:off x="9009021" y="2646112"/>
            <a:ext cx="705642" cy="2902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 b="1"/>
              <a:t>Font size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2E4110D6-6776-22BA-07F8-E6D943273F36}"/>
              </a:ext>
            </a:extLst>
          </p:cNvPr>
          <p:cNvSpPr txBox="1"/>
          <p:nvPr/>
        </p:nvSpPr>
        <p:spPr>
          <a:xfrm>
            <a:off x="9009021" y="3156219"/>
            <a:ext cx="4924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/>
              <a:t>28 </a:t>
            </a:r>
            <a:r>
              <a:rPr lang="en-GB" sz="1000" err="1"/>
              <a:t>pt</a:t>
            </a:r>
            <a:endParaRPr lang="en-GB" sz="100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EE5A23AC-8361-89DB-EF7A-EE884A00732B}"/>
              </a:ext>
            </a:extLst>
          </p:cNvPr>
          <p:cNvSpPr txBox="1"/>
          <p:nvPr/>
        </p:nvSpPr>
        <p:spPr>
          <a:xfrm>
            <a:off x="9662415" y="2646112"/>
            <a:ext cx="965329" cy="2902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 b="1"/>
              <a:t>Line spacing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3115B037-8C4D-31AC-2CB6-D74300A3E664}"/>
              </a:ext>
            </a:extLst>
          </p:cNvPr>
          <p:cNvSpPr txBox="1"/>
          <p:nvPr/>
        </p:nvSpPr>
        <p:spPr>
          <a:xfrm>
            <a:off x="9662415" y="3156219"/>
            <a:ext cx="885179" cy="2902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/>
              <a:t>Multiple 0.9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648CE9A5-77B5-7110-F9FE-DBCD470AD87C}"/>
              </a:ext>
            </a:extLst>
          </p:cNvPr>
          <p:cNvSpPr txBox="1"/>
          <p:nvPr/>
        </p:nvSpPr>
        <p:spPr>
          <a:xfrm>
            <a:off x="10625504" y="2646112"/>
            <a:ext cx="696024" cy="2902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 b="1"/>
              <a:t>Spacing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678368AC-625D-5A5B-8445-24F56DAAA114}"/>
              </a:ext>
            </a:extLst>
          </p:cNvPr>
          <p:cNvSpPr txBox="1"/>
          <p:nvPr/>
        </p:nvSpPr>
        <p:spPr>
          <a:xfrm>
            <a:off x="10625504" y="3156219"/>
            <a:ext cx="421910" cy="2902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/>
              <a:t>0 </a:t>
            </a:r>
            <a:r>
              <a:rPr lang="en-GB" sz="1000" err="1"/>
              <a:t>pt</a:t>
            </a:r>
            <a:endParaRPr lang="en-GB" sz="100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C039E5DA-04C7-B75C-1193-DE4009D1A890}"/>
              </a:ext>
            </a:extLst>
          </p:cNvPr>
          <p:cNvSpPr txBox="1"/>
          <p:nvPr/>
        </p:nvSpPr>
        <p:spPr>
          <a:xfrm>
            <a:off x="5265826" y="3581693"/>
            <a:ext cx="1263487" cy="39909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/>
              <a:t>Body copy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C761C25B-5382-6DC8-9F89-104616222217}"/>
              </a:ext>
            </a:extLst>
          </p:cNvPr>
          <p:cNvSpPr txBox="1"/>
          <p:nvPr/>
        </p:nvSpPr>
        <p:spPr>
          <a:xfrm>
            <a:off x="7407776" y="3654282"/>
            <a:ext cx="1656223" cy="2902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/>
              <a:t>Century Gothic Regular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BAAFC1A8-97A2-7652-1A64-71A338EF2B88}"/>
              </a:ext>
            </a:extLst>
          </p:cNvPr>
          <p:cNvSpPr txBox="1"/>
          <p:nvPr/>
        </p:nvSpPr>
        <p:spPr>
          <a:xfrm>
            <a:off x="9009021" y="3654282"/>
            <a:ext cx="492443" cy="2902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/>
              <a:t>16 </a:t>
            </a:r>
            <a:r>
              <a:rPr lang="en-GB" sz="1000" err="1"/>
              <a:t>pt</a:t>
            </a:r>
            <a:endParaRPr lang="en-GB" sz="100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21AE3653-3173-E67A-9011-30804CF4C2BB}"/>
              </a:ext>
            </a:extLst>
          </p:cNvPr>
          <p:cNvSpPr txBox="1"/>
          <p:nvPr/>
        </p:nvSpPr>
        <p:spPr>
          <a:xfrm>
            <a:off x="9662415" y="3654282"/>
            <a:ext cx="885179" cy="2902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/>
              <a:t>Multiple 1.1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B3A562E2-40A2-04BE-4B22-9EB491303887}"/>
              </a:ext>
            </a:extLst>
          </p:cNvPr>
          <p:cNvSpPr txBox="1"/>
          <p:nvPr/>
        </p:nvSpPr>
        <p:spPr>
          <a:xfrm>
            <a:off x="10625504" y="3654282"/>
            <a:ext cx="827471" cy="2902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/>
              <a:t>After 12 </a:t>
            </a:r>
            <a:r>
              <a:rPr lang="en-GB" sz="1000" err="1"/>
              <a:t>pt</a:t>
            </a:r>
            <a:endParaRPr lang="en-GB" sz="100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B3E58B6C-1319-D65E-5379-C76F9B20F4D4}"/>
              </a:ext>
            </a:extLst>
          </p:cNvPr>
          <p:cNvSpPr txBox="1"/>
          <p:nvPr/>
        </p:nvSpPr>
        <p:spPr>
          <a:xfrm>
            <a:off x="5265826" y="4055915"/>
            <a:ext cx="2196435" cy="471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>
                <a:solidFill>
                  <a:schemeClr val="tx2"/>
                </a:solidFill>
              </a:rPr>
              <a:t>Statement copy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15536766-7F10-C446-0469-D85B1526CDBB}"/>
              </a:ext>
            </a:extLst>
          </p:cNvPr>
          <p:cNvSpPr txBox="1"/>
          <p:nvPr/>
        </p:nvSpPr>
        <p:spPr>
          <a:xfrm>
            <a:off x="7407776" y="4185678"/>
            <a:ext cx="1656223" cy="2902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/>
              <a:t>Century Gothic Regular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D62CD845-B51D-B49D-7206-6CBD8B46B6A9}"/>
              </a:ext>
            </a:extLst>
          </p:cNvPr>
          <p:cNvSpPr txBox="1"/>
          <p:nvPr/>
        </p:nvSpPr>
        <p:spPr>
          <a:xfrm>
            <a:off x="9009021" y="4185678"/>
            <a:ext cx="492443" cy="2902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/>
              <a:t>20 </a:t>
            </a:r>
            <a:r>
              <a:rPr lang="en-GB" sz="1000" err="1"/>
              <a:t>pt</a:t>
            </a:r>
            <a:endParaRPr lang="en-GB" sz="1000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E2EF9F78-054A-ED76-8331-FF4C79344A46}"/>
              </a:ext>
            </a:extLst>
          </p:cNvPr>
          <p:cNvSpPr txBox="1"/>
          <p:nvPr/>
        </p:nvSpPr>
        <p:spPr>
          <a:xfrm>
            <a:off x="9662415" y="4185678"/>
            <a:ext cx="760144" cy="2902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/>
              <a:t>Single 1.0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C0909BD3-88E1-8575-F736-C3869A8E32A8}"/>
              </a:ext>
            </a:extLst>
          </p:cNvPr>
          <p:cNvSpPr txBox="1"/>
          <p:nvPr/>
        </p:nvSpPr>
        <p:spPr>
          <a:xfrm>
            <a:off x="10625504" y="4185678"/>
            <a:ext cx="827471" cy="2902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/>
              <a:t>After 12 </a:t>
            </a:r>
            <a:r>
              <a:rPr lang="en-GB" sz="1000" err="1"/>
              <a:t>pt</a:t>
            </a:r>
            <a:endParaRPr lang="en-GB" sz="1000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00AA28E5-9C81-840D-1F01-54094FF845B1}"/>
              </a:ext>
            </a:extLst>
          </p:cNvPr>
          <p:cNvSpPr txBox="1"/>
          <p:nvPr/>
        </p:nvSpPr>
        <p:spPr>
          <a:xfrm>
            <a:off x="5265826" y="4574349"/>
            <a:ext cx="1844095" cy="4019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57750" indent="-357750">
              <a:lnSpc>
                <a:spcPct val="110000"/>
              </a:lnSpc>
              <a:spcAft>
                <a:spcPts val="600"/>
              </a:spcAft>
              <a:buFont typeface="System Font Regular"/>
              <a:buChar char="⏤"/>
            </a:pPr>
            <a:r>
              <a:rPr lang="en-GB" sz="1600"/>
              <a:t>Bullets level 1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32DCED45-A0CB-D6D2-8CC3-FF72F98207A7}"/>
              </a:ext>
            </a:extLst>
          </p:cNvPr>
          <p:cNvSpPr txBox="1"/>
          <p:nvPr/>
        </p:nvSpPr>
        <p:spPr>
          <a:xfrm>
            <a:off x="7407776" y="4646939"/>
            <a:ext cx="1656223" cy="2902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/>
              <a:t>Century Gothic Regular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F761D2A2-C50B-9436-0C8A-2FA179EDACAA}"/>
              </a:ext>
            </a:extLst>
          </p:cNvPr>
          <p:cNvSpPr txBox="1"/>
          <p:nvPr/>
        </p:nvSpPr>
        <p:spPr>
          <a:xfrm>
            <a:off x="9009021" y="4646939"/>
            <a:ext cx="492443" cy="2902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/>
              <a:t>16 </a:t>
            </a:r>
            <a:r>
              <a:rPr lang="en-GB" sz="1000" err="1"/>
              <a:t>pt</a:t>
            </a:r>
            <a:endParaRPr lang="en-GB" sz="1000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9A91ED62-CB60-DC78-404B-D5000FED9C63}"/>
              </a:ext>
            </a:extLst>
          </p:cNvPr>
          <p:cNvSpPr txBox="1"/>
          <p:nvPr/>
        </p:nvSpPr>
        <p:spPr>
          <a:xfrm>
            <a:off x="9662415" y="4646939"/>
            <a:ext cx="885179" cy="2902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/>
              <a:t>Multiple 1.1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4C14CEE3-9CF8-1816-3A5C-AB0B21BBBEE9}"/>
              </a:ext>
            </a:extLst>
          </p:cNvPr>
          <p:cNvSpPr txBox="1"/>
          <p:nvPr/>
        </p:nvSpPr>
        <p:spPr>
          <a:xfrm>
            <a:off x="10625504" y="4646939"/>
            <a:ext cx="756938" cy="2902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/>
              <a:t>After 6 </a:t>
            </a:r>
            <a:r>
              <a:rPr lang="en-GB" sz="1000" err="1"/>
              <a:t>pt</a:t>
            </a:r>
            <a:endParaRPr lang="en-GB" sz="100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540CEDEB-6C89-A028-62DD-4D7B0732FD63}"/>
              </a:ext>
            </a:extLst>
          </p:cNvPr>
          <p:cNvSpPr txBox="1"/>
          <p:nvPr/>
        </p:nvSpPr>
        <p:spPr>
          <a:xfrm>
            <a:off x="5265826" y="4937189"/>
            <a:ext cx="2171107" cy="4019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681750" indent="-320400">
              <a:lnSpc>
                <a:spcPct val="110000"/>
              </a:lnSpc>
              <a:spcAft>
                <a:spcPts val="600"/>
              </a:spcAft>
              <a:buFont typeface="System Font Regular"/>
              <a:buChar char="⏤"/>
            </a:pPr>
            <a:r>
              <a:rPr lang="en-GB" sz="1600"/>
              <a:t>Bullets level 2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675D71D-F170-FC54-FC7C-284DFC63272D}"/>
              </a:ext>
            </a:extLst>
          </p:cNvPr>
          <p:cNvSpPr txBox="1"/>
          <p:nvPr/>
        </p:nvSpPr>
        <p:spPr>
          <a:xfrm>
            <a:off x="7407776" y="5009779"/>
            <a:ext cx="1656223" cy="2902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/>
              <a:t>Century Gothic Regular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0A336E8E-2721-EA43-C858-B091E14D1D40}"/>
              </a:ext>
            </a:extLst>
          </p:cNvPr>
          <p:cNvSpPr txBox="1"/>
          <p:nvPr/>
        </p:nvSpPr>
        <p:spPr>
          <a:xfrm>
            <a:off x="9009021" y="5009779"/>
            <a:ext cx="492443" cy="2902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/>
              <a:t>16 </a:t>
            </a:r>
            <a:r>
              <a:rPr lang="en-GB" sz="1000" err="1"/>
              <a:t>pt</a:t>
            </a:r>
            <a:endParaRPr lang="en-GB" sz="1000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C0A2E5CC-DA2C-7FDA-7C82-1A0DD2E95314}"/>
              </a:ext>
            </a:extLst>
          </p:cNvPr>
          <p:cNvSpPr txBox="1"/>
          <p:nvPr/>
        </p:nvSpPr>
        <p:spPr>
          <a:xfrm>
            <a:off x="9662415" y="5009779"/>
            <a:ext cx="885179" cy="2902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/>
              <a:t>Multiple 1.1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9E7F956B-F732-F0F6-B0DA-BB294DC31BDB}"/>
              </a:ext>
            </a:extLst>
          </p:cNvPr>
          <p:cNvSpPr txBox="1"/>
          <p:nvPr/>
        </p:nvSpPr>
        <p:spPr>
          <a:xfrm>
            <a:off x="10625504" y="5009779"/>
            <a:ext cx="756938" cy="2902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/>
              <a:t>After 6 </a:t>
            </a:r>
            <a:r>
              <a:rPr lang="en-GB" sz="1000" err="1"/>
              <a:t>pt</a:t>
            </a:r>
            <a:endParaRPr lang="en-GB" sz="100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B4F78FA3-EC13-F6D7-DC3C-05322C3733B6}"/>
              </a:ext>
            </a:extLst>
          </p:cNvPr>
          <p:cNvSpPr txBox="1"/>
          <p:nvPr/>
        </p:nvSpPr>
        <p:spPr>
          <a:xfrm>
            <a:off x="5265826" y="5480579"/>
            <a:ext cx="502061" cy="2539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solidFill>
                  <a:schemeClr val="accent6"/>
                </a:solidFill>
              </a:rPr>
              <a:t>Footer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6FA7D8C3-8E40-1636-5CBF-FE62550D65C9}"/>
              </a:ext>
            </a:extLst>
          </p:cNvPr>
          <p:cNvSpPr txBox="1"/>
          <p:nvPr/>
        </p:nvSpPr>
        <p:spPr>
          <a:xfrm>
            <a:off x="7407776" y="5442846"/>
            <a:ext cx="1656223" cy="2902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/>
              <a:t>Century Gothic Regular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572EB77F-A026-1E80-1D15-9610F41D1A89}"/>
              </a:ext>
            </a:extLst>
          </p:cNvPr>
          <p:cNvSpPr txBox="1"/>
          <p:nvPr/>
        </p:nvSpPr>
        <p:spPr>
          <a:xfrm>
            <a:off x="9009021" y="5442846"/>
            <a:ext cx="421910" cy="2902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/>
              <a:t>8 </a:t>
            </a:r>
            <a:r>
              <a:rPr lang="en-GB" sz="1000" err="1"/>
              <a:t>pt</a:t>
            </a:r>
            <a:endParaRPr lang="en-GB" sz="1000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6D479D4D-2397-E6FF-6C70-AF80EF781608}"/>
              </a:ext>
            </a:extLst>
          </p:cNvPr>
          <p:cNvSpPr txBox="1"/>
          <p:nvPr/>
        </p:nvSpPr>
        <p:spPr>
          <a:xfrm>
            <a:off x="9662415" y="5442846"/>
            <a:ext cx="760144" cy="2902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/>
              <a:t>Single 1.0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E0CC7610-1C1A-976D-1B14-7638138DDD4C}"/>
              </a:ext>
            </a:extLst>
          </p:cNvPr>
          <p:cNvSpPr txBox="1"/>
          <p:nvPr/>
        </p:nvSpPr>
        <p:spPr>
          <a:xfrm>
            <a:off x="10625504" y="5442846"/>
            <a:ext cx="421910" cy="2902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/>
              <a:t>0 </a:t>
            </a:r>
            <a:r>
              <a:rPr lang="en-GB" sz="1000" err="1"/>
              <a:t>pt</a:t>
            </a:r>
            <a:endParaRPr lang="en-GB" sz="1000"/>
          </a:p>
        </p:txBody>
      </p: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59B8C870-2295-6E7E-8C92-78AEDCA773EC}"/>
              </a:ext>
            </a:extLst>
          </p:cNvPr>
          <p:cNvCxnSpPr/>
          <p:nvPr/>
        </p:nvCxnSpPr>
        <p:spPr>
          <a:xfrm>
            <a:off x="5147171" y="3539967"/>
            <a:ext cx="6476931" cy="0"/>
          </a:xfrm>
          <a:prstGeom prst="line">
            <a:avLst/>
          </a:prstGeom>
          <a:ln w="12700">
            <a:solidFill>
              <a:schemeClr val="bg2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71A38F7C-FDA0-9CEA-1A5A-BE54200F67FF}"/>
              </a:ext>
            </a:extLst>
          </p:cNvPr>
          <p:cNvCxnSpPr/>
          <p:nvPr/>
        </p:nvCxnSpPr>
        <p:spPr>
          <a:xfrm>
            <a:off x="5147171" y="3998528"/>
            <a:ext cx="6476931" cy="0"/>
          </a:xfrm>
          <a:prstGeom prst="line">
            <a:avLst/>
          </a:prstGeom>
          <a:ln w="12700">
            <a:solidFill>
              <a:schemeClr val="bg2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65CB9391-2FC4-998F-C04C-66028B1CA01E}"/>
              </a:ext>
            </a:extLst>
          </p:cNvPr>
          <p:cNvCxnSpPr/>
          <p:nvPr/>
        </p:nvCxnSpPr>
        <p:spPr>
          <a:xfrm>
            <a:off x="5147171" y="4562576"/>
            <a:ext cx="6476931" cy="0"/>
          </a:xfrm>
          <a:prstGeom prst="line">
            <a:avLst/>
          </a:prstGeom>
          <a:ln w="12700">
            <a:solidFill>
              <a:schemeClr val="bg2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CADC6060-14AE-867C-E9FD-665FC06192A7}"/>
              </a:ext>
            </a:extLst>
          </p:cNvPr>
          <p:cNvCxnSpPr/>
          <p:nvPr/>
        </p:nvCxnSpPr>
        <p:spPr>
          <a:xfrm>
            <a:off x="5147171" y="5387612"/>
            <a:ext cx="6476931" cy="0"/>
          </a:xfrm>
          <a:prstGeom prst="line">
            <a:avLst/>
          </a:prstGeom>
          <a:ln w="12700">
            <a:solidFill>
              <a:schemeClr val="bg2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53150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Rectangle 73">
            <a:extLst>
              <a:ext uri="{FF2B5EF4-FFF2-40B4-BE49-F238E27FC236}">
                <a16:creationId xmlns:a16="http://schemas.microsoft.com/office/drawing/2014/main" id="{FD610F80-BF8D-681C-E42F-3730C42B3D8F}"/>
              </a:ext>
            </a:extLst>
          </p:cNvPr>
          <p:cNvSpPr/>
          <p:nvPr/>
        </p:nvSpPr>
        <p:spPr>
          <a:xfrm>
            <a:off x="8322309" y="3641891"/>
            <a:ext cx="3228335" cy="22097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endParaRPr lang="en-GB" sz="140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A4BB1ED3-BAE0-6EF7-03D5-9D58F512E603}"/>
              </a:ext>
            </a:extLst>
          </p:cNvPr>
          <p:cNvSpPr/>
          <p:nvPr/>
        </p:nvSpPr>
        <p:spPr>
          <a:xfrm>
            <a:off x="3167708" y="1374956"/>
            <a:ext cx="5021399" cy="9045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endParaRPr lang="en-GB" sz="140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A37A70D-D0FE-B2EB-0BFE-F40655DF0A33}"/>
              </a:ext>
            </a:extLst>
          </p:cNvPr>
          <p:cNvSpPr/>
          <p:nvPr/>
        </p:nvSpPr>
        <p:spPr>
          <a:xfrm>
            <a:off x="641349" y="1374956"/>
            <a:ext cx="2389233" cy="9045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endParaRPr lang="en-GB" sz="140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CDBDE4-E388-7714-24C5-F1C84DC46CB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BCC32203-420D-0D1C-D4B8-334C6C2137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EssenceMediacom brand PowerPoint instructions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8A053E-AE33-50D3-96AB-CDC1CE2F6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2</a:t>
            </a:fld>
            <a:endParaRPr lang="en-GB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43ED402-7C5E-1E5A-89BD-6D6DA92B427C}"/>
              </a:ext>
            </a:extLst>
          </p:cNvPr>
          <p:cNvSpPr txBox="1"/>
          <p:nvPr/>
        </p:nvSpPr>
        <p:spPr>
          <a:xfrm>
            <a:off x="785261" y="1468970"/>
            <a:ext cx="97174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/>
              <a:t>Lines = 1.5pt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55AD6E4D-4F7B-5A14-F9E6-32A816F30AA1}"/>
              </a:ext>
            </a:extLst>
          </p:cNvPr>
          <p:cNvCxnSpPr>
            <a:cxnSpLocks/>
          </p:cNvCxnSpPr>
          <p:nvPr/>
        </p:nvCxnSpPr>
        <p:spPr>
          <a:xfrm>
            <a:off x="868045" y="1815734"/>
            <a:ext cx="1953532" cy="0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DA4A06F-979B-7F08-196E-3E0771BD049A}"/>
              </a:ext>
            </a:extLst>
          </p:cNvPr>
          <p:cNvCxnSpPr>
            <a:cxnSpLocks/>
          </p:cNvCxnSpPr>
          <p:nvPr/>
        </p:nvCxnSpPr>
        <p:spPr>
          <a:xfrm>
            <a:off x="868045" y="1946363"/>
            <a:ext cx="1953532" cy="0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54549054-0853-E277-BE42-779BBC2AF739}"/>
              </a:ext>
            </a:extLst>
          </p:cNvPr>
          <p:cNvCxnSpPr>
            <a:cxnSpLocks/>
          </p:cNvCxnSpPr>
          <p:nvPr/>
        </p:nvCxnSpPr>
        <p:spPr>
          <a:xfrm>
            <a:off x="868045" y="2083523"/>
            <a:ext cx="195353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0" name="Picture 59">
            <a:extLst>
              <a:ext uri="{FF2B5EF4-FFF2-40B4-BE49-F238E27FC236}">
                <a16:creationId xmlns:a16="http://schemas.microsoft.com/office/drawing/2014/main" id="{A3AC46BE-5D76-0AEA-986D-A1134F680A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9021" y="1920239"/>
            <a:ext cx="4594549" cy="230882"/>
          </a:xfrm>
          <a:prstGeom prst="rect">
            <a:avLst/>
          </a:prstGeom>
          <a:effectLst>
            <a:outerShdw blurRad="63500" algn="ctr" rotWithShape="0">
              <a:prstClr val="black">
                <a:alpha val="20000"/>
              </a:prstClr>
            </a:outerShdw>
          </a:effectLst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29360372-1F87-A5CB-4830-B56EBC9D96CE}"/>
              </a:ext>
            </a:extLst>
          </p:cNvPr>
          <p:cNvSpPr txBox="1"/>
          <p:nvPr/>
        </p:nvSpPr>
        <p:spPr>
          <a:xfrm>
            <a:off x="3294112" y="1468970"/>
            <a:ext cx="48492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00"/>
              <a:t>Change background colour for additional layout options / interest. There are signposts on all slides where this is possible (top outside of the artboard).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B3C7FBE-A006-1634-94AF-3BA9F2FF40F3}"/>
              </a:ext>
            </a:extLst>
          </p:cNvPr>
          <p:cNvSpPr/>
          <p:nvPr/>
        </p:nvSpPr>
        <p:spPr>
          <a:xfrm>
            <a:off x="641350" y="2406920"/>
            <a:ext cx="7547758" cy="34447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endParaRPr lang="en-GB" sz="140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FF441B6-DE7A-B7A1-96B2-E678C6CE492F}"/>
              </a:ext>
            </a:extLst>
          </p:cNvPr>
          <p:cNvSpPr txBox="1"/>
          <p:nvPr/>
        </p:nvSpPr>
        <p:spPr>
          <a:xfrm>
            <a:off x="785261" y="2500935"/>
            <a:ext cx="122501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/>
              <a:t>Graph examples</a:t>
            </a:r>
          </a:p>
        </p:txBody>
      </p:sp>
      <p:graphicFrame>
        <p:nvGraphicFramePr>
          <p:cNvPr id="65" name="Chart 64">
            <a:extLst>
              <a:ext uri="{FF2B5EF4-FFF2-40B4-BE49-F238E27FC236}">
                <a16:creationId xmlns:a16="http://schemas.microsoft.com/office/drawing/2014/main" id="{BE5C0EDA-7C82-EA92-B7B2-7418822A8E4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26533888"/>
              </p:ext>
            </p:extLst>
          </p:nvPr>
        </p:nvGraphicFramePr>
        <p:xfrm>
          <a:off x="785262" y="2821575"/>
          <a:ext cx="3532012" cy="298169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6" name="Chart 65">
            <a:extLst>
              <a:ext uri="{FF2B5EF4-FFF2-40B4-BE49-F238E27FC236}">
                <a16:creationId xmlns:a16="http://schemas.microsoft.com/office/drawing/2014/main" id="{E984EC0E-ACCE-E07D-8E2A-DDA6555DE0B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57060188"/>
              </p:ext>
            </p:extLst>
          </p:nvPr>
        </p:nvGraphicFramePr>
        <p:xfrm>
          <a:off x="4002892" y="2821574"/>
          <a:ext cx="4186215" cy="290210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9" name="Rectangle 68">
            <a:extLst>
              <a:ext uri="{FF2B5EF4-FFF2-40B4-BE49-F238E27FC236}">
                <a16:creationId xmlns:a16="http://schemas.microsoft.com/office/drawing/2014/main" id="{A7CD53D2-70C6-078C-5816-BF9F77483289}"/>
              </a:ext>
            </a:extLst>
          </p:cNvPr>
          <p:cNvSpPr/>
          <p:nvPr/>
        </p:nvSpPr>
        <p:spPr>
          <a:xfrm>
            <a:off x="8322309" y="1363478"/>
            <a:ext cx="3228335" cy="21471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endParaRPr lang="en-GB" sz="140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EDCEAFF-36AA-39BC-1167-E8E62D81AA45}"/>
              </a:ext>
            </a:extLst>
          </p:cNvPr>
          <p:cNvSpPr txBox="1"/>
          <p:nvPr/>
        </p:nvSpPr>
        <p:spPr>
          <a:xfrm>
            <a:off x="8466221" y="1457492"/>
            <a:ext cx="1967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/>
              <a:t>Pull-out / statement text box 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5EB7F66C-387D-A99F-0E1A-54A14B10EA8A}"/>
              </a:ext>
            </a:extLst>
          </p:cNvPr>
          <p:cNvSpPr/>
          <p:nvPr/>
        </p:nvSpPr>
        <p:spPr>
          <a:xfrm>
            <a:off x="8567057" y="1787475"/>
            <a:ext cx="2738840" cy="1484226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lang="en-GB" sz="1600">
                <a:solidFill>
                  <a:schemeClr val="tx1"/>
                </a:solidFill>
              </a:rPr>
              <a:t>Lorem ipsum </a:t>
            </a:r>
            <a:r>
              <a:rPr lang="en-GB" sz="1600" err="1">
                <a:solidFill>
                  <a:schemeClr val="tx1"/>
                </a:solidFill>
              </a:rPr>
              <a:t>dolor</a:t>
            </a:r>
            <a:r>
              <a:rPr lang="en-GB" sz="1600">
                <a:solidFill>
                  <a:schemeClr val="tx1"/>
                </a:solidFill>
              </a:rPr>
              <a:t> sit </a:t>
            </a:r>
            <a:r>
              <a:rPr lang="en-GB" sz="1600" err="1">
                <a:solidFill>
                  <a:schemeClr val="tx1"/>
                </a:solidFill>
              </a:rPr>
              <a:t>amet</a:t>
            </a:r>
            <a:r>
              <a:rPr lang="en-GB" sz="1600">
                <a:solidFill>
                  <a:schemeClr val="tx1"/>
                </a:solidFill>
              </a:rPr>
              <a:t>, </a:t>
            </a:r>
            <a:r>
              <a:rPr lang="en-GB" sz="1600" err="1">
                <a:solidFill>
                  <a:schemeClr val="tx1"/>
                </a:solidFill>
              </a:rPr>
              <a:t>consectetur</a:t>
            </a:r>
            <a:r>
              <a:rPr lang="en-GB" sz="1600">
                <a:solidFill>
                  <a:schemeClr val="tx1"/>
                </a:solidFill>
              </a:rPr>
              <a:t> </a:t>
            </a:r>
            <a:r>
              <a:rPr lang="en-GB" sz="1600" err="1">
                <a:solidFill>
                  <a:schemeClr val="tx1"/>
                </a:solidFill>
              </a:rPr>
              <a:t>adipiscing</a:t>
            </a:r>
            <a:r>
              <a:rPr lang="en-GB" sz="1600">
                <a:solidFill>
                  <a:schemeClr val="tx1"/>
                </a:solidFill>
              </a:rPr>
              <a:t> </a:t>
            </a:r>
            <a:r>
              <a:rPr lang="en-GB" sz="1600" err="1">
                <a:solidFill>
                  <a:schemeClr val="tx1"/>
                </a:solidFill>
              </a:rPr>
              <a:t>elit</a:t>
            </a:r>
            <a:r>
              <a:rPr lang="en-GB" sz="1600">
                <a:solidFill>
                  <a:schemeClr val="tx1"/>
                </a:solidFill>
              </a:rPr>
              <a:t>, </a:t>
            </a:r>
            <a:r>
              <a:rPr lang="en-GB" sz="1600" err="1">
                <a:solidFill>
                  <a:schemeClr val="tx1"/>
                </a:solidFill>
              </a:rPr>
              <a:t>sed</a:t>
            </a:r>
            <a:r>
              <a:rPr lang="en-GB" sz="1600">
                <a:solidFill>
                  <a:schemeClr val="tx1"/>
                </a:solidFill>
              </a:rPr>
              <a:t> do </a:t>
            </a:r>
            <a:r>
              <a:rPr lang="en-GB" sz="1600" err="1">
                <a:solidFill>
                  <a:schemeClr val="tx1"/>
                </a:solidFill>
              </a:rPr>
              <a:t>eiusmod</a:t>
            </a:r>
            <a:r>
              <a:rPr lang="en-GB" sz="1600">
                <a:solidFill>
                  <a:schemeClr val="tx1"/>
                </a:solidFill>
              </a:rPr>
              <a:t> </a:t>
            </a:r>
            <a:r>
              <a:rPr lang="en-GB" sz="1600" err="1">
                <a:solidFill>
                  <a:schemeClr val="tx1"/>
                </a:solidFill>
              </a:rPr>
              <a:t>tempor</a:t>
            </a:r>
            <a:r>
              <a:rPr lang="en-GB" sz="160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85E3743-9364-ECDE-F2E2-5F63DAE36820}"/>
              </a:ext>
            </a:extLst>
          </p:cNvPr>
          <p:cNvSpPr txBox="1"/>
          <p:nvPr/>
        </p:nvSpPr>
        <p:spPr>
          <a:xfrm>
            <a:off x="8466221" y="3735905"/>
            <a:ext cx="283523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GB" sz="1000"/>
              <a:t>Table example</a:t>
            </a:r>
          </a:p>
        </p:txBody>
      </p:sp>
      <p:graphicFrame>
        <p:nvGraphicFramePr>
          <p:cNvPr id="149" name="Table 6">
            <a:extLst>
              <a:ext uri="{FF2B5EF4-FFF2-40B4-BE49-F238E27FC236}">
                <a16:creationId xmlns:a16="http://schemas.microsoft.com/office/drawing/2014/main" id="{55510058-8AB7-A8F1-9EDC-11ABD2D808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4437395"/>
              </p:ext>
            </p:extLst>
          </p:nvPr>
        </p:nvGraphicFramePr>
        <p:xfrm>
          <a:off x="8581804" y="4089779"/>
          <a:ext cx="2719654" cy="15533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9827">
                  <a:extLst>
                    <a:ext uri="{9D8B030D-6E8A-4147-A177-3AD203B41FA5}">
                      <a16:colId xmlns:a16="http://schemas.microsoft.com/office/drawing/2014/main" val="1143956134"/>
                    </a:ext>
                  </a:extLst>
                </a:gridCol>
                <a:gridCol w="1359827">
                  <a:extLst>
                    <a:ext uri="{9D8B030D-6E8A-4147-A177-3AD203B41FA5}">
                      <a16:colId xmlns:a16="http://schemas.microsoft.com/office/drawing/2014/main" val="1130121919"/>
                    </a:ext>
                  </a:extLst>
                </a:gridCol>
              </a:tblGrid>
              <a:tr h="291286">
                <a:tc>
                  <a:txBody>
                    <a:bodyPr/>
                    <a:lstStyle/>
                    <a:p>
                      <a:pPr algn="l"/>
                      <a:r>
                        <a:rPr lang="en-GB" sz="1100" b="1" err="1">
                          <a:solidFill>
                            <a:schemeClr val="tx1"/>
                          </a:solidFill>
                        </a:rPr>
                        <a:t>Dico</a:t>
                      </a:r>
                      <a:r>
                        <a:rPr lang="en-GB" sz="1100" b="1">
                          <a:solidFill>
                            <a:schemeClr val="tx1"/>
                          </a:solidFill>
                        </a:rPr>
                        <a:t> prima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36370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>
                          <a:solidFill>
                            <a:schemeClr val="tx1"/>
                          </a:solidFill>
                        </a:rPr>
                        <a:t>Prima </a:t>
                      </a:r>
                      <a:r>
                        <a:rPr lang="en-GB" sz="1100" b="1" err="1">
                          <a:solidFill>
                            <a:schemeClr val="tx1"/>
                          </a:solidFill>
                        </a:rPr>
                        <a:t>efficianr</a:t>
                      </a:r>
                      <a:endParaRPr lang="en-GB" sz="11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084754"/>
                  </a:ext>
                </a:extLst>
              </a:tr>
              <a:tr h="323601">
                <a:tc>
                  <a:txBody>
                    <a:bodyPr/>
                    <a:lstStyle/>
                    <a:p>
                      <a:pPr algn="l"/>
                      <a:r>
                        <a:rPr lang="en-GB" sz="1000" b="0" err="1">
                          <a:solidFill>
                            <a:schemeClr val="tx1"/>
                          </a:solidFill>
                        </a:rPr>
                        <a:t>Dico</a:t>
                      </a:r>
                      <a:r>
                        <a:rPr lang="en-GB" sz="1000" b="0">
                          <a:solidFill>
                            <a:schemeClr val="tx1"/>
                          </a:solidFill>
                        </a:rPr>
                        <a:t> prima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b="0">
                          <a:solidFill>
                            <a:schemeClr val="tx1"/>
                          </a:solidFill>
                        </a:rPr>
                        <a:t>100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9503768"/>
                  </a:ext>
                </a:extLst>
              </a:tr>
              <a:tr h="323601">
                <a:tc>
                  <a:txBody>
                    <a:bodyPr/>
                    <a:lstStyle/>
                    <a:p>
                      <a:pPr algn="l"/>
                      <a:r>
                        <a:rPr lang="en-GB" sz="1000" b="0" err="1">
                          <a:solidFill>
                            <a:schemeClr val="tx1"/>
                          </a:solidFill>
                        </a:rPr>
                        <a:t>Dico</a:t>
                      </a:r>
                      <a:r>
                        <a:rPr lang="en-GB" sz="1000" b="0">
                          <a:solidFill>
                            <a:schemeClr val="tx1"/>
                          </a:solidFill>
                        </a:rPr>
                        <a:t> prima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b="0">
                          <a:solidFill>
                            <a:schemeClr val="tx1"/>
                          </a:solidFill>
                        </a:rPr>
                        <a:t>200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7071440"/>
                  </a:ext>
                </a:extLst>
              </a:tr>
              <a:tr h="323601">
                <a:tc>
                  <a:txBody>
                    <a:bodyPr/>
                    <a:lstStyle/>
                    <a:p>
                      <a:pPr algn="l"/>
                      <a:r>
                        <a:rPr lang="en-GB" sz="1000" b="0" err="1">
                          <a:solidFill>
                            <a:schemeClr val="tx1"/>
                          </a:solidFill>
                        </a:rPr>
                        <a:t>Dico</a:t>
                      </a:r>
                      <a:r>
                        <a:rPr lang="en-GB" sz="1000" b="0">
                          <a:solidFill>
                            <a:schemeClr val="tx1"/>
                          </a:solidFill>
                        </a:rPr>
                        <a:t> prima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b="0">
                          <a:solidFill>
                            <a:schemeClr val="tx1"/>
                          </a:solidFill>
                        </a:rPr>
                        <a:t>300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4651788"/>
                  </a:ext>
                </a:extLst>
              </a:tr>
              <a:tr h="291286">
                <a:tc>
                  <a:txBody>
                    <a:bodyPr/>
                    <a:lstStyle/>
                    <a:p>
                      <a:pPr algn="l"/>
                      <a:r>
                        <a:rPr lang="en-GB" sz="1200" b="1">
                          <a:solidFill>
                            <a:schemeClr val="bg1"/>
                          </a:solidFill>
                        </a:rPr>
                        <a:t>Total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b="1">
                          <a:solidFill>
                            <a:schemeClr val="bg1"/>
                          </a:solidFill>
                        </a:rPr>
                        <a:t>2,400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27848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825884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0D3D9D31-AE01-6BA4-2D5E-FB251DA20A80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 r:embed="rId2"/>
          <a:srcRect l="64" r="64"/>
          <a:stretch>
            <a:fillRect/>
          </a:stretch>
        </p:blipFill>
        <p:spPr/>
      </p:pic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68327DF1-A00A-464E-EFF9-F861FA5AD0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8BAF69F-B116-60FE-05AF-C4A1D9807BA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/>
              <a:t>01 07 24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EA55388-50AF-D488-07FA-1A301140191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GB"/>
              <a:t>Subtitle</a:t>
            </a:r>
          </a:p>
          <a:p>
            <a:pPr lvl="1"/>
            <a:r>
              <a:rPr lang="en-GB" sz="2300" err="1"/>
              <a:t>Equivocos</a:t>
            </a:r>
            <a:r>
              <a:rPr lang="en-GB" sz="2300"/>
              <a:t> no </a:t>
            </a:r>
            <a:r>
              <a:rPr lang="en-GB" sz="2300" err="1"/>
              <a:t>preenchimento</a:t>
            </a:r>
            <a:endParaRPr lang="en-GB" sz="230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04BFB3C-99E8-088F-7B92-F81743B9C7D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GB" err="1"/>
              <a:t>Preenchimento</a:t>
            </a:r>
            <a:r>
              <a:rPr lang="en-GB"/>
              <a:t> do ADP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938BB2E1-6131-0B97-9D94-5C6C6489694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4C495D25-0E8C-851D-BDA5-57D690B668D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83435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5" descr="A picture containing sky, outdoor, nature, sunset&#10;&#10;Description automatically generated">
            <a:extLst>
              <a:ext uri="{FF2B5EF4-FFF2-40B4-BE49-F238E27FC236}">
                <a16:creationId xmlns:a16="http://schemas.microsoft.com/office/drawing/2014/main" id="{A2BCC6FF-9816-A9BB-D954-2B8EBAE28A79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65" b="165"/>
          <a:stretch/>
        </p:blipFill>
        <p:spPr/>
      </p:pic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E48D6D33-2A29-AB0E-5A41-75D7F481A12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151285" y="2743200"/>
            <a:ext cx="3979515" cy="2743200"/>
          </a:xfrm>
        </p:spPr>
        <p:txBody>
          <a:bodyPr/>
          <a:lstStyle/>
          <a:p>
            <a:r>
              <a:rPr lang="en-GB"/>
              <a:t>Today’s agenda</a:t>
            </a:r>
          </a:p>
        </p:txBody>
      </p:sp>
      <p:sp>
        <p:nvSpPr>
          <p:cNvPr id="42" name="Text Placeholder 41">
            <a:extLst>
              <a:ext uri="{FF2B5EF4-FFF2-40B4-BE49-F238E27FC236}">
                <a16:creationId xmlns:a16="http://schemas.microsoft.com/office/drawing/2014/main" id="{592215FA-AF96-F483-77DD-94ACB62101B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GB"/>
          </a:p>
        </p:txBody>
      </p:sp>
      <p:graphicFrame>
        <p:nvGraphicFramePr>
          <p:cNvPr id="44" name="Table 44">
            <a:extLst>
              <a:ext uri="{FF2B5EF4-FFF2-40B4-BE49-F238E27FC236}">
                <a16:creationId xmlns:a16="http://schemas.microsoft.com/office/drawing/2014/main" id="{19B5BA7B-FF79-2C0E-73FB-8CCFE40E4E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5664569"/>
              </p:ext>
            </p:extLst>
          </p:nvPr>
        </p:nvGraphicFramePr>
        <p:xfrm>
          <a:off x="7061200" y="1368424"/>
          <a:ext cx="4853877" cy="34316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6527">
                  <a:extLst>
                    <a:ext uri="{9D8B030D-6E8A-4147-A177-3AD203B41FA5}">
                      <a16:colId xmlns:a16="http://schemas.microsoft.com/office/drawing/2014/main" val="1267486112"/>
                    </a:ext>
                  </a:extLst>
                </a:gridCol>
                <a:gridCol w="3897350">
                  <a:extLst>
                    <a:ext uri="{9D8B030D-6E8A-4147-A177-3AD203B41FA5}">
                      <a16:colId xmlns:a16="http://schemas.microsoft.com/office/drawing/2014/main" val="518157885"/>
                    </a:ext>
                  </a:extLst>
                </a:gridCol>
              </a:tblGrid>
              <a:tr h="686330">
                <a:tc>
                  <a:txBody>
                    <a:bodyPr/>
                    <a:lstStyle/>
                    <a:p>
                      <a:pPr algn="r"/>
                      <a:r>
                        <a:rPr lang="en-GB" sz="2000" b="1">
                          <a:solidFill>
                            <a:schemeClr val="tx1"/>
                          </a:solidFill>
                        </a:rPr>
                        <a:t>01</a:t>
                      </a:r>
                    </a:p>
                  </a:txBody>
                  <a:tcPr marL="0" marR="288000" anchor="ctr">
                    <a:lnL w="12700" cmpd="sng">
                      <a:noFill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b="0" err="1">
                          <a:solidFill>
                            <a:schemeClr val="tx1"/>
                          </a:solidFill>
                        </a:rPr>
                        <a:t>Processo</a:t>
                      </a:r>
                      <a:r>
                        <a:rPr lang="en-GB" sz="2000" b="0">
                          <a:solidFill>
                            <a:schemeClr val="tx1"/>
                          </a:solidFill>
                        </a:rPr>
                        <a:t> de </a:t>
                      </a:r>
                      <a:r>
                        <a:rPr lang="en-GB" sz="2000" b="0" err="1">
                          <a:solidFill>
                            <a:schemeClr val="tx1"/>
                          </a:solidFill>
                        </a:rPr>
                        <a:t>AdOps</a:t>
                      </a:r>
                      <a:endParaRPr lang="en-GB" sz="2000" b="0">
                        <a:solidFill>
                          <a:schemeClr val="tx1"/>
                        </a:solidFill>
                      </a:endParaRPr>
                    </a:p>
                  </a:txBody>
                  <a:tcPr marL="288000" marR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0955368"/>
                  </a:ext>
                </a:extLst>
              </a:tr>
              <a:tr h="686330">
                <a:tc>
                  <a:txBody>
                    <a:bodyPr/>
                    <a:lstStyle/>
                    <a:p>
                      <a:pPr algn="r"/>
                      <a:r>
                        <a:rPr lang="en-GB" sz="2000" b="1">
                          <a:solidFill>
                            <a:schemeClr val="tx1"/>
                          </a:solidFill>
                        </a:rPr>
                        <a:t>02</a:t>
                      </a:r>
                    </a:p>
                  </a:txBody>
                  <a:tcPr marL="0" marR="288000" anchor="ctr">
                    <a:lnL w="12700" cmpd="sng">
                      <a:noFill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b="0" err="1">
                          <a:solidFill>
                            <a:schemeClr val="tx1"/>
                          </a:solidFill>
                        </a:rPr>
                        <a:t>Exemplos</a:t>
                      </a:r>
                      <a:endParaRPr lang="en-GB" sz="2000" b="0">
                        <a:solidFill>
                          <a:schemeClr val="tx1"/>
                        </a:solidFill>
                      </a:endParaRPr>
                    </a:p>
                  </a:txBody>
                  <a:tcPr marL="288000" marR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7418696"/>
                  </a:ext>
                </a:extLst>
              </a:tr>
              <a:tr h="686330">
                <a:tc>
                  <a:txBody>
                    <a:bodyPr/>
                    <a:lstStyle/>
                    <a:p>
                      <a:pPr algn="r"/>
                      <a:r>
                        <a:rPr lang="en-GB" sz="2000" b="1">
                          <a:solidFill>
                            <a:schemeClr val="tx1"/>
                          </a:solidFill>
                        </a:rPr>
                        <a:t>03</a:t>
                      </a:r>
                    </a:p>
                  </a:txBody>
                  <a:tcPr marL="0" marR="288000" anchor="ctr">
                    <a:lnL w="12700" cmpd="sng">
                      <a:noFill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b="0" err="1">
                          <a:solidFill>
                            <a:schemeClr val="tx1"/>
                          </a:solidFill>
                        </a:rPr>
                        <a:t>Preenchimento</a:t>
                      </a:r>
                      <a:r>
                        <a:rPr lang="en-GB" sz="2000" b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sz="2000" b="0" err="1">
                          <a:solidFill>
                            <a:schemeClr val="tx1"/>
                          </a:solidFill>
                        </a:rPr>
                        <a:t>correto</a:t>
                      </a:r>
                      <a:endParaRPr lang="en-GB" sz="2000" b="0">
                        <a:solidFill>
                          <a:schemeClr val="tx1"/>
                        </a:solidFill>
                      </a:endParaRPr>
                    </a:p>
                  </a:txBody>
                  <a:tcPr marL="288000" marR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58304370"/>
                  </a:ext>
                </a:extLst>
              </a:tr>
              <a:tr h="686330">
                <a:tc>
                  <a:txBody>
                    <a:bodyPr/>
                    <a:lstStyle/>
                    <a:p>
                      <a:pPr algn="r"/>
                      <a:r>
                        <a:rPr lang="en-GB" sz="2000" b="1">
                          <a:solidFill>
                            <a:schemeClr val="tx1"/>
                          </a:solidFill>
                        </a:rPr>
                        <a:t>04</a:t>
                      </a:r>
                    </a:p>
                  </a:txBody>
                  <a:tcPr marL="0" marR="288000" anchor="ctr">
                    <a:lnL w="12700" cmpd="sng">
                      <a:noFill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b="0">
                          <a:solidFill>
                            <a:schemeClr val="tx1"/>
                          </a:solidFill>
                        </a:rPr>
                        <a:t>Links</a:t>
                      </a:r>
                    </a:p>
                  </a:txBody>
                  <a:tcPr marL="288000" marR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9963238"/>
                  </a:ext>
                </a:extLst>
              </a:tr>
              <a:tr h="686330">
                <a:tc>
                  <a:txBody>
                    <a:bodyPr/>
                    <a:lstStyle/>
                    <a:p>
                      <a:pPr algn="r"/>
                      <a:r>
                        <a:rPr lang="en-GB" sz="2000" b="1">
                          <a:solidFill>
                            <a:schemeClr val="tx1"/>
                          </a:solidFill>
                        </a:rPr>
                        <a:t>05</a:t>
                      </a:r>
                    </a:p>
                  </a:txBody>
                  <a:tcPr marL="0" marR="288000" anchor="ctr">
                    <a:lnL w="12700" cmpd="sng">
                      <a:noFill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b="0" err="1">
                          <a:solidFill>
                            <a:schemeClr val="tx1"/>
                          </a:solidFill>
                        </a:rPr>
                        <a:t>Dúvidas</a:t>
                      </a:r>
                      <a:endParaRPr lang="en-GB" sz="2000" b="0">
                        <a:solidFill>
                          <a:schemeClr val="tx1"/>
                        </a:solidFill>
                      </a:endParaRPr>
                    </a:p>
                  </a:txBody>
                  <a:tcPr marL="288000" marR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81973373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690AEA4-C5AB-7254-0C20-2DFC63D3AC7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01841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Placeholder 14">
            <a:extLst>
              <a:ext uri="{FF2B5EF4-FFF2-40B4-BE49-F238E27FC236}">
                <a16:creationId xmlns:a16="http://schemas.microsoft.com/office/drawing/2014/main" id="{F0A07300-FDB4-CCE3-06D0-E5EE8A2E4BE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2"/>
          <a:srcRect l="483" r="483"/>
          <a:stretch/>
        </p:blipFill>
        <p:spPr/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241387C-4209-6583-6004-26AE7DCD7B5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pPr lvl="1"/>
            <a:r>
              <a:rPr lang="pt-BR"/>
              <a:t>“Este método de organização pode incluir a classificação de software, hardware, processos, dados e até mesmo documentação. A principal função da taxonomia é proporcionar uma estrutura clara e lógica que facilita o armazenamento, a recuperação e o uso eficiente das informações”. </a:t>
            </a:r>
            <a:r>
              <a:rPr lang="pt-BR">
                <a:solidFill>
                  <a:schemeClr val="tx1"/>
                </a:solidFill>
              </a:rPr>
              <a:t>Castel, Bruno – 26/04/04 - </a:t>
            </a:r>
            <a:r>
              <a:rPr lang="pt-BR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</a:t>
            </a:r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B758B7-F18A-433F-6620-026EF39DD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5</a:t>
            </a:fld>
            <a:endParaRPr lang="en-GB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BD74990C-9623-1A5E-7BC0-7D3EC4124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O </a:t>
            </a:r>
            <a:r>
              <a:rPr lang="en-GB" err="1"/>
              <a:t>Conceito</a:t>
            </a:r>
            <a:r>
              <a:rPr lang="en-GB"/>
              <a:t> de </a:t>
            </a:r>
            <a:r>
              <a:rPr lang="en-GB" err="1"/>
              <a:t>Taxonomia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33738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07C89D8-F472-3A70-A53D-530C2A8461D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FEC4E6A-3A0B-0ADC-3A3A-2D14C4ABECA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GB"/>
              <a:t>Section one</a:t>
            </a:r>
          </a:p>
          <a:p>
            <a:pPr lvl="1"/>
            <a:r>
              <a:rPr lang="en-GB" err="1"/>
              <a:t>Processo</a:t>
            </a:r>
            <a:r>
              <a:rPr lang="en-GB"/>
              <a:t> de </a:t>
            </a:r>
            <a:r>
              <a:rPr lang="en-GB" err="1"/>
              <a:t>AdOps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EBED9B-B08F-26DF-61F1-928073C8F4B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90E8977-A842-5960-D47B-7453C391771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GB"/>
              <a:t>01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A0DBAEA-A844-2329-F2A9-D036C6BFF47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6</a:t>
            </a:fld>
            <a:endParaRPr lang="en-GB"/>
          </a:p>
        </p:txBody>
      </p:sp>
      <p:pic>
        <p:nvPicPr>
          <p:cNvPr id="17" name="Picture Placeholder 16">
            <a:extLst>
              <a:ext uri="{FF2B5EF4-FFF2-40B4-BE49-F238E27FC236}">
                <a16:creationId xmlns:a16="http://schemas.microsoft.com/office/drawing/2014/main" id="{0C98EB75-135D-B546-34BF-2CB17D162A4F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 r:embed="rId2"/>
          <a:srcRect l="3133" r="3133"/>
          <a:stretch>
            <a:fillRect/>
          </a:stretch>
        </p:blipFill>
        <p:spPr/>
      </p:pic>
      <p:pic>
        <p:nvPicPr>
          <p:cNvPr id="21" name="Picture Placeholder 20">
            <a:extLst>
              <a:ext uri="{FF2B5EF4-FFF2-40B4-BE49-F238E27FC236}">
                <a16:creationId xmlns:a16="http://schemas.microsoft.com/office/drawing/2014/main" id="{0349D8D5-587A-57A7-C174-203B981024CB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3135" r="3135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7752378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Google Shape;628;p74"/>
          <p:cNvSpPr/>
          <p:nvPr/>
        </p:nvSpPr>
        <p:spPr>
          <a:xfrm>
            <a:off x="6101800" y="0"/>
            <a:ext cx="6090400" cy="6858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spcFirstLastPara="1" wrap="square" lIns="91433" tIns="91433" rIns="91433" bIns="91433" anchor="ctr" anchorCtr="0">
            <a:noAutofit/>
          </a:bodyPr>
          <a:lstStyle/>
          <a:p>
            <a:endParaRPr sz="2400"/>
          </a:p>
        </p:txBody>
      </p:sp>
      <p:pic>
        <p:nvPicPr>
          <p:cNvPr id="629" name="Google Shape;629;p74"/>
          <p:cNvPicPr preferRelativeResize="0"/>
          <p:nvPr/>
        </p:nvPicPr>
        <p:blipFill rotWithShape="1">
          <a:blip r:embed="rId3">
            <a:alphaModFix/>
          </a:blip>
          <a:srcRect l="8229" t="3016" r="8221" b="5299"/>
          <a:stretch/>
        </p:blipFill>
        <p:spPr>
          <a:xfrm>
            <a:off x="7575265" y="1221526"/>
            <a:ext cx="3143479" cy="4025351"/>
          </a:xfrm>
          <a:prstGeom prst="rect">
            <a:avLst/>
          </a:prstGeom>
          <a:noFill/>
          <a:ln>
            <a:noFill/>
          </a:ln>
        </p:spPr>
      </p:pic>
      <p:sp>
        <p:nvSpPr>
          <p:cNvPr id="630" name="Google Shape;630;p74"/>
          <p:cNvSpPr txBox="1"/>
          <p:nvPr/>
        </p:nvSpPr>
        <p:spPr>
          <a:xfrm>
            <a:off x="754901" y="1015525"/>
            <a:ext cx="4536000" cy="14672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5700" tIns="35700" rIns="35700" bIns="35700" anchor="t" anchorCtr="0">
            <a:spAutoFit/>
          </a:bodyPr>
          <a:lstStyle/>
          <a:p>
            <a:pPr algn="ctr">
              <a:buClr>
                <a:schemeClr val="dk1"/>
              </a:buClr>
              <a:buSzPts val="1100"/>
            </a:pPr>
            <a:r>
              <a:rPr lang="pt-BR" sz="4533" b="1">
                <a:solidFill>
                  <a:schemeClr val="dk1"/>
                </a:solidFill>
                <a:latin typeface="Spectral"/>
                <a:ea typeface="Spectral"/>
                <a:cs typeface="Spectral"/>
                <a:sym typeface="Spectral"/>
              </a:rPr>
              <a:t>O que é </a:t>
            </a:r>
            <a:endParaRPr sz="4533" b="1">
              <a:solidFill>
                <a:schemeClr val="dk1"/>
              </a:solidFill>
              <a:latin typeface="Spectral"/>
              <a:ea typeface="Spectral"/>
              <a:cs typeface="Spectral"/>
              <a:sym typeface="Spectral"/>
            </a:endParaRPr>
          </a:p>
          <a:p>
            <a:pPr algn="ctr">
              <a:buClr>
                <a:schemeClr val="dk1"/>
              </a:buClr>
              <a:buSzPts val="1100"/>
            </a:pPr>
            <a:r>
              <a:rPr lang="pt-BR" sz="4533" b="1">
                <a:solidFill>
                  <a:schemeClr val="dk1"/>
                </a:solidFill>
                <a:latin typeface="Spectral"/>
                <a:ea typeface="Spectral"/>
                <a:cs typeface="Spectral"/>
                <a:sym typeface="Spectral"/>
              </a:rPr>
              <a:t>AdOps?</a:t>
            </a:r>
            <a:endParaRPr sz="4533" b="1">
              <a:solidFill>
                <a:schemeClr val="dk1"/>
              </a:solidFill>
              <a:latin typeface="Spectral"/>
              <a:ea typeface="Spectral"/>
              <a:cs typeface="Spectral"/>
              <a:sym typeface="Spectral"/>
            </a:endParaRPr>
          </a:p>
        </p:txBody>
      </p:sp>
      <p:sp>
        <p:nvSpPr>
          <p:cNvPr id="631" name="Google Shape;631;p74"/>
          <p:cNvSpPr txBox="1"/>
          <p:nvPr/>
        </p:nvSpPr>
        <p:spPr>
          <a:xfrm>
            <a:off x="1293956" y="2835325"/>
            <a:ext cx="3815200" cy="23336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algn="ctr">
              <a:lnSpc>
                <a:spcPct val="115000"/>
              </a:lnSpc>
            </a:pPr>
            <a:r>
              <a:rPr lang="pt-BR" sz="2533">
                <a:solidFill>
                  <a:srgbClr val="999999"/>
                </a:solidFill>
                <a:latin typeface="Montserrat"/>
                <a:ea typeface="Montserrat"/>
                <a:cs typeface="Montserrat"/>
                <a:sym typeface="Montserrat"/>
              </a:rPr>
              <a:t>Equipe interna especializada </a:t>
            </a:r>
            <a:endParaRPr sz="2533">
              <a:solidFill>
                <a:srgbClr val="999999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algn="ctr">
              <a:lnSpc>
                <a:spcPct val="115000"/>
              </a:lnSpc>
            </a:pPr>
            <a:r>
              <a:rPr lang="pt-BR" sz="2533">
                <a:solidFill>
                  <a:srgbClr val="454545"/>
                </a:solidFill>
                <a:latin typeface="Montserrat"/>
                <a:ea typeface="Montserrat"/>
                <a:cs typeface="Montserrat"/>
                <a:sym typeface="Montserrat"/>
              </a:rPr>
              <a:t>em</a:t>
            </a:r>
            <a:r>
              <a:rPr lang="pt-BR" sz="2533">
                <a:solidFill>
                  <a:srgbClr val="999999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pt-BR" sz="2533">
                <a:solidFill>
                  <a:srgbClr val="454545"/>
                </a:solidFill>
                <a:latin typeface="Montserrat"/>
                <a:ea typeface="Montserrat"/>
                <a:cs typeface="Montserrat"/>
                <a:sym typeface="Montserrat"/>
              </a:rPr>
              <a:t>execução e gerenciamento de campanhas via AdServer</a:t>
            </a:r>
            <a:r>
              <a:rPr lang="pt-BR" sz="2533">
                <a:solidFill>
                  <a:srgbClr val="999999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  <a:endParaRPr sz="2533">
              <a:solidFill>
                <a:srgbClr val="99999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Google Shape;636;p75"/>
          <p:cNvSpPr txBox="1">
            <a:spLocks noGrp="1"/>
          </p:cNvSpPr>
          <p:nvPr>
            <p:ph type="title" idx="4294967295"/>
          </p:nvPr>
        </p:nvSpPr>
        <p:spPr>
          <a:xfrm>
            <a:off x="638100" y="132867"/>
            <a:ext cx="77736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/>
          </a:bodyPr>
          <a:lstStyle/>
          <a:p>
            <a:pPr>
              <a:spcBef>
                <a:spcPts val="0"/>
              </a:spcBef>
            </a:pPr>
            <a:r>
              <a:rPr lang="pt-BR" sz="2667">
                <a:highlight>
                  <a:srgbClr val="FFFFFF"/>
                </a:highlight>
                <a:latin typeface="Century Gothic"/>
                <a:ea typeface="Century Gothic"/>
                <a:cs typeface="Century Gothic"/>
                <a:sym typeface="Century Gothic"/>
              </a:rPr>
              <a:t>Adserver e mensuração integrada</a:t>
            </a:r>
            <a:endParaRPr sz="2667"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cxnSp>
        <p:nvCxnSpPr>
          <p:cNvPr id="637" name="Google Shape;637;p75"/>
          <p:cNvCxnSpPr/>
          <p:nvPr/>
        </p:nvCxnSpPr>
        <p:spPr>
          <a:xfrm>
            <a:off x="638100" y="-2600"/>
            <a:ext cx="0" cy="6876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38" name="Google Shape;638;p75"/>
          <p:cNvSpPr txBox="1"/>
          <p:nvPr/>
        </p:nvSpPr>
        <p:spPr>
          <a:xfrm>
            <a:off x="805800" y="1124200"/>
            <a:ext cx="10580400" cy="51285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r>
              <a:rPr lang="pt-BR" sz="1733" b="1" i="1">
                <a:latin typeface="Century Gothic"/>
                <a:ea typeface="Century Gothic"/>
                <a:cs typeface="Century Gothic"/>
                <a:sym typeface="Century Gothic"/>
              </a:rPr>
              <a:t>Mensuração</a:t>
            </a:r>
            <a:endParaRPr sz="1733" b="1" i="1"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639" name="Google Shape;639;p75"/>
          <p:cNvSpPr txBox="1"/>
          <p:nvPr/>
        </p:nvSpPr>
        <p:spPr>
          <a:xfrm>
            <a:off x="704864" y="1865133"/>
            <a:ext cx="3989200" cy="4066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35700" tIns="35700" rIns="35700" bIns="35700" anchor="t" anchorCtr="0">
            <a:noAutofit/>
          </a:bodyPr>
          <a:lstStyle/>
          <a:p>
            <a:pPr>
              <a:buClr>
                <a:srgbClr val="000000"/>
              </a:buClr>
              <a:buSzPts val="700"/>
            </a:pPr>
            <a:r>
              <a:rPr lang="pt-BR" sz="1600">
                <a:latin typeface="Century Gothic"/>
                <a:ea typeface="Century Gothic"/>
                <a:cs typeface="Century Gothic"/>
                <a:sym typeface="Century Gothic"/>
              </a:rPr>
              <a:t>Com a utilização do </a:t>
            </a:r>
            <a:r>
              <a:rPr lang="pt-BR" sz="1600" b="1">
                <a:latin typeface="Century Gothic"/>
                <a:ea typeface="Century Gothic"/>
                <a:cs typeface="Century Gothic"/>
                <a:sym typeface="Century Gothic"/>
              </a:rPr>
              <a:t>Campaign Manager</a:t>
            </a:r>
            <a:r>
              <a:rPr lang="pt-BR" sz="1600">
                <a:latin typeface="Century Gothic"/>
                <a:ea typeface="Century Gothic"/>
                <a:cs typeface="Century Gothic"/>
                <a:sym typeface="Century Gothic"/>
              </a:rPr>
              <a:t> juntamente do </a:t>
            </a:r>
            <a:r>
              <a:rPr lang="pt-BR" sz="1600" b="1">
                <a:latin typeface="Century Gothic"/>
                <a:ea typeface="Century Gothic"/>
                <a:cs typeface="Century Gothic"/>
                <a:sym typeface="Century Gothic"/>
              </a:rPr>
              <a:t>GA360</a:t>
            </a:r>
            <a:r>
              <a:rPr lang="pt-BR" sz="1600">
                <a:latin typeface="Century Gothic"/>
                <a:ea typeface="Century Gothic"/>
                <a:cs typeface="Century Gothic"/>
                <a:sym typeface="Century Gothic"/>
              </a:rPr>
              <a:t>, temos uma visão mais macro do negócio, contemplando toda a jornada do consumidor.</a:t>
            </a:r>
            <a:endParaRPr sz="1600">
              <a:latin typeface="Century Gothic"/>
              <a:ea typeface="Century Gothic"/>
              <a:cs typeface="Century Gothic"/>
              <a:sym typeface="Century Gothic"/>
            </a:endParaRPr>
          </a:p>
          <a:p>
            <a:pPr>
              <a:buClr>
                <a:srgbClr val="000000"/>
              </a:buClr>
              <a:buSzPts val="1100"/>
            </a:pPr>
            <a:endParaRPr sz="1600">
              <a:latin typeface="Century Gothic"/>
              <a:ea typeface="Century Gothic"/>
              <a:cs typeface="Century Gothic"/>
              <a:sym typeface="Century Gothic"/>
            </a:endParaRPr>
          </a:p>
          <a:p>
            <a:pPr>
              <a:buClr>
                <a:srgbClr val="000000"/>
              </a:buClr>
              <a:buSzPts val="1100"/>
            </a:pPr>
            <a:r>
              <a:rPr lang="pt-BR" sz="1600">
                <a:latin typeface="Century Gothic"/>
                <a:ea typeface="Century Gothic"/>
                <a:cs typeface="Century Gothic"/>
                <a:sym typeface="Century Gothic"/>
              </a:rPr>
              <a:t>Isso permite maior controle sobre a veiculação e customização das audiências, insumos para gerar mais insights para o negócio.</a:t>
            </a:r>
            <a:endParaRPr sz="1600">
              <a:latin typeface="Century Gothic"/>
              <a:ea typeface="Century Gothic"/>
              <a:cs typeface="Century Gothic"/>
              <a:sym typeface="Century Gothic"/>
            </a:endParaRPr>
          </a:p>
          <a:p>
            <a:pPr>
              <a:buClr>
                <a:srgbClr val="000000"/>
              </a:buClr>
              <a:buSzPts val="1100"/>
            </a:pPr>
            <a:endParaRPr sz="1600">
              <a:latin typeface="Century Gothic"/>
              <a:ea typeface="Century Gothic"/>
              <a:cs typeface="Century Gothic"/>
              <a:sym typeface="Century Gothic"/>
            </a:endParaRPr>
          </a:p>
          <a:p>
            <a:pPr>
              <a:buClr>
                <a:srgbClr val="000000"/>
              </a:buClr>
              <a:buSzPts val="1100"/>
            </a:pPr>
            <a:r>
              <a:rPr lang="pt-BR" sz="1600">
                <a:latin typeface="Century Gothic"/>
                <a:ea typeface="Century Gothic"/>
                <a:cs typeface="Century Gothic"/>
                <a:sym typeface="Century Gothic"/>
              </a:rPr>
              <a:t>Já o Google Cloud Platform nos permite pensarmos em ações de longo prazo, ajudando no armazenamento de dados e modelagem de dados</a:t>
            </a:r>
            <a:endParaRPr sz="1600">
              <a:latin typeface="Century Gothic"/>
              <a:ea typeface="Century Gothic"/>
              <a:cs typeface="Century Gothic"/>
              <a:sym typeface="Century Gothic"/>
            </a:endParaRPr>
          </a:p>
          <a:p>
            <a:pPr>
              <a:buClr>
                <a:srgbClr val="000000"/>
              </a:buClr>
              <a:buSzPts val="1100"/>
            </a:pPr>
            <a:endParaRPr sz="1600">
              <a:latin typeface="Century Gothic"/>
              <a:ea typeface="Century Gothic"/>
              <a:cs typeface="Century Gothic"/>
              <a:sym typeface="Century Gothic"/>
            </a:endParaRPr>
          </a:p>
          <a:p>
            <a:pPr>
              <a:buClr>
                <a:srgbClr val="000000"/>
              </a:buClr>
              <a:buSzPts val="700"/>
            </a:pPr>
            <a:endParaRPr sz="1600"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640" name="Google Shape;640;p75"/>
          <p:cNvSpPr/>
          <p:nvPr/>
        </p:nvSpPr>
        <p:spPr>
          <a:xfrm>
            <a:off x="5813211" y="1665485"/>
            <a:ext cx="4411200" cy="4411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2400"/>
          </a:p>
        </p:txBody>
      </p:sp>
      <p:grpSp>
        <p:nvGrpSpPr>
          <p:cNvPr id="641" name="Google Shape;641;p75"/>
          <p:cNvGrpSpPr/>
          <p:nvPr/>
        </p:nvGrpSpPr>
        <p:grpSpPr>
          <a:xfrm>
            <a:off x="5792796" y="1645096"/>
            <a:ext cx="4452000" cy="4452000"/>
            <a:chOff x="2902488" y="902232"/>
            <a:chExt cx="3339000" cy="3339000"/>
          </a:xfrm>
        </p:grpSpPr>
        <p:sp>
          <p:nvSpPr>
            <p:cNvPr id="642" name="Google Shape;642;p75"/>
            <p:cNvSpPr/>
            <p:nvPr/>
          </p:nvSpPr>
          <p:spPr>
            <a:xfrm rot="-5400000">
              <a:off x="2902488" y="902232"/>
              <a:ext cx="3339000" cy="3339000"/>
            </a:xfrm>
            <a:prstGeom prst="ellipse">
              <a:avLst/>
            </a:prstGeom>
            <a:noFill/>
            <a:ln w="19050" cap="flat" cmpd="sng">
              <a:solidFill>
                <a:srgbClr val="1D7E74"/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643" name="Google Shape;643;p75"/>
            <p:cNvSpPr/>
            <p:nvPr/>
          </p:nvSpPr>
          <p:spPr>
            <a:xfrm>
              <a:off x="3123875" y="1123625"/>
              <a:ext cx="2896500" cy="2896200"/>
            </a:xfrm>
            <a:prstGeom prst="pie">
              <a:avLst>
                <a:gd name="adj1" fmla="val 2689583"/>
                <a:gd name="adj2" fmla="val 13510993"/>
              </a:avLst>
            </a:prstGeom>
            <a:solidFill>
              <a:srgbClr val="E6E6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</p:grpSp>
      <p:sp>
        <p:nvSpPr>
          <p:cNvPr id="644" name="Google Shape;644;p75"/>
          <p:cNvSpPr/>
          <p:nvPr/>
        </p:nvSpPr>
        <p:spPr>
          <a:xfrm>
            <a:off x="6808196" y="2660496"/>
            <a:ext cx="2421200" cy="2421200"/>
          </a:xfrm>
          <a:prstGeom prst="ellipse">
            <a:avLst/>
          </a:prstGeom>
          <a:solidFill>
            <a:srgbClr val="3454D1"/>
          </a:solidFill>
          <a:ln>
            <a:noFill/>
          </a:ln>
          <a:effectLst>
            <a:outerShdw blurRad="228600" dist="50800" dir="5400000" algn="tl" rotWithShape="0">
              <a:srgbClr val="000000">
                <a:alpha val="54900"/>
              </a:srgb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r>
              <a:rPr lang="pt-BR" sz="1467" b="1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Visão mais estratégica</a:t>
            </a:r>
            <a:endParaRPr sz="1467"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645" name="Google Shape;645;p75"/>
          <p:cNvSpPr/>
          <p:nvPr/>
        </p:nvSpPr>
        <p:spPr>
          <a:xfrm>
            <a:off x="7303143" y="1809915"/>
            <a:ext cx="1424800" cy="1424800"/>
          </a:xfrm>
          <a:prstGeom prst="ellipse">
            <a:avLst/>
          </a:prstGeom>
          <a:solidFill>
            <a:srgbClr val="FD3E8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r>
              <a:rPr lang="pt-BR" sz="933" b="1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Pré clique</a:t>
            </a:r>
            <a:endParaRPr sz="933" b="1"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646" name="Google Shape;646;p75"/>
          <p:cNvSpPr/>
          <p:nvPr/>
        </p:nvSpPr>
        <p:spPr>
          <a:xfrm>
            <a:off x="7398409" y="4483757"/>
            <a:ext cx="1424800" cy="1424800"/>
          </a:xfrm>
          <a:prstGeom prst="ellipse">
            <a:avLst/>
          </a:prstGeom>
          <a:solidFill>
            <a:srgbClr val="FD3E8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r>
              <a:rPr lang="pt-BR" sz="933" b="1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Pós clique</a:t>
            </a:r>
            <a:endParaRPr sz="933" b="1"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647" name="Google Shape;647;p7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09195" y="2246312"/>
            <a:ext cx="551867" cy="552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48" name="Google Shape;648;p7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823212" y="4941747"/>
            <a:ext cx="508469" cy="508800"/>
          </a:xfrm>
          <a:prstGeom prst="rect">
            <a:avLst/>
          </a:prstGeom>
          <a:noFill/>
          <a:ln>
            <a:noFill/>
          </a:ln>
        </p:spPr>
      </p:pic>
      <p:sp>
        <p:nvSpPr>
          <p:cNvPr id="649" name="Google Shape;649;p75"/>
          <p:cNvSpPr/>
          <p:nvPr/>
        </p:nvSpPr>
        <p:spPr>
          <a:xfrm>
            <a:off x="9352443" y="2243115"/>
            <a:ext cx="1424800" cy="1424800"/>
          </a:xfrm>
          <a:prstGeom prst="ellipse">
            <a:avLst/>
          </a:prstGeom>
          <a:solidFill>
            <a:srgbClr val="FD3E8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>
              <a:buClr>
                <a:srgbClr val="000000"/>
              </a:buClr>
              <a:buSzPts val="1100"/>
            </a:pPr>
            <a:r>
              <a:rPr lang="pt-BR" sz="933" b="1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Armazenamento</a:t>
            </a:r>
            <a:endParaRPr sz="933" b="1"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650" name="Google Shape;650;p75"/>
          <p:cNvPicPr preferRelativeResize="0"/>
          <p:nvPr/>
        </p:nvPicPr>
        <p:blipFill rotWithShape="1">
          <a:blip r:embed="rId5">
            <a:alphaModFix/>
          </a:blip>
          <a:srcRect l="28452" t="16419" r="29118" b="14270"/>
          <a:stretch/>
        </p:blipFill>
        <p:spPr>
          <a:xfrm>
            <a:off x="10777245" y="2718902"/>
            <a:ext cx="551868" cy="47324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Google Shape;655;p76"/>
          <p:cNvSpPr txBox="1">
            <a:spLocks noGrp="1"/>
          </p:cNvSpPr>
          <p:nvPr>
            <p:ph type="title" idx="4294967295"/>
          </p:nvPr>
        </p:nvSpPr>
        <p:spPr>
          <a:xfrm>
            <a:off x="638100" y="132867"/>
            <a:ext cx="59504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 fontScale="90000"/>
          </a:bodyPr>
          <a:lstStyle/>
          <a:p>
            <a:pPr>
              <a:spcBef>
                <a:spcPts val="0"/>
              </a:spcBef>
            </a:pPr>
            <a:r>
              <a:rPr lang="pt-BR" sz="2400">
                <a:highlight>
                  <a:srgbClr val="FFFFFF"/>
                </a:highlight>
                <a:latin typeface="Century Gothic"/>
                <a:ea typeface="Century Gothic"/>
                <a:cs typeface="Century Gothic"/>
                <a:sym typeface="Century Gothic"/>
              </a:rPr>
              <a:t>Principais benefícios do Adserver e em </a:t>
            </a:r>
            <a:r>
              <a:rPr lang="pt-BR" sz="2400" b="1">
                <a:solidFill>
                  <a:srgbClr val="FD3E81"/>
                </a:solidFill>
                <a:highlight>
                  <a:srgbClr val="FFFFFF"/>
                </a:highlight>
                <a:latin typeface="Century Gothic"/>
                <a:ea typeface="Century Gothic"/>
                <a:cs typeface="Century Gothic"/>
                <a:sym typeface="Century Gothic"/>
              </a:rPr>
              <a:t>destaque</a:t>
            </a:r>
            <a:r>
              <a:rPr lang="pt-BR" sz="2400">
                <a:highlight>
                  <a:srgbClr val="FFFFFF"/>
                </a:highlight>
                <a:latin typeface="Century Gothic"/>
                <a:ea typeface="Century Gothic"/>
                <a:cs typeface="Century Gothic"/>
                <a:sym typeface="Century Gothic"/>
              </a:rPr>
              <a:t>, onde focamos o uso</a:t>
            </a:r>
            <a:endParaRPr sz="2400"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cxnSp>
        <p:nvCxnSpPr>
          <p:cNvPr id="656" name="Google Shape;656;p76"/>
          <p:cNvCxnSpPr/>
          <p:nvPr/>
        </p:nvCxnSpPr>
        <p:spPr>
          <a:xfrm>
            <a:off x="638100" y="-2600"/>
            <a:ext cx="0" cy="6876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57" name="Google Shape;657;p76"/>
          <p:cNvSpPr txBox="1"/>
          <p:nvPr/>
        </p:nvSpPr>
        <p:spPr>
          <a:xfrm>
            <a:off x="805800" y="1124201"/>
            <a:ext cx="10580400" cy="77953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r>
              <a:rPr lang="pt-BR" sz="1733" i="1">
                <a:latin typeface="Century Gothic"/>
                <a:ea typeface="Century Gothic"/>
                <a:cs typeface="Century Gothic"/>
                <a:sym typeface="Century Gothic"/>
              </a:rPr>
              <a:t>A centralização da entrega de mídia no Adserver, abre novos pilares para serem explorados e que elevam o desempenho da entrega de mídia.</a:t>
            </a:r>
            <a:endParaRPr sz="1733" i="1"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cxnSp>
        <p:nvCxnSpPr>
          <p:cNvPr id="658" name="Google Shape;658;p76"/>
          <p:cNvCxnSpPr/>
          <p:nvPr/>
        </p:nvCxnSpPr>
        <p:spPr>
          <a:xfrm rot="10800000">
            <a:off x="957536" y="5601792"/>
            <a:ext cx="9734400" cy="0"/>
          </a:xfrm>
          <a:prstGeom prst="straightConnector1">
            <a:avLst/>
          </a:prstGeom>
          <a:noFill/>
          <a:ln w="9525" cap="flat" cmpd="sng">
            <a:solidFill>
              <a:srgbClr val="D9D9D9"/>
            </a:solidFill>
            <a:prstDash val="solid"/>
            <a:round/>
            <a:headEnd type="stealth" w="med" len="med"/>
            <a:tailEnd type="triangle" w="med" len="med"/>
          </a:ln>
        </p:spPr>
      </p:cxnSp>
      <p:sp>
        <p:nvSpPr>
          <p:cNvPr id="659" name="Google Shape;659;p76"/>
          <p:cNvSpPr/>
          <p:nvPr/>
        </p:nvSpPr>
        <p:spPr>
          <a:xfrm>
            <a:off x="3877855" y="2354941"/>
            <a:ext cx="1008000" cy="999600"/>
          </a:xfrm>
          <a:prstGeom prst="ellipse">
            <a:avLst/>
          </a:prstGeom>
          <a:solidFill>
            <a:srgbClr val="E6E6E2"/>
          </a:solidFill>
          <a:ln w="9525" cap="flat" cmpd="sng">
            <a:solidFill>
              <a:srgbClr val="FD3E8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62533" tIns="162533" rIns="162533" bIns="162533" anchor="ctr" anchorCtr="0">
            <a:noAutofit/>
          </a:bodyPr>
          <a:lstStyle/>
          <a:p>
            <a:endParaRPr sz="2400"/>
          </a:p>
        </p:txBody>
      </p:sp>
      <p:sp>
        <p:nvSpPr>
          <p:cNvPr id="660" name="Google Shape;660;p76"/>
          <p:cNvSpPr/>
          <p:nvPr/>
        </p:nvSpPr>
        <p:spPr>
          <a:xfrm>
            <a:off x="4061821" y="2615092"/>
            <a:ext cx="640080" cy="479309"/>
          </a:xfrm>
          <a:custGeom>
            <a:avLst/>
            <a:gdLst/>
            <a:ahLst/>
            <a:cxnLst/>
            <a:rect l="l" t="t" r="r" b="b"/>
            <a:pathLst>
              <a:path w="285750" h="194841" extrusionOk="0">
                <a:moveTo>
                  <a:pt x="143788" y="62364"/>
                </a:moveTo>
                <a:lnTo>
                  <a:pt x="144678" y="62409"/>
                </a:lnTo>
                <a:lnTo>
                  <a:pt x="145569" y="62453"/>
                </a:lnTo>
                <a:lnTo>
                  <a:pt x="146460" y="62542"/>
                </a:lnTo>
                <a:lnTo>
                  <a:pt x="147328" y="62631"/>
                </a:lnTo>
                <a:lnTo>
                  <a:pt x="148219" y="62765"/>
                </a:lnTo>
                <a:lnTo>
                  <a:pt x="149087" y="62899"/>
                </a:lnTo>
                <a:lnTo>
                  <a:pt x="149933" y="63077"/>
                </a:lnTo>
                <a:lnTo>
                  <a:pt x="150779" y="63255"/>
                </a:lnTo>
                <a:lnTo>
                  <a:pt x="151625" y="63455"/>
                </a:lnTo>
                <a:lnTo>
                  <a:pt x="152471" y="63678"/>
                </a:lnTo>
                <a:lnTo>
                  <a:pt x="153295" y="63923"/>
                </a:lnTo>
                <a:lnTo>
                  <a:pt x="154119" y="64190"/>
                </a:lnTo>
                <a:lnTo>
                  <a:pt x="154920" y="64479"/>
                </a:lnTo>
                <a:lnTo>
                  <a:pt x="155722" y="64791"/>
                </a:lnTo>
                <a:lnTo>
                  <a:pt x="156524" y="65103"/>
                </a:lnTo>
                <a:lnTo>
                  <a:pt x="157303" y="65459"/>
                </a:lnTo>
                <a:lnTo>
                  <a:pt x="158082" y="65815"/>
                </a:lnTo>
                <a:lnTo>
                  <a:pt x="158839" y="66194"/>
                </a:lnTo>
                <a:lnTo>
                  <a:pt x="159574" y="66595"/>
                </a:lnTo>
                <a:lnTo>
                  <a:pt x="160331" y="66995"/>
                </a:lnTo>
                <a:lnTo>
                  <a:pt x="161043" y="67441"/>
                </a:lnTo>
                <a:lnTo>
                  <a:pt x="161778" y="67886"/>
                </a:lnTo>
                <a:lnTo>
                  <a:pt x="162468" y="68354"/>
                </a:lnTo>
                <a:lnTo>
                  <a:pt x="163158" y="68821"/>
                </a:lnTo>
                <a:lnTo>
                  <a:pt x="163849" y="69333"/>
                </a:lnTo>
                <a:lnTo>
                  <a:pt x="164517" y="69845"/>
                </a:lnTo>
                <a:lnTo>
                  <a:pt x="165185" y="70357"/>
                </a:lnTo>
                <a:lnTo>
                  <a:pt x="165808" y="70914"/>
                </a:lnTo>
                <a:lnTo>
                  <a:pt x="166454" y="71471"/>
                </a:lnTo>
                <a:lnTo>
                  <a:pt x="167055" y="72050"/>
                </a:lnTo>
                <a:lnTo>
                  <a:pt x="167656" y="72628"/>
                </a:lnTo>
                <a:lnTo>
                  <a:pt x="168257" y="73230"/>
                </a:lnTo>
                <a:lnTo>
                  <a:pt x="168836" y="73853"/>
                </a:lnTo>
                <a:lnTo>
                  <a:pt x="169393" y="74476"/>
                </a:lnTo>
                <a:lnTo>
                  <a:pt x="169927" y="75122"/>
                </a:lnTo>
                <a:lnTo>
                  <a:pt x="170461" y="75768"/>
                </a:lnTo>
                <a:lnTo>
                  <a:pt x="170974" y="76436"/>
                </a:lnTo>
                <a:lnTo>
                  <a:pt x="171463" y="77126"/>
                </a:lnTo>
                <a:lnTo>
                  <a:pt x="171953" y="77816"/>
                </a:lnTo>
                <a:lnTo>
                  <a:pt x="172421" y="78529"/>
                </a:lnTo>
                <a:lnTo>
                  <a:pt x="172866" y="79241"/>
                </a:lnTo>
                <a:lnTo>
                  <a:pt x="173289" y="79976"/>
                </a:lnTo>
                <a:lnTo>
                  <a:pt x="173712" y="80711"/>
                </a:lnTo>
                <a:lnTo>
                  <a:pt x="174113" y="81468"/>
                </a:lnTo>
                <a:lnTo>
                  <a:pt x="174491" y="82225"/>
                </a:lnTo>
                <a:lnTo>
                  <a:pt x="174848" y="83004"/>
                </a:lnTo>
                <a:lnTo>
                  <a:pt x="175182" y="83783"/>
                </a:lnTo>
                <a:lnTo>
                  <a:pt x="175516" y="84562"/>
                </a:lnTo>
                <a:lnTo>
                  <a:pt x="175805" y="85364"/>
                </a:lnTo>
                <a:lnTo>
                  <a:pt x="176095" y="86188"/>
                </a:lnTo>
                <a:lnTo>
                  <a:pt x="176362" y="86989"/>
                </a:lnTo>
                <a:lnTo>
                  <a:pt x="176607" y="87835"/>
                </a:lnTo>
                <a:lnTo>
                  <a:pt x="176829" y="88659"/>
                </a:lnTo>
                <a:lnTo>
                  <a:pt x="177052" y="89505"/>
                </a:lnTo>
                <a:lnTo>
                  <a:pt x="177230" y="90351"/>
                </a:lnTo>
                <a:lnTo>
                  <a:pt x="177386" y="91220"/>
                </a:lnTo>
                <a:lnTo>
                  <a:pt x="177542" y="92088"/>
                </a:lnTo>
                <a:lnTo>
                  <a:pt x="177653" y="92956"/>
                </a:lnTo>
                <a:lnTo>
                  <a:pt x="177764" y="93847"/>
                </a:lnTo>
                <a:lnTo>
                  <a:pt x="177831" y="94715"/>
                </a:lnTo>
                <a:lnTo>
                  <a:pt x="177898" y="95628"/>
                </a:lnTo>
                <a:lnTo>
                  <a:pt x="177943" y="96519"/>
                </a:lnTo>
                <a:lnTo>
                  <a:pt x="177943" y="97432"/>
                </a:lnTo>
                <a:lnTo>
                  <a:pt x="177943" y="98322"/>
                </a:lnTo>
                <a:lnTo>
                  <a:pt x="177898" y="99235"/>
                </a:lnTo>
                <a:lnTo>
                  <a:pt x="177831" y="100126"/>
                </a:lnTo>
                <a:lnTo>
                  <a:pt x="177764" y="101016"/>
                </a:lnTo>
                <a:lnTo>
                  <a:pt x="177653" y="101885"/>
                </a:lnTo>
                <a:lnTo>
                  <a:pt x="177542" y="102753"/>
                </a:lnTo>
                <a:lnTo>
                  <a:pt x="177386" y="103621"/>
                </a:lnTo>
                <a:lnTo>
                  <a:pt x="177230" y="104490"/>
                </a:lnTo>
                <a:lnTo>
                  <a:pt x="177052" y="105336"/>
                </a:lnTo>
                <a:lnTo>
                  <a:pt x="176829" y="106182"/>
                </a:lnTo>
                <a:lnTo>
                  <a:pt x="176607" y="107028"/>
                </a:lnTo>
                <a:lnTo>
                  <a:pt x="176362" y="107852"/>
                </a:lnTo>
                <a:lnTo>
                  <a:pt x="176095" y="108675"/>
                </a:lnTo>
                <a:lnTo>
                  <a:pt x="175805" y="109477"/>
                </a:lnTo>
                <a:lnTo>
                  <a:pt x="175516" y="110279"/>
                </a:lnTo>
                <a:lnTo>
                  <a:pt x="175182" y="111058"/>
                </a:lnTo>
                <a:lnTo>
                  <a:pt x="174848" y="111859"/>
                </a:lnTo>
                <a:lnTo>
                  <a:pt x="174491" y="112616"/>
                </a:lnTo>
                <a:lnTo>
                  <a:pt x="174113" y="113373"/>
                </a:lnTo>
                <a:lnTo>
                  <a:pt x="173712" y="114130"/>
                </a:lnTo>
                <a:lnTo>
                  <a:pt x="173289" y="114865"/>
                </a:lnTo>
                <a:lnTo>
                  <a:pt x="172866" y="115600"/>
                </a:lnTo>
                <a:lnTo>
                  <a:pt x="172421" y="116312"/>
                </a:lnTo>
                <a:lnTo>
                  <a:pt x="171953" y="117025"/>
                </a:lnTo>
                <a:lnTo>
                  <a:pt x="171463" y="117715"/>
                </a:lnTo>
                <a:lnTo>
                  <a:pt x="170974" y="118405"/>
                </a:lnTo>
                <a:lnTo>
                  <a:pt x="170461" y="119073"/>
                </a:lnTo>
                <a:lnTo>
                  <a:pt x="169927" y="119719"/>
                </a:lnTo>
                <a:lnTo>
                  <a:pt x="169393" y="120365"/>
                </a:lnTo>
                <a:lnTo>
                  <a:pt x="168836" y="120988"/>
                </a:lnTo>
                <a:lnTo>
                  <a:pt x="168257" y="121611"/>
                </a:lnTo>
                <a:lnTo>
                  <a:pt x="167656" y="122213"/>
                </a:lnTo>
                <a:lnTo>
                  <a:pt x="167055" y="122814"/>
                </a:lnTo>
                <a:lnTo>
                  <a:pt x="166454" y="123370"/>
                </a:lnTo>
                <a:lnTo>
                  <a:pt x="165808" y="123927"/>
                </a:lnTo>
                <a:lnTo>
                  <a:pt x="165185" y="124484"/>
                </a:lnTo>
                <a:lnTo>
                  <a:pt x="164517" y="125018"/>
                </a:lnTo>
                <a:lnTo>
                  <a:pt x="163849" y="125530"/>
                </a:lnTo>
                <a:lnTo>
                  <a:pt x="163158" y="126020"/>
                </a:lnTo>
                <a:lnTo>
                  <a:pt x="162468" y="126510"/>
                </a:lnTo>
                <a:lnTo>
                  <a:pt x="161778" y="126955"/>
                </a:lnTo>
                <a:lnTo>
                  <a:pt x="161043" y="127400"/>
                </a:lnTo>
                <a:lnTo>
                  <a:pt x="160331" y="127846"/>
                </a:lnTo>
                <a:lnTo>
                  <a:pt x="159574" y="128246"/>
                </a:lnTo>
                <a:lnTo>
                  <a:pt x="158839" y="128647"/>
                </a:lnTo>
                <a:lnTo>
                  <a:pt x="158082" y="129026"/>
                </a:lnTo>
                <a:lnTo>
                  <a:pt x="157303" y="129382"/>
                </a:lnTo>
                <a:lnTo>
                  <a:pt x="156524" y="129738"/>
                </a:lnTo>
                <a:lnTo>
                  <a:pt x="155722" y="130050"/>
                </a:lnTo>
                <a:lnTo>
                  <a:pt x="154920" y="130362"/>
                </a:lnTo>
                <a:lnTo>
                  <a:pt x="154119" y="130651"/>
                </a:lnTo>
                <a:lnTo>
                  <a:pt x="153295" y="130918"/>
                </a:lnTo>
                <a:lnTo>
                  <a:pt x="152471" y="131163"/>
                </a:lnTo>
                <a:lnTo>
                  <a:pt x="151625" y="131386"/>
                </a:lnTo>
                <a:lnTo>
                  <a:pt x="150779" y="131586"/>
                </a:lnTo>
                <a:lnTo>
                  <a:pt x="149933" y="131787"/>
                </a:lnTo>
                <a:lnTo>
                  <a:pt x="149087" y="131942"/>
                </a:lnTo>
                <a:lnTo>
                  <a:pt x="148219" y="132098"/>
                </a:lnTo>
                <a:lnTo>
                  <a:pt x="147328" y="132210"/>
                </a:lnTo>
                <a:lnTo>
                  <a:pt x="146460" y="132321"/>
                </a:lnTo>
                <a:lnTo>
                  <a:pt x="145569" y="132388"/>
                </a:lnTo>
                <a:lnTo>
                  <a:pt x="144678" y="132454"/>
                </a:lnTo>
                <a:lnTo>
                  <a:pt x="143788" y="132477"/>
                </a:lnTo>
                <a:lnTo>
                  <a:pt x="142875" y="132499"/>
                </a:lnTo>
                <a:lnTo>
                  <a:pt x="141962" y="132477"/>
                </a:lnTo>
                <a:lnTo>
                  <a:pt x="141072" y="132454"/>
                </a:lnTo>
                <a:lnTo>
                  <a:pt x="140181" y="132388"/>
                </a:lnTo>
                <a:lnTo>
                  <a:pt x="139290" y="132321"/>
                </a:lnTo>
                <a:lnTo>
                  <a:pt x="138400" y="132210"/>
                </a:lnTo>
                <a:lnTo>
                  <a:pt x="137531" y="132098"/>
                </a:lnTo>
                <a:lnTo>
                  <a:pt x="136663" y="131942"/>
                </a:lnTo>
                <a:lnTo>
                  <a:pt x="135817" y="131787"/>
                </a:lnTo>
                <a:lnTo>
                  <a:pt x="134949" y="131586"/>
                </a:lnTo>
                <a:lnTo>
                  <a:pt x="134125" y="131386"/>
                </a:lnTo>
                <a:lnTo>
                  <a:pt x="133279" y="131163"/>
                </a:lnTo>
                <a:lnTo>
                  <a:pt x="132455" y="130918"/>
                </a:lnTo>
                <a:lnTo>
                  <a:pt x="131631" y="130651"/>
                </a:lnTo>
                <a:lnTo>
                  <a:pt x="130830" y="130362"/>
                </a:lnTo>
                <a:lnTo>
                  <a:pt x="130028" y="130050"/>
                </a:lnTo>
                <a:lnTo>
                  <a:pt x="129227" y="129738"/>
                </a:lnTo>
                <a:lnTo>
                  <a:pt x="128447" y="129382"/>
                </a:lnTo>
                <a:lnTo>
                  <a:pt x="127668" y="129026"/>
                </a:lnTo>
                <a:lnTo>
                  <a:pt x="126911" y="128647"/>
                </a:lnTo>
                <a:lnTo>
                  <a:pt x="126154" y="128246"/>
                </a:lnTo>
                <a:lnTo>
                  <a:pt x="125419" y="127846"/>
                </a:lnTo>
                <a:lnTo>
                  <a:pt x="124684" y="127400"/>
                </a:lnTo>
                <a:lnTo>
                  <a:pt x="123972" y="126955"/>
                </a:lnTo>
                <a:lnTo>
                  <a:pt x="123282" y="126510"/>
                </a:lnTo>
                <a:lnTo>
                  <a:pt x="122569" y="126020"/>
                </a:lnTo>
                <a:lnTo>
                  <a:pt x="121901" y="125530"/>
                </a:lnTo>
                <a:lnTo>
                  <a:pt x="121233" y="125018"/>
                </a:lnTo>
                <a:lnTo>
                  <a:pt x="120565" y="124484"/>
                </a:lnTo>
                <a:lnTo>
                  <a:pt x="119920" y="123927"/>
                </a:lnTo>
                <a:lnTo>
                  <a:pt x="119296" y="123370"/>
                </a:lnTo>
                <a:lnTo>
                  <a:pt x="118673" y="122814"/>
                </a:lnTo>
                <a:lnTo>
                  <a:pt x="118072" y="122213"/>
                </a:lnTo>
                <a:lnTo>
                  <a:pt x="117493" y="121611"/>
                </a:lnTo>
                <a:lnTo>
                  <a:pt x="116914" y="120988"/>
                </a:lnTo>
                <a:lnTo>
                  <a:pt x="116357" y="120365"/>
                </a:lnTo>
                <a:lnTo>
                  <a:pt x="115823" y="119719"/>
                </a:lnTo>
                <a:lnTo>
                  <a:pt x="115289" y="119073"/>
                </a:lnTo>
                <a:lnTo>
                  <a:pt x="114776" y="118405"/>
                </a:lnTo>
                <a:lnTo>
                  <a:pt x="114287" y="117715"/>
                </a:lnTo>
                <a:lnTo>
                  <a:pt x="113797" y="117025"/>
                </a:lnTo>
                <a:lnTo>
                  <a:pt x="113329" y="116312"/>
                </a:lnTo>
                <a:lnTo>
                  <a:pt x="112884" y="115600"/>
                </a:lnTo>
                <a:lnTo>
                  <a:pt x="112461" y="114865"/>
                </a:lnTo>
                <a:lnTo>
                  <a:pt x="112038" y="114130"/>
                </a:lnTo>
                <a:lnTo>
                  <a:pt x="111637" y="113373"/>
                </a:lnTo>
                <a:lnTo>
                  <a:pt x="111259" y="112616"/>
                </a:lnTo>
                <a:lnTo>
                  <a:pt x="110902" y="111859"/>
                </a:lnTo>
                <a:lnTo>
                  <a:pt x="110568" y="111058"/>
                </a:lnTo>
                <a:lnTo>
                  <a:pt x="110234" y="110279"/>
                </a:lnTo>
                <a:lnTo>
                  <a:pt x="109945" y="109477"/>
                </a:lnTo>
                <a:lnTo>
                  <a:pt x="109656" y="108675"/>
                </a:lnTo>
                <a:lnTo>
                  <a:pt x="109388" y="107852"/>
                </a:lnTo>
                <a:lnTo>
                  <a:pt x="109143" y="107028"/>
                </a:lnTo>
                <a:lnTo>
                  <a:pt x="108898" y="106182"/>
                </a:lnTo>
                <a:lnTo>
                  <a:pt x="108698" y="105336"/>
                </a:lnTo>
                <a:lnTo>
                  <a:pt x="108520" y="104490"/>
                </a:lnTo>
                <a:lnTo>
                  <a:pt x="108342" y="103621"/>
                </a:lnTo>
                <a:lnTo>
                  <a:pt x="108208" y="102753"/>
                </a:lnTo>
                <a:lnTo>
                  <a:pt x="108097" y="101885"/>
                </a:lnTo>
                <a:lnTo>
                  <a:pt x="107986" y="101016"/>
                </a:lnTo>
                <a:lnTo>
                  <a:pt x="107897" y="100126"/>
                </a:lnTo>
                <a:lnTo>
                  <a:pt x="107852" y="99235"/>
                </a:lnTo>
                <a:lnTo>
                  <a:pt x="107808" y="98322"/>
                </a:lnTo>
                <a:lnTo>
                  <a:pt x="107808" y="97432"/>
                </a:lnTo>
                <a:lnTo>
                  <a:pt x="107808" y="96519"/>
                </a:lnTo>
                <a:lnTo>
                  <a:pt x="107852" y="95628"/>
                </a:lnTo>
                <a:lnTo>
                  <a:pt x="107897" y="94715"/>
                </a:lnTo>
                <a:lnTo>
                  <a:pt x="107986" y="93847"/>
                </a:lnTo>
                <a:lnTo>
                  <a:pt x="108097" y="92956"/>
                </a:lnTo>
                <a:lnTo>
                  <a:pt x="108208" y="92088"/>
                </a:lnTo>
                <a:lnTo>
                  <a:pt x="108342" y="91220"/>
                </a:lnTo>
                <a:lnTo>
                  <a:pt x="108520" y="90351"/>
                </a:lnTo>
                <a:lnTo>
                  <a:pt x="108698" y="89505"/>
                </a:lnTo>
                <a:lnTo>
                  <a:pt x="108898" y="88659"/>
                </a:lnTo>
                <a:lnTo>
                  <a:pt x="109143" y="87835"/>
                </a:lnTo>
                <a:lnTo>
                  <a:pt x="109388" y="86989"/>
                </a:lnTo>
                <a:lnTo>
                  <a:pt x="109656" y="86188"/>
                </a:lnTo>
                <a:lnTo>
                  <a:pt x="109945" y="85364"/>
                </a:lnTo>
                <a:lnTo>
                  <a:pt x="110234" y="84562"/>
                </a:lnTo>
                <a:lnTo>
                  <a:pt x="110568" y="83783"/>
                </a:lnTo>
                <a:lnTo>
                  <a:pt x="110902" y="83004"/>
                </a:lnTo>
                <a:lnTo>
                  <a:pt x="111259" y="82225"/>
                </a:lnTo>
                <a:lnTo>
                  <a:pt x="111637" y="81468"/>
                </a:lnTo>
                <a:lnTo>
                  <a:pt x="112038" y="80711"/>
                </a:lnTo>
                <a:lnTo>
                  <a:pt x="112461" y="79976"/>
                </a:lnTo>
                <a:lnTo>
                  <a:pt x="112884" y="79241"/>
                </a:lnTo>
                <a:lnTo>
                  <a:pt x="113329" y="78529"/>
                </a:lnTo>
                <a:lnTo>
                  <a:pt x="113797" y="77816"/>
                </a:lnTo>
                <a:lnTo>
                  <a:pt x="114287" y="77126"/>
                </a:lnTo>
                <a:lnTo>
                  <a:pt x="114776" y="76436"/>
                </a:lnTo>
                <a:lnTo>
                  <a:pt x="115289" y="75768"/>
                </a:lnTo>
                <a:lnTo>
                  <a:pt x="115823" y="75122"/>
                </a:lnTo>
                <a:lnTo>
                  <a:pt x="116357" y="74476"/>
                </a:lnTo>
                <a:lnTo>
                  <a:pt x="116914" y="73853"/>
                </a:lnTo>
                <a:lnTo>
                  <a:pt x="117493" y="73230"/>
                </a:lnTo>
                <a:lnTo>
                  <a:pt x="118072" y="72628"/>
                </a:lnTo>
                <a:lnTo>
                  <a:pt x="118673" y="72050"/>
                </a:lnTo>
                <a:lnTo>
                  <a:pt x="119296" y="71471"/>
                </a:lnTo>
                <a:lnTo>
                  <a:pt x="119920" y="70914"/>
                </a:lnTo>
                <a:lnTo>
                  <a:pt x="120565" y="70357"/>
                </a:lnTo>
                <a:lnTo>
                  <a:pt x="121233" y="69845"/>
                </a:lnTo>
                <a:lnTo>
                  <a:pt x="121901" y="69333"/>
                </a:lnTo>
                <a:lnTo>
                  <a:pt x="122569" y="68821"/>
                </a:lnTo>
                <a:lnTo>
                  <a:pt x="123282" y="68354"/>
                </a:lnTo>
                <a:lnTo>
                  <a:pt x="123972" y="67886"/>
                </a:lnTo>
                <a:lnTo>
                  <a:pt x="124684" y="67441"/>
                </a:lnTo>
                <a:lnTo>
                  <a:pt x="125419" y="66995"/>
                </a:lnTo>
                <a:lnTo>
                  <a:pt x="126154" y="66595"/>
                </a:lnTo>
                <a:lnTo>
                  <a:pt x="126911" y="66194"/>
                </a:lnTo>
                <a:lnTo>
                  <a:pt x="127668" y="65815"/>
                </a:lnTo>
                <a:lnTo>
                  <a:pt x="128447" y="65459"/>
                </a:lnTo>
                <a:lnTo>
                  <a:pt x="129227" y="65103"/>
                </a:lnTo>
                <a:lnTo>
                  <a:pt x="130028" y="64791"/>
                </a:lnTo>
                <a:lnTo>
                  <a:pt x="130830" y="64479"/>
                </a:lnTo>
                <a:lnTo>
                  <a:pt x="131631" y="64190"/>
                </a:lnTo>
                <a:lnTo>
                  <a:pt x="132455" y="63923"/>
                </a:lnTo>
                <a:lnTo>
                  <a:pt x="133279" y="63678"/>
                </a:lnTo>
                <a:lnTo>
                  <a:pt x="134125" y="63455"/>
                </a:lnTo>
                <a:lnTo>
                  <a:pt x="134949" y="63255"/>
                </a:lnTo>
                <a:lnTo>
                  <a:pt x="135817" y="63077"/>
                </a:lnTo>
                <a:lnTo>
                  <a:pt x="136663" y="62899"/>
                </a:lnTo>
                <a:lnTo>
                  <a:pt x="137531" y="62765"/>
                </a:lnTo>
                <a:lnTo>
                  <a:pt x="138400" y="62631"/>
                </a:lnTo>
                <a:lnTo>
                  <a:pt x="139290" y="62542"/>
                </a:lnTo>
                <a:lnTo>
                  <a:pt x="140181" y="62453"/>
                </a:lnTo>
                <a:lnTo>
                  <a:pt x="141072" y="62409"/>
                </a:lnTo>
                <a:lnTo>
                  <a:pt x="141962" y="62364"/>
                </a:lnTo>
                <a:close/>
                <a:moveTo>
                  <a:pt x="142875" y="38964"/>
                </a:moveTo>
                <a:lnTo>
                  <a:pt x="141361" y="38986"/>
                </a:lnTo>
                <a:lnTo>
                  <a:pt x="139869" y="39053"/>
                </a:lnTo>
                <a:lnTo>
                  <a:pt x="138377" y="39142"/>
                </a:lnTo>
                <a:lnTo>
                  <a:pt x="136908" y="39275"/>
                </a:lnTo>
                <a:lnTo>
                  <a:pt x="135438" y="39454"/>
                </a:lnTo>
                <a:lnTo>
                  <a:pt x="133991" y="39654"/>
                </a:lnTo>
                <a:lnTo>
                  <a:pt x="132544" y="39899"/>
                </a:lnTo>
                <a:lnTo>
                  <a:pt x="131119" y="40166"/>
                </a:lnTo>
                <a:lnTo>
                  <a:pt x="129694" y="40478"/>
                </a:lnTo>
                <a:lnTo>
                  <a:pt x="128291" y="40812"/>
                </a:lnTo>
                <a:lnTo>
                  <a:pt x="126889" y="41190"/>
                </a:lnTo>
                <a:lnTo>
                  <a:pt x="125508" y="41613"/>
                </a:lnTo>
                <a:lnTo>
                  <a:pt x="124150" y="42059"/>
                </a:lnTo>
                <a:lnTo>
                  <a:pt x="122814" y="42526"/>
                </a:lnTo>
                <a:lnTo>
                  <a:pt x="121478" y="43038"/>
                </a:lnTo>
                <a:lnTo>
                  <a:pt x="120142" y="43573"/>
                </a:lnTo>
                <a:lnTo>
                  <a:pt x="118851" y="44151"/>
                </a:lnTo>
                <a:lnTo>
                  <a:pt x="117560" y="44753"/>
                </a:lnTo>
                <a:lnTo>
                  <a:pt x="116291" y="45376"/>
                </a:lnTo>
                <a:lnTo>
                  <a:pt x="115044" y="46044"/>
                </a:lnTo>
                <a:lnTo>
                  <a:pt x="113819" y="46734"/>
                </a:lnTo>
                <a:lnTo>
                  <a:pt x="112594" y="47447"/>
                </a:lnTo>
                <a:lnTo>
                  <a:pt x="111392" y="48204"/>
                </a:lnTo>
                <a:lnTo>
                  <a:pt x="110234" y="48983"/>
                </a:lnTo>
                <a:lnTo>
                  <a:pt x="109077" y="49785"/>
                </a:lnTo>
                <a:lnTo>
                  <a:pt x="107941" y="50608"/>
                </a:lnTo>
                <a:lnTo>
                  <a:pt x="106828" y="51454"/>
                </a:lnTo>
                <a:lnTo>
                  <a:pt x="105715" y="52345"/>
                </a:lnTo>
                <a:lnTo>
                  <a:pt x="104646" y="53258"/>
                </a:lnTo>
                <a:lnTo>
                  <a:pt x="103599" y="54193"/>
                </a:lnTo>
                <a:lnTo>
                  <a:pt x="102575" y="55128"/>
                </a:lnTo>
                <a:lnTo>
                  <a:pt x="101573" y="56130"/>
                </a:lnTo>
                <a:lnTo>
                  <a:pt x="100594" y="57132"/>
                </a:lnTo>
                <a:lnTo>
                  <a:pt x="99636" y="58156"/>
                </a:lnTo>
                <a:lnTo>
                  <a:pt x="98701" y="59203"/>
                </a:lnTo>
                <a:lnTo>
                  <a:pt x="97788" y="60271"/>
                </a:lnTo>
                <a:lnTo>
                  <a:pt x="96920" y="61362"/>
                </a:lnTo>
                <a:lnTo>
                  <a:pt x="96052" y="62476"/>
                </a:lnTo>
                <a:lnTo>
                  <a:pt x="95228" y="63611"/>
                </a:lnTo>
                <a:lnTo>
                  <a:pt x="94426" y="64769"/>
                </a:lnTo>
                <a:lnTo>
                  <a:pt x="93647" y="65949"/>
                </a:lnTo>
                <a:lnTo>
                  <a:pt x="92912" y="67151"/>
                </a:lnTo>
                <a:lnTo>
                  <a:pt x="92177" y="68354"/>
                </a:lnTo>
                <a:lnTo>
                  <a:pt x="91487" y="69600"/>
                </a:lnTo>
                <a:lnTo>
                  <a:pt x="90842" y="70847"/>
                </a:lnTo>
                <a:lnTo>
                  <a:pt x="90196" y="72116"/>
                </a:lnTo>
                <a:lnTo>
                  <a:pt x="89595" y="73408"/>
                </a:lnTo>
                <a:lnTo>
                  <a:pt x="89038" y="74699"/>
                </a:lnTo>
                <a:lnTo>
                  <a:pt x="88481" y="76013"/>
                </a:lnTo>
                <a:lnTo>
                  <a:pt x="87969" y="77349"/>
                </a:lnTo>
                <a:lnTo>
                  <a:pt x="87502" y="78707"/>
                </a:lnTo>
                <a:lnTo>
                  <a:pt x="87056" y="80065"/>
                </a:lnTo>
                <a:lnTo>
                  <a:pt x="86656" y="81445"/>
                </a:lnTo>
                <a:lnTo>
                  <a:pt x="86277" y="82848"/>
                </a:lnTo>
                <a:lnTo>
                  <a:pt x="85921" y="84251"/>
                </a:lnTo>
                <a:lnTo>
                  <a:pt x="85609" y="85653"/>
                </a:lnTo>
                <a:lnTo>
                  <a:pt x="85342" y="87101"/>
                </a:lnTo>
                <a:lnTo>
                  <a:pt x="85097" y="88548"/>
                </a:lnTo>
                <a:lnTo>
                  <a:pt x="84897" y="89995"/>
                </a:lnTo>
                <a:lnTo>
                  <a:pt x="84719" y="91465"/>
                </a:lnTo>
                <a:lnTo>
                  <a:pt x="84585" y="92934"/>
                </a:lnTo>
                <a:lnTo>
                  <a:pt x="84496" y="94426"/>
                </a:lnTo>
                <a:lnTo>
                  <a:pt x="84451" y="95918"/>
                </a:lnTo>
                <a:lnTo>
                  <a:pt x="84429" y="97432"/>
                </a:lnTo>
                <a:lnTo>
                  <a:pt x="84451" y="98923"/>
                </a:lnTo>
                <a:lnTo>
                  <a:pt x="84496" y="100415"/>
                </a:lnTo>
                <a:lnTo>
                  <a:pt x="84585" y="101907"/>
                </a:lnTo>
                <a:lnTo>
                  <a:pt x="84719" y="103376"/>
                </a:lnTo>
                <a:lnTo>
                  <a:pt x="84897" y="104846"/>
                </a:lnTo>
                <a:lnTo>
                  <a:pt x="85097" y="106315"/>
                </a:lnTo>
                <a:lnTo>
                  <a:pt x="85342" y="107740"/>
                </a:lnTo>
                <a:lnTo>
                  <a:pt x="85609" y="109188"/>
                </a:lnTo>
                <a:lnTo>
                  <a:pt x="85921" y="110590"/>
                </a:lnTo>
                <a:lnTo>
                  <a:pt x="86277" y="112015"/>
                </a:lnTo>
                <a:lnTo>
                  <a:pt x="86656" y="113396"/>
                </a:lnTo>
                <a:lnTo>
                  <a:pt x="87056" y="114776"/>
                </a:lnTo>
                <a:lnTo>
                  <a:pt x="87502" y="116134"/>
                </a:lnTo>
                <a:lnTo>
                  <a:pt x="87969" y="117492"/>
                </a:lnTo>
                <a:lnTo>
                  <a:pt x="88481" y="118828"/>
                </a:lnTo>
                <a:lnTo>
                  <a:pt x="89038" y="120142"/>
                </a:lnTo>
                <a:lnTo>
                  <a:pt x="89595" y="121456"/>
                </a:lnTo>
                <a:lnTo>
                  <a:pt x="90196" y="122725"/>
                </a:lnTo>
                <a:lnTo>
                  <a:pt x="90842" y="123994"/>
                </a:lnTo>
                <a:lnTo>
                  <a:pt x="91487" y="125263"/>
                </a:lnTo>
                <a:lnTo>
                  <a:pt x="92177" y="126487"/>
                </a:lnTo>
                <a:lnTo>
                  <a:pt x="92912" y="127690"/>
                </a:lnTo>
                <a:lnTo>
                  <a:pt x="93647" y="128892"/>
                </a:lnTo>
                <a:lnTo>
                  <a:pt x="94426" y="130072"/>
                </a:lnTo>
                <a:lnTo>
                  <a:pt x="95228" y="131230"/>
                </a:lnTo>
                <a:lnTo>
                  <a:pt x="96052" y="132365"/>
                </a:lnTo>
                <a:lnTo>
                  <a:pt x="96920" y="133479"/>
                </a:lnTo>
                <a:lnTo>
                  <a:pt x="97788" y="134570"/>
                </a:lnTo>
                <a:lnTo>
                  <a:pt x="98701" y="135638"/>
                </a:lnTo>
                <a:lnTo>
                  <a:pt x="99636" y="136685"/>
                </a:lnTo>
                <a:lnTo>
                  <a:pt x="100594" y="137731"/>
                </a:lnTo>
                <a:lnTo>
                  <a:pt x="101573" y="138733"/>
                </a:lnTo>
                <a:lnTo>
                  <a:pt x="102575" y="139713"/>
                </a:lnTo>
                <a:lnTo>
                  <a:pt x="103599" y="140670"/>
                </a:lnTo>
                <a:lnTo>
                  <a:pt x="104646" y="141605"/>
                </a:lnTo>
                <a:lnTo>
                  <a:pt x="105715" y="142496"/>
                </a:lnTo>
                <a:lnTo>
                  <a:pt x="106828" y="143387"/>
                </a:lnTo>
                <a:lnTo>
                  <a:pt x="107941" y="144233"/>
                </a:lnTo>
                <a:lnTo>
                  <a:pt x="109077" y="145079"/>
                </a:lnTo>
                <a:lnTo>
                  <a:pt x="110234" y="145880"/>
                </a:lnTo>
                <a:lnTo>
                  <a:pt x="111392" y="146637"/>
                </a:lnTo>
                <a:lnTo>
                  <a:pt x="112594" y="147394"/>
                </a:lnTo>
                <a:lnTo>
                  <a:pt x="113819" y="148107"/>
                </a:lnTo>
                <a:lnTo>
                  <a:pt x="115044" y="148797"/>
                </a:lnTo>
                <a:lnTo>
                  <a:pt x="116291" y="149465"/>
                </a:lnTo>
                <a:lnTo>
                  <a:pt x="117560" y="150088"/>
                </a:lnTo>
                <a:lnTo>
                  <a:pt x="118851" y="150690"/>
                </a:lnTo>
                <a:lnTo>
                  <a:pt x="120142" y="151268"/>
                </a:lnTo>
                <a:lnTo>
                  <a:pt x="121478" y="151803"/>
                </a:lnTo>
                <a:lnTo>
                  <a:pt x="122814" y="152315"/>
                </a:lnTo>
                <a:lnTo>
                  <a:pt x="124150" y="152805"/>
                </a:lnTo>
                <a:lnTo>
                  <a:pt x="125508" y="153228"/>
                </a:lnTo>
                <a:lnTo>
                  <a:pt x="126889" y="153651"/>
                </a:lnTo>
                <a:lnTo>
                  <a:pt x="128291" y="154029"/>
                </a:lnTo>
                <a:lnTo>
                  <a:pt x="129694" y="154363"/>
                </a:lnTo>
                <a:lnTo>
                  <a:pt x="131119" y="154675"/>
                </a:lnTo>
                <a:lnTo>
                  <a:pt x="132544" y="154964"/>
                </a:lnTo>
                <a:lnTo>
                  <a:pt x="133991" y="155187"/>
                </a:lnTo>
                <a:lnTo>
                  <a:pt x="135438" y="155410"/>
                </a:lnTo>
                <a:lnTo>
                  <a:pt x="136908" y="155566"/>
                </a:lnTo>
                <a:lnTo>
                  <a:pt x="138377" y="155699"/>
                </a:lnTo>
                <a:lnTo>
                  <a:pt x="139869" y="155788"/>
                </a:lnTo>
                <a:lnTo>
                  <a:pt x="141361" y="155855"/>
                </a:lnTo>
                <a:lnTo>
                  <a:pt x="142875" y="155877"/>
                </a:lnTo>
                <a:lnTo>
                  <a:pt x="144389" y="155855"/>
                </a:lnTo>
                <a:lnTo>
                  <a:pt x="145881" y="155788"/>
                </a:lnTo>
                <a:lnTo>
                  <a:pt x="147373" y="155699"/>
                </a:lnTo>
                <a:lnTo>
                  <a:pt x="148842" y="155566"/>
                </a:lnTo>
                <a:lnTo>
                  <a:pt x="150312" y="155410"/>
                </a:lnTo>
                <a:lnTo>
                  <a:pt x="151759" y="155187"/>
                </a:lnTo>
                <a:lnTo>
                  <a:pt x="153206" y="154964"/>
                </a:lnTo>
                <a:lnTo>
                  <a:pt x="154631" y="154675"/>
                </a:lnTo>
                <a:lnTo>
                  <a:pt x="156056" y="154363"/>
                </a:lnTo>
                <a:lnTo>
                  <a:pt x="157459" y="154029"/>
                </a:lnTo>
                <a:lnTo>
                  <a:pt x="158861" y="153651"/>
                </a:lnTo>
                <a:lnTo>
                  <a:pt x="160220" y="153228"/>
                </a:lnTo>
                <a:lnTo>
                  <a:pt x="161600" y="152805"/>
                </a:lnTo>
                <a:lnTo>
                  <a:pt x="162936" y="152315"/>
                </a:lnTo>
                <a:lnTo>
                  <a:pt x="164272" y="151803"/>
                </a:lnTo>
                <a:lnTo>
                  <a:pt x="165585" y="151268"/>
                </a:lnTo>
                <a:lnTo>
                  <a:pt x="166899" y="150690"/>
                </a:lnTo>
                <a:lnTo>
                  <a:pt x="168190" y="150088"/>
                </a:lnTo>
                <a:lnTo>
                  <a:pt x="169460" y="149465"/>
                </a:lnTo>
                <a:lnTo>
                  <a:pt x="170706" y="148797"/>
                </a:lnTo>
                <a:lnTo>
                  <a:pt x="171931" y="148107"/>
                </a:lnTo>
                <a:lnTo>
                  <a:pt x="173156" y="147394"/>
                </a:lnTo>
                <a:lnTo>
                  <a:pt x="174336" y="146637"/>
                </a:lnTo>
                <a:lnTo>
                  <a:pt x="175516" y="145880"/>
                </a:lnTo>
                <a:lnTo>
                  <a:pt x="176673" y="145079"/>
                </a:lnTo>
                <a:lnTo>
                  <a:pt x="177809" y="144233"/>
                </a:lnTo>
                <a:lnTo>
                  <a:pt x="178922" y="143387"/>
                </a:lnTo>
                <a:lnTo>
                  <a:pt x="180013" y="142496"/>
                </a:lnTo>
                <a:lnTo>
                  <a:pt x="181104" y="141605"/>
                </a:lnTo>
                <a:lnTo>
                  <a:pt x="182151" y="140670"/>
                </a:lnTo>
                <a:lnTo>
                  <a:pt x="183175" y="139713"/>
                </a:lnTo>
                <a:lnTo>
                  <a:pt x="184177" y="138733"/>
                </a:lnTo>
                <a:lnTo>
                  <a:pt x="185156" y="137731"/>
                </a:lnTo>
                <a:lnTo>
                  <a:pt x="186114" y="136685"/>
                </a:lnTo>
                <a:lnTo>
                  <a:pt x="187049" y="135638"/>
                </a:lnTo>
                <a:lnTo>
                  <a:pt x="187962" y="134570"/>
                </a:lnTo>
                <a:lnTo>
                  <a:pt x="188830" y="133479"/>
                </a:lnTo>
                <a:lnTo>
                  <a:pt x="189698" y="132365"/>
                </a:lnTo>
                <a:lnTo>
                  <a:pt x="190522" y="131230"/>
                </a:lnTo>
                <a:lnTo>
                  <a:pt x="191324" y="130072"/>
                </a:lnTo>
                <a:lnTo>
                  <a:pt x="192103" y="128892"/>
                </a:lnTo>
                <a:lnTo>
                  <a:pt x="192838" y="127690"/>
                </a:lnTo>
                <a:lnTo>
                  <a:pt x="193573" y="126487"/>
                </a:lnTo>
                <a:lnTo>
                  <a:pt x="194263" y="125263"/>
                </a:lnTo>
                <a:lnTo>
                  <a:pt x="194908" y="123994"/>
                </a:lnTo>
                <a:lnTo>
                  <a:pt x="195554" y="122725"/>
                </a:lnTo>
                <a:lnTo>
                  <a:pt x="196155" y="121456"/>
                </a:lnTo>
                <a:lnTo>
                  <a:pt x="196712" y="120142"/>
                </a:lnTo>
                <a:lnTo>
                  <a:pt x="197269" y="118828"/>
                </a:lnTo>
                <a:lnTo>
                  <a:pt x="197758" y="117492"/>
                </a:lnTo>
                <a:lnTo>
                  <a:pt x="198248" y="116134"/>
                </a:lnTo>
                <a:lnTo>
                  <a:pt x="198694" y="114776"/>
                </a:lnTo>
                <a:lnTo>
                  <a:pt x="199094" y="113396"/>
                </a:lnTo>
                <a:lnTo>
                  <a:pt x="199473" y="112015"/>
                </a:lnTo>
                <a:lnTo>
                  <a:pt x="199829" y="110590"/>
                </a:lnTo>
                <a:lnTo>
                  <a:pt x="200141" y="109188"/>
                </a:lnTo>
                <a:lnTo>
                  <a:pt x="200408" y="107740"/>
                </a:lnTo>
                <a:lnTo>
                  <a:pt x="200653" y="106315"/>
                </a:lnTo>
                <a:lnTo>
                  <a:pt x="200853" y="104846"/>
                </a:lnTo>
                <a:lnTo>
                  <a:pt x="201009" y="103376"/>
                </a:lnTo>
                <a:lnTo>
                  <a:pt x="201143" y="101907"/>
                </a:lnTo>
                <a:lnTo>
                  <a:pt x="201254" y="100415"/>
                </a:lnTo>
                <a:lnTo>
                  <a:pt x="201299" y="98923"/>
                </a:lnTo>
                <a:lnTo>
                  <a:pt x="201321" y="97432"/>
                </a:lnTo>
                <a:lnTo>
                  <a:pt x="201299" y="95918"/>
                </a:lnTo>
                <a:lnTo>
                  <a:pt x="201254" y="94426"/>
                </a:lnTo>
                <a:lnTo>
                  <a:pt x="201143" y="92934"/>
                </a:lnTo>
                <a:lnTo>
                  <a:pt x="201009" y="91465"/>
                </a:lnTo>
                <a:lnTo>
                  <a:pt x="200853" y="89995"/>
                </a:lnTo>
                <a:lnTo>
                  <a:pt x="200653" y="88548"/>
                </a:lnTo>
                <a:lnTo>
                  <a:pt x="200408" y="87101"/>
                </a:lnTo>
                <a:lnTo>
                  <a:pt x="200141" y="85653"/>
                </a:lnTo>
                <a:lnTo>
                  <a:pt x="199829" y="84251"/>
                </a:lnTo>
                <a:lnTo>
                  <a:pt x="199473" y="82848"/>
                </a:lnTo>
                <a:lnTo>
                  <a:pt x="199094" y="81445"/>
                </a:lnTo>
                <a:lnTo>
                  <a:pt x="198694" y="80065"/>
                </a:lnTo>
                <a:lnTo>
                  <a:pt x="198248" y="78707"/>
                </a:lnTo>
                <a:lnTo>
                  <a:pt x="197758" y="77349"/>
                </a:lnTo>
                <a:lnTo>
                  <a:pt x="197269" y="76013"/>
                </a:lnTo>
                <a:lnTo>
                  <a:pt x="196712" y="74699"/>
                </a:lnTo>
                <a:lnTo>
                  <a:pt x="196155" y="73408"/>
                </a:lnTo>
                <a:lnTo>
                  <a:pt x="195554" y="72116"/>
                </a:lnTo>
                <a:lnTo>
                  <a:pt x="194908" y="70847"/>
                </a:lnTo>
                <a:lnTo>
                  <a:pt x="194263" y="69600"/>
                </a:lnTo>
                <a:lnTo>
                  <a:pt x="193573" y="68354"/>
                </a:lnTo>
                <a:lnTo>
                  <a:pt x="192838" y="67151"/>
                </a:lnTo>
                <a:lnTo>
                  <a:pt x="192103" y="65949"/>
                </a:lnTo>
                <a:lnTo>
                  <a:pt x="191324" y="64769"/>
                </a:lnTo>
                <a:lnTo>
                  <a:pt x="190522" y="63611"/>
                </a:lnTo>
                <a:lnTo>
                  <a:pt x="189698" y="62476"/>
                </a:lnTo>
                <a:lnTo>
                  <a:pt x="188830" y="61362"/>
                </a:lnTo>
                <a:lnTo>
                  <a:pt x="187962" y="60271"/>
                </a:lnTo>
                <a:lnTo>
                  <a:pt x="187049" y="59203"/>
                </a:lnTo>
                <a:lnTo>
                  <a:pt x="186114" y="58156"/>
                </a:lnTo>
                <a:lnTo>
                  <a:pt x="185156" y="57132"/>
                </a:lnTo>
                <a:lnTo>
                  <a:pt x="184177" y="56130"/>
                </a:lnTo>
                <a:lnTo>
                  <a:pt x="183175" y="55128"/>
                </a:lnTo>
                <a:lnTo>
                  <a:pt x="182151" y="54193"/>
                </a:lnTo>
                <a:lnTo>
                  <a:pt x="181104" y="53258"/>
                </a:lnTo>
                <a:lnTo>
                  <a:pt x="180013" y="52345"/>
                </a:lnTo>
                <a:lnTo>
                  <a:pt x="178922" y="51454"/>
                </a:lnTo>
                <a:lnTo>
                  <a:pt x="177809" y="50608"/>
                </a:lnTo>
                <a:lnTo>
                  <a:pt x="176673" y="49785"/>
                </a:lnTo>
                <a:lnTo>
                  <a:pt x="175516" y="48983"/>
                </a:lnTo>
                <a:lnTo>
                  <a:pt x="174336" y="48204"/>
                </a:lnTo>
                <a:lnTo>
                  <a:pt x="173156" y="47447"/>
                </a:lnTo>
                <a:lnTo>
                  <a:pt x="171931" y="46734"/>
                </a:lnTo>
                <a:lnTo>
                  <a:pt x="170706" y="46044"/>
                </a:lnTo>
                <a:lnTo>
                  <a:pt x="169460" y="45376"/>
                </a:lnTo>
                <a:lnTo>
                  <a:pt x="168190" y="44753"/>
                </a:lnTo>
                <a:lnTo>
                  <a:pt x="166899" y="44151"/>
                </a:lnTo>
                <a:lnTo>
                  <a:pt x="165585" y="43573"/>
                </a:lnTo>
                <a:lnTo>
                  <a:pt x="164272" y="43038"/>
                </a:lnTo>
                <a:lnTo>
                  <a:pt x="162936" y="42526"/>
                </a:lnTo>
                <a:lnTo>
                  <a:pt x="161600" y="42059"/>
                </a:lnTo>
                <a:lnTo>
                  <a:pt x="160220" y="41613"/>
                </a:lnTo>
                <a:lnTo>
                  <a:pt x="158861" y="41190"/>
                </a:lnTo>
                <a:lnTo>
                  <a:pt x="157459" y="40812"/>
                </a:lnTo>
                <a:lnTo>
                  <a:pt x="156056" y="40478"/>
                </a:lnTo>
                <a:lnTo>
                  <a:pt x="154631" y="40166"/>
                </a:lnTo>
                <a:lnTo>
                  <a:pt x="153206" y="39899"/>
                </a:lnTo>
                <a:lnTo>
                  <a:pt x="151759" y="39654"/>
                </a:lnTo>
                <a:lnTo>
                  <a:pt x="150312" y="39454"/>
                </a:lnTo>
                <a:lnTo>
                  <a:pt x="148842" y="39275"/>
                </a:lnTo>
                <a:lnTo>
                  <a:pt x="147373" y="39142"/>
                </a:lnTo>
                <a:lnTo>
                  <a:pt x="145881" y="39053"/>
                </a:lnTo>
                <a:lnTo>
                  <a:pt x="144389" y="38986"/>
                </a:lnTo>
                <a:lnTo>
                  <a:pt x="142875" y="38964"/>
                </a:lnTo>
                <a:close/>
                <a:moveTo>
                  <a:pt x="142875" y="25983"/>
                </a:moveTo>
                <a:lnTo>
                  <a:pt x="145168" y="26006"/>
                </a:lnTo>
                <a:lnTo>
                  <a:pt x="147462" y="26072"/>
                </a:lnTo>
                <a:lnTo>
                  <a:pt x="149755" y="26161"/>
                </a:lnTo>
                <a:lnTo>
                  <a:pt x="152026" y="26317"/>
                </a:lnTo>
                <a:lnTo>
                  <a:pt x="154297" y="26495"/>
                </a:lnTo>
                <a:lnTo>
                  <a:pt x="156568" y="26696"/>
                </a:lnTo>
                <a:lnTo>
                  <a:pt x="158817" y="26963"/>
                </a:lnTo>
                <a:lnTo>
                  <a:pt x="161043" y="27252"/>
                </a:lnTo>
                <a:lnTo>
                  <a:pt x="163270" y="27586"/>
                </a:lnTo>
                <a:lnTo>
                  <a:pt x="165496" y="27965"/>
                </a:lnTo>
                <a:lnTo>
                  <a:pt x="167701" y="28388"/>
                </a:lnTo>
                <a:lnTo>
                  <a:pt x="169883" y="28833"/>
                </a:lnTo>
                <a:lnTo>
                  <a:pt x="172065" y="29323"/>
                </a:lnTo>
                <a:lnTo>
                  <a:pt x="174224" y="29835"/>
                </a:lnTo>
                <a:lnTo>
                  <a:pt x="176384" y="30392"/>
                </a:lnTo>
                <a:lnTo>
                  <a:pt x="178521" y="30993"/>
                </a:lnTo>
                <a:lnTo>
                  <a:pt x="180659" y="31616"/>
                </a:lnTo>
                <a:lnTo>
                  <a:pt x="182774" y="32284"/>
                </a:lnTo>
                <a:lnTo>
                  <a:pt x="184867" y="32997"/>
                </a:lnTo>
                <a:lnTo>
                  <a:pt x="186938" y="33731"/>
                </a:lnTo>
                <a:lnTo>
                  <a:pt x="189008" y="34511"/>
                </a:lnTo>
                <a:lnTo>
                  <a:pt x="191057" y="35312"/>
                </a:lnTo>
                <a:lnTo>
                  <a:pt x="193083" y="36158"/>
                </a:lnTo>
                <a:lnTo>
                  <a:pt x="195109" y="37049"/>
                </a:lnTo>
                <a:lnTo>
                  <a:pt x="197113" y="37962"/>
                </a:lnTo>
                <a:lnTo>
                  <a:pt x="199072" y="38919"/>
                </a:lnTo>
                <a:lnTo>
                  <a:pt x="201054" y="39899"/>
                </a:lnTo>
                <a:lnTo>
                  <a:pt x="202991" y="40901"/>
                </a:lnTo>
                <a:lnTo>
                  <a:pt x="204906" y="41947"/>
                </a:lnTo>
                <a:lnTo>
                  <a:pt x="206820" y="43038"/>
                </a:lnTo>
                <a:lnTo>
                  <a:pt x="208713" y="44151"/>
                </a:lnTo>
                <a:lnTo>
                  <a:pt x="210583" y="45287"/>
                </a:lnTo>
                <a:lnTo>
                  <a:pt x="212431" y="46467"/>
                </a:lnTo>
                <a:lnTo>
                  <a:pt x="214257" y="47669"/>
                </a:lnTo>
                <a:lnTo>
                  <a:pt x="216060" y="48916"/>
                </a:lnTo>
                <a:lnTo>
                  <a:pt x="217842" y="50185"/>
                </a:lnTo>
                <a:lnTo>
                  <a:pt x="219600" y="51499"/>
                </a:lnTo>
                <a:lnTo>
                  <a:pt x="221337" y="52835"/>
                </a:lnTo>
                <a:lnTo>
                  <a:pt x="223052" y="54193"/>
                </a:lnTo>
                <a:lnTo>
                  <a:pt x="224744" y="55573"/>
                </a:lnTo>
                <a:lnTo>
                  <a:pt x="226414" y="56998"/>
                </a:lnTo>
                <a:lnTo>
                  <a:pt x="228061" y="58468"/>
                </a:lnTo>
                <a:lnTo>
                  <a:pt x="229687" y="59937"/>
                </a:lnTo>
                <a:lnTo>
                  <a:pt x="231290" y="61451"/>
                </a:lnTo>
                <a:lnTo>
                  <a:pt x="232848" y="63010"/>
                </a:lnTo>
                <a:lnTo>
                  <a:pt x="234407" y="64568"/>
                </a:lnTo>
                <a:lnTo>
                  <a:pt x="235921" y="66172"/>
                </a:lnTo>
                <a:lnTo>
                  <a:pt x="237413" y="67797"/>
                </a:lnTo>
                <a:lnTo>
                  <a:pt x="238882" y="69445"/>
                </a:lnTo>
                <a:lnTo>
                  <a:pt x="240329" y="71137"/>
                </a:lnTo>
                <a:lnTo>
                  <a:pt x="241732" y="72829"/>
                </a:lnTo>
                <a:lnTo>
                  <a:pt x="243112" y="74565"/>
                </a:lnTo>
                <a:lnTo>
                  <a:pt x="244471" y="76347"/>
                </a:lnTo>
                <a:lnTo>
                  <a:pt x="245806" y="78128"/>
                </a:lnTo>
                <a:lnTo>
                  <a:pt x="247098" y="79954"/>
                </a:lnTo>
                <a:lnTo>
                  <a:pt x="248367" y="81779"/>
                </a:lnTo>
                <a:lnTo>
                  <a:pt x="249614" y="83650"/>
                </a:lnTo>
                <a:lnTo>
                  <a:pt x="250838" y="85542"/>
                </a:lnTo>
                <a:lnTo>
                  <a:pt x="251996" y="87457"/>
                </a:lnTo>
                <a:lnTo>
                  <a:pt x="253154" y="89416"/>
                </a:lnTo>
                <a:lnTo>
                  <a:pt x="254267" y="91376"/>
                </a:lnTo>
                <a:lnTo>
                  <a:pt x="255358" y="93357"/>
                </a:lnTo>
                <a:lnTo>
                  <a:pt x="256405" y="95383"/>
                </a:lnTo>
                <a:lnTo>
                  <a:pt x="257429" y="97432"/>
                </a:lnTo>
                <a:lnTo>
                  <a:pt x="256405" y="99458"/>
                </a:lnTo>
                <a:lnTo>
                  <a:pt x="255358" y="101484"/>
                </a:lnTo>
                <a:lnTo>
                  <a:pt x="254267" y="103465"/>
                </a:lnTo>
                <a:lnTo>
                  <a:pt x="253154" y="105447"/>
                </a:lnTo>
                <a:lnTo>
                  <a:pt x="251996" y="107384"/>
                </a:lnTo>
                <a:lnTo>
                  <a:pt x="250838" y="109299"/>
                </a:lnTo>
                <a:lnTo>
                  <a:pt x="249614" y="111191"/>
                </a:lnTo>
                <a:lnTo>
                  <a:pt x="248367" y="113062"/>
                </a:lnTo>
                <a:lnTo>
                  <a:pt x="247098" y="114910"/>
                </a:lnTo>
                <a:lnTo>
                  <a:pt x="245806" y="116713"/>
                </a:lnTo>
                <a:lnTo>
                  <a:pt x="244471" y="118517"/>
                </a:lnTo>
                <a:lnTo>
                  <a:pt x="243112" y="120276"/>
                </a:lnTo>
                <a:lnTo>
                  <a:pt x="241732" y="122012"/>
                </a:lnTo>
                <a:lnTo>
                  <a:pt x="240329" y="123704"/>
                </a:lnTo>
                <a:lnTo>
                  <a:pt x="238882" y="125396"/>
                </a:lnTo>
                <a:lnTo>
                  <a:pt x="237413" y="127044"/>
                </a:lnTo>
                <a:lnTo>
                  <a:pt x="235921" y="128669"/>
                </a:lnTo>
                <a:lnTo>
                  <a:pt x="234407" y="130273"/>
                </a:lnTo>
                <a:lnTo>
                  <a:pt x="232848" y="131853"/>
                </a:lnTo>
                <a:lnTo>
                  <a:pt x="231290" y="133390"/>
                </a:lnTo>
                <a:lnTo>
                  <a:pt x="229687" y="134904"/>
                </a:lnTo>
                <a:lnTo>
                  <a:pt x="228061" y="136373"/>
                </a:lnTo>
                <a:lnTo>
                  <a:pt x="226414" y="137843"/>
                </a:lnTo>
                <a:lnTo>
                  <a:pt x="224744" y="139268"/>
                </a:lnTo>
                <a:lnTo>
                  <a:pt x="223052" y="140648"/>
                </a:lnTo>
                <a:lnTo>
                  <a:pt x="221337" y="142028"/>
                </a:lnTo>
                <a:lnTo>
                  <a:pt x="219600" y="143364"/>
                </a:lnTo>
                <a:lnTo>
                  <a:pt x="217842" y="144656"/>
                </a:lnTo>
                <a:lnTo>
                  <a:pt x="216060" y="145925"/>
                </a:lnTo>
                <a:lnTo>
                  <a:pt x="214257" y="147172"/>
                </a:lnTo>
                <a:lnTo>
                  <a:pt x="212431" y="148374"/>
                </a:lnTo>
                <a:lnTo>
                  <a:pt x="210583" y="149554"/>
                </a:lnTo>
                <a:lnTo>
                  <a:pt x="208713" y="150712"/>
                </a:lnTo>
                <a:lnTo>
                  <a:pt x="206820" y="151825"/>
                </a:lnTo>
                <a:lnTo>
                  <a:pt x="204906" y="152894"/>
                </a:lnTo>
                <a:lnTo>
                  <a:pt x="202991" y="153940"/>
                </a:lnTo>
                <a:lnTo>
                  <a:pt x="201054" y="154964"/>
                </a:lnTo>
                <a:lnTo>
                  <a:pt x="199072" y="155944"/>
                </a:lnTo>
                <a:lnTo>
                  <a:pt x="197113" y="156879"/>
                </a:lnTo>
                <a:lnTo>
                  <a:pt x="195109" y="157792"/>
                </a:lnTo>
                <a:lnTo>
                  <a:pt x="193083" y="158683"/>
                </a:lnTo>
                <a:lnTo>
                  <a:pt x="191057" y="159529"/>
                </a:lnTo>
                <a:lnTo>
                  <a:pt x="189008" y="160330"/>
                </a:lnTo>
                <a:lnTo>
                  <a:pt x="186938" y="161110"/>
                </a:lnTo>
                <a:lnTo>
                  <a:pt x="184867" y="161844"/>
                </a:lnTo>
                <a:lnTo>
                  <a:pt x="182774" y="162557"/>
                </a:lnTo>
                <a:lnTo>
                  <a:pt x="180659" y="163225"/>
                </a:lnTo>
                <a:lnTo>
                  <a:pt x="178521" y="163848"/>
                </a:lnTo>
                <a:lnTo>
                  <a:pt x="176384" y="164449"/>
                </a:lnTo>
                <a:lnTo>
                  <a:pt x="174224" y="165006"/>
                </a:lnTo>
                <a:lnTo>
                  <a:pt x="172065" y="165540"/>
                </a:lnTo>
                <a:lnTo>
                  <a:pt x="169883" y="166008"/>
                </a:lnTo>
                <a:lnTo>
                  <a:pt x="167701" y="166475"/>
                </a:lnTo>
                <a:lnTo>
                  <a:pt x="165496" y="166876"/>
                </a:lnTo>
                <a:lnTo>
                  <a:pt x="163270" y="167255"/>
                </a:lnTo>
                <a:lnTo>
                  <a:pt x="161043" y="167589"/>
                </a:lnTo>
                <a:lnTo>
                  <a:pt x="158817" y="167878"/>
                </a:lnTo>
                <a:lnTo>
                  <a:pt x="156568" y="168145"/>
                </a:lnTo>
                <a:lnTo>
                  <a:pt x="154297" y="168368"/>
                </a:lnTo>
                <a:lnTo>
                  <a:pt x="152026" y="168546"/>
                </a:lnTo>
                <a:lnTo>
                  <a:pt x="149755" y="168680"/>
                </a:lnTo>
                <a:lnTo>
                  <a:pt x="147462" y="168769"/>
                </a:lnTo>
                <a:lnTo>
                  <a:pt x="145168" y="168835"/>
                </a:lnTo>
                <a:lnTo>
                  <a:pt x="142875" y="168858"/>
                </a:lnTo>
                <a:lnTo>
                  <a:pt x="140559" y="168835"/>
                </a:lnTo>
                <a:lnTo>
                  <a:pt x="138266" y="168769"/>
                </a:lnTo>
                <a:lnTo>
                  <a:pt x="135995" y="168680"/>
                </a:lnTo>
                <a:lnTo>
                  <a:pt x="133702" y="168546"/>
                </a:lnTo>
                <a:lnTo>
                  <a:pt x="131431" y="168368"/>
                </a:lnTo>
                <a:lnTo>
                  <a:pt x="129182" y="168145"/>
                </a:lnTo>
                <a:lnTo>
                  <a:pt x="126933" y="167878"/>
                </a:lnTo>
                <a:lnTo>
                  <a:pt x="124707" y="167589"/>
                </a:lnTo>
                <a:lnTo>
                  <a:pt x="122480" y="167255"/>
                </a:lnTo>
                <a:lnTo>
                  <a:pt x="120254" y="166876"/>
                </a:lnTo>
                <a:lnTo>
                  <a:pt x="118049" y="166475"/>
                </a:lnTo>
                <a:lnTo>
                  <a:pt x="115867" y="166008"/>
                </a:lnTo>
                <a:lnTo>
                  <a:pt x="113685" y="165540"/>
                </a:lnTo>
                <a:lnTo>
                  <a:pt x="111504" y="165006"/>
                </a:lnTo>
                <a:lnTo>
                  <a:pt x="109366" y="164449"/>
                </a:lnTo>
                <a:lnTo>
                  <a:pt x="107229" y="163848"/>
                </a:lnTo>
                <a:lnTo>
                  <a:pt x="105091" y="163225"/>
                </a:lnTo>
                <a:lnTo>
                  <a:pt x="102976" y="162557"/>
                </a:lnTo>
                <a:lnTo>
                  <a:pt x="100883" y="161844"/>
                </a:lnTo>
                <a:lnTo>
                  <a:pt x="98812" y="161110"/>
                </a:lnTo>
                <a:lnTo>
                  <a:pt x="96742" y="160330"/>
                </a:lnTo>
                <a:lnTo>
                  <a:pt x="94693" y="159529"/>
                </a:lnTo>
                <a:lnTo>
                  <a:pt x="92667" y="158683"/>
                </a:lnTo>
                <a:lnTo>
                  <a:pt x="90641" y="157792"/>
                </a:lnTo>
                <a:lnTo>
                  <a:pt x="88637" y="156879"/>
                </a:lnTo>
                <a:lnTo>
                  <a:pt x="86656" y="155944"/>
                </a:lnTo>
                <a:lnTo>
                  <a:pt x="84696" y="154964"/>
                </a:lnTo>
                <a:lnTo>
                  <a:pt x="82759" y="153940"/>
                </a:lnTo>
                <a:lnTo>
                  <a:pt x="80822" y="152894"/>
                </a:lnTo>
                <a:lnTo>
                  <a:pt x="78930" y="151825"/>
                </a:lnTo>
                <a:lnTo>
                  <a:pt x="77037" y="150712"/>
                </a:lnTo>
                <a:lnTo>
                  <a:pt x="75167" y="149554"/>
                </a:lnTo>
                <a:lnTo>
                  <a:pt x="73319" y="148374"/>
                </a:lnTo>
                <a:lnTo>
                  <a:pt x="71493" y="147172"/>
                </a:lnTo>
                <a:lnTo>
                  <a:pt x="69690" y="145925"/>
                </a:lnTo>
                <a:lnTo>
                  <a:pt x="67908" y="144656"/>
                </a:lnTo>
                <a:lnTo>
                  <a:pt x="66150" y="143364"/>
                </a:lnTo>
                <a:lnTo>
                  <a:pt x="64413" y="142028"/>
                </a:lnTo>
                <a:lnTo>
                  <a:pt x="62698" y="140648"/>
                </a:lnTo>
                <a:lnTo>
                  <a:pt x="61006" y="139268"/>
                </a:lnTo>
                <a:lnTo>
                  <a:pt x="59336" y="137843"/>
                </a:lnTo>
                <a:lnTo>
                  <a:pt x="57689" y="136373"/>
                </a:lnTo>
                <a:lnTo>
                  <a:pt x="56063" y="134904"/>
                </a:lnTo>
                <a:lnTo>
                  <a:pt x="54460" y="133390"/>
                </a:lnTo>
                <a:lnTo>
                  <a:pt x="52902" y="131853"/>
                </a:lnTo>
                <a:lnTo>
                  <a:pt x="51343" y="130273"/>
                </a:lnTo>
                <a:lnTo>
                  <a:pt x="49829" y="128669"/>
                </a:lnTo>
                <a:lnTo>
                  <a:pt x="48337" y="127044"/>
                </a:lnTo>
                <a:lnTo>
                  <a:pt x="46868" y="125396"/>
                </a:lnTo>
                <a:lnTo>
                  <a:pt x="45421" y="123704"/>
                </a:lnTo>
                <a:lnTo>
                  <a:pt x="44018" y="122012"/>
                </a:lnTo>
                <a:lnTo>
                  <a:pt x="42615" y="120276"/>
                </a:lnTo>
                <a:lnTo>
                  <a:pt x="41279" y="118517"/>
                </a:lnTo>
                <a:lnTo>
                  <a:pt x="39944" y="116713"/>
                </a:lnTo>
                <a:lnTo>
                  <a:pt x="38630" y="114910"/>
                </a:lnTo>
                <a:lnTo>
                  <a:pt x="37361" y="113062"/>
                </a:lnTo>
                <a:lnTo>
                  <a:pt x="36136" y="111191"/>
                </a:lnTo>
                <a:lnTo>
                  <a:pt x="34912" y="109299"/>
                </a:lnTo>
                <a:lnTo>
                  <a:pt x="33732" y="107384"/>
                </a:lnTo>
                <a:lnTo>
                  <a:pt x="32596" y="105447"/>
                </a:lnTo>
                <a:lnTo>
                  <a:pt x="31483" y="103465"/>
                </a:lnTo>
                <a:lnTo>
                  <a:pt x="30392" y="101484"/>
                </a:lnTo>
                <a:lnTo>
                  <a:pt x="29345" y="99458"/>
                </a:lnTo>
                <a:lnTo>
                  <a:pt x="28321" y="97432"/>
                </a:lnTo>
                <a:lnTo>
                  <a:pt x="29345" y="95383"/>
                </a:lnTo>
                <a:lnTo>
                  <a:pt x="30392" y="93357"/>
                </a:lnTo>
                <a:lnTo>
                  <a:pt x="31483" y="91376"/>
                </a:lnTo>
                <a:lnTo>
                  <a:pt x="32596" y="89416"/>
                </a:lnTo>
                <a:lnTo>
                  <a:pt x="33732" y="87457"/>
                </a:lnTo>
                <a:lnTo>
                  <a:pt x="34912" y="85542"/>
                </a:lnTo>
                <a:lnTo>
                  <a:pt x="36136" y="83650"/>
                </a:lnTo>
                <a:lnTo>
                  <a:pt x="37361" y="81779"/>
                </a:lnTo>
                <a:lnTo>
                  <a:pt x="38630" y="79954"/>
                </a:lnTo>
                <a:lnTo>
                  <a:pt x="39944" y="78128"/>
                </a:lnTo>
                <a:lnTo>
                  <a:pt x="41279" y="76347"/>
                </a:lnTo>
                <a:lnTo>
                  <a:pt x="42615" y="74565"/>
                </a:lnTo>
                <a:lnTo>
                  <a:pt x="44018" y="72829"/>
                </a:lnTo>
                <a:lnTo>
                  <a:pt x="45421" y="71137"/>
                </a:lnTo>
                <a:lnTo>
                  <a:pt x="46868" y="69445"/>
                </a:lnTo>
                <a:lnTo>
                  <a:pt x="48337" y="67797"/>
                </a:lnTo>
                <a:lnTo>
                  <a:pt x="49829" y="66172"/>
                </a:lnTo>
                <a:lnTo>
                  <a:pt x="51343" y="64568"/>
                </a:lnTo>
                <a:lnTo>
                  <a:pt x="52902" y="63010"/>
                </a:lnTo>
                <a:lnTo>
                  <a:pt x="54460" y="61451"/>
                </a:lnTo>
                <a:lnTo>
                  <a:pt x="56063" y="59937"/>
                </a:lnTo>
                <a:lnTo>
                  <a:pt x="57689" y="58468"/>
                </a:lnTo>
                <a:lnTo>
                  <a:pt x="59336" y="56998"/>
                </a:lnTo>
                <a:lnTo>
                  <a:pt x="61006" y="55573"/>
                </a:lnTo>
                <a:lnTo>
                  <a:pt x="62698" y="54193"/>
                </a:lnTo>
                <a:lnTo>
                  <a:pt x="64413" y="52835"/>
                </a:lnTo>
                <a:lnTo>
                  <a:pt x="66150" y="51499"/>
                </a:lnTo>
                <a:lnTo>
                  <a:pt x="67908" y="50185"/>
                </a:lnTo>
                <a:lnTo>
                  <a:pt x="69690" y="48916"/>
                </a:lnTo>
                <a:lnTo>
                  <a:pt x="71493" y="47669"/>
                </a:lnTo>
                <a:lnTo>
                  <a:pt x="73319" y="46467"/>
                </a:lnTo>
                <a:lnTo>
                  <a:pt x="75167" y="45287"/>
                </a:lnTo>
                <a:lnTo>
                  <a:pt x="77037" y="44151"/>
                </a:lnTo>
                <a:lnTo>
                  <a:pt x="78930" y="43038"/>
                </a:lnTo>
                <a:lnTo>
                  <a:pt x="80822" y="41947"/>
                </a:lnTo>
                <a:lnTo>
                  <a:pt x="82759" y="40901"/>
                </a:lnTo>
                <a:lnTo>
                  <a:pt x="84696" y="39899"/>
                </a:lnTo>
                <a:lnTo>
                  <a:pt x="86656" y="38919"/>
                </a:lnTo>
                <a:lnTo>
                  <a:pt x="88637" y="37962"/>
                </a:lnTo>
                <a:lnTo>
                  <a:pt x="90641" y="37049"/>
                </a:lnTo>
                <a:lnTo>
                  <a:pt x="92667" y="36158"/>
                </a:lnTo>
                <a:lnTo>
                  <a:pt x="94693" y="35312"/>
                </a:lnTo>
                <a:lnTo>
                  <a:pt x="96742" y="34511"/>
                </a:lnTo>
                <a:lnTo>
                  <a:pt x="98812" y="33731"/>
                </a:lnTo>
                <a:lnTo>
                  <a:pt x="100883" y="32997"/>
                </a:lnTo>
                <a:lnTo>
                  <a:pt x="102976" y="32284"/>
                </a:lnTo>
                <a:lnTo>
                  <a:pt x="105091" y="31616"/>
                </a:lnTo>
                <a:lnTo>
                  <a:pt x="107229" y="30993"/>
                </a:lnTo>
                <a:lnTo>
                  <a:pt x="109366" y="30392"/>
                </a:lnTo>
                <a:lnTo>
                  <a:pt x="111504" y="29835"/>
                </a:lnTo>
                <a:lnTo>
                  <a:pt x="113685" y="29323"/>
                </a:lnTo>
                <a:lnTo>
                  <a:pt x="115867" y="28833"/>
                </a:lnTo>
                <a:lnTo>
                  <a:pt x="118049" y="28388"/>
                </a:lnTo>
                <a:lnTo>
                  <a:pt x="120254" y="27965"/>
                </a:lnTo>
                <a:lnTo>
                  <a:pt x="122480" y="27586"/>
                </a:lnTo>
                <a:lnTo>
                  <a:pt x="124707" y="27252"/>
                </a:lnTo>
                <a:lnTo>
                  <a:pt x="126933" y="26963"/>
                </a:lnTo>
                <a:lnTo>
                  <a:pt x="129182" y="26696"/>
                </a:lnTo>
                <a:lnTo>
                  <a:pt x="131431" y="26495"/>
                </a:lnTo>
                <a:lnTo>
                  <a:pt x="133702" y="26317"/>
                </a:lnTo>
                <a:lnTo>
                  <a:pt x="135995" y="26161"/>
                </a:lnTo>
                <a:lnTo>
                  <a:pt x="138266" y="26072"/>
                </a:lnTo>
                <a:lnTo>
                  <a:pt x="140559" y="26006"/>
                </a:lnTo>
                <a:lnTo>
                  <a:pt x="142875" y="25983"/>
                </a:lnTo>
                <a:close/>
                <a:moveTo>
                  <a:pt x="142875" y="0"/>
                </a:moveTo>
                <a:lnTo>
                  <a:pt x="141361" y="22"/>
                </a:lnTo>
                <a:lnTo>
                  <a:pt x="139847" y="45"/>
                </a:lnTo>
                <a:lnTo>
                  <a:pt x="138333" y="67"/>
                </a:lnTo>
                <a:lnTo>
                  <a:pt x="136819" y="134"/>
                </a:lnTo>
                <a:lnTo>
                  <a:pt x="135305" y="200"/>
                </a:lnTo>
                <a:lnTo>
                  <a:pt x="133813" y="267"/>
                </a:lnTo>
                <a:lnTo>
                  <a:pt x="132299" y="356"/>
                </a:lnTo>
                <a:lnTo>
                  <a:pt x="130807" y="468"/>
                </a:lnTo>
                <a:lnTo>
                  <a:pt x="129316" y="601"/>
                </a:lnTo>
                <a:lnTo>
                  <a:pt x="127846" y="735"/>
                </a:lnTo>
                <a:lnTo>
                  <a:pt x="126354" y="891"/>
                </a:lnTo>
                <a:lnTo>
                  <a:pt x="124885" y="1046"/>
                </a:lnTo>
                <a:lnTo>
                  <a:pt x="123415" y="1225"/>
                </a:lnTo>
                <a:lnTo>
                  <a:pt x="121946" y="1425"/>
                </a:lnTo>
                <a:lnTo>
                  <a:pt x="120476" y="1625"/>
                </a:lnTo>
                <a:lnTo>
                  <a:pt x="119007" y="1848"/>
                </a:lnTo>
                <a:lnTo>
                  <a:pt x="117560" y="2093"/>
                </a:lnTo>
                <a:lnTo>
                  <a:pt x="116112" y="2338"/>
                </a:lnTo>
                <a:lnTo>
                  <a:pt x="114665" y="2605"/>
                </a:lnTo>
                <a:lnTo>
                  <a:pt x="113218" y="2872"/>
                </a:lnTo>
                <a:lnTo>
                  <a:pt x="111771" y="3162"/>
                </a:lnTo>
                <a:lnTo>
                  <a:pt x="110346" y="3473"/>
                </a:lnTo>
                <a:lnTo>
                  <a:pt x="108921" y="3785"/>
                </a:lnTo>
                <a:lnTo>
                  <a:pt x="107496" y="4119"/>
                </a:lnTo>
                <a:lnTo>
                  <a:pt x="106071" y="4453"/>
                </a:lnTo>
                <a:lnTo>
                  <a:pt x="104668" y="4809"/>
                </a:lnTo>
                <a:lnTo>
                  <a:pt x="103265" y="5188"/>
                </a:lnTo>
                <a:lnTo>
                  <a:pt x="101863" y="5566"/>
                </a:lnTo>
                <a:lnTo>
                  <a:pt x="100460" y="5945"/>
                </a:lnTo>
                <a:lnTo>
                  <a:pt x="99080" y="6368"/>
                </a:lnTo>
                <a:lnTo>
                  <a:pt x="97699" y="6769"/>
                </a:lnTo>
                <a:lnTo>
                  <a:pt x="96319" y="7214"/>
                </a:lnTo>
                <a:lnTo>
                  <a:pt x="94938" y="7659"/>
                </a:lnTo>
                <a:lnTo>
                  <a:pt x="93580" y="8104"/>
                </a:lnTo>
                <a:lnTo>
                  <a:pt x="92200" y="8572"/>
                </a:lnTo>
                <a:lnTo>
                  <a:pt x="90842" y="9062"/>
                </a:lnTo>
                <a:lnTo>
                  <a:pt x="89506" y="9552"/>
                </a:lnTo>
                <a:lnTo>
                  <a:pt x="88147" y="10064"/>
                </a:lnTo>
                <a:lnTo>
                  <a:pt x="86812" y="10576"/>
                </a:lnTo>
                <a:lnTo>
                  <a:pt x="85476" y="11110"/>
                </a:lnTo>
                <a:lnTo>
                  <a:pt x="84162" y="11667"/>
                </a:lnTo>
                <a:lnTo>
                  <a:pt x="82848" y="12223"/>
                </a:lnTo>
                <a:lnTo>
                  <a:pt x="81535" y="12780"/>
                </a:lnTo>
                <a:lnTo>
                  <a:pt x="80221" y="13359"/>
                </a:lnTo>
                <a:lnTo>
                  <a:pt x="78907" y="13960"/>
                </a:lnTo>
                <a:lnTo>
                  <a:pt x="77616" y="14561"/>
                </a:lnTo>
                <a:lnTo>
                  <a:pt x="75056" y="15786"/>
                </a:lnTo>
                <a:lnTo>
                  <a:pt x="72517" y="17077"/>
                </a:lnTo>
                <a:lnTo>
                  <a:pt x="70001" y="18413"/>
                </a:lnTo>
                <a:lnTo>
                  <a:pt x="67508" y="19794"/>
                </a:lnTo>
                <a:lnTo>
                  <a:pt x="65059" y="21219"/>
                </a:lnTo>
                <a:lnTo>
                  <a:pt x="62609" y="22688"/>
                </a:lnTo>
                <a:lnTo>
                  <a:pt x="60227" y="24180"/>
                </a:lnTo>
                <a:lnTo>
                  <a:pt x="57845" y="25738"/>
                </a:lnTo>
                <a:lnTo>
                  <a:pt x="55507" y="27341"/>
                </a:lnTo>
                <a:lnTo>
                  <a:pt x="53191" y="28967"/>
                </a:lnTo>
                <a:lnTo>
                  <a:pt x="50920" y="30637"/>
                </a:lnTo>
                <a:lnTo>
                  <a:pt x="48671" y="32373"/>
                </a:lnTo>
                <a:lnTo>
                  <a:pt x="46467" y="34132"/>
                </a:lnTo>
                <a:lnTo>
                  <a:pt x="44285" y="35913"/>
                </a:lnTo>
                <a:lnTo>
                  <a:pt x="42148" y="37761"/>
                </a:lnTo>
                <a:lnTo>
                  <a:pt x="40033" y="39632"/>
                </a:lnTo>
                <a:lnTo>
                  <a:pt x="37962" y="41546"/>
                </a:lnTo>
                <a:lnTo>
                  <a:pt x="35914" y="43484"/>
                </a:lnTo>
                <a:lnTo>
                  <a:pt x="33910" y="45487"/>
                </a:lnTo>
                <a:lnTo>
                  <a:pt x="31950" y="47514"/>
                </a:lnTo>
                <a:lnTo>
                  <a:pt x="30013" y="49562"/>
                </a:lnTo>
                <a:lnTo>
                  <a:pt x="28121" y="51655"/>
                </a:lnTo>
                <a:lnTo>
                  <a:pt x="26273" y="53792"/>
                </a:lnTo>
                <a:lnTo>
                  <a:pt x="24447" y="55952"/>
                </a:lnTo>
                <a:lnTo>
                  <a:pt x="22666" y="58156"/>
                </a:lnTo>
                <a:lnTo>
                  <a:pt x="20929" y="60383"/>
                </a:lnTo>
                <a:lnTo>
                  <a:pt x="19237" y="62631"/>
                </a:lnTo>
                <a:lnTo>
                  <a:pt x="17567" y="64925"/>
                </a:lnTo>
                <a:lnTo>
                  <a:pt x="15964" y="67263"/>
                </a:lnTo>
                <a:lnTo>
                  <a:pt x="14383" y="69623"/>
                </a:lnTo>
                <a:lnTo>
                  <a:pt x="12869" y="72005"/>
                </a:lnTo>
                <a:lnTo>
                  <a:pt x="11377" y="74410"/>
                </a:lnTo>
                <a:lnTo>
                  <a:pt x="9930" y="76859"/>
                </a:lnTo>
                <a:lnTo>
                  <a:pt x="8528" y="79330"/>
                </a:lnTo>
                <a:lnTo>
                  <a:pt x="7169" y="81846"/>
                </a:lnTo>
                <a:lnTo>
                  <a:pt x="5856" y="84384"/>
                </a:lnTo>
                <a:lnTo>
                  <a:pt x="4587" y="86923"/>
                </a:lnTo>
                <a:lnTo>
                  <a:pt x="3384" y="89505"/>
                </a:lnTo>
                <a:lnTo>
                  <a:pt x="2783" y="90819"/>
                </a:lnTo>
                <a:lnTo>
                  <a:pt x="2204" y="92133"/>
                </a:lnTo>
                <a:lnTo>
                  <a:pt x="1625" y="93446"/>
                </a:lnTo>
                <a:lnTo>
                  <a:pt x="1069" y="94760"/>
                </a:lnTo>
                <a:lnTo>
                  <a:pt x="534" y="96096"/>
                </a:lnTo>
                <a:lnTo>
                  <a:pt x="0" y="97432"/>
                </a:lnTo>
                <a:lnTo>
                  <a:pt x="534" y="98745"/>
                </a:lnTo>
                <a:lnTo>
                  <a:pt x="1069" y="100081"/>
                </a:lnTo>
                <a:lnTo>
                  <a:pt x="1625" y="101395"/>
                </a:lnTo>
                <a:lnTo>
                  <a:pt x="2204" y="102708"/>
                </a:lnTo>
                <a:lnTo>
                  <a:pt x="2783" y="104022"/>
                </a:lnTo>
                <a:lnTo>
                  <a:pt x="3384" y="105336"/>
                </a:lnTo>
                <a:lnTo>
                  <a:pt x="4587" y="107918"/>
                </a:lnTo>
                <a:lnTo>
                  <a:pt x="5856" y="110479"/>
                </a:lnTo>
                <a:lnTo>
                  <a:pt x="7169" y="112995"/>
                </a:lnTo>
                <a:lnTo>
                  <a:pt x="8528" y="115511"/>
                </a:lnTo>
                <a:lnTo>
                  <a:pt x="9930" y="117982"/>
                </a:lnTo>
                <a:lnTo>
                  <a:pt x="11377" y="120431"/>
                </a:lnTo>
                <a:lnTo>
                  <a:pt x="12869" y="122836"/>
                </a:lnTo>
                <a:lnTo>
                  <a:pt x="14383" y="125241"/>
                </a:lnTo>
                <a:lnTo>
                  <a:pt x="15964" y="127578"/>
                </a:lnTo>
                <a:lnTo>
                  <a:pt x="17567" y="129916"/>
                </a:lnTo>
                <a:lnTo>
                  <a:pt x="19237" y="132210"/>
                </a:lnTo>
                <a:lnTo>
                  <a:pt x="20929" y="134458"/>
                </a:lnTo>
                <a:lnTo>
                  <a:pt x="22666" y="136707"/>
                </a:lnTo>
                <a:lnTo>
                  <a:pt x="24447" y="138889"/>
                </a:lnTo>
                <a:lnTo>
                  <a:pt x="26273" y="141049"/>
                </a:lnTo>
                <a:lnTo>
                  <a:pt x="28121" y="143186"/>
                </a:lnTo>
                <a:lnTo>
                  <a:pt x="30013" y="145279"/>
                </a:lnTo>
                <a:lnTo>
                  <a:pt x="31950" y="147350"/>
                </a:lnTo>
                <a:lnTo>
                  <a:pt x="33910" y="149376"/>
                </a:lnTo>
                <a:lnTo>
                  <a:pt x="35914" y="151357"/>
                </a:lnTo>
                <a:lnTo>
                  <a:pt x="37962" y="153295"/>
                </a:lnTo>
                <a:lnTo>
                  <a:pt x="40033" y="155209"/>
                </a:lnTo>
                <a:lnTo>
                  <a:pt x="42148" y="157080"/>
                </a:lnTo>
                <a:lnTo>
                  <a:pt x="44285" y="158928"/>
                </a:lnTo>
                <a:lnTo>
                  <a:pt x="46467" y="160731"/>
                </a:lnTo>
                <a:lnTo>
                  <a:pt x="48671" y="162490"/>
                </a:lnTo>
                <a:lnTo>
                  <a:pt x="50920" y="164204"/>
                </a:lnTo>
                <a:lnTo>
                  <a:pt x="53191" y="165874"/>
                </a:lnTo>
                <a:lnTo>
                  <a:pt x="55507" y="167522"/>
                </a:lnTo>
                <a:lnTo>
                  <a:pt x="57845" y="169103"/>
                </a:lnTo>
                <a:lnTo>
                  <a:pt x="60227" y="170661"/>
                </a:lnTo>
                <a:lnTo>
                  <a:pt x="62609" y="172175"/>
                </a:lnTo>
                <a:lnTo>
                  <a:pt x="65059" y="173622"/>
                </a:lnTo>
                <a:lnTo>
                  <a:pt x="67508" y="175047"/>
                </a:lnTo>
                <a:lnTo>
                  <a:pt x="70001" y="176428"/>
                </a:lnTo>
                <a:lnTo>
                  <a:pt x="72517" y="177764"/>
                </a:lnTo>
                <a:lnTo>
                  <a:pt x="75056" y="179055"/>
                </a:lnTo>
                <a:lnTo>
                  <a:pt x="77616" y="180280"/>
                </a:lnTo>
                <a:lnTo>
                  <a:pt x="78907" y="180903"/>
                </a:lnTo>
                <a:lnTo>
                  <a:pt x="80221" y="181482"/>
                </a:lnTo>
                <a:lnTo>
                  <a:pt x="81535" y="182061"/>
                </a:lnTo>
                <a:lnTo>
                  <a:pt x="82848" y="182640"/>
                </a:lnTo>
                <a:lnTo>
                  <a:pt x="84162" y="183174"/>
                </a:lnTo>
                <a:lnTo>
                  <a:pt x="85476" y="183731"/>
                </a:lnTo>
                <a:lnTo>
                  <a:pt x="86812" y="184265"/>
                </a:lnTo>
                <a:lnTo>
                  <a:pt x="88147" y="184777"/>
                </a:lnTo>
                <a:lnTo>
                  <a:pt x="89506" y="185289"/>
                </a:lnTo>
                <a:lnTo>
                  <a:pt x="90842" y="185779"/>
                </a:lnTo>
                <a:lnTo>
                  <a:pt x="92200" y="186269"/>
                </a:lnTo>
                <a:lnTo>
                  <a:pt x="93580" y="186737"/>
                </a:lnTo>
                <a:lnTo>
                  <a:pt x="94938" y="187182"/>
                </a:lnTo>
                <a:lnTo>
                  <a:pt x="96319" y="187627"/>
                </a:lnTo>
                <a:lnTo>
                  <a:pt x="97699" y="188072"/>
                </a:lnTo>
                <a:lnTo>
                  <a:pt x="99080" y="188495"/>
                </a:lnTo>
                <a:lnTo>
                  <a:pt x="100460" y="188896"/>
                </a:lnTo>
                <a:lnTo>
                  <a:pt x="101863" y="189297"/>
                </a:lnTo>
                <a:lnTo>
                  <a:pt x="103265" y="189676"/>
                </a:lnTo>
                <a:lnTo>
                  <a:pt x="104668" y="190032"/>
                </a:lnTo>
                <a:lnTo>
                  <a:pt x="106071" y="190388"/>
                </a:lnTo>
                <a:lnTo>
                  <a:pt x="107496" y="190744"/>
                </a:lnTo>
                <a:lnTo>
                  <a:pt x="108921" y="191056"/>
                </a:lnTo>
                <a:lnTo>
                  <a:pt x="110346" y="191368"/>
                </a:lnTo>
                <a:lnTo>
                  <a:pt x="111771" y="191679"/>
                </a:lnTo>
                <a:lnTo>
                  <a:pt x="113218" y="191969"/>
                </a:lnTo>
                <a:lnTo>
                  <a:pt x="114665" y="192236"/>
                </a:lnTo>
                <a:lnTo>
                  <a:pt x="116112" y="192503"/>
                </a:lnTo>
                <a:lnTo>
                  <a:pt x="117560" y="192748"/>
                </a:lnTo>
                <a:lnTo>
                  <a:pt x="119007" y="192993"/>
                </a:lnTo>
                <a:lnTo>
                  <a:pt x="120476" y="193216"/>
                </a:lnTo>
                <a:lnTo>
                  <a:pt x="121946" y="193416"/>
                </a:lnTo>
                <a:lnTo>
                  <a:pt x="123415" y="193616"/>
                </a:lnTo>
                <a:lnTo>
                  <a:pt x="124885" y="193795"/>
                </a:lnTo>
                <a:lnTo>
                  <a:pt x="126354" y="193950"/>
                </a:lnTo>
                <a:lnTo>
                  <a:pt x="127846" y="194106"/>
                </a:lnTo>
                <a:lnTo>
                  <a:pt x="129316" y="194240"/>
                </a:lnTo>
                <a:lnTo>
                  <a:pt x="130807" y="194373"/>
                </a:lnTo>
                <a:lnTo>
                  <a:pt x="132299" y="194485"/>
                </a:lnTo>
                <a:lnTo>
                  <a:pt x="133813" y="194574"/>
                </a:lnTo>
                <a:lnTo>
                  <a:pt x="135305" y="194663"/>
                </a:lnTo>
                <a:lnTo>
                  <a:pt x="136819" y="194730"/>
                </a:lnTo>
                <a:lnTo>
                  <a:pt x="138333" y="194774"/>
                </a:lnTo>
                <a:lnTo>
                  <a:pt x="139847" y="194819"/>
                </a:lnTo>
                <a:lnTo>
                  <a:pt x="141361" y="194819"/>
                </a:lnTo>
                <a:lnTo>
                  <a:pt x="142875" y="194841"/>
                </a:lnTo>
                <a:lnTo>
                  <a:pt x="144389" y="194819"/>
                </a:lnTo>
                <a:lnTo>
                  <a:pt x="145903" y="194819"/>
                </a:lnTo>
                <a:lnTo>
                  <a:pt x="147417" y="194774"/>
                </a:lnTo>
                <a:lnTo>
                  <a:pt x="148931" y="194730"/>
                </a:lnTo>
                <a:lnTo>
                  <a:pt x="150445" y="194663"/>
                </a:lnTo>
                <a:lnTo>
                  <a:pt x="151937" y="194574"/>
                </a:lnTo>
                <a:lnTo>
                  <a:pt x="153429" y="194485"/>
                </a:lnTo>
                <a:lnTo>
                  <a:pt x="154943" y="194373"/>
                </a:lnTo>
                <a:lnTo>
                  <a:pt x="156434" y="194240"/>
                </a:lnTo>
                <a:lnTo>
                  <a:pt x="157904" y="194106"/>
                </a:lnTo>
                <a:lnTo>
                  <a:pt x="159396" y="193950"/>
                </a:lnTo>
                <a:lnTo>
                  <a:pt x="160865" y="193795"/>
                </a:lnTo>
                <a:lnTo>
                  <a:pt x="162335" y="193616"/>
                </a:lnTo>
                <a:lnTo>
                  <a:pt x="163804" y="193416"/>
                </a:lnTo>
                <a:lnTo>
                  <a:pt x="165274" y="193216"/>
                </a:lnTo>
                <a:lnTo>
                  <a:pt x="166743" y="192993"/>
                </a:lnTo>
                <a:lnTo>
                  <a:pt x="168190" y="192748"/>
                </a:lnTo>
                <a:lnTo>
                  <a:pt x="169638" y="192503"/>
                </a:lnTo>
                <a:lnTo>
                  <a:pt x="171085" y="192236"/>
                </a:lnTo>
                <a:lnTo>
                  <a:pt x="172532" y="191969"/>
                </a:lnTo>
                <a:lnTo>
                  <a:pt x="173979" y="191679"/>
                </a:lnTo>
                <a:lnTo>
                  <a:pt x="175404" y="191368"/>
                </a:lnTo>
                <a:lnTo>
                  <a:pt x="176829" y="191056"/>
                </a:lnTo>
                <a:lnTo>
                  <a:pt x="178254" y="190744"/>
                </a:lnTo>
                <a:lnTo>
                  <a:pt x="179657" y="190388"/>
                </a:lnTo>
                <a:lnTo>
                  <a:pt x="181082" y="190032"/>
                </a:lnTo>
                <a:lnTo>
                  <a:pt x="182485" y="189676"/>
                </a:lnTo>
                <a:lnTo>
                  <a:pt x="183887" y="189297"/>
                </a:lnTo>
                <a:lnTo>
                  <a:pt x="185290" y="188896"/>
                </a:lnTo>
                <a:lnTo>
                  <a:pt x="186670" y="188495"/>
                </a:lnTo>
                <a:lnTo>
                  <a:pt x="188051" y="188072"/>
                </a:lnTo>
                <a:lnTo>
                  <a:pt x="189431" y="187627"/>
                </a:lnTo>
                <a:lnTo>
                  <a:pt x="190812" y="187182"/>
                </a:lnTo>
                <a:lnTo>
                  <a:pt x="192170" y="186737"/>
                </a:lnTo>
                <a:lnTo>
                  <a:pt x="193550" y="186269"/>
                </a:lnTo>
                <a:lnTo>
                  <a:pt x="194886" y="185779"/>
                </a:lnTo>
                <a:lnTo>
                  <a:pt x="196244" y="185289"/>
                </a:lnTo>
                <a:lnTo>
                  <a:pt x="197603" y="184777"/>
                </a:lnTo>
                <a:lnTo>
                  <a:pt x="198938" y="184265"/>
                </a:lnTo>
                <a:lnTo>
                  <a:pt x="200252" y="183731"/>
                </a:lnTo>
                <a:lnTo>
                  <a:pt x="201588" y="183174"/>
                </a:lnTo>
                <a:lnTo>
                  <a:pt x="202902" y="182640"/>
                </a:lnTo>
                <a:lnTo>
                  <a:pt x="204215" y="182061"/>
                </a:lnTo>
                <a:lnTo>
                  <a:pt x="205529" y="181482"/>
                </a:lnTo>
                <a:lnTo>
                  <a:pt x="206820" y="180903"/>
                </a:lnTo>
                <a:lnTo>
                  <a:pt x="208134" y="180280"/>
                </a:lnTo>
                <a:lnTo>
                  <a:pt x="210694" y="179055"/>
                </a:lnTo>
                <a:lnTo>
                  <a:pt x="213233" y="177764"/>
                </a:lnTo>
                <a:lnTo>
                  <a:pt x="215749" y="176428"/>
                </a:lnTo>
                <a:lnTo>
                  <a:pt x="218242" y="175047"/>
                </a:lnTo>
                <a:lnTo>
                  <a:pt x="220691" y="173622"/>
                </a:lnTo>
                <a:lnTo>
                  <a:pt x="223118" y="172175"/>
                </a:lnTo>
                <a:lnTo>
                  <a:pt x="225523" y="170661"/>
                </a:lnTo>
                <a:lnTo>
                  <a:pt x="227905" y="169103"/>
                </a:lnTo>
                <a:lnTo>
                  <a:pt x="230243" y="167522"/>
                </a:lnTo>
                <a:lnTo>
                  <a:pt x="232536" y="165874"/>
                </a:lnTo>
                <a:lnTo>
                  <a:pt x="234830" y="164204"/>
                </a:lnTo>
                <a:lnTo>
                  <a:pt x="237079" y="162490"/>
                </a:lnTo>
                <a:lnTo>
                  <a:pt x="239283" y="160731"/>
                </a:lnTo>
                <a:lnTo>
                  <a:pt x="241465" y="158928"/>
                </a:lnTo>
                <a:lnTo>
                  <a:pt x="243602" y="157080"/>
                </a:lnTo>
                <a:lnTo>
                  <a:pt x="245717" y="155209"/>
                </a:lnTo>
                <a:lnTo>
                  <a:pt x="247788" y="153295"/>
                </a:lnTo>
                <a:lnTo>
                  <a:pt x="249836" y="151357"/>
                </a:lnTo>
                <a:lnTo>
                  <a:pt x="251840" y="149376"/>
                </a:lnTo>
                <a:lnTo>
                  <a:pt x="253800" y="147350"/>
                </a:lnTo>
                <a:lnTo>
                  <a:pt x="255737" y="145279"/>
                </a:lnTo>
                <a:lnTo>
                  <a:pt x="257629" y="143186"/>
                </a:lnTo>
                <a:lnTo>
                  <a:pt x="259477" y="141049"/>
                </a:lnTo>
                <a:lnTo>
                  <a:pt x="261303" y="138889"/>
                </a:lnTo>
                <a:lnTo>
                  <a:pt x="263084" y="136707"/>
                </a:lnTo>
                <a:lnTo>
                  <a:pt x="264821" y="134458"/>
                </a:lnTo>
                <a:lnTo>
                  <a:pt x="266513" y="132210"/>
                </a:lnTo>
                <a:lnTo>
                  <a:pt x="268161" y="129916"/>
                </a:lnTo>
                <a:lnTo>
                  <a:pt x="269786" y="127578"/>
                </a:lnTo>
                <a:lnTo>
                  <a:pt x="271367" y="125241"/>
                </a:lnTo>
                <a:lnTo>
                  <a:pt x="272881" y="122836"/>
                </a:lnTo>
                <a:lnTo>
                  <a:pt x="274373" y="120431"/>
                </a:lnTo>
                <a:lnTo>
                  <a:pt x="275820" y="117982"/>
                </a:lnTo>
                <a:lnTo>
                  <a:pt x="277222" y="115511"/>
                </a:lnTo>
                <a:lnTo>
                  <a:pt x="278581" y="112995"/>
                </a:lnTo>
                <a:lnTo>
                  <a:pt x="279894" y="110479"/>
                </a:lnTo>
                <a:lnTo>
                  <a:pt x="281163" y="107918"/>
                </a:lnTo>
                <a:lnTo>
                  <a:pt x="282366" y="105336"/>
                </a:lnTo>
                <a:lnTo>
                  <a:pt x="283546" y="102708"/>
                </a:lnTo>
                <a:lnTo>
                  <a:pt x="284125" y="101395"/>
                </a:lnTo>
                <a:lnTo>
                  <a:pt x="284681" y="100081"/>
                </a:lnTo>
                <a:lnTo>
                  <a:pt x="285216" y="98745"/>
                </a:lnTo>
                <a:lnTo>
                  <a:pt x="285750" y="97432"/>
                </a:lnTo>
                <a:lnTo>
                  <a:pt x="285216" y="96096"/>
                </a:lnTo>
                <a:lnTo>
                  <a:pt x="284681" y="94760"/>
                </a:lnTo>
                <a:lnTo>
                  <a:pt x="284125" y="93446"/>
                </a:lnTo>
                <a:lnTo>
                  <a:pt x="283546" y="92133"/>
                </a:lnTo>
                <a:lnTo>
                  <a:pt x="282366" y="89505"/>
                </a:lnTo>
                <a:lnTo>
                  <a:pt x="281163" y="86923"/>
                </a:lnTo>
                <a:lnTo>
                  <a:pt x="279894" y="84384"/>
                </a:lnTo>
                <a:lnTo>
                  <a:pt x="278581" y="81846"/>
                </a:lnTo>
                <a:lnTo>
                  <a:pt x="277222" y="79330"/>
                </a:lnTo>
                <a:lnTo>
                  <a:pt x="275820" y="76859"/>
                </a:lnTo>
                <a:lnTo>
                  <a:pt x="274373" y="74410"/>
                </a:lnTo>
                <a:lnTo>
                  <a:pt x="272881" y="72005"/>
                </a:lnTo>
                <a:lnTo>
                  <a:pt x="271367" y="69623"/>
                </a:lnTo>
                <a:lnTo>
                  <a:pt x="269786" y="67263"/>
                </a:lnTo>
                <a:lnTo>
                  <a:pt x="268161" y="64925"/>
                </a:lnTo>
                <a:lnTo>
                  <a:pt x="266513" y="62631"/>
                </a:lnTo>
                <a:lnTo>
                  <a:pt x="264821" y="60383"/>
                </a:lnTo>
                <a:lnTo>
                  <a:pt x="263084" y="58156"/>
                </a:lnTo>
                <a:lnTo>
                  <a:pt x="261303" y="55952"/>
                </a:lnTo>
                <a:lnTo>
                  <a:pt x="259477" y="53792"/>
                </a:lnTo>
                <a:lnTo>
                  <a:pt x="257629" y="51655"/>
                </a:lnTo>
                <a:lnTo>
                  <a:pt x="255737" y="49562"/>
                </a:lnTo>
                <a:lnTo>
                  <a:pt x="253800" y="47514"/>
                </a:lnTo>
                <a:lnTo>
                  <a:pt x="251840" y="45487"/>
                </a:lnTo>
                <a:lnTo>
                  <a:pt x="249836" y="43484"/>
                </a:lnTo>
                <a:lnTo>
                  <a:pt x="247788" y="41546"/>
                </a:lnTo>
                <a:lnTo>
                  <a:pt x="245717" y="39632"/>
                </a:lnTo>
                <a:lnTo>
                  <a:pt x="243602" y="37761"/>
                </a:lnTo>
                <a:lnTo>
                  <a:pt x="241465" y="35913"/>
                </a:lnTo>
                <a:lnTo>
                  <a:pt x="239283" y="34132"/>
                </a:lnTo>
                <a:lnTo>
                  <a:pt x="237079" y="32373"/>
                </a:lnTo>
                <a:lnTo>
                  <a:pt x="234830" y="30637"/>
                </a:lnTo>
                <a:lnTo>
                  <a:pt x="232536" y="28967"/>
                </a:lnTo>
                <a:lnTo>
                  <a:pt x="230243" y="27341"/>
                </a:lnTo>
                <a:lnTo>
                  <a:pt x="227905" y="25738"/>
                </a:lnTo>
                <a:lnTo>
                  <a:pt x="225523" y="24180"/>
                </a:lnTo>
                <a:lnTo>
                  <a:pt x="223118" y="22688"/>
                </a:lnTo>
                <a:lnTo>
                  <a:pt x="220691" y="21219"/>
                </a:lnTo>
                <a:lnTo>
                  <a:pt x="218242" y="19794"/>
                </a:lnTo>
                <a:lnTo>
                  <a:pt x="215749" y="18413"/>
                </a:lnTo>
                <a:lnTo>
                  <a:pt x="213233" y="17077"/>
                </a:lnTo>
                <a:lnTo>
                  <a:pt x="210694" y="15786"/>
                </a:lnTo>
                <a:lnTo>
                  <a:pt x="208134" y="14561"/>
                </a:lnTo>
                <a:lnTo>
                  <a:pt x="206820" y="13960"/>
                </a:lnTo>
                <a:lnTo>
                  <a:pt x="205529" y="13359"/>
                </a:lnTo>
                <a:lnTo>
                  <a:pt x="204215" y="12780"/>
                </a:lnTo>
                <a:lnTo>
                  <a:pt x="202902" y="12223"/>
                </a:lnTo>
                <a:lnTo>
                  <a:pt x="201588" y="11667"/>
                </a:lnTo>
                <a:lnTo>
                  <a:pt x="200252" y="11110"/>
                </a:lnTo>
                <a:lnTo>
                  <a:pt x="198938" y="10576"/>
                </a:lnTo>
                <a:lnTo>
                  <a:pt x="197603" y="10064"/>
                </a:lnTo>
                <a:lnTo>
                  <a:pt x="196244" y="9552"/>
                </a:lnTo>
                <a:lnTo>
                  <a:pt x="194886" y="9062"/>
                </a:lnTo>
                <a:lnTo>
                  <a:pt x="193550" y="8572"/>
                </a:lnTo>
                <a:lnTo>
                  <a:pt x="192170" y="8104"/>
                </a:lnTo>
                <a:lnTo>
                  <a:pt x="190812" y="7659"/>
                </a:lnTo>
                <a:lnTo>
                  <a:pt x="189431" y="7214"/>
                </a:lnTo>
                <a:lnTo>
                  <a:pt x="188051" y="6769"/>
                </a:lnTo>
                <a:lnTo>
                  <a:pt x="186670" y="6368"/>
                </a:lnTo>
                <a:lnTo>
                  <a:pt x="185290" y="5945"/>
                </a:lnTo>
                <a:lnTo>
                  <a:pt x="183887" y="5566"/>
                </a:lnTo>
                <a:lnTo>
                  <a:pt x="182485" y="5188"/>
                </a:lnTo>
                <a:lnTo>
                  <a:pt x="181082" y="4809"/>
                </a:lnTo>
                <a:lnTo>
                  <a:pt x="179657" y="4453"/>
                </a:lnTo>
                <a:lnTo>
                  <a:pt x="178254" y="4119"/>
                </a:lnTo>
                <a:lnTo>
                  <a:pt x="176829" y="3785"/>
                </a:lnTo>
                <a:lnTo>
                  <a:pt x="175404" y="3473"/>
                </a:lnTo>
                <a:lnTo>
                  <a:pt x="173979" y="3162"/>
                </a:lnTo>
                <a:lnTo>
                  <a:pt x="172532" y="2872"/>
                </a:lnTo>
                <a:lnTo>
                  <a:pt x="171085" y="2605"/>
                </a:lnTo>
                <a:lnTo>
                  <a:pt x="169638" y="2338"/>
                </a:lnTo>
                <a:lnTo>
                  <a:pt x="168190" y="2093"/>
                </a:lnTo>
                <a:lnTo>
                  <a:pt x="166743" y="1848"/>
                </a:lnTo>
                <a:lnTo>
                  <a:pt x="165274" y="1625"/>
                </a:lnTo>
                <a:lnTo>
                  <a:pt x="163804" y="1425"/>
                </a:lnTo>
                <a:lnTo>
                  <a:pt x="162335" y="1225"/>
                </a:lnTo>
                <a:lnTo>
                  <a:pt x="160865" y="1046"/>
                </a:lnTo>
                <a:lnTo>
                  <a:pt x="159396" y="891"/>
                </a:lnTo>
                <a:lnTo>
                  <a:pt x="157904" y="735"/>
                </a:lnTo>
                <a:lnTo>
                  <a:pt x="156434" y="601"/>
                </a:lnTo>
                <a:lnTo>
                  <a:pt x="154943" y="468"/>
                </a:lnTo>
                <a:lnTo>
                  <a:pt x="153429" y="356"/>
                </a:lnTo>
                <a:lnTo>
                  <a:pt x="151937" y="267"/>
                </a:lnTo>
                <a:lnTo>
                  <a:pt x="150445" y="200"/>
                </a:lnTo>
                <a:lnTo>
                  <a:pt x="148931" y="134"/>
                </a:lnTo>
                <a:lnTo>
                  <a:pt x="147417" y="67"/>
                </a:lnTo>
                <a:lnTo>
                  <a:pt x="145903" y="45"/>
                </a:lnTo>
                <a:lnTo>
                  <a:pt x="144389" y="22"/>
                </a:lnTo>
                <a:lnTo>
                  <a:pt x="142875" y="0"/>
                </a:lnTo>
                <a:close/>
              </a:path>
            </a:pathLst>
          </a:custGeom>
          <a:solidFill>
            <a:srgbClr val="FD3E81"/>
          </a:solidFill>
          <a:ln>
            <a:noFill/>
          </a:ln>
        </p:spPr>
        <p:txBody>
          <a:bodyPr spcFirstLastPara="1" wrap="square" lIns="162533" tIns="162533" rIns="162533" bIns="162533" anchor="ctr" anchorCtr="0">
            <a:noAutofit/>
          </a:bodyPr>
          <a:lstStyle/>
          <a:p>
            <a:endParaRPr sz="2400"/>
          </a:p>
        </p:txBody>
      </p:sp>
      <p:sp>
        <p:nvSpPr>
          <p:cNvPr id="661" name="Google Shape;661;p76"/>
          <p:cNvSpPr txBox="1"/>
          <p:nvPr/>
        </p:nvSpPr>
        <p:spPr>
          <a:xfrm>
            <a:off x="3593655" y="3325508"/>
            <a:ext cx="1576400" cy="697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algn="ctr"/>
            <a:r>
              <a:rPr lang="pt-BR" sz="1067" b="1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rPr>
              <a:t>Viewability</a:t>
            </a:r>
            <a:endParaRPr sz="1067" b="1">
              <a:solidFill>
                <a:srgbClr val="434343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algn="ctr"/>
            <a:r>
              <a:rPr lang="pt-BR" sz="933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rPr>
              <a:t>% de impressões</a:t>
            </a:r>
            <a:endParaRPr sz="933">
              <a:solidFill>
                <a:srgbClr val="434343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algn="ctr"/>
            <a:r>
              <a:rPr lang="pt-BR" sz="933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rPr>
              <a:t>realmente vistas</a:t>
            </a:r>
            <a:endParaRPr sz="933">
              <a:solidFill>
                <a:srgbClr val="43434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62" name="Google Shape;662;p76"/>
          <p:cNvSpPr/>
          <p:nvPr/>
        </p:nvSpPr>
        <p:spPr>
          <a:xfrm>
            <a:off x="779969" y="2354941"/>
            <a:ext cx="1008000" cy="999600"/>
          </a:xfrm>
          <a:prstGeom prst="ellipse">
            <a:avLst/>
          </a:prstGeom>
          <a:solidFill>
            <a:srgbClr val="E6E6E2"/>
          </a:solidFill>
          <a:ln w="9525" cap="flat" cmpd="sng">
            <a:solidFill>
              <a:srgbClr val="FD3E8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62533" tIns="162533" rIns="162533" bIns="162533" anchor="ctr" anchorCtr="0">
            <a:noAutofit/>
          </a:bodyPr>
          <a:lstStyle/>
          <a:p>
            <a:endParaRPr sz="2400"/>
          </a:p>
        </p:txBody>
      </p:sp>
      <p:sp>
        <p:nvSpPr>
          <p:cNvPr id="663" name="Google Shape;663;p76"/>
          <p:cNvSpPr txBox="1"/>
          <p:nvPr/>
        </p:nvSpPr>
        <p:spPr>
          <a:xfrm>
            <a:off x="495769" y="3325508"/>
            <a:ext cx="1576400" cy="697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algn="ctr"/>
            <a:r>
              <a:rPr lang="pt-BR" sz="1067" b="1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rPr>
              <a:t>Verificação</a:t>
            </a:r>
            <a:endParaRPr sz="1067" b="1">
              <a:solidFill>
                <a:srgbClr val="434343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algn="ctr"/>
            <a:r>
              <a:rPr lang="pt-BR" sz="933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rPr>
              <a:t>Contexto em que o anúncio foi exibido</a:t>
            </a:r>
            <a:endParaRPr sz="933">
              <a:solidFill>
                <a:srgbClr val="43434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64" name="Google Shape;664;p76"/>
          <p:cNvSpPr/>
          <p:nvPr/>
        </p:nvSpPr>
        <p:spPr>
          <a:xfrm>
            <a:off x="1014355" y="2577359"/>
            <a:ext cx="539243" cy="555308"/>
          </a:xfrm>
          <a:custGeom>
            <a:avLst/>
            <a:gdLst/>
            <a:ahLst/>
            <a:cxnLst/>
            <a:rect l="l" t="t" r="r" b="b"/>
            <a:pathLst>
              <a:path w="209550" h="209550" extrusionOk="0">
                <a:moveTo>
                  <a:pt x="152973" y="58672"/>
                </a:moveTo>
                <a:lnTo>
                  <a:pt x="83828" y="127817"/>
                </a:lnTo>
                <a:lnTo>
                  <a:pt x="56577" y="100586"/>
                </a:lnTo>
                <a:lnTo>
                  <a:pt x="41914" y="115249"/>
                </a:lnTo>
                <a:lnTo>
                  <a:pt x="83828" y="157163"/>
                </a:lnTo>
                <a:lnTo>
                  <a:pt x="167636" y="73335"/>
                </a:lnTo>
                <a:lnTo>
                  <a:pt x="152973" y="58672"/>
                </a:lnTo>
                <a:close/>
                <a:moveTo>
                  <a:pt x="105852" y="20947"/>
                </a:moveTo>
                <a:lnTo>
                  <a:pt x="106928" y="20967"/>
                </a:lnTo>
                <a:lnTo>
                  <a:pt x="108005" y="21006"/>
                </a:lnTo>
                <a:lnTo>
                  <a:pt x="109082" y="21065"/>
                </a:lnTo>
                <a:lnTo>
                  <a:pt x="110159" y="21123"/>
                </a:lnTo>
                <a:lnTo>
                  <a:pt x="111216" y="21182"/>
                </a:lnTo>
                <a:lnTo>
                  <a:pt x="112273" y="21280"/>
                </a:lnTo>
                <a:lnTo>
                  <a:pt x="113330" y="21378"/>
                </a:lnTo>
                <a:lnTo>
                  <a:pt x="114387" y="21495"/>
                </a:lnTo>
                <a:lnTo>
                  <a:pt x="115444" y="21613"/>
                </a:lnTo>
                <a:lnTo>
                  <a:pt x="116482" y="21769"/>
                </a:lnTo>
                <a:lnTo>
                  <a:pt x="117520" y="21906"/>
                </a:lnTo>
                <a:lnTo>
                  <a:pt x="118557" y="22083"/>
                </a:lnTo>
                <a:lnTo>
                  <a:pt x="119595" y="22259"/>
                </a:lnTo>
                <a:lnTo>
                  <a:pt x="120613" y="22455"/>
                </a:lnTo>
                <a:lnTo>
                  <a:pt x="121650" y="22650"/>
                </a:lnTo>
                <a:lnTo>
                  <a:pt x="122668" y="22866"/>
                </a:lnTo>
                <a:lnTo>
                  <a:pt x="123686" y="23101"/>
                </a:lnTo>
                <a:lnTo>
                  <a:pt x="124685" y="23336"/>
                </a:lnTo>
                <a:lnTo>
                  <a:pt x="125703" y="23590"/>
                </a:lnTo>
                <a:lnTo>
                  <a:pt x="126701" y="23864"/>
                </a:lnTo>
                <a:lnTo>
                  <a:pt x="127699" y="24138"/>
                </a:lnTo>
                <a:lnTo>
                  <a:pt x="128678" y="24412"/>
                </a:lnTo>
                <a:lnTo>
                  <a:pt x="129677" y="24725"/>
                </a:lnTo>
                <a:lnTo>
                  <a:pt x="130656" y="25039"/>
                </a:lnTo>
                <a:lnTo>
                  <a:pt x="131634" y="25352"/>
                </a:lnTo>
                <a:lnTo>
                  <a:pt x="132594" y="25685"/>
                </a:lnTo>
                <a:lnTo>
                  <a:pt x="133572" y="26037"/>
                </a:lnTo>
                <a:lnTo>
                  <a:pt x="134532" y="26409"/>
                </a:lnTo>
                <a:lnTo>
                  <a:pt x="135471" y="26761"/>
                </a:lnTo>
                <a:lnTo>
                  <a:pt x="136431" y="27153"/>
                </a:lnTo>
                <a:lnTo>
                  <a:pt x="137370" y="27545"/>
                </a:lnTo>
                <a:lnTo>
                  <a:pt x="138310" y="27956"/>
                </a:lnTo>
                <a:lnTo>
                  <a:pt x="139230" y="28367"/>
                </a:lnTo>
                <a:lnTo>
                  <a:pt x="140170" y="28797"/>
                </a:lnTo>
                <a:lnTo>
                  <a:pt x="141070" y="29228"/>
                </a:lnTo>
                <a:lnTo>
                  <a:pt x="141990" y="29678"/>
                </a:lnTo>
                <a:lnTo>
                  <a:pt x="142891" y="30129"/>
                </a:lnTo>
                <a:lnTo>
                  <a:pt x="143792" y="30599"/>
                </a:lnTo>
                <a:lnTo>
                  <a:pt x="144692" y="31088"/>
                </a:lnTo>
                <a:lnTo>
                  <a:pt x="145573" y="31577"/>
                </a:lnTo>
                <a:lnTo>
                  <a:pt x="146454" y="32067"/>
                </a:lnTo>
                <a:lnTo>
                  <a:pt x="147335" y="32576"/>
                </a:lnTo>
                <a:lnTo>
                  <a:pt x="148196" y="33104"/>
                </a:lnTo>
                <a:lnTo>
                  <a:pt x="149058" y="33633"/>
                </a:lnTo>
                <a:lnTo>
                  <a:pt x="149919" y="34181"/>
                </a:lnTo>
                <a:lnTo>
                  <a:pt x="150761" y="34729"/>
                </a:lnTo>
                <a:lnTo>
                  <a:pt x="151603" y="35277"/>
                </a:lnTo>
                <a:lnTo>
                  <a:pt x="152445" y="35845"/>
                </a:lnTo>
                <a:lnTo>
                  <a:pt x="153267" y="36432"/>
                </a:lnTo>
                <a:lnTo>
                  <a:pt x="154089" y="37020"/>
                </a:lnTo>
                <a:lnTo>
                  <a:pt x="154892" y="37627"/>
                </a:lnTo>
                <a:lnTo>
                  <a:pt x="155694" y="38233"/>
                </a:lnTo>
                <a:lnTo>
                  <a:pt x="156497" y="38860"/>
                </a:lnTo>
                <a:lnTo>
                  <a:pt x="157280" y="39486"/>
                </a:lnTo>
                <a:lnTo>
                  <a:pt x="158063" y="40113"/>
                </a:lnTo>
                <a:lnTo>
                  <a:pt x="158827" y="40759"/>
                </a:lnTo>
                <a:lnTo>
                  <a:pt x="159590" y="41424"/>
                </a:lnTo>
                <a:lnTo>
                  <a:pt x="160354" y="42071"/>
                </a:lnTo>
                <a:lnTo>
                  <a:pt x="161097" y="42756"/>
                </a:lnTo>
                <a:lnTo>
                  <a:pt x="161841" y="43441"/>
                </a:lnTo>
                <a:lnTo>
                  <a:pt x="162585" y="44126"/>
                </a:lnTo>
                <a:lnTo>
                  <a:pt x="163290" y="44831"/>
                </a:lnTo>
                <a:lnTo>
                  <a:pt x="164014" y="45536"/>
                </a:lnTo>
                <a:lnTo>
                  <a:pt x="164719" y="46240"/>
                </a:lnTo>
                <a:lnTo>
                  <a:pt x="165424" y="46965"/>
                </a:lnTo>
                <a:lnTo>
                  <a:pt x="166109" y="47709"/>
                </a:lnTo>
                <a:lnTo>
                  <a:pt x="166794" y="48433"/>
                </a:lnTo>
                <a:lnTo>
                  <a:pt x="167460" y="49196"/>
                </a:lnTo>
                <a:lnTo>
                  <a:pt x="168126" y="49940"/>
                </a:lnTo>
                <a:lnTo>
                  <a:pt x="168791" y="50704"/>
                </a:lnTo>
                <a:lnTo>
                  <a:pt x="169437" y="51487"/>
                </a:lnTo>
                <a:lnTo>
                  <a:pt x="170064" y="52270"/>
                </a:lnTo>
                <a:lnTo>
                  <a:pt x="170690" y="53053"/>
                </a:lnTo>
                <a:lnTo>
                  <a:pt x="171317" y="53856"/>
                </a:lnTo>
                <a:lnTo>
                  <a:pt x="171923" y="54658"/>
                </a:lnTo>
                <a:lnTo>
                  <a:pt x="172511" y="55461"/>
                </a:lnTo>
                <a:lnTo>
                  <a:pt x="173118" y="56283"/>
                </a:lnTo>
                <a:lnTo>
                  <a:pt x="173685" y="57106"/>
                </a:lnTo>
                <a:lnTo>
                  <a:pt x="174253" y="57947"/>
                </a:lnTo>
                <a:lnTo>
                  <a:pt x="174821" y="58789"/>
                </a:lnTo>
                <a:lnTo>
                  <a:pt x="175369" y="59631"/>
                </a:lnTo>
                <a:lnTo>
                  <a:pt x="175917" y="60473"/>
                </a:lnTo>
                <a:lnTo>
                  <a:pt x="176446" y="61334"/>
                </a:lnTo>
                <a:lnTo>
                  <a:pt x="176955" y="62215"/>
                </a:lnTo>
                <a:lnTo>
                  <a:pt x="177483" y="63076"/>
                </a:lnTo>
                <a:lnTo>
                  <a:pt x="177973" y="63957"/>
                </a:lnTo>
                <a:lnTo>
                  <a:pt x="178462" y="64858"/>
                </a:lnTo>
                <a:lnTo>
                  <a:pt x="178951" y="65739"/>
                </a:lnTo>
                <a:lnTo>
                  <a:pt x="179421" y="66639"/>
                </a:lnTo>
                <a:lnTo>
                  <a:pt x="179872" y="67560"/>
                </a:lnTo>
                <a:lnTo>
                  <a:pt x="180322" y="68460"/>
                </a:lnTo>
                <a:lnTo>
                  <a:pt x="180753" y="69380"/>
                </a:lnTo>
                <a:lnTo>
                  <a:pt x="181183" y="70300"/>
                </a:lnTo>
                <a:lnTo>
                  <a:pt x="181594" y="71240"/>
                </a:lnTo>
                <a:lnTo>
                  <a:pt x="182005" y="72180"/>
                </a:lnTo>
                <a:lnTo>
                  <a:pt x="182397" y="73119"/>
                </a:lnTo>
                <a:lnTo>
                  <a:pt x="182769" y="74059"/>
                </a:lnTo>
                <a:lnTo>
                  <a:pt x="183141" y="75018"/>
                </a:lnTo>
                <a:lnTo>
                  <a:pt x="183493" y="75978"/>
                </a:lnTo>
                <a:lnTo>
                  <a:pt x="183846" y="76937"/>
                </a:lnTo>
                <a:lnTo>
                  <a:pt x="184178" y="77916"/>
                </a:lnTo>
                <a:lnTo>
                  <a:pt x="184511" y="78894"/>
                </a:lnTo>
                <a:lnTo>
                  <a:pt x="184825" y="79873"/>
                </a:lnTo>
                <a:lnTo>
                  <a:pt x="185118" y="80852"/>
                </a:lnTo>
                <a:lnTo>
                  <a:pt x="185412" y="81851"/>
                </a:lnTo>
                <a:lnTo>
                  <a:pt x="185686" y="82849"/>
                </a:lnTo>
                <a:lnTo>
                  <a:pt x="185960" y="83847"/>
                </a:lnTo>
                <a:lnTo>
                  <a:pt x="186214" y="84846"/>
                </a:lnTo>
                <a:lnTo>
                  <a:pt x="186449" y="85864"/>
                </a:lnTo>
                <a:lnTo>
                  <a:pt x="186684" y="86882"/>
                </a:lnTo>
                <a:lnTo>
                  <a:pt x="186900" y="87900"/>
                </a:lnTo>
                <a:lnTo>
                  <a:pt x="187095" y="88918"/>
                </a:lnTo>
                <a:lnTo>
                  <a:pt x="187291" y="89955"/>
                </a:lnTo>
                <a:lnTo>
                  <a:pt x="187467" y="90993"/>
                </a:lnTo>
                <a:lnTo>
                  <a:pt x="187624" y="92031"/>
                </a:lnTo>
                <a:lnTo>
                  <a:pt x="187781" y="93068"/>
                </a:lnTo>
                <a:lnTo>
                  <a:pt x="187918" y="94106"/>
                </a:lnTo>
                <a:lnTo>
                  <a:pt x="188055" y="95163"/>
                </a:lnTo>
                <a:lnTo>
                  <a:pt x="188172" y="96220"/>
                </a:lnTo>
                <a:lnTo>
                  <a:pt x="188270" y="97277"/>
                </a:lnTo>
                <a:lnTo>
                  <a:pt x="188348" y="98334"/>
                </a:lnTo>
                <a:lnTo>
                  <a:pt x="188427" y="99391"/>
                </a:lnTo>
                <a:lnTo>
                  <a:pt x="188485" y="100468"/>
                </a:lnTo>
                <a:lnTo>
                  <a:pt x="188544" y="101525"/>
                </a:lnTo>
                <a:lnTo>
                  <a:pt x="188564" y="102602"/>
                </a:lnTo>
                <a:lnTo>
                  <a:pt x="188583" y="103679"/>
                </a:lnTo>
                <a:lnTo>
                  <a:pt x="188603" y="104775"/>
                </a:lnTo>
                <a:lnTo>
                  <a:pt x="188583" y="105852"/>
                </a:lnTo>
                <a:lnTo>
                  <a:pt x="188564" y="106928"/>
                </a:lnTo>
                <a:lnTo>
                  <a:pt x="188544" y="108005"/>
                </a:lnTo>
                <a:lnTo>
                  <a:pt x="188485" y="109082"/>
                </a:lnTo>
                <a:lnTo>
                  <a:pt x="188427" y="110139"/>
                </a:lnTo>
                <a:lnTo>
                  <a:pt x="188348" y="111196"/>
                </a:lnTo>
                <a:lnTo>
                  <a:pt x="188270" y="112273"/>
                </a:lnTo>
                <a:lnTo>
                  <a:pt x="188172" y="113330"/>
                </a:lnTo>
                <a:lnTo>
                  <a:pt x="188055" y="114368"/>
                </a:lnTo>
                <a:lnTo>
                  <a:pt x="187918" y="115425"/>
                </a:lnTo>
                <a:lnTo>
                  <a:pt x="187781" y="116462"/>
                </a:lnTo>
                <a:lnTo>
                  <a:pt x="187624" y="117519"/>
                </a:lnTo>
                <a:lnTo>
                  <a:pt x="187467" y="118557"/>
                </a:lnTo>
                <a:lnTo>
                  <a:pt x="187291" y="119575"/>
                </a:lnTo>
                <a:lnTo>
                  <a:pt x="187095" y="120613"/>
                </a:lnTo>
                <a:lnTo>
                  <a:pt x="186900" y="121631"/>
                </a:lnTo>
                <a:lnTo>
                  <a:pt x="186684" y="122649"/>
                </a:lnTo>
                <a:lnTo>
                  <a:pt x="186449" y="123667"/>
                </a:lnTo>
                <a:lnTo>
                  <a:pt x="186214" y="124685"/>
                </a:lnTo>
                <a:lnTo>
                  <a:pt x="185960" y="125683"/>
                </a:lnTo>
                <a:lnTo>
                  <a:pt x="185686" y="126681"/>
                </a:lnTo>
                <a:lnTo>
                  <a:pt x="185412" y="127680"/>
                </a:lnTo>
                <a:lnTo>
                  <a:pt x="185118" y="128678"/>
                </a:lnTo>
                <a:lnTo>
                  <a:pt x="184825" y="129657"/>
                </a:lnTo>
                <a:lnTo>
                  <a:pt x="184511" y="130636"/>
                </a:lnTo>
                <a:lnTo>
                  <a:pt x="184178" y="131615"/>
                </a:lnTo>
                <a:lnTo>
                  <a:pt x="183846" y="132594"/>
                </a:lnTo>
                <a:lnTo>
                  <a:pt x="183493" y="133553"/>
                </a:lnTo>
                <a:lnTo>
                  <a:pt x="183141" y="134512"/>
                </a:lnTo>
                <a:lnTo>
                  <a:pt x="182769" y="135471"/>
                </a:lnTo>
                <a:lnTo>
                  <a:pt x="182397" y="136411"/>
                </a:lnTo>
                <a:lnTo>
                  <a:pt x="182005" y="137351"/>
                </a:lnTo>
                <a:lnTo>
                  <a:pt x="181594" y="138290"/>
                </a:lnTo>
                <a:lnTo>
                  <a:pt x="181183" y="139230"/>
                </a:lnTo>
                <a:lnTo>
                  <a:pt x="180753" y="140150"/>
                </a:lnTo>
                <a:lnTo>
                  <a:pt x="180322" y="141070"/>
                </a:lnTo>
                <a:lnTo>
                  <a:pt x="179872" y="141990"/>
                </a:lnTo>
                <a:lnTo>
                  <a:pt x="179421" y="142891"/>
                </a:lnTo>
                <a:lnTo>
                  <a:pt x="178951" y="143792"/>
                </a:lnTo>
                <a:lnTo>
                  <a:pt x="178462" y="144692"/>
                </a:lnTo>
                <a:lnTo>
                  <a:pt x="177973" y="145573"/>
                </a:lnTo>
                <a:lnTo>
                  <a:pt x="177483" y="146454"/>
                </a:lnTo>
                <a:lnTo>
                  <a:pt x="176955" y="147335"/>
                </a:lnTo>
                <a:lnTo>
                  <a:pt x="176446" y="148196"/>
                </a:lnTo>
                <a:lnTo>
                  <a:pt x="175917" y="149058"/>
                </a:lnTo>
                <a:lnTo>
                  <a:pt x="175369" y="149900"/>
                </a:lnTo>
                <a:lnTo>
                  <a:pt x="174821" y="150761"/>
                </a:lnTo>
                <a:lnTo>
                  <a:pt x="174253" y="151603"/>
                </a:lnTo>
                <a:lnTo>
                  <a:pt x="173685" y="152425"/>
                </a:lnTo>
                <a:lnTo>
                  <a:pt x="173118" y="153247"/>
                </a:lnTo>
                <a:lnTo>
                  <a:pt x="172511" y="154069"/>
                </a:lnTo>
                <a:lnTo>
                  <a:pt x="171923" y="154872"/>
                </a:lnTo>
                <a:lnTo>
                  <a:pt x="171317" y="155694"/>
                </a:lnTo>
                <a:lnTo>
                  <a:pt x="170690" y="156477"/>
                </a:lnTo>
                <a:lnTo>
                  <a:pt x="170064" y="157260"/>
                </a:lnTo>
                <a:lnTo>
                  <a:pt x="169437" y="158043"/>
                </a:lnTo>
                <a:lnTo>
                  <a:pt x="168791" y="158827"/>
                </a:lnTo>
                <a:lnTo>
                  <a:pt x="168126" y="159590"/>
                </a:lnTo>
                <a:lnTo>
                  <a:pt x="167460" y="160334"/>
                </a:lnTo>
                <a:lnTo>
                  <a:pt x="166794" y="161097"/>
                </a:lnTo>
                <a:lnTo>
                  <a:pt x="166109" y="161841"/>
                </a:lnTo>
                <a:lnTo>
                  <a:pt x="165424" y="162566"/>
                </a:lnTo>
                <a:lnTo>
                  <a:pt x="164719" y="163290"/>
                </a:lnTo>
                <a:lnTo>
                  <a:pt x="164014" y="164014"/>
                </a:lnTo>
                <a:lnTo>
                  <a:pt x="163290" y="164719"/>
                </a:lnTo>
                <a:lnTo>
                  <a:pt x="162585" y="165404"/>
                </a:lnTo>
                <a:lnTo>
                  <a:pt x="161841" y="166109"/>
                </a:lnTo>
                <a:lnTo>
                  <a:pt x="161097" y="166775"/>
                </a:lnTo>
                <a:lnTo>
                  <a:pt x="160354" y="167460"/>
                </a:lnTo>
                <a:lnTo>
                  <a:pt x="159590" y="168126"/>
                </a:lnTo>
                <a:lnTo>
                  <a:pt x="158827" y="168772"/>
                </a:lnTo>
                <a:lnTo>
                  <a:pt x="158063" y="169418"/>
                </a:lnTo>
                <a:lnTo>
                  <a:pt x="157280" y="170064"/>
                </a:lnTo>
                <a:lnTo>
                  <a:pt x="156497" y="170690"/>
                </a:lnTo>
                <a:lnTo>
                  <a:pt x="155694" y="171297"/>
                </a:lnTo>
                <a:lnTo>
                  <a:pt x="154892" y="171904"/>
                </a:lnTo>
                <a:lnTo>
                  <a:pt x="154089" y="172511"/>
                </a:lnTo>
                <a:lnTo>
                  <a:pt x="153267" y="173098"/>
                </a:lnTo>
                <a:lnTo>
                  <a:pt x="152445" y="173685"/>
                </a:lnTo>
                <a:lnTo>
                  <a:pt x="151603" y="174253"/>
                </a:lnTo>
                <a:lnTo>
                  <a:pt x="150761" y="174821"/>
                </a:lnTo>
                <a:lnTo>
                  <a:pt x="149919" y="175369"/>
                </a:lnTo>
                <a:lnTo>
                  <a:pt x="149058" y="175897"/>
                </a:lnTo>
                <a:lnTo>
                  <a:pt x="148196" y="176426"/>
                </a:lnTo>
                <a:lnTo>
                  <a:pt x="147335" y="176955"/>
                </a:lnTo>
                <a:lnTo>
                  <a:pt x="146454" y="177464"/>
                </a:lnTo>
                <a:lnTo>
                  <a:pt x="145573" y="177973"/>
                </a:lnTo>
                <a:lnTo>
                  <a:pt x="144692" y="178462"/>
                </a:lnTo>
                <a:lnTo>
                  <a:pt x="143792" y="178932"/>
                </a:lnTo>
                <a:lnTo>
                  <a:pt x="142891" y="179402"/>
                </a:lnTo>
                <a:lnTo>
                  <a:pt x="141990" y="179852"/>
                </a:lnTo>
                <a:lnTo>
                  <a:pt x="141070" y="180302"/>
                </a:lnTo>
                <a:lnTo>
                  <a:pt x="140170" y="180753"/>
                </a:lnTo>
                <a:lnTo>
                  <a:pt x="139230" y="181164"/>
                </a:lnTo>
                <a:lnTo>
                  <a:pt x="138310" y="181594"/>
                </a:lnTo>
                <a:lnTo>
                  <a:pt x="137370" y="181986"/>
                </a:lnTo>
                <a:lnTo>
                  <a:pt x="136431" y="182377"/>
                </a:lnTo>
                <a:lnTo>
                  <a:pt x="135471" y="182769"/>
                </a:lnTo>
                <a:lnTo>
                  <a:pt x="134532" y="183141"/>
                </a:lnTo>
                <a:lnTo>
                  <a:pt x="133572" y="183493"/>
                </a:lnTo>
                <a:lnTo>
                  <a:pt x="132594" y="183846"/>
                </a:lnTo>
                <a:lnTo>
                  <a:pt x="131634" y="184178"/>
                </a:lnTo>
                <a:lnTo>
                  <a:pt x="130656" y="184492"/>
                </a:lnTo>
                <a:lnTo>
                  <a:pt x="129677" y="184805"/>
                </a:lnTo>
                <a:lnTo>
                  <a:pt x="128678" y="185118"/>
                </a:lnTo>
                <a:lnTo>
                  <a:pt x="127699" y="185412"/>
                </a:lnTo>
                <a:lnTo>
                  <a:pt x="126701" y="185686"/>
                </a:lnTo>
                <a:lnTo>
                  <a:pt x="125703" y="185940"/>
                </a:lnTo>
                <a:lnTo>
                  <a:pt x="124685" y="186195"/>
                </a:lnTo>
                <a:lnTo>
                  <a:pt x="123686" y="186430"/>
                </a:lnTo>
                <a:lnTo>
                  <a:pt x="122668" y="186665"/>
                </a:lnTo>
                <a:lnTo>
                  <a:pt x="121650" y="186880"/>
                </a:lnTo>
                <a:lnTo>
                  <a:pt x="120613" y="187095"/>
                </a:lnTo>
                <a:lnTo>
                  <a:pt x="119595" y="187272"/>
                </a:lnTo>
                <a:lnTo>
                  <a:pt x="118557" y="187448"/>
                </a:lnTo>
                <a:lnTo>
                  <a:pt x="117520" y="187624"/>
                </a:lnTo>
                <a:lnTo>
                  <a:pt x="116482" y="187781"/>
                </a:lnTo>
                <a:lnTo>
                  <a:pt x="115444" y="187918"/>
                </a:lnTo>
                <a:lnTo>
                  <a:pt x="114387" y="188035"/>
                </a:lnTo>
                <a:lnTo>
                  <a:pt x="113330" y="188153"/>
                </a:lnTo>
                <a:lnTo>
                  <a:pt x="112273" y="188250"/>
                </a:lnTo>
                <a:lnTo>
                  <a:pt x="111216" y="188348"/>
                </a:lnTo>
                <a:lnTo>
                  <a:pt x="110159" y="188427"/>
                </a:lnTo>
                <a:lnTo>
                  <a:pt x="109082" y="188485"/>
                </a:lnTo>
                <a:lnTo>
                  <a:pt x="108005" y="188525"/>
                </a:lnTo>
                <a:lnTo>
                  <a:pt x="106928" y="188564"/>
                </a:lnTo>
                <a:lnTo>
                  <a:pt x="105852" y="188583"/>
                </a:lnTo>
                <a:lnTo>
                  <a:pt x="103698" y="188583"/>
                </a:lnTo>
                <a:lnTo>
                  <a:pt x="102622" y="188564"/>
                </a:lnTo>
                <a:lnTo>
                  <a:pt x="101545" y="188525"/>
                </a:lnTo>
                <a:lnTo>
                  <a:pt x="100468" y="188485"/>
                </a:lnTo>
                <a:lnTo>
                  <a:pt x="99411" y="188427"/>
                </a:lnTo>
                <a:lnTo>
                  <a:pt x="98334" y="188348"/>
                </a:lnTo>
                <a:lnTo>
                  <a:pt x="97277" y="188250"/>
                </a:lnTo>
                <a:lnTo>
                  <a:pt x="96220" y="188153"/>
                </a:lnTo>
                <a:lnTo>
                  <a:pt x="95163" y="188035"/>
                </a:lnTo>
                <a:lnTo>
                  <a:pt x="94125" y="187918"/>
                </a:lnTo>
                <a:lnTo>
                  <a:pt x="93068" y="187781"/>
                </a:lnTo>
                <a:lnTo>
                  <a:pt x="92031" y="187624"/>
                </a:lnTo>
                <a:lnTo>
                  <a:pt x="90993" y="187448"/>
                </a:lnTo>
                <a:lnTo>
                  <a:pt x="89955" y="187272"/>
                </a:lnTo>
                <a:lnTo>
                  <a:pt x="88937" y="187095"/>
                </a:lnTo>
                <a:lnTo>
                  <a:pt x="87900" y="186880"/>
                </a:lnTo>
                <a:lnTo>
                  <a:pt x="86882" y="186665"/>
                </a:lnTo>
                <a:lnTo>
                  <a:pt x="85883" y="186430"/>
                </a:lnTo>
                <a:lnTo>
                  <a:pt x="84865" y="186195"/>
                </a:lnTo>
                <a:lnTo>
                  <a:pt x="83867" y="185940"/>
                </a:lnTo>
                <a:lnTo>
                  <a:pt x="82849" y="185686"/>
                </a:lnTo>
                <a:lnTo>
                  <a:pt x="81870" y="185412"/>
                </a:lnTo>
                <a:lnTo>
                  <a:pt x="80872" y="185118"/>
                </a:lnTo>
                <a:lnTo>
                  <a:pt x="79893" y="184805"/>
                </a:lnTo>
                <a:lnTo>
                  <a:pt x="78894" y="184492"/>
                </a:lnTo>
                <a:lnTo>
                  <a:pt x="77935" y="184178"/>
                </a:lnTo>
                <a:lnTo>
                  <a:pt x="76956" y="183846"/>
                </a:lnTo>
                <a:lnTo>
                  <a:pt x="75997" y="183493"/>
                </a:lnTo>
                <a:lnTo>
                  <a:pt x="75038" y="183141"/>
                </a:lnTo>
                <a:lnTo>
                  <a:pt x="74079" y="182769"/>
                </a:lnTo>
                <a:lnTo>
                  <a:pt x="73139" y="182377"/>
                </a:lnTo>
                <a:lnTo>
                  <a:pt x="72180" y="181986"/>
                </a:lnTo>
                <a:lnTo>
                  <a:pt x="71260" y="181594"/>
                </a:lnTo>
                <a:lnTo>
                  <a:pt x="70320" y="181164"/>
                </a:lnTo>
                <a:lnTo>
                  <a:pt x="69400" y="180753"/>
                </a:lnTo>
                <a:lnTo>
                  <a:pt x="68480" y="180302"/>
                </a:lnTo>
                <a:lnTo>
                  <a:pt x="67560" y="179852"/>
                </a:lnTo>
                <a:lnTo>
                  <a:pt x="66659" y="179402"/>
                </a:lnTo>
                <a:lnTo>
                  <a:pt x="65758" y="178932"/>
                </a:lnTo>
                <a:lnTo>
                  <a:pt x="64858" y="178462"/>
                </a:lnTo>
                <a:lnTo>
                  <a:pt x="63977" y="177973"/>
                </a:lnTo>
                <a:lnTo>
                  <a:pt x="63096" y="177464"/>
                </a:lnTo>
                <a:lnTo>
                  <a:pt x="62215" y="176955"/>
                </a:lnTo>
                <a:lnTo>
                  <a:pt x="61354" y="176426"/>
                </a:lnTo>
                <a:lnTo>
                  <a:pt x="60492" y="175897"/>
                </a:lnTo>
                <a:lnTo>
                  <a:pt x="59631" y="175369"/>
                </a:lnTo>
                <a:lnTo>
                  <a:pt x="58789" y="174821"/>
                </a:lnTo>
                <a:lnTo>
                  <a:pt x="57947" y="174253"/>
                </a:lnTo>
                <a:lnTo>
                  <a:pt x="57125" y="173685"/>
                </a:lnTo>
                <a:lnTo>
                  <a:pt x="56283" y="173098"/>
                </a:lnTo>
                <a:lnTo>
                  <a:pt x="55481" y="172511"/>
                </a:lnTo>
                <a:lnTo>
                  <a:pt x="54658" y="171904"/>
                </a:lnTo>
                <a:lnTo>
                  <a:pt x="53856" y="171297"/>
                </a:lnTo>
                <a:lnTo>
                  <a:pt x="53073" y="170690"/>
                </a:lnTo>
                <a:lnTo>
                  <a:pt x="52270" y="170064"/>
                </a:lnTo>
                <a:lnTo>
                  <a:pt x="51487" y="169418"/>
                </a:lnTo>
                <a:lnTo>
                  <a:pt x="50723" y="168772"/>
                </a:lnTo>
                <a:lnTo>
                  <a:pt x="49960" y="168126"/>
                </a:lnTo>
                <a:lnTo>
                  <a:pt x="49196" y="167460"/>
                </a:lnTo>
                <a:lnTo>
                  <a:pt x="48453" y="166775"/>
                </a:lnTo>
                <a:lnTo>
                  <a:pt x="47709" y="166109"/>
                </a:lnTo>
                <a:lnTo>
                  <a:pt x="46984" y="165404"/>
                </a:lnTo>
                <a:lnTo>
                  <a:pt x="46260" y="164719"/>
                </a:lnTo>
                <a:lnTo>
                  <a:pt x="45536" y="164014"/>
                </a:lnTo>
                <a:lnTo>
                  <a:pt x="44831" y="163290"/>
                </a:lnTo>
                <a:lnTo>
                  <a:pt x="44126" y="162566"/>
                </a:lnTo>
                <a:lnTo>
                  <a:pt x="43441" y="161841"/>
                </a:lnTo>
                <a:lnTo>
                  <a:pt x="42756" y="161097"/>
                </a:lnTo>
                <a:lnTo>
                  <a:pt x="42090" y="160334"/>
                </a:lnTo>
                <a:lnTo>
                  <a:pt x="41424" y="159590"/>
                </a:lnTo>
                <a:lnTo>
                  <a:pt x="40778" y="158827"/>
                </a:lnTo>
                <a:lnTo>
                  <a:pt x="40132" y="158043"/>
                </a:lnTo>
                <a:lnTo>
                  <a:pt x="39486" y="157260"/>
                </a:lnTo>
                <a:lnTo>
                  <a:pt x="38860" y="156477"/>
                </a:lnTo>
                <a:lnTo>
                  <a:pt x="38233" y="155694"/>
                </a:lnTo>
                <a:lnTo>
                  <a:pt x="37627" y="154872"/>
                </a:lnTo>
                <a:lnTo>
                  <a:pt x="37039" y="154069"/>
                </a:lnTo>
                <a:lnTo>
                  <a:pt x="36452" y="153247"/>
                </a:lnTo>
                <a:lnTo>
                  <a:pt x="35865" y="152425"/>
                </a:lnTo>
                <a:lnTo>
                  <a:pt x="35297" y="151603"/>
                </a:lnTo>
                <a:lnTo>
                  <a:pt x="34729" y="150761"/>
                </a:lnTo>
                <a:lnTo>
                  <a:pt x="34181" y="149900"/>
                </a:lnTo>
                <a:lnTo>
                  <a:pt x="33633" y="149058"/>
                </a:lnTo>
                <a:lnTo>
                  <a:pt x="33104" y="148196"/>
                </a:lnTo>
                <a:lnTo>
                  <a:pt x="32595" y="147335"/>
                </a:lnTo>
                <a:lnTo>
                  <a:pt x="32086" y="146454"/>
                </a:lnTo>
                <a:lnTo>
                  <a:pt x="31577" y="145573"/>
                </a:lnTo>
                <a:lnTo>
                  <a:pt x="31088" y="144692"/>
                </a:lnTo>
                <a:lnTo>
                  <a:pt x="30618" y="143792"/>
                </a:lnTo>
                <a:lnTo>
                  <a:pt x="30148" y="142891"/>
                </a:lnTo>
                <a:lnTo>
                  <a:pt x="29678" y="141990"/>
                </a:lnTo>
                <a:lnTo>
                  <a:pt x="29228" y="141070"/>
                </a:lnTo>
                <a:lnTo>
                  <a:pt x="28797" y="140150"/>
                </a:lnTo>
                <a:lnTo>
                  <a:pt x="28367" y="139230"/>
                </a:lnTo>
                <a:lnTo>
                  <a:pt x="27956" y="138290"/>
                </a:lnTo>
                <a:lnTo>
                  <a:pt x="27564" y="137351"/>
                </a:lnTo>
                <a:lnTo>
                  <a:pt x="27153" y="136411"/>
                </a:lnTo>
                <a:lnTo>
                  <a:pt x="26781" y="135471"/>
                </a:lnTo>
                <a:lnTo>
                  <a:pt x="26409" y="134512"/>
                </a:lnTo>
                <a:lnTo>
                  <a:pt x="26057" y="133553"/>
                </a:lnTo>
                <a:lnTo>
                  <a:pt x="25704" y="132594"/>
                </a:lnTo>
                <a:lnTo>
                  <a:pt x="25372" y="131615"/>
                </a:lnTo>
                <a:lnTo>
                  <a:pt x="25039" y="130636"/>
                </a:lnTo>
                <a:lnTo>
                  <a:pt x="24725" y="129657"/>
                </a:lnTo>
                <a:lnTo>
                  <a:pt x="24432" y="128678"/>
                </a:lnTo>
                <a:lnTo>
                  <a:pt x="24138" y="127680"/>
                </a:lnTo>
                <a:lnTo>
                  <a:pt x="23864" y="126681"/>
                </a:lnTo>
                <a:lnTo>
                  <a:pt x="23610" y="125683"/>
                </a:lnTo>
                <a:lnTo>
                  <a:pt x="23355" y="124685"/>
                </a:lnTo>
                <a:lnTo>
                  <a:pt x="23101" y="123667"/>
                </a:lnTo>
                <a:lnTo>
                  <a:pt x="22885" y="122649"/>
                </a:lnTo>
                <a:lnTo>
                  <a:pt x="22670" y="121631"/>
                </a:lnTo>
                <a:lnTo>
                  <a:pt x="22455" y="120613"/>
                </a:lnTo>
                <a:lnTo>
                  <a:pt x="22259" y="119575"/>
                </a:lnTo>
                <a:lnTo>
                  <a:pt x="22083" y="118557"/>
                </a:lnTo>
                <a:lnTo>
                  <a:pt x="21926" y="117519"/>
                </a:lnTo>
                <a:lnTo>
                  <a:pt x="21769" y="116462"/>
                </a:lnTo>
                <a:lnTo>
                  <a:pt x="21632" y="115425"/>
                </a:lnTo>
                <a:lnTo>
                  <a:pt x="21495" y="114368"/>
                </a:lnTo>
                <a:lnTo>
                  <a:pt x="21397" y="113330"/>
                </a:lnTo>
                <a:lnTo>
                  <a:pt x="21280" y="112273"/>
                </a:lnTo>
                <a:lnTo>
                  <a:pt x="21202" y="111196"/>
                </a:lnTo>
                <a:lnTo>
                  <a:pt x="21123" y="110139"/>
                </a:lnTo>
                <a:lnTo>
                  <a:pt x="21065" y="109082"/>
                </a:lnTo>
                <a:lnTo>
                  <a:pt x="21025" y="108005"/>
                </a:lnTo>
                <a:lnTo>
                  <a:pt x="20986" y="106928"/>
                </a:lnTo>
                <a:lnTo>
                  <a:pt x="20967" y="105852"/>
                </a:lnTo>
                <a:lnTo>
                  <a:pt x="20947" y="104775"/>
                </a:lnTo>
                <a:lnTo>
                  <a:pt x="20967" y="103679"/>
                </a:lnTo>
                <a:lnTo>
                  <a:pt x="20986" y="102602"/>
                </a:lnTo>
                <a:lnTo>
                  <a:pt x="21025" y="101525"/>
                </a:lnTo>
                <a:lnTo>
                  <a:pt x="21065" y="100468"/>
                </a:lnTo>
                <a:lnTo>
                  <a:pt x="21123" y="99391"/>
                </a:lnTo>
                <a:lnTo>
                  <a:pt x="21202" y="98334"/>
                </a:lnTo>
                <a:lnTo>
                  <a:pt x="21280" y="97277"/>
                </a:lnTo>
                <a:lnTo>
                  <a:pt x="21397" y="96220"/>
                </a:lnTo>
                <a:lnTo>
                  <a:pt x="21495" y="95163"/>
                </a:lnTo>
                <a:lnTo>
                  <a:pt x="21632" y="94106"/>
                </a:lnTo>
                <a:lnTo>
                  <a:pt x="21769" y="93068"/>
                </a:lnTo>
                <a:lnTo>
                  <a:pt x="21926" y="92031"/>
                </a:lnTo>
                <a:lnTo>
                  <a:pt x="22083" y="90993"/>
                </a:lnTo>
                <a:lnTo>
                  <a:pt x="22259" y="89955"/>
                </a:lnTo>
                <a:lnTo>
                  <a:pt x="22455" y="88918"/>
                </a:lnTo>
                <a:lnTo>
                  <a:pt x="22670" y="87900"/>
                </a:lnTo>
                <a:lnTo>
                  <a:pt x="22885" y="86882"/>
                </a:lnTo>
                <a:lnTo>
                  <a:pt x="23101" y="85864"/>
                </a:lnTo>
                <a:lnTo>
                  <a:pt x="23355" y="84846"/>
                </a:lnTo>
                <a:lnTo>
                  <a:pt x="23610" y="83847"/>
                </a:lnTo>
                <a:lnTo>
                  <a:pt x="23864" y="82849"/>
                </a:lnTo>
                <a:lnTo>
                  <a:pt x="24138" y="81851"/>
                </a:lnTo>
                <a:lnTo>
                  <a:pt x="24432" y="80852"/>
                </a:lnTo>
                <a:lnTo>
                  <a:pt x="24725" y="79873"/>
                </a:lnTo>
                <a:lnTo>
                  <a:pt x="25039" y="78894"/>
                </a:lnTo>
                <a:lnTo>
                  <a:pt x="25372" y="77916"/>
                </a:lnTo>
                <a:lnTo>
                  <a:pt x="25704" y="76937"/>
                </a:lnTo>
                <a:lnTo>
                  <a:pt x="26057" y="75978"/>
                </a:lnTo>
                <a:lnTo>
                  <a:pt x="26409" y="75018"/>
                </a:lnTo>
                <a:lnTo>
                  <a:pt x="26781" y="74059"/>
                </a:lnTo>
                <a:lnTo>
                  <a:pt x="27153" y="73119"/>
                </a:lnTo>
                <a:lnTo>
                  <a:pt x="27564" y="72180"/>
                </a:lnTo>
                <a:lnTo>
                  <a:pt x="27956" y="71240"/>
                </a:lnTo>
                <a:lnTo>
                  <a:pt x="28367" y="70300"/>
                </a:lnTo>
                <a:lnTo>
                  <a:pt x="28797" y="69380"/>
                </a:lnTo>
                <a:lnTo>
                  <a:pt x="29228" y="68460"/>
                </a:lnTo>
                <a:lnTo>
                  <a:pt x="29678" y="67560"/>
                </a:lnTo>
                <a:lnTo>
                  <a:pt x="30148" y="66639"/>
                </a:lnTo>
                <a:lnTo>
                  <a:pt x="30618" y="65739"/>
                </a:lnTo>
                <a:lnTo>
                  <a:pt x="31088" y="64858"/>
                </a:lnTo>
                <a:lnTo>
                  <a:pt x="31577" y="63957"/>
                </a:lnTo>
                <a:lnTo>
                  <a:pt x="32086" y="63076"/>
                </a:lnTo>
                <a:lnTo>
                  <a:pt x="32595" y="62215"/>
                </a:lnTo>
                <a:lnTo>
                  <a:pt x="33104" y="61334"/>
                </a:lnTo>
                <a:lnTo>
                  <a:pt x="33633" y="60473"/>
                </a:lnTo>
                <a:lnTo>
                  <a:pt x="34181" y="59631"/>
                </a:lnTo>
                <a:lnTo>
                  <a:pt x="34729" y="58789"/>
                </a:lnTo>
                <a:lnTo>
                  <a:pt x="35297" y="57947"/>
                </a:lnTo>
                <a:lnTo>
                  <a:pt x="35865" y="57106"/>
                </a:lnTo>
                <a:lnTo>
                  <a:pt x="36452" y="56283"/>
                </a:lnTo>
                <a:lnTo>
                  <a:pt x="37039" y="55461"/>
                </a:lnTo>
                <a:lnTo>
                  <a:pt x="37627" y="54658"/>
                </a:lnTo>
                <a:lnTo>
                  <a:pt x="38233" y="53856"/>
                </a:lnTo>
                <a:lnTo>
                  <a:pt x="38860" y="53053"/>
                </a:lnTo>
                <a:lnTo>
                  <a:pt x="39486" y="52270"/>
                </a:lnTo>
                <a:lnTo>
                  <a:pt x="40132" y="51487"/>
                </a:lnTo>
                <a:lnTo>
                  <a:pt x="40778" y="50704"/>
                </a:lnTo>
                <a:lnTo>
                  <a:pt x="41424" y="49940"/>
                </a:lnTo>
                <a:lnTo>
                  <a:pt x="42090" y="49196"/>
                </a:lnTo>
                <a:lnTo>
                  <a:pt x="42756" y="48433"/>
                </a:lnTo>
                <a:lnTo>
                  <a:pt x="43441" y="47709"/>
                </a:lnTo>
                <a:lnTo>
                  <a:pt x="44126" y="46965"/>
                </a:lnTo>
                <a:lnTo>
                  <a:pt x="44831" y="46240"/>
                </a:lnTo>
                <a:lnTo>
                  <a:pt x="45536" y="45536"/>
                </a:lnTo>
                <a:lnTo>
                  <a:pt x="46260" y="44831"/>
                </a:lnTo>
                <a:lnTo>
                  <a:pt x="46984" y="44126"/>
                </a:lnTo>
                <a:lnTo>
                  <a:pt x="47709" y="43441"/>
                </a:lnTo>
                <a:lnTo>
                  <a:pt x="48453" y="42756"/>
                </a:lnTo>
                <a:lnTo>
                  <a:pt x="49196" y="42071"/>
                </a:lnTo>
                <a:lnTo>
                  <a:pt x="49960" y="41424"/>
                </a:lnTo>
                <a:lnTo>
                  <a:pt x="50723" y="40759"/>
                </a:lnTo>
                <a:lnTo>
                  <a:pt x="51487" y="40113"/>
                </a:lnTo>
                <a:lnTo>
                  <a:pt x="52270" y="39486"/>
                </a:lnTo>
                <a:lnTo>
                  <a:pt x="53073" y="38860"/>
                </a:lnTo>
                <a:lnTo>
                  <a:pt x="53856" y="38233"/>
                </a:lnTo>
                <a:lnTo>
                  <a:pt x="54658" y="37627"/>
                </a:lnTo>
                <a:lnTo>
                  <a:pt x="55481" y="37020"/>
                </a:lnTo>
                <a:lnTo>
                  <a:pt x="56283" y="36432"/>
                </a:lnTo>
                <a:lnTo>
                  <a:pt x="57125" y="35845"/>
                </a:lnTo>
                <a:lnTo>
                  <a:pt x="57947" y="35277"/>
                </a:lnTo>
                <a:lnTo>
                  <a:pt x="58789" y="34729"/>
                </a:lnTo>
                <a:lnTo>
                  <a:pt x="59631" y="34181"/>
                </a:lnTo>
                <a:lnTo>
                  <a:pt x="60492" y="33633"/>
                </a:lnTo>
                <a:lnTo>
                  <a:pt x="61354" y="33104"/>
                </a:lnTo>
                <a:lnTo>
                  <a:pt x="62215" y="32576"/>
                </a:lnTo>
                <a:lnTo>
                  <a:pt x="63096" y="32067"/>
                </a:lnTo>
                <a:lnTo>
                  <a:pt x="63977" y="31577"/>
                </a:lnTo>
                <a:lnTo>
                  <a:pt x="64858" y="31088"/>
                </a:lnTo>
                <a:lnTo>
                  <a:pt x="65758" y="30599"/>
                </a:lnTo>
                <a:lnTo>
                  <a:pt x="66659" y="30129"/>
                </a:lnTo>
                <a:lnTo>
                  <a:pt x="67560" y="29678"/>
                </a:lnTo>
                <a:lnTo>
                  <a:pt x="68480" y="29228"/>
                </a:lnTo>
                <a:lnTo>
                  <a:pt x="69400" y="28797"/>
                </a:lnTo>
                <a:lnTo>
                  <a:pt x="70320" y="28367"/>
                </a:lnTo>
                <a:lnTo>
                  <a:pt x="71260" y="27956"/>
                </a:lnTo>
                <a:lnTo>
                  <a:pt x="72180" y="27545"/>
                </a:lnTo>
                <a:lnTo>
                  <a:pt x="73139" y="27153"/>
                </a:lnTo>
                <a:lnTo>
                  <a:pt x="74079" y="26761"/>
                </a:lnTo>
                <a:lnTo>
                  <a:pt x="75038" y="26409"/>
                </a:lnTo>
                <a:lnTo>
                  <a:pt x="75997" y="26037"/>
                </a:lnTo>
                <a:lnTo>
                  <a:pt x="76956" y="25685"/>
                </a:lnTo>
                <a:lnTo>
                  <a:pt x="77935" y="25352"/>
                </a:lnTo>
                <a:lnTo>
                  <a:pt x="78894" y="25039"/>
                </a:lnTo>
                <a:lnTo>
                  <a:pt x="79893" y="24725"/>
                </a:lnTo>
                <a:lnTo>
                  <a:pt x="80872" y="24412"/>
                </a:lnTo>
                <a:lnTo>
                  <a:pt x="81870" y="24138"/>
                </a:lnTo>
                <a:lnTo>
                  <a:pt x="82849" y="23864"/>
                </a:lnTo>
                <a:lnTo>
                  <a:pt x="83867" y="23590"/>
                </a:lnTo>
                <a:lnTo>
                  <a:pt x="84865" y="23336"/>
                </a:lnTo>
                <a:lnTo>
                  <a:pt x="85883" y="23101"/>
                </a:lnTo>
                <a:lnTo>
                  <a:pt x="86882" y="22866"/>
                </a:lnTo>
                <a:lnTo>
                  <a:pt x="87900" y="22650"/>
                </a:lnTo>
                <a:lnTo>
                  <a:pt x="88937" y="22455"/>
                </a:lnTo>
                <a:lnTo>
                  <a:pt x="89955" y="22259"/>
                </a:lnTo>
                <a:lnTo>
                  <a:pt x="90993" y="22083"/>
                </a:lnTo>
                <a:lnTo>
                  <a:pt x="92031" y="21906"/>
                </a:lnTo>
                <a:lnTo>
                  <a:pt x="93068" y="21769"/>
                </a:lnTo>
                <a:lnTo>
                  <a:pt x="94125" y="21613"/>
                </a:lnTo>
                <a:lnTo>
                  <a:pt x="95163" y="21495"/>
                </a:lnTo>
                <a:lnTo>
                  <a:pt x="96220" y="21378"/>
                </a:lnTo>
                <a:lnTo>
                  <a:pt x="97277" y="21280"/>
                </a:lnTo>
                <a:lnTo>
                  <a:pt x="98334" y="21182"/>
                </a:lnTo>
                <a:lnTo>
                  <a:pt x="99411" y="21123"/>
                </a:lnTo>
                <a:lnTo>
                  <a:pt x="100468" y="21065"/>
                </a:lnTo>
                <a:lnTo>
                  <a:pt x="101545" y="21006"/>
                </a:lnTo>
                <a:lnTo>
                  <a:pt x="102622" y="20967"/>
                </a:lnTo>
                <a:lnTo>
                  <a:pt x="103698" y="20947"/>
                </a:lnTo>
                <a:close/>
                <a:moveTo>
                  <a:pt x="103424" y="0"/>
                </a:moveTo>
                <a:lnTo>
                  <a:pt x="102073" y="20"/>
                </a:lnTo>
                <a:lnTo>
                  <a:pt x="100723" y="59"/>
                </a:lnTo>
                <a:lnTo>
                  <a:pt x="99391" y="117"/>
                </a:lnTo>
                <a:lnTo>
                  <a:pt x="98060" y="196"/>
                </a:lnTo>
                <a:lnTo>
                  <a:pt x="96729" y="294"/>
                </a:lnTo>
                <a:lnTo>
                  <a:pt x="95398" y="411"/>
                </a:lnTo>
                <a:lnTo>
                  <a:pt x="94067" y="529"/>
                </a:lnTo>
                <a:lnTo>
                  <a:pt x="92755" y="666"/>
                </a:lnTo>
                <a:lnTo>
                  <a:pt x="91443" y="842"/>
                </a:lnTo>
                <a:lnTo>
                  <a:pt x="90132" y="998"/>
                </a:lnTo>
                <a:lnTo>
                  <a:pt x="88820" y="1194"/>
                </a:lnTo>
                <a:lnTo>
                  <a:pt x="87528" y="1410"/>
                </a:lnTo>
                <a:lnTo>
                  <a:pt x="86236" y="1625"/>
                </a:lnTo>
                <a:lnTo>
                  <a:pt x="84944" y="1860"/>
                </a:lnTo>
                <a:lnTo>
                  <a:pt x="83671" y="2114"/>
                </a:lnTo>
                <a:lnTo>
                  <a:pt x="82399" y="2388"/>
                </a:lnTo>
                <a:lnTo>
                  <a:pt x="81126" y="2682"/>
                </a:lnTo>
                <a:lnTo>
                  <a:pt x="79854" y="2976"/>
                </a:lnTo>
                <a:lnTo>
                  <a:pt x="78601" y="3289"/>
                </a:lnTo>
                <a:lnTo>
                  <a:pt x="77348" y="3622"/>
                </a:lnTo>
                <a:lnTo>
                  <a:pt x="76095" y="3974"/>
                </a:lnTo>
                <a:lnTo>
                  <a:pt x="74862" y="4326"/>
                </a:lnTo>
                <a:lnTo>
                  <a:pt x="73628" y="4698"/>
                </a:lnTo>
                <a:lnTo>
                  <a:pt x="72395" y="5090"/>
                </a:lnTo>
                <a:lnTo>
                  <a:pt x="71181" y="5501"/>
                </a:lnTo>
                <a:lnTo>
                  <a:pt x="69967" y="5912"/>
                </a:lnTo>
                <a:lnTo>
                  <a:pt x="68754" y="6343"/>
                </a:lnTo>
                <a:lnTo>
                  <a:pt x="67560" y="6793"/>
                </a:lnTo>
                <a:lnTo>
                  <a:pt x="66365" y="7263"/>
                </a:lnTo>
                <a:lnTo>
                  <a:pt x="65191" y="7733"/>
                </a:lnTo>
                <a:lnTo>
                  <a:pt x="63997" y="8222"/>
                </a:lnTo>
                <a:lnTo>
                  <a:pt x="62842" y="8731"/>
                </a:lnTo>
                <a:lnTo>
                  <a:pt x="61667" y="9260"/>
                </a:lnTo>
                <a:lnTo>
                  <a:pt x="60512" y="9788"/>
                </a:lnTo>
                <a:lnTo>
                  <a:pt x="59357" y="10337"/>
                </a:lnTo>
                <a:lnTo>
                  <a:pt x="58221" y="10885"/>
                </a:lnTo>
                <a:lnTo>
                  <a:pt x="57086" y="11452"/>
                </a:lnTo>
                <a:lnTo>
                  <a:pt x="55970" y="12040"/>
                </a:lnTo>
                <a:lnTo>
                  <a:pt x="54854" y="12647"/>
                </a:lnTo>
                <a:lnTo>
                  <a:pt x="53738" y="13253"/>
                </a:lnTo>
                <a:lnTo>
                  <a:pt x="52642" y="13880"/>
                </a:lnTo>
                <a:lnTo>
                  <a:pt x="51546" y="14506"/>
                </a:lnTo>
                <a:lnTo>
                  <a:pt x="50469" y="15172"/>
                </a:lnTo>
                <a:lnTo>
                  <a:pt x="49392" y="15838"/>
                </a:lnTo>
                <a:lnTo>
                  <a:pt x="48316" y="16503"/>
                </a:lnTo>
                <a:lnTo>
                  <a:pt x="47258" y="17188"/>
                </a:lnTo>
                <a:lnTo>
                  <a:pt x="46201" y="17893"/>
                </a:lnTo>
                <a:lnTo>
                  <a:pt x="45164" y="18598"/>
                </a:lnTo>
                <a:lnTo>
                  <a:pt x="44146" y="19322"/>
                </a:lnTo>
                <a:lnTo>
                  <a:pt x="43108" y="20066"/>
                </a:lnTo>
                <a:lnTo>
                  <a:pt x="42110" y="20810"/>
                </a:lnTo>
                <a:lnTo>
                  <a:pt x="41092" y="21574"/>
                </a:lnTo>
                <a:lnTo>
                  <a:pt x="40093" y="22357"/>
                </a:lnTo>
                <a:lnTo>
                  <a:pt x="39114" y="23140"/>
                </a:lnTo>
                <a:lnTo>
                  <a:pt x="38136" y="23923"/>
                </a:lnTo>
                <a:lnTo>
                  <a:pt x="37176" y="24725"/>
                </a:lnTo>
                <a:lnTo>
                  <a:pt x="36217" y="25548"/>
                </a:lnTo>
                <a:lnTo>
                  <a:pt x="35277" y="26370"/>
                </a:lnTo>
                <a:lnTo>
                  <a:pt x="34338" y="27212"/>
                </a:lnTo>
                <a:lnTo>
                  <a:pt x="33418" y="28073"/>
                </a:lnTo>
                <a:lnTo>
                  <a:pt x="32497" y="28935"/>
                </a:lnTo>
                <a:lnTo>
                  <a:pt x="31597" y="29815"/>
                </a:lnTo>
                <a:lnTo>
                  <a:pt x="30696" y="30696"/>
                </a:lnTo>
                <a:lnTo>
                  <a:pt x="29815" y="31577"/>
                </a:lnTo>
                <a:lnTo>
                  <a:pt x="28935" y="32497"/>
                </a:lnTo>
                <a:lnTo>
                  <a:pt x="28073" y="33398"/>
                </a:lnTo>
                <a:lnTo>
                  <a:pt x="27231" y="34338"/>
                </a:lnTo>
                <a:lnTo>
                  <a:pt x="26390" y="35258"/>
                </a:lnTo>
                <a:lnTo>
                  <a:pt x="25567" y="36217"/>
                </a:lnTo>
                <a:lnTo>
                  <a:pt x="24745" y="37157"/>
                </a:lnTo>
                <a:lnTo>
                  <a:pt x="23942" y="38136"/>
                </a:lnTo>
                <a:lnTo>
                  <a:pt x="23140" y="39114"/>
                </a:lnTo>
                <a:lnTo>
                  <a:pt x="22357" y="40093"/>
                </a:lnTo>
                <a:lnTo>
                  <a:pt x="21593" y="41092"/>
                </a:lnTo>
                <a:lnTo>
                  <a:pt x="20830" y="42090"/>
                </a:lnTo>
                <a:lnTo>
                  <a:pt x="20086" y="43108"/>
                </a:lnTo>
                <a:lnTo>
                  <a:pt x="19342" y="44126"/>
                </a:lnTo>
                <a:lnTo>
                  <a:pt x="18618" y="45164"/>
                </a:lnTo>
                <a:lnTo>
                  <a:pt x="17893" y="46201"/>
                </a:lnTo>
                <a:lnTo>
                  <a:pt x="17208" y="47239"/>
                </a:lnTo>
                <a:lnTo>
                  <a:pt x="16523" y="48316"/>
                </a:lnTo>
                <a:lnTo>
                  <a:pt x="15838" y="49373"/>
                </a:lnTo>
                <a:lnTo>
                  <a:pt x="15172" y="50449"/>
                </a:lnTo>
                <a:lnTo>
                  <a:pt x="14526" y="51526"/>
                </a:lnTo>
                <a:lnTo>
                  <a:pt x="13880" y="52622"/>
                </a:lnTo>
                <a:lnTo>
                  <a:pt x="13273" y="53719"/>
                </a:lnTo>
                <a:lnTo>
                  <a:pt x="12647" y="54835"/>
                </a:lnTo>
                <a:lnTo>
                  <a:pt x="12059" y="55950"/>
                </a:lnTo>
                <a:lnTo>
                  <a:pt x="11472" y="57086"/>
                </a:lnTo>
                <a:lnTo>
                  <a:pt x="10904" y="58221"/>
                </a:lnTo>
                <a:lnTo>
                  <a:pt x="10337" y="59357"/>
                </a:lnTo>
                <a:lnTo>
                  <a:pt x="9788" y="60512"/>
                </a:lnTo>
                <a:lnTo>
                  <a:pt x="9260" y="61667"/>
                </a:lnTo>
                <a:lnTo>
                  <a:pt x="8751" y="62822"/>
                </a:lnTo>
                <a:lnTo>
                  <a:pt x="8242" y="63997"/>
                </a:lnTo>
                <a:lnTo>
                  <a:pt x="7752" y="65171"/>
                </a:lnTo>
                <a:lnTo>
                  <a:pt x="7263" y="66365"/>
                </a:lnTo>
                <a:lnTo>
                  <a:pt x="6813" y="67560"/>
                </a:lnTo>
                <a:lnTo>
                  <a:pt x="6362" y="68754"/>
                </a:lnTo>
                <a:lnTo>
                  <a:pt x="5932" y="69967"/>
                </a:lnTo>
                <a:lnTo>
                  <a:pt x="5501" y="71181"/>
                </a:lnTo>
                <a:lnTo>
                  <a:pt x="5110" y="72395"/>
                </a:lnTo>
                <a:lnTo>
                  <a:pt x="4718" y="73628"/>
                </a:lnTo>
                <a:lnTo>
                  <a:pt x="4346" y="74862"/>
                </a:lnTo>
                <a:lnTo>
                  <a:pt x="3974" y="76095"/>
                </a:lnTo>
                <a:lnTo>
                  <a:pt x="3641" y="77348"/>
                </a:lnTo>
                <a:lnTo>
                  <a:pt x="3308" y="78601"/>
                </a:lnTo>
                <a:lnTo>
                  <a:pt x="2976" y="79854"/>
                </a:lnTo>
                <a:lnTo>
                  <a:pt x="2682" y="81107"/>
                </a:lnTo>
                <a:lnTo>
                  <a:pt x="2408" y="82379"/>
                </a:lnTo>
                <a:lnTo>
                  <a:pt x="2134" y="83652"/>
                </a:lnTo>
                <a:lnTo>
                  <a:pt x="1879" y="84944"/>
                </a:lnTo>
                <a:lnTo>
                  <a:pt x="1644" y="86236"/>
                </a:lnTo>
                <a:lnTo>
                  <a:pt x="1410" y="87528"/>
                </a:lnTo>
                <a:lnTo>
                  <a:pt x="1214" y="88820"/>
                </a:lnTo>
                <a:lnTo>
                  <a:pt x="1018" y="90112"/>
                </a:lnTo>
                <a:lnTo>
                  <a:pt x="842" y="91424"/>
                </a:lnTo>
                <a:lnTo>
                  <a:pt x="685" y="92735"/>
                </a:lnTo>
                <a:lnTo>
                  <a:pt x="548" y="94066"/>
                </a:lnTo>
                <a:lnTo>
                  <a:pt x="411" y="95378"/>
                </a:lnTo>
                <a:lnTo>
                  <a:pt x="313" y="96709"/>
                </a:lnTo>
                <a:lnTo>
                  <a:pt x="215" y="98041"/>
                </a:lnTo>
                <a:lnTo>
                  <a:pt x="137" y="99372"/>
                </a:lnTo>
                <a:lnTo>
                  <a:pt x="78" y="100723"/>
                </a:lnTo>
                <a:lnTo>
                  <a:pt x="39" y="102073"/>
                </a:lnTo>
                <a:lnTo>
                  <a:pt x="0" y="103405"/>
                </a:lnTo>
                <a:lnTo>
                  <a:pt x="0" y="104775"/>
                </a:lnTo>
                <a:lnTo>
                  <a:pt x="0" y="106126"/>
                </a:lnTo>
                <a:lnTo>
                  <a:pt x="39" y="107477"/>
                </a:lnTo>
                <a:lnTo>
                  <a:pt x="78" y="108808"/>
                </a:lnTo>
                <a:lnTo>
                  <a:pt x="137" y="110159"/>
                </a:lnTo>
                <a:lnTo>
                  <a:pt x="215" y="111490"/>
                </a:lnTo>
                <a:lnTo>
                  <a:pt x="313" y="112821"/>
                </a:lnTo>
                <a:lnTo>
                  <a:pt x="411" y="114152"/>
                </a:lnTo>
                <a:lnTo>
                  <a:pt x="548" y="115484"/>
                </a:lnTo>
                <a:lnTo>
                  <a:pt x="685" y="116795"/>
                </a:lnTo>
                <a:lnTo>
                  <a:pt x="842" y="118107"/>
                </a:lnTo>
                <a:lnTo>
                  <a:pt x="1018" y="119418"/>
                </a:lnTo>
                <a:lnTo>
                  <a:pt x="1214" y="120711"/>
                </a:lnTo>
                <a:lnTo>
                  <a:pt x="1410" y="122022"/>
                </a:lnTo>
                <a:lnTo>
                  <a:pt x="1644" y="123314"/>
                </a:lnTo>
                <a:lnTo>
                  <a:pt x="1879" y="124587"/>
                </a:lnTo>
                <a:lnTo>
                  <a:pt x="2134" y="125879"/>
                </a:lnTo>
                <a:lnTo>
                  <a:pt x="2408" y="127151"/>
                </a:lnTo>
                <a:lnTo>
                  <a:pt x="2682" y="128424"/>
                </a:lnTo>
                <a:lnTo>
                  <a:pt x="2976" y="129677"/>
                </a:lnTo>
                <a:lnTo>
                  <a:pt x="3308" y="130949"/>
                </a:lnTo>
                <a:lnTo>
                  <a:pt x="3641" y="132202"/>
                </a:lnTo>
                <a:lnTo>
                  <a:pt x="3974" y="133435"/>
                </a:lnTo>
                <a:lnTo>
                  <a:pt x="4346" y="134688"/>
                </a:lnTo>
                <a:lnTo>
                  <a:pt x="4718" y="135922"/>
                </a:lnTo>
                <a:lnTo>
                  <a:pt x="5110" y="137135"/>
                </a:lnTo>
                <a:lnTo>
                  <a:pt x="5501" y="138369"/>
                </a:lnTo>
                <a:lnTo>
                  <a:pt x="5932" y="139583"/>
                </a:lnTo>
                <a:lnTo>
                  <a:pt x="6362" y="140777"/>
                </a:lnTo>
                <a:lnTo>
                  <a:pt x="6813" y="141990"/>
                </a:lnTo>
                <a:lnTo>
                  <a:pt x="7263" y="143165"/>
                </a:lnTo>
                <a:lnTo>
                  <a:pt x="7752" y="144359"/>
                </a:lnTo>
                <a:lnTo>
                  <a:pt x="8242" y="145534"/>
                </a:lnTo>
                <a:lnTo>
                  <a:pt x="8751" y="146708"/>
                </a:lnTo>
                <a:lnTo>
                  <a:pt x="9260" y="147883"/>
                </a:lnTo>
                <a:lnTo>
                  <a:pt x="9788" y="149038"/>
                </a:lnTo>
                <a:lnTo>
                  <a:pt x="10337" y="150174"/>
                </a:lnTo>
                <a:lnTo>
                  <a:pt x="10904" y="151329"/>
                </a:lnTo>
                <a:lnTo>
                  <a:pt x="11472" y="152445"/>
                </a:lnTo>
                <a:lnTo>
                  <a:pt x="12059" y="153580"/>
                </a:lnTo>
                <a:lnTo>
                  <a:pt x="12647" y="154696"/>
                </a:lnTo>
                <a:lnTo>
                  <a:pt x="13273" y="155812"/>
                </a:lnTo>
                <a:lnTo>
                  <a:pt x="13880" y="156908"/>
                </a:lnTo>
                <a:lnTo>
                  <a:pt x="14526" y="158004"/>
                </a:lnTo>
                <a:lnTo>
                  <a:pt x="15172" y="159081"/>
                </a:lnTo>
                <a:lnTo>
                  <a:pt x="15838" y="160158"/>
                </a:lnTo>
                <a:lnTo>
                  <a:pt x="16523" y="161234"/>
                </a:lnTo>
                <a:lnTo>
                  <a:pt x="17208" y="162292"/>
                </a:lnTo>
                <a:lnTo>
                  <a:pt x="17893" y="163329"/>
                </a:lnTo>
                <a:lnTo>
                  <a:pt x="18618" y="164367"/>
                </a:lnTo>
                <a:lnTo>
                  <a:pt x="19342" y="165404"/>
                </a:lnTo>
                <a:lnTo>
                  <a:pt x="20086" y="166422"/>
                </a:lnTo>
                <a:lnTo>
                  <a:pt x="20830" y="167440"/>
                </a:lnTo>
                <a:lnTo>
                  <a:pt x="21593" y="168439"/>
                </a:lnTo>
                <a:lnTo>
                  <a:pt x="22357" y="169437"/>
                </a:lnTo>
                <a:lnTo>
                  <a:pt x="23140" y="170436"/>
                </a:lnTo>
                <a:lnTo>
                  <a:pt x="23942" y="171395"/>
                </a:lnTo>
                <a:lnTo>
                  <a:pt x="24745" y="172374"/>
                </a:lnTo>
                <a:lnTo>
                  <a:pt x="25567" y="173333"/>
                </a:lnTo>
                <a:lnTo>
                  <a:pt x="26390" y="174273"/>
                </a:lnTo>
                <a:lnTo>
                  <a:pt x="27231" y="175212"/>
                </a:lnTo>
                <a:lnTo>
                  <a:pt x="28073" y="176132"/>
                </a:lnTo>
                <a:lnTo>
                  <a:pt x="28935" y="177053"/>
                </a:lnTo>
                <a:lnTo>
                  <a:pt x="29815" y="177953"/>
                </a:lnTo>
                <a:lnTo>
                  <a:pt x="30696" y="178854"/>
                </a:lnTo>
                <a:lnTo>
                  <a:pt x="31597" y="179735"/>
                </a:lnTo>
                <a:lnTo>
                  <a:pt x="32497" y="180596"/>
                </a:lnTo>
                <a:lnTo>
                  <a:pt x="33418" y="181457"/>
                </a:lnTo>
                <a:lnTo>
                  <a:pt x="34338" y="182319"/>
                </a:lnTo>
                <a:lnTo>
                  <a:pt x="35277" y="183160"/>
                </a:lnTo>
                <a:lnTo>
                  <a:pt x="36217" y="183983"/>
                </a:lnTo>
                <a:lnTo>
                  <a:pt x="37176" y="184805"/>
                </a:lnTo>
                <a:lnTo>
                  <a:pt x="38136" y="185608"/>
                </a:lnTo>
                <a:lnTo>
                  <a:pt x="39114" y="186410"/>
                </a:lnTo>
                <a:lnTo>
                  <a:pt x="40093" y="187193"/>
                </a:lnTo>
                <a:lnTo>
                  <a:pt x="41092" y="187957"/>
                </a:lnTo>
                <a:lnTo>
                  <a:pt x="42110" y="188720"/>
                </a:lnTo>
                <a:lnTo>
                  <a:pt x="43108" y="189464"/>
                </a:lnTo>
                <a:lnTo>
                  <a:pt x="44146" y="190208"/>
                </a:lnTo>
                <a:lnTo>
                  <a:pt x="45164" y="190932"/>
                </a:lnTo>
                <a:lnTo>
                  <a:pt x="46201" y="191637"/>
                </a:lnTo>
                <a:lnTo>
                  <a:pt x="47258" y="192342"/>
                </a:lnTo>
                <a:lnTo>
                  <a:pt x="48316" y="193027"/>
                </a:lnTo>
                <a:lnTo>
                  <a:pt x="49392" y="193712"/>
                </a:lnTo>
                <a:lnTo>
                  <a:pt x="50469" y="194378"/>
                </a:lnTo>
                <a:lnTo>
                  <a:pt x="51546" y="195024"/>
                </a:lnTo>
                <a:lnTo>
                  <a:pt x="52642" y="195650"/>
                </a:lnTo>
                <a:lnTo>
                  <a:pt x="53738" y="196277"/>
                </a:lnTo>
                <a:lnTo>
                  <a:pt x="54854" y="196884"/>
                </a:lnTo>
                <a:lnTo>
                  <a:pt x="55970" y="197491"/>
                </a:lnTo>
                <a:lnTo>
                  <a:pt x="57086" y="198078"/>
                </a:lnTo>
                <a:lnTo>
                  <a:pt x="58221" y="198646"/>
                </a:lnTo>
                <a:lnTo>
                  <a:pt x="59357" y="199213"/>
                </a:lnTo>
                <a:lnTo>
                  <a:pt x="60512" y="199762"/>
                </a:lnTo>
                <a:lnTo>
                  <a:pt x="61667" y="200290"/>
                </a:lnTo>
                <a:lnTo>
                  <a:pt x="62842" y="200799"/>
                </a:lnTo>
                <a:lnTo>
                  <a:pt x="63997" y="201308"/>
                </a:lnTo>
                <a:lnTo>
                  <a:pt x="65191" y="201798"/>
                </a:lnTo>
                <a:lnTo>
                  <a:pt x="66365" y="202267"/>
                </a:lnTo>
                <a:lnTo>
                  <a:pt x="67560" y="202737"/>
                </a:lnTo>
                <a:lnTo>
                  <a:pt x="68754" y="203188"/>
                </a:lnTo>
                <a:lnTo>
                  <a:pt x="69967" y="203618"/>
                </a:lnTo>
                <a:lnTo>
                  <a:pt x="71181" y="204029"/>
                </a:lnTo>
                <a:lnTo>
                  <a:pt x="72395" y="204440"/>
                </a:lnTo>
                <a:lnTo>
                  <a:pt x="73628" y="204832"/>
                </a:lnTo>
                <a:lnTo>
                  <a:pt x="74862" y="205204"/>
                </a:lnTo>
                <a:lnTo>
                  <a:pt x="76095" y="205576"/>
                </a:lnTo>
                <a:lnTo>
                  <a:pt x="77348" y="205909"/>
                </a:lnTo>
                <a:lnTo>
                  <a:pt x="78601" y="206242"/>
                </a:lnTo>
                <a:lnTo>
                  <a:pt x="79854" y="206555"/>
                </a:lnTo>
                <a:lnTo>
                  <a:pt x="81126" y="206868"/>
                </a:lnTo>
                <a:lnTo>
                  <a:pt x="82399" y="207142"/>
                </a:lnTo>
                <a:lnTo>
                  <a:pt x="83671" y="207416"/>
                </a:lnTo>
                <a:lnTo>
                  <a:pt x="84944" y="207671"/>
                </a:lnTo>
                <a:lnTo>
                  <a:pt x="86236" y="207906"/>
                </a:lnTo>
                <a:lnTo>
                  <a:pt x="87528" y="208121"/>
                </a:lnTo>
                <a:lnTo>
                  <a:pt x="88820" y="208336"/>
                </a:lnTo>
                <a:lnTo>
                  <a:pt x="90132" y="208532"/>
                </a:lnTo>
                <a:lnTo>
                  <a:pt x="91443" y="208708"/>
                </a:lnTo>
                <a:lnTo>
                  <a:pt x="92755" y="208865"/>
                </a:lnTo>
                <a:lnTo>
                  <a:pt x="94067" y="209002"/>
                </a:lnTo>
                <a:lnTo>
                  <a:pt x="95398" y="209119"/>
                </a:lnTo>
                <a:lnTo>
                  <a:pt x="96729" y="209237"/>
                </a:lnTo>
                <a:lnTo>
                  <a:pt x="98060" y="209335"/>
                </a:lnTo>
                <a:lnTo>
                  <a:pt x="99391" y="209413"/>
                </a:lnTo>
                <a:lnTo>
                  <a:pt x="100723" y="209472"/>
                </a:lnTo>
                <a:lnTo>
                  <a:pt x="102073" y="209511"/>
                </a:lnTo>
                <a:lnTo>
                  <a:pt x="103424" y="209530"/>
                </a:lnTo>
                <a:lnTo>
                  <a:pt x="104775" y="209550"/>
                </a:lnTo>
                <a:lnTo>
                  <a:pt x="106126" y="209530"/>
                </a:lnTo>
                <a:lnTo>
                  <a:pt x="107477" y="209511"/>
                </a:lnTo>
                <a:lnTo>
                  <a:pt x="108827" y="209472"/>
                </a:lnTo>
                <a:lnTo>
                  <a:pt x="110159" y="209413"/>
                </a:lnTo>
                <a:lnTo>
                  <a:pt x="111509" y="209335"/>
                </a:lnTo>
                <a:lnTo>
                  <a:pt x="112841" y="209237"/>
                </a:lnTo>
                <a:lnTo>
                  <a:pt x="114172" y="209119"/>
                </a:lnTo>
                <a:lnTo>
                  <a:pt x="115484" y="209002"/>
                </a:lnTo>
                <a:lnTo>
                  <a:pt x="116795" y="208865"/>
                </a:lnTo>
                <a:lnTo>
                  <a:pt x="118107" y="208708"/>
                </a:lnTo>
                <a:lnTo>
                  <a:pt x="119418" y="208532"/>
                </a:lnTo>
                <a:lnTo>
                  <a:pt x="120730" y="208336"/>
                </a:lnTo>
                <a:lnTo>
                  <a:pt x="122022" y="208121"/>
                </a:lnTo>
                <a:lnTo>
                  <a:pt x="123314" y="207906"/>
                </a:lnTo>
                <a:lnTo>
                  <a:pt x="124606" y="207671"/>
                </a:lnTo>
                <a:lnTo>
                  <a:pt x="125879" y="207416"/>
                </a:lnTo>
                <a:lnTo>
                  <a:pt x="127151" y="207142"/>
                </a:lnTo>
                <a:lnTo>
                  <a:pt x="128424" y="206868"/>
                </a:lnTo>
                <a:lnTo>
                  <a:pt x="129696" y="206555"/>
                </a:lnTo>
                <a:lnTo>
                  <a:pt x="130949" y="206242"/>
                </a:lnTo>
                <a:lnTo>
                  <a:pt x="132202" y="205909"/>
                </a:lnTo>
                <a:lnTo>
                  <a:pt x="133455" y="205576"/>
                </a:lnTo>
                <a:lnTo>
                  <a:pt x="134688" y="205204"/>
                </a:lnTo>
                <a:lnTo>
                  <a:pt x="135922" y="204832"/>
                </a:lnTo>
                <a:lnTo>
                  <a:pt x="137155" y="204440"/>
                </a:lnTo>
                <a:lnTo>
                  <a:pt x="138369" y="204029"/>
                </a:lnTo>
                <a:lnTo>
                  <a:pt x="139583" y="203618"/>
                </a:lnTo>
                <a:lnTo>
                  <a:pt x="140796" y="203188"/>
                </a:lnTo>
                <a:lnTo>
                  <a:pt x="141990" y="202737"/>
                </a:lnTo>
                <a:lnTo>
                  <a:pt x="143185" y="202267"/>
                </a:lnTo>
                <a:lnTo>
                  <a:pt x="144379" y="201798"/>
                </a:lnTo>
                <a:lnTo>
                  <a:pt x="145553" y="201308"/>
                </a:lnTo>
                <a:lnTo>
                  <a:pt x="146728" y="200799"/>
                </a:lnTo>
                <a:lnTo>
                  <a:pt x="147883" y="200290"/>
                </a:lnTo>
                <a:lnTo>
                  <a:pt x="149038" y="199762"/>
                </a:lnTo>
                <a:lnTo>
                  <a:pt x="150193" y="199213"/>
                </a:lnTo>
                <a:lnTo>
                  <a:pt x="151329" y="198646"/>
                </a:lnTo>
                <a:lnTo>
                  <a:pt x="152464" y="198078"/>
                </a:lnTo>
                <a:lnTo>
                  <a:pt x="153580" y="197491"/>
                </a:lnTo>
                <a:lnTo>
                  <a:pt x="154715" y="196884"/>
                </a:lnTo>
                <a:lnTo>
                  <a:pt x="155812" y="196277"/>
                </a:lnTo>
                <a:lnTo>
                  <a:pt x="156908" y="195650"/>
                </a:lnTo>
                <a:lnTo>
                  <a:pt x="158004" y="195024"/>
                </a:lnTo>
                <a:lnTo>
                  <a:pt x="159101" y="194378"/>
                </a:lnTo>
                <a:lnTo>
                  <a:pt x="160177" y="193712"/>
                </a:lnTo>
                <a:lnTo>
                  <a:pt x="161234" y="193027"/>
                </a:lnTo>
                <a:lnTo>
                  <a:pt x="162292" y="192342"/>
                </a:lnTo>
                <a:lnTo>
                  <a:pt x="163349" y="191637"/>
                </a:lnTo>
                <a:lnTo>
                  <a:pt x="164386" y="190932"/>
                </a:lnTo>
                <a:lnTo>
                  <a:pt x="165424" y="190208"/>
                </a:lnTo>
                <a:lnTo>
                  <a:pt x="166442" y="189464"/>
                </a:lnTo>
                <a:lnTo>
                  <a:pt x="167460" y="188720"/>
                </a:lnTo>
                <a:lnTo>
                  <a:pt x="168458" y="187957"/>
                </a:lnTo>
                <a:lnTo>
                  <a:pt x="169457" y="187193"/>
                </a:lnTo>
                <a:lnTo>
                  <a:pt x="170436" y="186410"/>
                </a:lnTo>
                <a:lnTo>
                  <a:pt x="171414" y="185608"/>
                </a:lnTo>
                <a:lnTo>
                  <a:pt x="172374" y="184805"/>
                </a:lnTo>
                <a:lnTo>
                  <a:pt x="173333" y="183983"/>
                </a:lnTo>
                <a:lnTo>
                  <a:pt x="174273" y="183160"/>
                </a:lnTo>
                <a:lnTo>
                  <a:pt x="175212" y="182319"/>
                </a:lnTo>
                <a:lnTo>
                  <a:pt x="176132" y="181457"/>
                </a:lnTo>
                <a:lnTo>
                  <a:pt x="177053" y="180596"/>
                </a:lnTo>
                <a:lnTo>
                  <a:pt x="177953" y="179735"/>
                </a:lnTo>
                <a:lnTo>
                  <a:pt x="178854" y="178854"/>
                </a:lnTo>
                <a:lnTo>
                  <a:pt x="179735" y="177953"/>
                </a:lnTo>
                <a:lnTo>
                  <a:pt x="180616" y="177053"/>
                </a:lnTo>
                <a:lnTo>
                  <a:pt x="181477" y="176132"/>
                </a:lnTo>
                <a:lnTo>
                  <a:pt x="182319" y="175212"/>
                </a:lnTo>
                <a:lnTo>
                  <a:pt x="183160" y="174273"/>
                </a:lnTo>
                <a:lnTo>
                  <a:pt x="184002" y="173333"/>
                </a:lnTo>
                <a:lnTo>
                  <a:pt x="184805" y="172374"/>
                </a:lnTo>
                <a:lnTo>
                  <a:pt x="185627" y="171395"/>
                </a:lnTo>
                <a:lnTo>
                  <a:pt x="186410" y="170436"/>
                </a:lnTo>
                <a:lnTo>
                  <a:pt x="187193" y="169437"/>
                </a:lnTo>
                <a:lnTo>
                  <a:pt x="187976" y="168439"/>
                </a:lnTo>
                <a:lnTo>
                  <a:pt x="188720" y="167440"/>
                </a:lnTo>
                <a:lnTo>
                  <a:pt x="189484" y="166422"/>
                </a:lnTo>
                <a:lnTo>
                  <a:pt x="190208" y="165404"/>
                </a:lnTo>
                <a:lnTo>
                  <a:pt x="190932" y="164367"/>
                </a:lnTo>
                <a:lnTo>
                  <a:pt x="191657" y="163329"/>
                </a:lnTo>
                <a:lnTo>
                  <a:pt x="192362" y="162292"/>
                </a:lnTo>
                <a:lnTo>
                  <a:pt x="193047" y="161234"/>
                </a:lnTo>
                <a:lnTo>
                  <a:pt x="193712" y="160158"/>
                </a:lnTo>
                <a:lnTo>
                  <a:pt x="194378" y="159081"/>
                </a:lnTo>
                <a:lnTo>
                  <a:pt x="195024" y="158004"/>
                </a:lnTo>
                <a:lnTo>
                  <a:pt x="195670" y="156908"/>
                </a:lnTo>
                <a:lnTo>
                  <a:pt x="196297" y="155812"/>
                </a:lnTo>
                <a:lnTo>
                  <a:pt x="196903" y="154696"/>
                </a:lnTo>
                <a:lnTo>
                  <a:pt x="197510" y="153580"/>
                </a:lnTo>
                <a:lnTo>
                  <a:pt x="198078" y="152445"/>
                </a:lnTo>
                <a:lnTo>
                  <a:pt x="198665" y="151329"/>
                </a:lnTo>
                <a:lnTo>
                  <a:pt x="199213" y="150174"/>
                </a:lnTo>
                <a:lnTo>
                  <a:pt x="199762" y="149038"/>
                </a:lnTo>
                <a:lnTo>
                  <a:pt x="200290" y="147883"/>
                </a:lnTo>
                <a:lnTo>
                  <a:pt x="200819" y="146708"/>
                </a:lnTo>
                <a:lnTo>
                  <a:pt x="201308" y="145534"/>
                </a:lnTo>
                <a:lnTo>
                  <a:pt x="201798" y="144359"/>
                </a:lnTo>
                <a:lnTo>
                  <a:pt x="202287" y="143165"/>
                </a:lnTo>
                <a:lnTo>
                  <a:pt x="202737" y="141990"/>
                </a:lnTo>
                <a:lnTo>
                  <a:pt x="203188" y="140777"/>
                </a:lnTo>
                <a:lnTo>
                  <a:pt x="203618" y="139583"/>
                </a:lnTo>
                <a:lnTo>
                  <a:pt x="204049" y="138369"/>
                </a:lnTo>
                <a:lnTo>
                  <a:pt x="204460" y="137135"/>
                </a:lnTo>
                <a:lnTo>
                  <a:pt x="204832" y="135922"/>
                </a:lnTo>
                <a:lnTo>
                  <a:pt x="205224" y="134688"/>
                </a:lnTo>
                <a:lnTo>
                  <a:pt x="205576" y="133435"/>
                </a:lnTo>
                <a:lnTo>
                  <a:pt x="205928" y="132202"/>
                </a:lnTo>
                <a:lnTo>
                  <a:pt x="206261" y="130949"/>
                </a:lnTo>
                <a:lnTo>
                  <a:pt x="206574" y="129677"/>
                </a:lnTo>
                <a:lnTo>
                  <a:pt x="206868" y="128424"/>
                </a:lnTo>
                <a:lnTo>
                  <a:pt x="207162" y="127151"/>
                </a:lnTo>
                <a:lnTo>
                  <a:pt x="207416" y="125879"/>
                </a:lnTo>
                <a:lnTo>
                  <a:pt x="207671" y="124587"/>
                </a:lnTo>
                <a:lnTo>
                  <a:pt x="207925" y="123314"/>
                </a:lnTo>
                <a:lnTo>
                  <a:pt x="208140" y="122022"/>
                </a:lnTo>
                <a:lnTo>
                  <a:pt x="208356" y="120711"/>
                </a:lnTo>
                <a:lnTo>
                  <a:pt x="208532" y="119418"/>
                </a:lnTo>
                <a:lnTo>
                  <a:pt x="208708" y="118107"/>
                </a:lnTo>
                <a:lnTo>
                  <a:pt x="208865" y="116795"/>
                </a:lnTo>
                <a:lnTo>
                  <a:pt x="209021" y="115484"/>
                </a:lnTo>
                <a:lnTo>
                  <a:pt x="209139" y="114152"/>
                </a:lnTo>
                <a:lnTo>
                  <a:pt x="209256" y="112821"/>
                </a:lnTo>
                <a:lnTo>
                  <a:pt x="209335" y="111490"/>
                </a:lnTo>
                <a:lnTo>
                  <a:pt x="209413" y="110159"/>
                </a:lnTo>
                <a:lnTo>
                  <a:pt x="209472" y="108808"/>
                </a:lnTo>
                <a:lnTo>
                  <a:pt x="209511" y="107477"/>
                </a:lnTo>
                <a:lnTo>
                  <a:pt x="209550" y="106126"/>
                </a:lnTo>
                <a:lnTo>
                  <a:pt x="209550" y="104775"/>
                </a:lnTo>
                <a:lnTo>
                  <a:pt x="209550" y="103405"/>
                </a:lnTo>
                <a:lnTo>
                  <a:pt x="209511" y="102073"/>
                </a:lnTo>
                <a:lnTo>
                  <a:pt x="209472" y="100723"/>
                </a:lnTo>
                <a:lnTo>
                  <a:pt x="209413" y="99372"/>
                </a:lnTo>
                <a:lnTo>
                  <a:pt x="209335" y="98041"/>
                </a:lnTo>
                <a:lnTo>
                  <a:pt x="209256" y="96709"/>
                </a:lnTo>
                <a:lnTo>
                  <a:pt x="209139" y="95378"/>
                </a:lnTo>
                <a:lnTo>
                  <a:pt x="209021" y="94066"/>
                </a:lnTo>
                <a:lnTo>
                  <a:pt x="208865" y="92735"/>
                </a:lnTo>
                <a:lnTo>
                  <a:pt x="208708" y="91424"/>
                </a:lnTo>
                <a:lnTo>
                  <a:pt x="208532" y="90112"/>
                </a:lnTo>
                <a:lnTo>
                  <a:pt x="208356" y="88820"/>
                </a:lnTo>
                <a:lnTo>
                  <a:pt x="208140" y="87528"/>
                </a:lnTo>
                <a:lnTo>
                  <a:pt x="207925" y="86236"/>
                </a:lnTo>
                <a:lnTo>
                  <a:pt x="207671" y="84944"/>
                </a:lnTo>
                <a:lnTo>
                  <a:pt x="207416" y="83652"/>
                </a:lnTo>
                <a:lnTo>
                  <a:pt x="207162" y="82379"/>
                </a:lnTo>
                <a:lnTo>
                  <a:pt x="206868" y="81107"/>
                </a:lnTo>
                <a:lnTo>
                  <a:pt x="206574" y="79854"/>
                </a:lnTo>
                <a:lnTo>
                  <a:pt x="206261" y="78601"/>
                </a:lnTo>
                <a:lnTo>
                  <a:pt x="205928" y="77348"/>
                </a:lnTo>
                <a:lnTo>
                  <a:pt x="205576" y="76095"/>
                </a:lnTo>
                <a:lnTo>
                  <a:pt x="205224" y="74862"/>
                </a:lnTo>
                <a:lnTo>
                  <a:pt x="204832" y="73628"/>
                </a:lnTo>
                <a:lnTo>
                  <a:pt x="204460" y="72395"/>
                </a:lnTo>
                <a:lnTo>
                  <a:pt x="204049" y="71181"/>
                </a:lnTo>
                <a:lnTo>
                  <a:pt x="203618" y="69967"/>
                </a:lnTo>
                <a:lnTo>
                  <a:pt x="203188" y="68754"/>
                </a:lnTo>
                <a:lnTo>
                  <a:pt x="202737" y="67560"/>
                </a:lnTo>
                <a:lnTo>
                  <a:pt x="202287" y="66365"/>
                </a:lnTo>
                <a:lnTo>
                  <a:pt x="201798" y="65171"/>
                </a:lnTo>
                <a:lnTo>
                  <a:pt x="201308" y="63997"/>
                </a:lnTo>
                <a:lnTo>
                  <a:pt x="200819" y="62822"/>
                </a:lnTo>
                <a:lnTo>
                  <a:pt x="200290" y="61667"/>
                </a:lnTo>
                <a:lnTo>
                  <a:pt x="199762" y="60512"/>
                </a:lnTo>
                <a:lnTo>
                  <a:pt x="199213" y="59357"/>
                </a:lnTo>
                <a:lnTo>
                  <a:pt x="198665" y="58221"/>
                </a:lnTo>
                <a:lnTo>
                  <a:pt x="198078" y="57086"/>
                </a:lnTo>
                <a:lnTo>
                  <a:pt x="197510" y="55950"/>
                </a:lnTo>
                <a:lnTo>
                  <a:pt x="196903" y="54835"/>
                </a:lnTo>
                <a:lnTo>
                  <a:pt x="196297" y="53719"/>
                </a:lnTo>
                <a:lnTo>
                  <a:pt x="195670" y="52622"/>
                </a:lnTo>
                <a:lnTo>
                  <a:pt x="195024" y="51526"/>
                </a:lnTo>
                <a:lnTo>
                  <a:pt x="194378" y="50449"/>
                </a:lnTo>
                <a:lnTo>
                  <a:pt x="193712" y="49373"/>
                </a:lnTo>
                <a:lnTo>
                  <a:pt x="193047" y="48316"/>
                </a:lnTo>
                <a:lnTo>
                  <a:pt x="192362" y="47239"/>
                </a:lnTo>
                <a:lnTo>
                  <a:pt x="191657" y="46201"/>
                </a:lnTo>
                <a:lnTo>
                  <a:pt x="190932" y="45164"/>
                </a:lnTo>
                <a:lnTo>
                  <a:pt x="190208" y="44126"/>
                </a:lnTo>
                <a:lnTo>
                  <a:pt x="189484" y="43108"/>
                </a:lnTo>
                <a:lnTo>
                  <a:pt x="188720" y="42090"/>
                </a:lnTo>
                <a:lnTo>
                  <a:pt x="187976" y="41092"/>
                </a:lnTo>
                <a:lnTo>
                  <a:pt x="187193" y="40093"/>
                </a:lnTo>
                <a:lnTo>
                  <a:pt x="186410" y="39114"/>
                </a:lnTo>
                <a:lnTo>
                  <a:pt x="185627" y="38136"/>
                </a:lnTo>
                <a:lnTo>
                  <a:pt x="184805" y="37157"/>
                </a:lnTo>
                <a:lnTo>
                  <a:pt x="184002" y="36217"/>
                </a:lnTo>
                <a:lnTo>
                  <a:pt x="183160" y="35258"/>
                </a:lnTo>
                <a:lnTo>
                  <a:pt x="182319" y="34338"/>
                </a:lnTo>
                <a:lnTo>
                  <a:pt x="181477" y="33398"/>
                </a:lnTo>
                <a:lnTo>
                  <a:pt x="180616" y="32497"/>
                </a:lnTo>
                <a:lnTo>
                  <a:pt x="179735" y="31577"/>
                </a:lnTo>
                <a:lnTo>
                  <a:pt x="178854" y="30696"/>
                </a:lnTo>
                <a:lnTo>
                  <a:pt x="177953" y="29815"/>
                </a:lnTo>
                <a:lnTo>
                  <a:pt x="177053" y="28935"/>
                </a:lnTo>
                <a:lnTo>
                  <a:pt x="176132" y="28073"/>
                </a:lnTo>
                <a:lnTo>
                  <a:pt x="175212" y="27212"/>
                </a:lnTo>
                <a:lnTo>
                  <a:pt x="174273" y="26370"/>
                </a:lnTo>
                <a:lnTo>
                  <a:pt x="173333" y="25548"/>
                </a:lnTo>
                <a:lnTo>
                  <a:pt x="172374" y="24725"/>
                </a:lnTo>
                <a:lnTo>
                  <a:pt x="171414" y="23923"/>
                </a:lnTo>
                <a:lnTo>
                  <a:pt x="170436" y="23140"/>
                </a:lnTo>
                <a:lnTo>
                  <a:pt x="169457" y="22357"/>
                </a:lnTo>
                <a:lnTo>
                  <a:pt x="168458" y="21574"/>
                </a:lnTo>
                <a:lnTo>
                  <a:pt x="167460" y="20810"/>
                </a:lnTo>
                <a:lnTo>
                  <a:pt x="166442" y="20066"/>
                </a:lnTo>
                <a:lnTo>
                  <a:pt x="165424" y="19322"/>
                </a:lnTo>
                <a:lnTo>
                  <a:pt x="164386" y="18598"/>
                </a:lnTo>
                <a:lnTo>
                  <a:pt x="163349" y="17893"/>
                </a:lnTo>
                <a:lnTo>
                  <a:pt x="162292" y="17188"/>
                </a:lnTo>
                <a:lnTo>
                  <a:pt x="161234" y="16503"/>
                </a:lnTo>
                <a:lnTo>
                  <a:pt x="160177" y="15838"/>
                </a:lnTo>
                <a:lnTo>
                  <a:pt x="159101" y="15172"/>
                </a:lnTo>
                <a:lnTo>
                  <a:pt x="158004" y="14506"/>
                </a:lnTo>
                <a:lnTo>
                  <a:pt x="156908" y="13880"/>
                </a:lnTo>
                <a:lnTo>
                  <a:pt x="155812" y="13253"/>
                </a:lnTo>
                <a:lnTo>
                  <a:pt x="154715" y="12647"/>
                </a:lnTo>
                <a:lnTo>
                  <a:pt x="153580" y="12040"/>
                </a:lnTo>
                <a:lnTo>
                  <a:pt x="152464" y="11452"/>
                </a:lnTo>
                <a:lnTo>
                  <a:pt x="151329" y="10885"/>
                </a:lnTo>
                <a:lnTo>
                  <a:pt x="150193" y="10337"/>
                </a:lnTo>
                <a:lnTo>
                  <a:pt x="149038" y="9788"/>
                </a:lnTo>
                <a:lnTo>
                  <a:pt x="147883" y="9260"/>
                </a:lnTo>
                <a:lnTo>
                  <a:pt x="146728" y="8731"/>
                </a:lnTo>
                <a:lnTo>
                  <a:pt x="145553" y="8222"/>
                </a:lnTo>
                <a:lnTo>
                  <a:pt x="144379" y="7733"/>
                </a:lnTo>
                <a:lnTo>
                  <a:pt x="143185" y="7263"/>
                </a:lnTo>
                <a:lnTo>
                  <a:pt x="141990" y="6793"/>
                </a:lnTo>
                <a:lnTo>
                  <a:pt x="140796" y="6343"/>
                </a:lnTo>
                <a:lnTo>
                  <a:pt x="139583" y="5912"/>
                </a:lnTo>
                <a:lnTo>
                  <a:pt x="138369" y="5501"/>
                </a:lnTo>
                <a:lnTo>
                  <a:pt x="137155" y="5090"/>
                </a:lnTo>
                <a:lnTo>
                  <a:pt x="135922" y="4698"/>
                </a:lnTo>
                <a:lnTo>
                  <a:pt x="134688" y="4326"/>
                </a:lnTo>
                <a:lnTo>
                  <a:pt x="133455" y="3974"/>
                </a:lnTo>
                <a:lnTo>
                  <a:pt x="132202" y="3622"/>
                </a:lnTo>
                <a:lnTo>
                  <a:pt x="130949" y="3289"/>
                </a:lnTo>
                <a:lnTo>
                  <a:pt x="129696" y="2976"/>
                </a:lnTo>
                <a:lnTo>
                  <a:pt x="128424" y="2682"/>
                </a:lnTo>
                <a:lnTo>
                  <a:pt x="127151" y="2388"/>
                </a:lnTo>
                <a:lnTo>
                  <a:pt x="125879" y="2114"/>
                </a:lnTo>
                <a:lnTo>
                  <a:pt x="124606" y="1860"/>
                </a:lnTo>
                <a:lnTo>
                  <a:pt x="123314" y="1625"/>
                </a:lnTo>
                <a:lnTo>
                  <a:pt x="122022" y="1410"/>
                </a:lnTo>
                <a:lnTo>
                  <a:pt x="120730" y="1194"/>
                </a:lnTo>
                <a:lnTo>
                  <a:pt x="119418" y="998"/>
                </a:lnTo>
                <a:lnTo>
                  <a:pt x="118107" y="842"/>
                </a:lnTo>
                <a:lnTo>
                  <a:pt x="116795" y="666"/>
                </a:lnTo>
                <a:lnTo>
                  <a:pt x="115484" y="529"/>
                </a:lnTo>
                <a:lnTo>
                  <a:pt x="114172" y="411"/>
                </a:lnTo>
                <a:lnTo>
                  <a:pt x="112841" y="294"/>
                </a:lnTo>
                <a:lnTo>
                  <a:pt x="111509" y="196"/>
                </a:lnTo>
                <a:lnTo>
                  <a:pt x="110159" y="117"/>
                </a:lnTo>
                <a:lnTo>
                  <a:pt x="108827" y="59"/>
                </a:lnTo>
                <a:lnTo>
                  <a:pt x="107477" y="20"/>
                </a:lnTo>
                <a:lnTo>
                  <a:pt x="106126" y="0"/>
                </a:lnTo>
                <a:close/>
              </a:path>
            </a:pathLst>
          </a:custGeom>
          <a:solidFill>
            <a:srgbClr val="FD3E81"/>
          </a:solidFill>
          <a:ln>
            <a:noFill/>
          </a:ln>
        </p:spPr>
        <p:txBody>
          <a:bodyPr spcFirstLastPara="1" wrap="square" lIns="162533" tIns="162533" rIns="162533" bIns="162533" anchor="ctr" anchorCtr="0">
            <a:noAutofit/>
          </a:bodyPr>
          <a:lstStyle/>
          <a:p>
            <a:endParaRPr sz="2400"/>
          </a:p>
        </p:txBody>
      </p:sp>
      <p:sp>
        <p:nvSpPr>
          <p:cNvPr id="665" name="Google Shape;665;p76"/>
          <p:cNvSpPr/>
          <p:nvPr/>
        </p:nvSpPr>
        <p:spPr>
          <a:xfrm>
            <a:off x="2302576" y="2354941"/>
            <a:ext cx="1008000" cy="999600"/>
          </a:xfrm>
          <a:prstGeom prst="ellipse">
            <a:avLst/>
          </a:prstGeom>
          <a:solidFill>
            <a:srgbClr val="E6E6E2"/>
          </a:solidFill>
          <a:ln w="9525" cap="flat" cmpd="sng">
            <a:solidFill>
              <a:srgbClr val="FD3E8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62533" tIns="162533" rIns="162533" bIns="162533" anchor="ctr" anchorCtr="0">
            <a:noAutofit/>
          </a:bodyPr>
          <a:lstStyle/>
          <a:p>
            <a:endParaRPr sz="2400"/>
          </a:p>
        </p:txBody>
      </p:sp>
      <p:sp>
        <p:nvSpPr>
          <p:cNvPr id="666" name="Google Shape;666;p76"/>
          <p:cNvSpPr txBox="1"/>
          <p:nvPr/>
        </p:nvSpPr>
        <p:spPr>
          <a:xfrm>
            <a:off x="2018376" y="3325509"/>
            <a:ext cx="1576400" cy="8410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algn="ctr"/>
            <a:r>
              <a:rPr lang="pt-BR" sz="1067" b="1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rPr>
              <a:t>Monitorar Fraude</a:t>
            </a:r>
            <a:endParaRPr sz="1067" b="1">
              <a:solidFill>
                <a:srgbClr val="434343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algn="ctr"/>
            <a:r>
              <a:rPr lang="pt-BR" sz="933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rPr>
              <a:t>O anúncio foi visto por um humano e não pelo tráfego de um robô?</a:t>
            </a:r>
            <a:endParaRPr sz="933">
              <a:solidFill>
                <a:srgbClr val="43434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67" name="Google Shape;667;p76"/>
          <p:cNvSpPr/>
          <p:nvPr/>
        </p:nvSpPr>
        <p:spPr>
          <a:xfrm>
            <a:off x="2584641" y="2592710"/>
            <a:ext cx="443855" cy="524573"/>
          </a:xfrm>
          <a:custGeom>
            <a:avLst/>
            <a:gdLst/>
            <a:ahLst/>
            <a:cxnLst/>
            <a:rect l="l" t="t" r="r" b="b"/>
            <a:pathLst>
              <a:path w="159660" h="209550" extrusionOk="0">
                <a:moveTo>
                  <a:pt x="80617" y="19948"/>
                </a:moveTo>
                <a:lnTo>
                  <a:pt x="81384" y="19987"/>
                </a:lnTo>
                <a:lnTo>
                  <a:pt x="82151" y="20026"/>
                </a:lnTo>
                <a:lnTo>
                  <a:pt x="82899" y="20105"/>
                </a:lnTo>
                <a:lnTo>
                  <a:pt x="83666" y="20184"/>
                </a:lnTo>
                <a:lnTo>
                  <a:pt x="84414" y="20282"/>
                </a:lnTo>
                <a:lnTo>
                  <a:pt x="85142" y="20420"/>
                </a:lnTo>
                <a:lnTo>
                  <a:pt x="85889" y="20558"/>
                </a:lnTo>
                <a:lnTo>
                  <a:pt x="86617" y="20715"/>
                </a:lnTo>
                <a:lnTo>
                  <a:pt x="87325" y="20892"/>
                </a:lnTo>
                <a:lnTo>
                  <a:pt x="88053" y="21089"/>
                </a:lnTo>
                <a:lnTo>
                  <a:pt x="88761" y="21285"/>
                </a:lnTo>
                <a:lnTo>
                  <a:pt x="89450" y="21522"/>
                </a:lnTo>
                <a:lnTo>
                  <a:pt x="90138" y="21758"/>
                </a:lnTo>
                <a:lnTo>
                  <a:pt x="90827" y="22013"/>
                </a:lnTo>
                <a:lnTo>
                  <a:pt x="91496" y="22289"/>
                </a:lnTo>
                <a:lnTo>
                  <a:pt x="92165" y="22584"/>
                </a:lnTo>
                <a:lnTo>
                  <a:pt x="92833" y="22899"/>
                </a:lnTo>
                <a:lnTo>
                  <a:pt x="93483" y="23213"/>
                </a:lnTo>
                <a:lnTo>
                  <a:pt x="94112" y="23548"/>
                </a:lnTo>
                <a:lnTo>
                  <a:pt x="94761" y="23902"/>
                </a:lnTo>
                <a:lnTo>
                  <a:pt x="95371" y="24276"/>
                </a:lnTo>
                <a:lnTo>
                  <a:pt x="95981" y="24649"/>
                </a:lnTo>
                <a:lnTo>
                  <a:pt x="96591" y="25043"/>
                </a:lnTo>
                <a:lnTo>
                  <a:pt x="97181" y="25456"/>
                </a:lnTo>
                <a:lnTo>
                  <a:pt x="97771" y="25889"/>
                </a:lnTo>
                <a:lnTo>
                  <a:pt x="98342" y="26322"/>
                </a:lnTo>
                <a:lnTo>
                  <a:pt x="98892" y="26774"/>
                </a:lnTo>
                <a:lnTo>
                  <a:pt x="99443" y="27246"/>
                </a:lnTo>
                <a:lnTo>
                  <a:pt x="99974" y="27718"/>
                </a:lnTo>
                <a:lnTo>
                  <a:pt x="100506" y="28210"/>
                </a:lnTo>
                <a:lnTo>
                  <a:pt x="101017" y="28702"/>
                </a:lnTo>
                <a:lnTo>
                  <a:pt x="101529" y="29213"/>
                </a:lnTo>
                <a:lnTo>
                  <a:pt x="102001" y="29745"/>
                </a:lnTo>
                <a:lnTo>
                  <a:pt x="102492" y="30276"/>
                </a:lnTo>
                <a:lnTo>
                  <a:pt x="102945" y="30827"/>
                </a:lnTo>
                <a:lnTo>
                  <a:pt x="103397" y="31397"/>
                </a:lnTo>
                <a:lnTo>
                  <a:pt x="103830" y="31968"/>
                </a:lnTo>
                <a:lnTo>
                  <a:pt x="104263" y="32538"/>
                </a:lnTo>
                <a:lnTo>
                  <a:pt x="104676" y="33128"/>
                </a:lnTo>
                <a:lnTo>
                  <a:pt x="105070" y="33738"/>
                </a:lnTo>
                <a:lnTo>
                  <a:pt x="105443" y="34348"/>
                </a:lnTo>
                <a:lnTo>
                  <a:pt x="105817" y="34977"/>
                </a:lnTo>
                <a:lnTo>
                  <a:pt x="106171" y="35607"/>
                </a:lnTo>
                <a:lnTo>
                  <a:pt x="106506" y="36236"/>
                </a:lnTo>
                <a:lnTo>
                  <a:pt x="106820" y="36886"/>
                </a:lnTo>
                <a:lnTo>
                  <a:pt x="107135" y="37555"/>
                </a:lnTo>
                <a:lnTo>
                  <a:pt x="107430" y="38223"/>
                </a:lnTo>
                <a:lnTo>
                  <a:pt x="107706" y="38892"/>
                </a:lnTo>
                <a:lnTo>
                  <a:pt x="107961" y="39581"/>
                </a:lnTo>
                <a:lnTo>
                  <a:pt x="108197" y="40269"/>
                </a:lnTo>
                <a:lnTo>
                  <a:pt x="108433" y="40978"/>
                </a:lnTo>
                <a:lnTo>
                  <a:pt x="108650" y="41686"/>
                </a:lnTo>
                <a:lnTo>
                  <a:pt x="108827" y="42394"/>
                </a:lnTo>
                <a:lnTo>
                  <a:pt x="109004" y="43122"/>
                </a:lnTo>
                <a:lnTo>
                  <a:pt x="109161" y="43850"/>
                </a:lnTo>
                <a:lnTo>
                  <a:pt x="109299" y="44578"/>
                </a:lnTo>
                <a:lnTo>
                  <a:pt x="109437" y="45325"/>
                </a:lnTo>
                <a:lnTo>
                  <a:pt x="109535" y="46073"/>
                </a:lnTo>
                <a:lnTo>
                  <a:pt x="109614" y="46820"/>
                </a:lnTo>
                <a:lnTo>
                  <a:pt x="109692" y="47568"/>
                </a:lnTo>
                <a:lnTo>
                  <a:pt x="109732" y="48335"/>
                </a:lnTo>
                <a:lnTo>
                  <a:pt x="109771" y="49102"/>
                </a:lnTo>
                <a:lnTo>
                  <a:pt x="109771" y="49889"/>
                </a:lnTo>
                <a:lnTo>
                  <a:pt x="109771" y="69837"/>
                </a:lnTo>
                <a:lnTo>
                  <a:pt x="49909" y="69837"/>
                </a:lnTo>
                <a:lnTo>
                  <a:pt x="49909" y="49889"/>
                </a:lnTo>
                <a:lnTo>
                  <a:pt x="49909" y="49102"/>
                </a:lnTo>
                <a:lnTo>
                  <a:pt x="49948" y="48335"/>
                </a:lnTo>
                <a:lnTo>
                  <a:pt x="49987" y="47568"/>
                </a:lnTo>
                <a:lnTo>
                  <a:pt x="50066" y="46820"/>
                </a:lnTo>
                <a:lnTo>
                  <a:pt x="50145" y="46073"/>
                </a:lnTo>
                <a:lnTo>
                  <a:pt x="50243" y="45325"/>
                </a:lnTo>
                <a:lnTo>
                  <a:pt x="50361" y="44578"/>
                </a:lnTo>
                <a:lnTo>
                  <a:pt x="50518" y="43850"/>
                </a:lnTo>
                <a:lnTo>
                  <a:pt x="50676" y="43122"/>
                </a:lnTo>
                <a:lnTo>
                  <a:pt x="50853" y="42394"/>
                </a:lnTo>
                <a:lnTo>
                  <a:pt x="51030" y="41686"/>
                </a:lnTo>
                <a:lnTo>
                  <a:pt x="51246" y="40978"/>
                </a:lnTo>
                <a:lnTo>
                  <a:pt x="51463" y="40269"/>
                </a:lnTo>
                <a:lnTo>
                  <a:pt x="51718" y="39581"/>
                </a:lnTo>
                <a:lnTo>
                  <a:pt x="51974" y="38892"/>
                </a:lnTo>
                <a:lnTo>
                  <a:pt x="52250" y="38223"/>
                </a:lnTo>
                <a:lnTo>
                  <a:pt x="52545" y="37555"/>
                </a:lnTo>
                <a:lnTo>
                  <a:pt x="52840" y="36886"/>
                </a:lnTo>
                <a:lnTo>
                  <a:pt x="53174" y="36236"/>
                </a:lnTo>
                <a:lnTo>
                  <a:pt x="53509" y="35607"/>
                </a:lnTo>
                <a:lnTo>
                  <a:pt x="53863" y="34977"/>
                </a:lnTo>
                <a:lnTo>
                  <a:pt x="54236" y="34348"/>
                </a:lnTo>
                <a:lnTo>
                  <a:pt x="54610" y="33738"/>
                </a:lnTo>
                <a:lnTo>
                  <a:pt x="55004" y="33128"/>
                </a:lnTo>
                <a:lnTo>
                  <a:pt x="55417" y="32538"/>
                </a:lnTo>
                <a:lnTo>
                  <a:pt x="55850" y="31968"/>
                </a:lnTo>
                <a:lnTo>
                  <a:pt x="56282" y="31397"/>
                </a:lnTo>
                <a:lnTo>
                  <a:pt x="56735" y="30827"/>
                </a:lnTo>
                <a:lnTo>
                  <a:pt x="57187" y="30276"/>
                </a:lnTo>
                <a:lnTo>
                  <a:pt x="57659" y="29745"/>
                </a:lnTo>
                <a:lnTo>
                  <a:pt x="58151" y="29213"/>
                </a:lnTo>
                <a:lnTo>
                  <a:pt x="58663" y="28702"/>
                </a:lnTo>
                <a:lnTo>
                  <a:pt x="59174" y="28210"/>
                </a:lnTo>
                <a:lnTo>
                  <a:pt x="59705" y="27718"/>
                </a:lnTo>
                <a:lnTo>
                  <a:pt x="60236" y="27246"/>
                </a:lnTo>
                <a:lnTo>
                  <a:pt x="60787" y="26774"/>
                </a:lnTo>
                <a:lnTo>
                  <a:pt x="61338" y="26322"/>
                </a:lnTo>
                <a:lnTo>
                  <a:pt x="61909" y="25889"/>
                </a:lnTo>
                <a:lnTo>
                  <a:pt x="62499" y="25456"/>
                </a:lnTo>
                <a:lnTo>
                  <a:pt x="63089" y="25043"/>
                </a:lnTo>
                <a:lnTo>
                  <a:pt x="63699" y="24649"/>
                </a:lnTo>
                <a:lnTo>
                  <a:pt x="64309" y="24276"/>
                </a:lnTo>
                <a:lnTo>
                  <a:pt x="64918" y="23902"/>
                </a:lnTo>
                <a:lnTo>
                  <a:pt x="65548" y="23548"/>
                </a:lnTo>
                <a:lnTo>
                  <a:pt x="66197" y="23213"/>
                </a:lnTo>
                <a:lnTo>
                  <a:pt x="66846" y="22899"/>
                </a:lnTo>
                <a:lnTo>
                  <a:pt x="67496" y="22584"/>
                </a:lnTo>
                <a:lnTo>
                  <a:pt x="68164" y="22289"/>
                </a:lnTo>
                <a:lnTo>
                  <a:pt x="68853" y="22013"/>
                </a:lnTo>
                <a:lnTo>
                  <a:pt x="69541" y="21758"/>
                </a:lnTo>
                <a:lnTo>
                  <a:pt x="70230" y="21522"/>
                </a:lnTo>
                <a:lnTo>
                  <a:pt x="70918" y="21285"/>
                </a:lnTo>
                <a:lnTo>
                  <a:pt x="71627" y="21089"/>
                </a:lnTo>
                <a:lnTo>
                  <a:pt x="72355" y="20892"/>
                </a:lnTo>
                <a:lnTo>
                  <a:pt x="73063" y="20715"/>
                </a:lnTo>
                <a:lnTo>
                  <a:pt x="73791" y="20558"/>
                </a:lnTo>
                <a:lnTo>
                  <a:pt x="74538" y="20420"/>
                </a:lnTo>
                <a:lnTo>
                  <a:pt x="75266" y="20282"/>
                </a:lnTo>
                <a:lnTo>
                  <a:pt x="76014" y="20184"/>
                </a:lnTo>
                <a:lnTo>
                  <a:pt x="76781" y="20105"/>
                </a:lnTo>
                <a:lnTo>
                  <a:pt x="77528" y="20026"/>
                </a:lnTo>
                <a:lnTo>
                  <a:pt x="78296" y="19987"/>
                </a:lnTo>
                <a:lnTo>
                  <a:pt x="79063" y="19948"/>
                </a:lnTo>
                <a:close/>
                <a:moveTo>
                  <a:pt x="79830" y="119726"/>
                </a:moveTo>
                <a:lnTo>
                  <a:pt x="79319" y="119746"/>
                </a:lnTo>
                <a:lnTo>
                  <a:pt x="78807" y="119765"/>
                </a:lnTo>
                <a:lnTo>
                  <a:pt x="78315" y="119785"/>
                </a:lnTo>
                <a:lnTo>
                  <a:pt x="77804" y="119844"/>
                </a:lnTo>
                <a:lnTo>
                  <a:pt x="77312" y="119903"/>
                </a:lnTo>
                <a:lnTo>
                  <a:pt x="76800" y="119962"/>
                </a:lnTo>
                <a:lnTo>
                  <a:pt x="76309" y="120041"/>
                </a:lnTo>
                <a:lnTo>
                  <a:pt x="75837" y="120139"/>
                </a:lnTo>
                <a:lnTo>
                  <a:pt x="75345" y="120257"/>
                </a:lnTo>
                <a:lnTo>
                  <a:pt x="74873" y="120375"/>
                </a:lnTo>
                <a:lnTo>
                  <a:pt x="74400" y="120493"/>
                </a:lnTo>
                <a:lnTo>
                  <a:pt x="73928" y="120631"/>
                </a:lnTo>
                <a:lnTo>
                  <a:pt x="73456" y="120788"/>
                </a:lnTo>
                <a:lnTo>
                  <a:pt x="73004" y="120946"/>
                </a:lnTo>
                <a:lnTo>
                  <a:pt x="72532" y="121123"/>
                </a:lnTo>
                <a:lnTo>
                  <a:pt x="72099" y="121319"/>
                </a:lnTo>
                <a:lnTo>
                  <a:pt x="71646" y="121497"/>
                </a:lnTo>
                <a:lnTo>
                  <a:pt x="71214" y="121713"/>
                </a:lnTo>
                <a:lnTo>
                  <a:pt x="70348" y="122146"/>
                </a:lnTo>
                <a:lnTo>
                  <a:pt x="69502" y="122638"/>
                </a:lnTo>
                <a:lnTo>
                  <a:pt x="68696" y="123149"/>
                </a:lnTo>
                <a:lnTo>
                  <a:pt x="67909" y="123719"/>
                </a:lnTo>
                <a:lnTo>
                  <a:pt x="67161" y="124310"/>
                </a:lnTo>
                <a:lnTo>
                  <a:pt x="66433" y="124939"/>
                </a:lnTo>
                <a:lnTo>
                  <a:pt x="65745" y="125588"/>
                </a:lnTo>
                <a:lnTo>
                  <a:pt x="65076" y="126297"/>
                </a:lnTo>
                <a:lnTo>
                  <a:pt x="64446" y="127024"/>
                </a:lnTo>
                <a:lnTo>
                  <a:pt x="63856" y="127772"/>
                </a:lnTo>
                <a:lnTo>
                  <a:pt x="63305" y="128559"/>
                </a:lnTo>
                <a:lnTo>
                  <a:pt x="62774" y="129365"/>
                </a:lnTo>
                <a:lnTo>
                  <a:pt x="62302" y="130192"/>
                </a:lnTo>
                <a:lnTo>
                  <a:pt x="61850" y="131057"/>
                </a:lnTo>
                <a:lnTo>
                  <a:pt x="61653" y="131490"/>
                </a:lnTo>
                <a:lnTo>
                  <a:pt x="61456" y="131943"/>
                </a:lnTo>
                <a:lnTo>
                  <a:pt x="61279" y="132395"/>
                </a:lnTo>
                <a:lnTo>
                  <a:pt x="61102" y="132847"/>
                </a:lnTo>
                <a:lnTo>
                  <a:pt x="60925" y="133300"/>
                </a:lnTo>
                <a:lnTo>
                  <a:pt x="60787" y="133772"/>
                </a:lnTo>
                <a:lnTo>
                  <a:pt x="60650" y="134244"/>
                </a:lnTo>
                <a:lnTo>
                  <a:pt x="60512" y="134716"/>
                </a:lnTo>
                <a:lnTo>
                  <a:pt x="60394" y="135208"/>
                </a:lnTo>
                <a:lnTo>
                  <a:pt x="60295" y="135680"/>
                </a:lnTo>
                <a:lnTo>
                  <a:pt x="60197" y="136172"/>
                </a:lnTo>
                <a:lnTo>
                  <a:pt x="60118" y="136664"/>
                </a:lnTo>
                <a:lnTo>
                  <a:pt x="60040" y="137156"/>
                </a:lnTo>
                <a:lnTo>
                  <a:pt x="59981" y="137667"/>
                </a:lnTo>
                <a:lnTo>
                  <a:pt x="59941" y="138159"/>
                </a:lnTo>
                <a:lnTo>
                  <a:pt x="59902" y="138670"/>
                </a:lnTo>
                <a:lnTo>
                  <a:pt x="59882" y="139182"/>
                </a:lnTo>
                <a:lnTo>
                  <a:pt x="59882" y="139693"/>
                </a:lnTo>
                <a:lnTo>
                  <a:pt x="59882" y="140205"/>
                </a:lnTo>
                <a:lnTo>
                  <a:pt x="59902" y="140716"/>
                </a:lnTo>
                <a:lnTo>
                  <a:pt x="59941" y="141228"/>
                </a:lnTo>
                <a:lnTo>
                  <a:pt x="59981" y="141720"/>
                </a:lnTo>
                <a:lnTo>
                  <a:pt x="60040" y="142231"/>
                </a:lnTo>
                <a:lnTo>
                  <a:pt x="60118" y="142723"/>
                </a:lnTo>
                <a:lnTo>
                  <a:pt x="60197" y="143215"/>
                </a:lnTo>
                <a:lnTo>
                  <a:pt x="60295" y="143707"/>
                </a:lnTo>
                <a:lnTo>
                  <a:pt x="60394" y="144179"/>
                </a:lnTo>
                <a:lnTo>
                  <a:pt x="60512" y="144671"/>
                </a:lnTo>
                <a:lnTo>
                  <a:pt x="60650" y="145143"/>
                </a:lnTo>
                <a:lnTo>
                  <a:pt x="60787" y="145615"/>
                </a:lnTo>
                <a:lnTo>
                  <a:pt x="60925" y="146067"/>
                </a:lnTo>
                <a:lnTo>
                  <a:pt x="61102" y="146539"/>
                </a:lnTo>
                <a:lnTo>
                  <a:pt x="61279" y="146992"/>
                </a:lnTo>
                <a:lnTo>
                  <a:pt x="61456" y="147444"/>
                </a:lnTo>
                <a:lnTo>
                  <a:pt x="61653" y="147877"/>
                </a:lnTo>
                <a:lnTo>
                  <a:pt x="61850" y="148330"/>
                </a:lnTo>
                <a:lnTo>
                  <a:pt x="62302" y="149195"/>
                </a:lnTo>
                <a:lnTo>
                  <a:pt x="62774" y="150021"/>
                </a:lnTo>
                <a:lnTo>
                  <a:pt x="63305" y="150828"/>
                </a:lnTo>
                <a:lnTo>
                  <a:pt x="63856" y="151615"/>
                </a:lnTo>
                <a:lnTo>
                  <a:pt x="64446" y="152362"/>
                </a:lnTo>
                <a:lnTo>
                  <a:pt x="65076" y="153090"/>
                </a:lnTo>
                <a:lnTo>
                  <a:pt x="65745" y="153779"/>
                </a:lnTo>
                <a:lnTo>
                  <a:pt x="66433" y="154448"/>
                </a:lnTo>
                <a:lnTo>
                  <a:pt x="67161" y="155077"/>
                </a:lnTo>
                <a:lnTo>
                  <a:pt x="67909" y="155667"/>
                </a:lnTo>
                <a:lnTo>
                  <a:pt x="68696" y="156238"/>
                </a:lnTo>
                <a:lnTo>
                  <a:pt x="69502" y="156749"/>
                </a:lnTo>
                <a:lnTo>
                  <a:pt x="70348" y="157241"/>
                </a:lnTo>
                <a:lnTo>
                  <a:pt x="71214" y="157674"/>
                </a:lnTo>
                <a:lnTo>
                  <a:pt x="71646" y="157871"/>
                </a:lnTo>
                <a:lnTo>
                  <a:pt x="72099" y="158067"/>
                </a:lnTo>
                <a:lnTo>
                  <a:pt x="72532" y="158264"/>
                </a:lnTo>
                <a:lnTo>
                  <a:pt x="73004" y="158441"/>
                </a:lnTo>
                <a:lnTo>
                  <a:pt x="73456" y="158599"/>
                </a:lnTo>
                <a:lnTo>
                  <a:pt x="73928" y="158756"/>
                </a:lnTo>
                <a:lnTo>
                  <a:pt x="74400" y="158894"/>
                </a:lnTo>
                <a:lnTo>
                  <a:pt x="74873" y="159012"/>
                </a:lnTo>
                <a:lnTo>
                  <a:pt x="75345" y="159130"/>
                </a:lnTo>
                <a:lnTo>
                  <a:pt x="75837" y="159248"/>
                </a:lnTo>
                <a:lnTo>
                  <a:pt x="76309" y="159346"/>
                </a:lnTo>
                <a:lnTo>
                  <a:pt x="76800" y="159425"/>
                </a:lnTo>
                <a:lnTo>
                  <a:pt x="77312" y="159484"/>
                </a:lnTo>
                <a:lnTo>
                  <a:pt x="77804" y="159543"/>
                </a:lnTo>
                <a:lnTo>
                  <a:pt x="78315" y="159582"/>
                </a:lnTo>
                <a:lnTo>
                  <a:pt x="78807" y="159622"/>
                </a:lnTo>
                <a:lnTo>
                  <a:pt x="79319" y="159641"/>
                </a:lnTo>
                <a:lnTo>
                  <a:pt x="80361" y="159641"/>
                </a:lnTo>
                <a:lnTo>
                  <a:pt x="80853" y="159622"/>
                </a:lnTo>
                <a:lnTo>
                  <a:pt x="81364" y="159582"/>
                </a:lnTo>
                <a:lnTo>
                  <a:pt x="81876" y="159543"/>
                </a:lnTo>
                <a:lnTo>
                  <a:pt x="82368" y="159484"/>
                </a:lnTo>
                <a:lnTo>
                  <a:pt x="82860" y="159425"/>
                </a:lnTo>
                <a:lnTo>
                  <a:pt x="83351" y="159346"/>
                </a:lnTo>
                <a:lnTo>
                  <a:pt x="83843" y="159248"/>
                </a:lnTo>
                <a:lnTo>
                  <a:pt x="84335" y="159130"/>
                </a:lnTo>
                <a:lnTo>
                  <a:pt x="84807" y="159012"/>
                </a:lnTo>
                <a:lnTo>
                  <a:pt x="85279" y="158894"/>
                </a:lnTo>
                <a:lnTo>
                  <a:pt x="85751" y="158756"/>
                </a:lnTo>
                <a:lnTo>
                  <a:pt x="86223" y="158599"/>
                </a:lnTo>
                <a:lnTo>
                  <a:pt x="86676" y="158441"/>
                </a:lnTo>
                <a:lnTo>
                  <a:pt x="87128" y="158264"/>
                </a:lnTo>
                <a:lnTo>
                  <a:pt x="87581" y="158067"/>
                </a:lnTo>
                <a:lnTo>
                  <a:pt x="88033" y="157871"/>
                </a:lnTo>
                <a:lnTo>
                  <a:pt x="88466" y="157674"/>
                </a:lnTo>
                <a:lnTo>
                  <a:pt x="89332" y="157241"/>
                </a:lnTo>
                <a:lnTo>
                  <a:pt x="90158" y="156749"/>
                </a:lnTo>
                <a:lnTo>
                  <a:pt x="90984" y="156238"/>
                </a:lnTo>
                <a:lnTo>
                  <a:pt x="91751" y="155667"/>
                </a:lnTo>
                <a:lnTo>
                  <a:pt x="92519" y="155077"/>
                </a:lnTo>
                <a:lnTo>
                  <a:pt x="93246" y="154448"/>
                </a:lnTo>
                <a:lnTo>
                  <a:pt x="93935" y="153779"/>
                </a:lnTo>
                <a:lnTo>
                  <a:pt x="94604" y="153090"/>
                </a:lnTo>
                <a:lnTo>
                  <a:pt x="95233" y="152362"/>
                </a:lnTo>
                <a:lnTo>
                  <a:pt x="95824" y="151615"/>
                </a:lnTo>
                <a:lnTo>
                  <a:pt x="96374" y="150828"/>
                </a:lnTo>
                <a:lnTo>
                  <a:pt x="96906" y="150021"/>
                </a:lnTo>
                <a:lnTo>
                  <a:pt x="97378" y="149195"/>
                </a:lnTo>
                <a:lnTo>
                  <a:pt x="97810" y="148330"/>
                </a:lnTo>
                <a:lnTo>
                  <a:pt x="98027" y="147877"/>
                </a:lnTo>
                <a:lnTo>
                  <a:pt x="98224" y="147444"/>
                </a:lnTo>
                <a:lnTo>
                  <a:pt x="98401" y="146992"/>
                </a:lnTo>
                <a:lnTo>
                  <a:pt x="98578" y="146539"/>
                </a:lnTo>
                <a:lnTo>
                  <a:pt x="98735" y="146067"/>
                </a:lnTo>
                <a:lnTo>
                  <a:pt x="98892" y="145615"/>
                </a:lnTo>
                <a:lnTo>
                  <a:pt x="99030" y="145143"/>
                </a:lnTo>
                <a:lnTo>
                  <a:pt x="99168" y="144671"/>
                </a:lnTo>
                <a:lnTo>
                  <a:pt x="99286" y="144179"/>
                </a:lnTo>
                <a:lnTo>
                  <a:pt x="99384" y="143707"/>
                </a:lnTo>
                <a:lnTo>
                  <a:pt x="99483" y="143215"/>
                </a:lnTo>
                <a:lnTo>
                  <a:pt x="99561" y="142723"/>
                </a:lnTo>
                <a:lnTo>
                  <a:pt x="99640" y="142231"/>
                </a:lnTo>
                <a:lnTo>
                  <a:pt x="99699" y="141720"/>
                </a:lnTo>
                <a:lnTo>
                  <a:pt x="99738" y="141228"/>
                </a:lnTo>
                <a:lnTo>
                  <a:pt x="99778" y="140716"/>
                </a:lnTo>
                <a:lnTo>
                  <a:pt x="99797" y="140205"/>
                </a:lnTo>
                <a:lnTo>
                  <a:pt x="99797" y="139693"/>
                </a:lnTo>
                <a:lnTo>
                  <a:pt x="99797" y="139182"/>
                </a:lnTo>
                <a:lnTo>
                  <a:pt x="99778" y="138670"/>
                </a:lnTo>
                <a:lnTo>
                  <a:pt x="99738" y="138159"/>
                </a:lnTo>
                <a:lnTo>
                  <a:pt x="99699" y="137667"/>
                </a:lnTo>
                <a:lnTo>
                  <a:pt x="99640" y="137156"/>
                </a:lnTo>
                <a:lnTo>
                  <a:pt x="99561" y="136664"/>
                </a:lnTo>
                <a:lnTo>
                  <a:pt x="99483" y="136172"/>
                </a:lnTo>
                <a:lnTo>
                  <a:pt x="99384" y="135680"/>
                </a:lnTo>
                <a:lnTo>
                  <a:pt x="99286" y="135208"/>
                </a:lnTo>
                <a:lnTo>
                  <a:pt x="99168" y="134716"/>
                </a:lnTo>
                <a:lnTo>
                  <a:pt x="99030" y="134244"/>
                </a:lnTo>
                <a:lnTo>
                  <a:pt x="98892" y="133772"/>
                </a:lnTo>
                <a:lnTo>
                  <a:pt x="98735" y="133300"/>
                </a:lnTo>
                <a:lnTo>
                  <a:pt x="98578" y="132847"/>
                </a:lnTo>
                <a:lnTo>
                  <a:pt x="98401" y="132395"/>
                </a:lnTo>
                <a:lnTo>
                  <a:pt x="98224" y="131943"/>
                </a:lnTo>
                <a:lnTo>
                  <a:pt x="98027" y="131490"/>
                </a:lnTo>
                <a:lnTo>
                  <a:pt x="97810" y="131057"/>
                </a:lnTo>
                <a:lnTo>
                  <a:pt x="97378" y="130192"/>
                </a:lnTo>
                <a:lnTo>
                  <a:pt x="96906" y="129365"/>
                </a:lnTo>
                <a:lnTo>
                  <a:pt x="96374" y="128559"/>
                </a:lnTo>
                <a:lnTo>
                  <a:pt x="95824" y="127772"/>
                </a:lnTo>
                <a:lnTo>
                  <a:pt x="95233" y="127024"/>
                </a:lnTo>
                <a:lnTo>
                  <a:pt x="94604" y="126297"/>
                </a:lnTo>
                <a:lnTo>
                  <a:pt x="93935" y="125588"/>
                </a:lnTo>
                <a:lnTo>
                  <a:pt x="93246" y="124939"/>
                </a:lnTo>
                <a:lnTo>
                  <a:pt x="92519" y="124310"/>
                </a:lnTo>
                <a:lnTo>
                  <a:pt x="91751" y="123719"/>
                </a:lnTo>
                <a:lnTo>
                  <a:pt x="90984" y="123149"/>
                </a:lnTo>
                <a:lnTo>
                  <a:pt x="90158" y="122638"/>
                </a:lnTo>
                <a:lnTo>
                  <a:pt x="89332" y="122146"/>
                </a:lnTo>
                <a:lnTo>
                  <a:pt x="88466" y="121713"/>
                </a:lnTo>
                <a:lnTo>
                  <a:pt x="88033" y="121497"/>
                </a:lnTo>
                <a:lnTo>
                  <a:pt x="87581" y="121319"/>
                </a:lnTo>
                <a:lnTo>
                  <a:pt x="87128" y="121123"/>
                </a:lnTo>
                <a:lnTo>
                  <a:pt x="86676" y="120946"/>
                </a:lnTo>
                <a:lnTo>
                  <a:pt x="86223" y="120788"/>
                </a:lnTo>
                <a:lnTo>
                  <a:pt x="85751" y="120631"/>
                </a:lnTo>
                <a:lnTo>
                  <a:pt x="85279" y="120493"/>
                </a:lnTo>
                <a:lnTo>
                  <a:pt x="84807" y="120375"/>
                </a:lnTo>
                <a:lnTo>
                  <a:pt x="84335" y="120257"/>
                </a:lnTo>
                <a:lnTo>
                  <a:pt x="83843" y="120139"/>
                </a:lnTo>
                <a:lnTo>
                  <a:pt x="83351" y="120041"/>
                </a:lnTo>
                <a:lnTo>
                  <a:pt x="82860" y="119962"/>
                </a:lnTo>
                <a:lnTo>
                  <a:pt x="82368" y="119903"/>
                </a:lnTo>
                <a:lnTo>
                  <a:pt x="81876" y="119844"/>
                </a:lnTo>
                <a:lnTo>
                  <a:pt x="81364" y="119785"/>
                </a:lnTo>
                <a:lnTo>
                  <a:pt x="80853" y="119765"/>
                </a:lnTo>
                <a:lnTo>
                  <a:pt x="80361" y="119746"/>
                </a:lnTo>
                <a:lnTo>
                  <a:pt x="79830" y="119726"/>
                </a:lnTo>
                <a:close/>
                <a:moveTo>
                  <a:pt x="139712" y="89804"/>
                </a:moveTo>
                <a:lnTo>
                  <a:pt x="139712" y="189583"/>
                </a:lnTo>
                <a:lnTo>
                  <a:pt x="19967" y="189583"/>
                </a:lnTo>
                <a:lnTo>
                  <a:pt x="19967" y="89804"/>
                </a:lnTo>
                <a:close/>
                <a:moveTo>
                  <a:pt x="78551" y="0"/>
                </a:moveTo>
                <a:lnTo>
                  <a:pt x="77273" y="59"/>
                </a:lnTo>
                <a:lnTo>
                  <a:pt x="75994" y="138"/>
                </a:lnTo>
                <a:lnTo>
                  <a:pt x="74735" y="256"/>
                </a:lnTo>
                <a:lnTo>
                  <a:pt x="73496" y="393"/>
                </a:lnTo>
                <a:lnTo>
                  <a:pt x="72237" y="570"/>
                </a:lnTo>
                <a:lnTo>
                  <a:pt x="71017" y="767"/>
                </a:lnTo>
                <a:lnTo>
                  <a:pt x="69797" y="1003"/>
                </a:lnTo>
                <a:lnTo>
                  <a:pt x="68577" y="1259"/>
                </a:lnTo>
                <a:lnTo>
                  <a:pt x="67377" y="1554"/>
                </a:lnTo>
                <a:lnTo>
                  <a:pt x="66177" y="1889"/>
                </a:lnTo>
                <a:lnTo>
                  <a:pt x="65017" y="2243"/>
                </a:lnTo>
                <a:lnTo>
                  <a:pt x="63836" y="2616"/>
                </a:lnTo>
                <a:lnTo>
                  <a:pt x="62695" y="3010"/>
                </a:lnTo>
                <a:lnTo>
                  <a:pt x="61554" y="3462"/>
                </a:lnTo>
                <a:lnTo>
                  <a:pt x="60433" y="3915"/>
                </a:lnTo>
                <a:lnTo>
                  <a:pt x="59312" y="4407"/>
                </a:lnTo>
                <a:lnTo>
                  <a:pt x="58210" y="4918"/>
                </a:lnTo>
                <a:lnTo>
                  <a:pt x="57128" y="5449"/>
                </a:lnTo>
                <a:lnTo>
                  <a:pt x="56066" y="6020"/>
                </a:lnTo>
                <a:lnTo>
                  <a:pt x="55004" y="6610"/>
                </a:lnTo>
                <a:lnTo>
                  <a:pt x="53981" y="7220"/>
                </a:lnTo>
                <a:lnTo>
                  <a:pt x="52958" y="7849"/>
                </a:lnTo>
                <a:lnTo>
                  <a:pt x="51954" y="8518"/>
                </a:lnTo>
                <a:lnTo>
                  <a:pt x="50971" y="9207"/>
                </a:lnTo>
                <a:lnTo>
                  <a:pt x="49987" y="9915"/>
                </a:lnTo>
                <a:lnTo>
                  <a:pt x="49043" y="10643"/>
                </a:lnTo>
                <a:lnTo>
                  <a:pt x="48099" y="11390"/>
                </a:lnTo>
                <a:lnTo>
                  <a:pt x="47194" y="12158"/>
                </a:lnTo>
                <a:lnTo>
                  <a:pt x="46289" y="12964"/>
                </a:lnTo>
                <a:lnTo>
                  <a:pt x="45423" y="13771"/>
                </a:lnTo>
                <a:lnTo>
                  <a:pt x="44558" y="14617"/>
                </a:lnTo>
                <a:lnTo>
                  <a:pt x="43731" y="15462"/>
                </a:lnTo>
                <a:lnTo>
                  <a:pt x="42905" y="16348"/>
                </a:lnTo>
                <a:lnTo>
                  <a:pt x="42118" y="17233"/>
                </a:lnTo>
                <a:lnTo>
                  <a:pt x="41351" y="18158"/>
                </a:lnTo>
                <a:lnTo>
                  <a:pt x="40584" y="19082"/>
                </a:lnTo>
                <a:lnTo>
                  <a:pt x="39856" y="20046"/>
                </a:lnTo>
                <a:lnTo>
                  <a:pt x="39148" y="21010"/>
                </a:lnTo>
                <a:lnTo>
                  <a:pt x="38479" y="21994"/>
                </a:lnTo>
                <a:lnTo>
                  <a:pt x="37810" y="22997"/>
                </a:lnTo>
                <a:lnTo>
                  <a:pt x="37181" y="24020"/>
                </a:lnTo>
                <a:lnTo>
                  <a:pt x="36551" y="25063"/>
                </a:lnTo>
                <a:lnTo>
                  <a:pt x="35961" y="26105"/>
                </a:lnTo>
                <a:lnTo>
                  <a:pt x="35410" y="27168"/>
                </a:lnTo>
                <a:lnTo>
                  <a:pt x="34859" y="28250"/>
                </a:lnTo>
                <a:lnTo>
                  <a:pt x="34348" y="29351"/>
                </a:lnTo>
                <a:lnTo>
                  <a:pt x="33876" y="30472"/>
                </a:lnTo>
                <a:lnTo>
                  <a:pt x="33403" y="31594"/>
                </a:lnTo>
                <a:lnTo>
                  <a:pt x="32971" y="32735"/>
                </a:lnTo>
                <a:lnTo>
                  <a:pt x="32577" y="33895"/>
                </a:lnTo>
                <a:lnTo>
                  <a:pt x="32184" y="35056"/>
                </a:lnTo>
                <a:lnTo>
                  <a:pt x="31830" y="36236"/>
                </a:lnTo>
                <a:lnTo>
                  <a:pt x="31515" y="37417"/>
                </a:lnTo>
                <a:lnTo>
                  <a:pt x="31220" y="38617"/>
                </a:lnTo>
                <a:lnTo>
                  <a:pt x="30964" y="39837"/>
                </a:lnTo>
                <a:lnTo>
                  <a:pt x="30728" y="41056"/>
                </a:lnTo>
                <a:lnTo>
                  <a:pt x="30512" y="42296"/>
                </a:lnTo>
                <a:lnTo>
                  <a:pt x="30354" y="43535"/>
                </a:lnTo>
                <a:lnTo>
                  <a:pt x="30197" y="44794"/>
                </a:lnTo>
                <a:lnTo>
                  <a:pt x="30099" y="46053"/>
                </a:lnTo>
                <a:lnTo>
                  <a:pt x="30020" y="47312"/>
                </a:lnTo>
                <a:lnTo>
                  <a:pt x="29961" y="48591"/>
                </a:lnTo>
                <a:lnTo>
                  <a:pt x="29941" y="49889"/>
                </a:lnTo>
                <a:lnTo>
                  <a:pt x="29941" y="69837"/>
                </a:lnTo>
                <a:lnTo>
                  <a:pt x="19967" y="69837"/>
                </a:lnTo>
                <a:lnTo>
                  <a:pt x="19456" y="69857"/>
                </a:lnTo>
                <a:lnTo>
                  <a:pt x="18944" y="69876"/>
                </a:lnTo>
                <a:lnTo>
                  <a:pt x="18433" y="69896"/>
                </a:lnTo>
                <a:lnTo>
                  <a:pt x="17941" y="69935"/>
                </a:lnTo>
                <a:lnTo>
                  <a:pt x="17430" y="69994"/>
                </a:lnTo>
                <a:lnTo>
                  <a:pt x="16938" y="70073"/>
                </a:lnTo>
                <a:lnTo>
                  <a:pt x="16446" y="70152"/>
                </a:lnTo>
                <a:lnTo>
                  <a:pt x="15954" y="70250"/>
                </a:lnTo>
                <a:lnTo>
                  <a:pt x="15482" y="70348"/>
                </a:lnTo>
                <a:lnTo>
                  <a:pt x="14990" y="70466"/>
                </a:lnTo>
                <a:lnTo>
                  <a:pt x="14518" y="70604"/>
                </a:lnTo>
                <a:lnTo>
                  <a:pt x="14046" y="70742"/>
                </a:lnTo>
                <a:lnTo>
                  <a:pt x="13574" y="70899"/>
                </a:lnTo>
                <a:lnTo>
                  <a:pt x="13121" y="71057"/>
                </a:lnTo>
                <a:lnTo>
                  <a:pt x="12669" y="71234"/>
                </a:lnTo>
                <a:lnTo>
                  <a:pt x="12216" y="71411"/>
                </a:lnTo>
                <a:lnTo>
                  <a:pt x="11764" y="71607"/>
                </a:lnTo>
                <a:lnTo>
                  <a:pt x="11331" y="71824"/>
                </a:lnTo>
                <a:lnTo>
                  <a:pt x="10466" y="72257"/>
                </a:lnTo>
                <a:lnTo>
                  <a:pt x="9639" y="72748"/>
                </a:lnTo>
                <a:lnTo>
                  <a:pt x="8833" y="73260"/>
                </a:lnTo>
                <a:lnTo>
                  <a:pt x="8046" y="73811"/>
                </a:lnTo>
                <a:lnTo>
                  <a:pt x="7298" y="74421"/>
                </a:lnTo>
                <a:lnTo>
                  <a:pt x="6571" y="75050"/>
                </a:lnTo>
                <a:lnTo>
                  <a:pt x="5862" y="75699"/>
                </a:lnTo>
                <a:lnTo>
                  <a:pt x="5213" y="76407"/>
                </a:lnTo>
                <a:lnTo>
                  <a:pt x="4584" y="77116"/>
                </a:lnTo>
                <a:lnTo>
                  <a:pt x="3993" y="77883"/>
                </a:lnTo>
                <a:lnTo>
                  <a:pt x="3423" y="78670"/>
                </a:lnTo>
                <a:lnTo>
                  <a:pt x="2911" y="79476"/>
                </a:lnTo>
                <a:lnTo>
                  <a:pt x="2420" y="80303"/>
                </a:lnTo>
                <a:lnTo>
                  <a:pt x="1987" y="81168"/>
                </a:lnTo>
                <a:lnTo>
                  <a:pt x="1771" y="81601"/>
                </a:lnTo>
                <a:lnTo>
                  <a:pt x="1593" y="82053"/>
                </a:lnTo>
                <a:lnTo>
                  <a:pt x="1397" y="82506"/>
                </a:lnTo>
                <a:lnTo>
                  <a:pt x="1220" y="82958"/>
                </a:lnTo>
                <a:lnTo>
                  <a:pt x="1062" y="83411"/>
                </a:lnTo>
                <a:lnTo>
                  <a:pt x="905" y="83883"/>
                </a:lnTo>
                <a:lnTo>
                  <a:pt x="767" y="84355"/>
                </a:lnTo>
                <a:lnTo>
                  <a:pt x="649" y="84827"/>
                </a:lnTo>
                <a:lnTo>
                  <a:pt x="531" y="85299"/>
                </a:lnTo>
                <a:lnTo>
                  <a:pt x="413" y="85791"/>
                </a:lnTo>
                <a:lnTo>
                  <a:pt x="315" y="86283"/>
                </a:lnTo>
                <a:lnTo>
                  <a:pt x="236" y="86775"/>
                </a:lnTo>
                <a:lnTo>
                  <a:pt x="177" y="87267"/>
                </a:lnTo>
                <a:lnTo>
                  <a:pt x="118" y="87758"/>
                </a:lnTo>
                <a:lnTo>
                  <a:pt x="59" y="88270"/>
                </a:lnTo>
                <a:lnTo>
                  <a:pt x="39" y="88781"/>
                </a:lnTo>
                <a:lnTo>
                  <a:pt x="20" y="89293"/>
                </a:lnTo>
                <a:lnTo>
                  <a:pt x="0" y="89804"/>
                </a:lnTo>
                <a:lnTo>
                  <a:pt x="0" y="189583"/>
                </a:lnTo>
                <a:lnTo>
                  <a:pt x="20" y="190094"/>
                </a:lnTo>
                <a:lnTo>
                  <a:pt x="39" y="190606"/>
                </a:lnTo>
                <a:lnTo>
                  <a:pt x="59" y="191117"/>
                </a:lnTo>
                <a:lnTo>
                  <a:pt x="118" y="191628"/>
                </a:lnTo>
                <a:lnTo>
                  <a:pt x="177" y="192120"/>
                </a:lnTo>
                <a:lnTo>
                  <a:pt x="236" y="192612"/>
                </a:lnTo>
                <a:lnTo>
                  <a:pt x="315" y="193104"/>
                </a:lnTo>
                <a:lnTo>
                  <a:pt x="413" y="193596"/>
                </a:lnTo>
                <a:lnTo>
                  <a:pt x="531" y="194088"/>
                </a:lnTo>
                <a:lnTo>
                  <a:pt x="649" y="194560"/>
                </a:lnTo>
                <a:lnTo>
                  <a:pt x="767" y="195032"/>
                </a:lnTo>
                <a:lnTo>
                  <a:pt x="905" y="195504"/>
                </a:lnTo>
                <a:lnTo>
                  <a:pt x="1062" y="195976"/>
                </a:lnTo>
                <a:lnTo>
                  <a:pt x="1220" y="196429"/>
                </a:lnTo>
                <a:lnTo>
                  <a:pt x="1397" y="196881"/>
                </a:lnTo>
                <a:lnTo>
                  <a:pt x="1593" y="197333"/>
                </a:lnTo>
                <a:lnTo>
                  <a:pt x="1771" y="197786"/>
                </a:lnTo>
                <a:lnTo>
                  <a:pt x="1987" y="198219"/>
                </a:lnTo>
                <a:lnTo>
                  <a:pt x="2420" y="199084"/>
                </a:lnTo>
                <a:lnTo>
                  <a:pt x="2911" y="199911"/>
                </a:lnTo>
                <a:lnTo>
                  <a:pt x="3423" y="200717"/>
                </a:lnTo>
                <a:lnTo>
                  <a:pt x="3993" y="201504"/>
                </a:lnTo>
                <a:lnTo>
                  <a:pt x="4584" y="202271"/>
                </a:lnTo>
                <a:lnTo>
                  <a:pt x="5213" y="202979"/>
                </a:lnTo>
                <a:lnTo>
                  <a:pt x="5862" y="203688"/>
                </a:lnTo>
                <a:lnTo>
                  <a:pt x="6571" y="204337"/>
                </a:lnTo>
                <a:lnTo>
                  <a:pt x="7298" y="204966"/>
                </a:lnTo>
                <a:lnTo>
                  <a:pt x="8046" y="205557"/>
                </a:lnTo>
                <a:lnTo>
                  <a:pt x="8833" y="206127"/>
                </a:lnTo>
                <a:lnTo>
                  <a:pt x="9639" y="206638"/>
                </a:lnTo>
                <a:lnTo>
                  <a:pt x="10466" y="207130"/>
                </a:lnTo>
                <a:lnTo>
                  <a:pt x="11331" y="207563"/>
                </a:lnTo>
                <a:lnTo>
                  <a:pt x="11764" y="207779"/>
                </a:lnTo>
                <a:lnTo>
                  <a:pt x="12216" y="207976"/>
                </a:lnTo>
                <a:lnTo>
                  <a:pt x="12669" y="208153"/>
                </a:lnTo>
                <a:lnTo>
                  <a:pt x="13121" y="208330"/>
                </a:lnTo>
                <a:lnTo>
                  <a:pt x="13574" y="208488"/>
                </a:lnTo>
                <a:lnTo>
                  <a:pt x="14046" y="208645"/>
                </a:lnTo>
                <a:lnTo>
                  <a:pt x="14518" y="208783"/>
                </a:lnTo>
                <a:lnTo>
                  <a:pt x="14990" y="208920"/>
                </a:lnTo>
                <a:lnTo>
                  <a:pt x="15482" y="209039"/>
                </a:lnTo>
                <a:lnTo>
                  <a:pt x="15954" y="209137"/>
                </a:lnTo>
                <a:lnTo>
                  <a:pt x="16446" y="209235"/>
                </a:lnTo>
                <a:lnTo>
                  <a:pt x="16938" y="209314"/>
                </a:lnTo>
                <a:lnTo>
                  <a:pt x="17430" y="209393"/>
                </a:lnTo>
                <a:lnTo>
                  <a:pt x="17941" y="209432"/>
                </a:lnTo>
                <a:lnTo>
                  <a:pt x="18433" y="209491"/>
                </a:lnTo>
                <a:lnTo>
                  <a:pt x="18944" y="209511"/>
                </a:lnTo>
                <a:lnTo>
                  <a:pt x="19456" y="209530"/>
                </a:lnTo>
                <a:lnTo>
                  <a:pt x="19967" y="209550"/>
                </a:lnTo>
                <a:lnTo>
                  <a:pt x="139712" y="209550"/>
                </a:lnTo>
                <a:lnTo>
                  <a:pt x="140224" y="209530"/>
                </a:lnTo>
                <a:lnTo>
                  <a:pt x="140735" y="209511"/>
                </a:lnTo>
                <a:lnTo>
                  <a:pt x="141247" y="209491"/>
                </a:lnTo>
                <a:lnTo>
                  <a:pt x="141739" y="209432"/>
                </a:lnTo>
                <a:lnTo>
                  <a:pt x="142250" y="209393"/>
                </a:lnTo>
                <a:lnTo>
                  <a:pt x="142742" y="209314"/>
                </a:lnTo>
                <a:lnTo>
                  <a:pt x="143234" y="209235"/>
                </a:lnTo>
                <a:lnTo>
                  <a:pt x="143725" y="209137"/>
                </a:lnTo>
                <a:lnTo>
                  <a:pt x="144198" y="209039"/>
                </a:lnTo>
                <a:lnTo>
                  <a:pt x="144689" y="208920"/>
                </a:lnTo>
                <a:lnTo>
                  <a:pt x="145162" y="208783"/>
                </a:lnTo>
                <a:lnTo>
                  <a:pt x="145634" y="208645"/>
                </a:lnTo>
                <a:lnTo>
                  <a:pt x="146086" y="208488"/>
                </a:lnTo>
                <a:lnTo>
                  <a:pt x="146558" y="208330"/>
                </a:lnTo>
                <a:lnTo>
                  <a:pt x="147011" y="208153"/>
                </a:lnTo>
                <a:lnTo>
                  <a:pt x="147463" y="207976"/>
                </a:lnTo>
                <a:lnTo>
                  <a:pt x="147896" y="207779"/>
                </a:lnTo>
                <a:lnTo>
                  <a:pt x="148348" y="207563"/>
                </a:lnTo>
                <a:lnTo>
                  <a:pt x="149194" y="207130"/>
                </a:lnTo>
                <a:lnTo>
                  <a:pt x="150040" y="206638"/>
                </a:lnTo>
                <a:lnTo>
                  <a:pt x="150847" y="206127"/>
                </a:lnTo>
                <a:lnTo>
                  <a:pt x="151634" y="205557"/>
                </a:lnTo>
                <a:lnTo>
                  <a:pt x="152381" y="204966"/>
                </a:lnTo>
                <a:lnTo>
                  <a:pt x="153109" y="204337"/>
                </a:lnTo>
                <a:lnTo>
                  <a:pt x="153798" y="203688"/>
                </a:lnTo>
                <a:lnTo>
                  <a:pt x="154467" y="202979"/>
                </a:lnTo>
                <a:lnTo>
                  <a:pt x="155096" y="202271"/>
                </a:lnTo>
                <a:lnTo>
                  <a:pt x="155686" y="201504"/>
                </a:lnTo>
                <a:lnTo>
                  <a:pt x="156257" y="200717"/>
                </a:lnTo>
                <a:lnTo>
                  <a:pt x="156768" y="199911"/>
                </a:lnTo>
                <a:lnTo>
                  <a:pt x="157260" y="199084"/>
                </a:lnTo>
                <a:lnTo>
                  <a:pt x="157693" y="198219"/>
                </a:lnTo>
                <a:lnTo>
                  <a:pt x="157890" y="197786"/>
                </a:lnTo>
                <a:lnTo>
                  <a:pt x="158086" y="197333"/>
                </a:lnTo>
                <a:lnTo>
                  <a:pt x="158283" y="196881"/>
                </a:lnTo>
                <a:lnTo>
                  <a:pt x="158460" y="196429"/>
                </a:lnTo>
                <a:lnTo>
                  <a:pt x="158617" y="195976"/>
                </a:lnTo>
                <a:lnTo>
                  <a:pt x="158775" y="195504"/>
                </a:lnTo>
                <a:lnTo>
                  <a:pt x="158912" y="195032"/>
                </a:lnTo>
                <a:lnTo>
                  <a:pt x="159030" y="194560"/>
                </a:lnTo>
                <a:lnTo>
                  <a:pt x="159149" y="194088"/>
                </a:lnTo>
                <a:lnTo>
                  <a:pt x="159267" y="193596"/>
                </a:lnTo>
                <a:lnTo>
                  <a:pt x="159345" y="193104"/>
                </a:lnTo>
                <a:lnTo>
                  <a:pt x="159444" y="192612"/>
                </a:lnTo>
                <a:lnTo>
                  <a:pt x="159503" y="192120"/>
                </a:lnTo>
                <a:lnTo>
                  <a:pt x="159562" y="191628"/>
                </a:lnTo>
                <a:lnTo>
                  <a:pt x="159601" y="191117"/>
                </a:lnTo>
                <a:lnTo>
                  <a:pt x="159640" y="190606"/>
                </a:lnTo>
                <a:lnTo>
                  <a:pt x="159660" y="190094"/>
                </a:lnTo>
                <a:lnTo>
                  <a:pt x="159660" y="189583"/>
                </a:lnTo>
                <a:lnTo>
                  <a:pt x="159660" y="89804"/>
                </a:lnTo>
                <a:lnTo>
                  <a:pt x="159660" y="89293"/>
                </a:lnTo>
                <a:lnTo>
                  <a:pt x="159640" y="88781"/>
                </a:lnTo>
                <a:lnTo>
                  <a:pt x="159601" y="88270"/>
                </a:lnTo>
                <a:lnTo>
                  <a:pt x="159562" y="87758"/>
                </a:lnTo>
                <a:lnTo>
                  <a:pt x="159503" y="87267"/>
                </a:lnTo>
                <a:lnTo>
                  <a:pt x="159444" y="86775"/>
                </a:lnTo>
                <a:lnTo>
                  <a:pt x="159345" y="86283"/>
                </a:lnTo>
                <a:lnTo>
                  <a:pt x="159267" y="85791"/>
                </a:lnTo>
                <a:lnTo>
                  <a:pt x="159149" y="85299"/>
                </a:lnTo>
                <a:lnTo>
                  <a:pt x="159030" y="84827"/>
                </a:lnTo>
                <a:lnTo>
                  <a:pt x="158912" y="84355"/>
                </a:lnTo>
                <a:lnTo>
                  <a:pt x="158775" y="83883"/>
                </a:lnTo>
                <a:lnTo>
                  <a:pt x="158617" y="83411"/>
                </a:lnTo>
                <a:lnTo>
                  <a:pt x="158460" y="82958"/>
                </a:lnTo>
                <a:lnTo>
                  <a:pt x="158283" y="82506"/>
                </a:lnTo>
                <a:lnTo>
                  <a:pt x="158086" y="82053"/>
                </a:lnTo>
                <a:lnTo>
                  <a:pt x="157890" y="81601"/>
                </a:lnTo>
                <a:lnTo>
                  <a:pt x="157693" y="81168"/>
                </a:lnTo>
                <a:lnTo>
                  <a:pt x="157260" y="80303"/>
                </a:lnTo>
                <a:lnTo>
                  <a:pt x="156768" y="79476"/>
                </a:lnTo>
                <a:lnTo>
                  <a:pt x="156257" y="78670"/>
                </a:lnTo>
                <a:lnTo>
                  <a:pt x="155686" y="77883"/>
                </a:lnTo>
                <a:lnTo>
                  <a:pt x="155096" y="77116"/>
                </a:lnTo>
                <a:lnTo>
                  <a:pt x="154467" y="76407"/>
                </a:lnTo>
                <a:lnTo>
                  <a:pt x="153798" y="75699"/>
                </a:lnTo>
                <a:lnTo>
                  <a:pt x="153109" y="75050"/>
                </a:lnTo>
                <a:lnTo>
                  <a:pt x="152381" y="74421"/>
                </a:lnTo>
                <a:lnTo>
                  <a:pt x="151634" y="73811"/>
                </a:lnTo>
                <a:lnTo>
                  <a:pt x="150847" y="73260"/>
                </a:lnTo>
                <a:lnTo>
                  <a:pt x="150040" y="72748"/>
                </a:lnTo>
                <a:lnTo>
                  <a:pt x="149194" y="72257"/>
                </a:lnTo>
                <a:lnTo>
                  <a:pt x="148348" y="71824"/>
                </a:lnTo>
                <a:lnTo>
                  <a:pt x="147896" y="71607"/>
                </a:lnTo>
                <a:lnTo>
                  <a:pt x="147463" y="71411"/>
                </a:lnTo>
                <a:lnTo>
                  <a:pt x="147011" y="71234"/>
                </a:lnTo>
                <a:lnTo>
                  <a:pt x="146558" y="71057"/>
                </a:lnTo>
                <a:lnTo>
                  <a:pt x="146086" y="70899"/>
                </a:lnTo>
                <a:lnTo>
                  <a:pt x="145634" y="70742"/>
                </a:lnTo>
                <a:lnTo>
                  <a:pt x="145162" y="70604"/>
                </a:lnTo>
                <a:lnTo>
                  <a:pt x="144689" y="70466"/>
                </a:lnTo>
                <a:lnTo>
                  <a:pt x="144198" y="70348"/>
                </a:lnTo>
                <a:lnTo>
                  <a:pt x="143725" y="70250"/>
                </a:lnTo>
                <a:lnTo>
                  <a:pt x="143234" y="70152"/>
                </a:lnTo>
                <a:lnTo>
                  <a:pt x="142742" y="70073"/>
                </a:lnTo>
                <a:lnTo>
                  <a:pt x="142250" y="69994"/>
                </a:lnTo>
                <a:lnTo>
                  <a:pt x="141739" y="69935"/>
                </a:lnTo>
                <a:lnTo>
                  <a:pt x="141247" y="69896"/>
                </a:lnTo>
                <a:lnTo>
                  <a:pt x="140735" y="69876"/>
                </a:lnTo>
                <a:lnTo>
                  <a:pt x="140224" y="69857"/>
                </a:lnTo>
                <a:lnTo>
                  <a:pt x="139712" y="69837"/>
                </a:lnTo>
                <a:lnTo>
                  <a:pt x="129739" y="69837"/>
                </a:lnTo>
                <a:lnTo>
                  <a:pt x="129739" y="49889"/>
                </a:lnTo>
                <a:lnTo>
                  <a:pt x="129719" y="48591"/>
                </a:lnTo>
                <a:lnTo>
                  <a:pt x="129660" y="47312"/>
                </a:lnTo>
                <a:lnTo>
                  <a:pt x="129581" y="46053"/>
                </a:lnTo>
                <a:lnTo>
                  <a:pt x="129483" y="44794"/>
                </a:lnTo>
                <a:lnTo>
                  <a:pt x="129325" y="43535"/>
                </a:lnTo>
                <a:lnTo>
                  <a:pt x="129148" y="42296"/>
                </a:lnTo>
                <a:lnTo>
                  <a:pt x="128952" y="41056"/>
                </a:lnTo>
                <a:lnTo>
                  <a:pt x="128716" y="39837"/>
                </a:lnTo>
                <a:lnTo>
                  <a:pt x="128460" y="38617"/>
                </a:lnTo>
                <a:lnTo>
                  <a:pt x="128165" y="37417"/>
                </a:lnTo>
                <a:lnTo>
                  <a:pt x="127830" y="36236"/>
                </a:lnTo>
                <a:lnTo>
                  <a:pt x="127496" y="35056"/>
                </a:lnTo>
                <a:lnTo>
                  <a:pt x="127102" y="33895"/>
                </a:lnTo>
                <a:lnTo>
                  <a:pt x="126709" y="32735"/>
                </a:lnTo>
                <a:lnTo>
                  <a:pt x="126276" y="31594"/>
                </a:lnTo>
                <a:lnTo>
                  <a:pt x="125804" y="30472"/>
                </a:lnTo>
                <a:lnTo>
                  <a:pt x="125332" y="29351"/>
                </a:lnTo>
                <a:lnTo>
                  <a:pt x="124801" y="28250"/>
                </a:lnTo>
                <a:lnTo>
                  <a:pt x="124270" y="27168"/>
                </a:lnTo>
                <a:lnTo>
                  <a:pt x="123699" y="26105"/>
                </a:lnTo>
                <a:lnTo>
                  <a:pt x="123109" y="25063"/>
                </a:lnTo>
                <a:lnTo>
                  <a:pt x="122499" y="24020"/>
                </a:lnTo>
                <a:lnTo>
                  <a:pt x="121870" y="22997"/>
                </a:lnTo>
                <a:lnTo>
                  <a:pt x="121201" y="21994"/>
                </a:lnTo>
                <a:lnTo>
                  <a:pt x="120532" y="21010"/>
                </a:lnTo>
                <a:lnTo>
                  <a:pt x="119824" y="20046"/>
                </a:lnTo>
                <a:lnTo>
                  <a:pt x="119096" y="19082"/>
                </a:lnTo>
                <a:lnTo>
                  <a:pt x="118329" y="18158"/>
                </a:lnTo>
                <a:lnTo>
                  <a:pt x="117561" y="17233"/>
                </a:lnTo>
                <a:lnTo>
                  <a:pt x="116774" y="16348"/>
                </a:lnTo>
                <a:lnTo>
                  <a:pt x="115948" y="15462"/>
                </a:lnTo>
                <a:lnTo>
                  <a:pt x="115122" y="14617"/>
                </a:lnTo>
                <a:lnTo>
                  <a:pt x="114256" y="13771"/>
                </a:lnTo>
                <a:lnTo>
                  <a:pt x="113371" y="12964"/>
                </a:lnTo>
                <a:lnTo>
                  <a:pt x="112486" y="12158"/>
                </a:lnTo>
                <a:lnTo>
                  <a:pt x="111561" y="11390"/>
                </a:lnTo>
                <a:lnTo>
                  <a:pt x="110637" y="10643"/>
                </a:lnTo>
                <a:lnTo>
                  <a:pt x="109692" y="9915"/>
                </a:lnTo>
                <a:lnTo>
                  <a:pt x="108709" y="9207"/>
                </a:lnTo>
                <a:lnTo>
                  <a:pt x="107725" y="8518"/>
                </a:lnTo>
                <a:lnTo>
                  <a:pt x="106722" y="7849"/>
                </a:lnTo>
                <a:lnTo>
                  <a:pt x="105699" y="7220"/>
                </a:lnTo>
                <a:lnTo>
                  <a:pt x="104676" y="6610"/>
                </a:lnTo>
                <a:lnTo>
                  <a:pt x="103614" y="6020"/>
                </a:lnTo>
                <a:lnTo>
                  <a:pt x="102551" y="5449"/>
                </a:lnTo>
                <a:lnTo>
                  <a:pt x="101469" y="4918"/>
                </a:lnTo>
                <a:lnTo>
                  <a:pt x="100368" y="4407"/>
                </a:lnTo>
                <a:lnTo>
                  <a:pt x="99247" y="3915"/>
                </a:lnTo>
                <a:lnTo>
                  <a:pt x="98125" y="3462"/>
                </a:lnTo>
                <a:lnTo>
                  <a:pt x="96984" y="3010"/>
                </a:lnTo>
                <a:lnTo>
                  <a:pt x="95843" y="2616"/>
                </a:lnTo>
                <a:lnTo>
                  <a:pt x="94663" y="2243"/>
                </a:lnTo>
                <a:lnTo>
                  <a:pt x="93502" y="1889"/>
                </a:lnTo>
                <a:lnTo>
                  <a:pt x="92302" y="1554"/>
                </a:lnTo>
                <a:lnTo>
                  <a:pt x="91102" y="1259"/>
                </a:lnTo>
                <a:lnTo>
                  <a:pt x="89883" y="1003"/>
                </a:lnTo>
                <a:lnTo>
                  <a:pt x="88663" y="767"/>
                </a:lnTo>
                <a:lnTo>
                  <a:pt x="87443" y="570"/>
                </a:lnTo>
                <a:lnTo>
                  <a:pt x="86184" y="393"/>
                </a:lnTo>
                <a:lnTo>
                  <a:pt x="84945" y="256"/>
                </a:lnTo>
                <a:lnTo>
                  <a:pt x="83666" y="138"/>
                </a:lnTo>
                <a:lnTo>
                  <a:pt x="82407" y="59"/>
                </a:lnTo>
                <a:lnTo>
                  <a:pt x="81128" y="0"/>
                </a:lnTo>
                <a:close/>
              </a:path>
            </a:pathLst>
          </a:custGeom>
          <a:solidFill>
            <a:srgbClr val="FD3E81"/>
          </a:solidFill>
          <a:ln>
            <a:noFill/>
          </a:ln>
        </p:spPr>
        <p:txBody>
          <a:bodyPr spcFirstLastPara="1" wrap="square" lIns="162533" tIns="162533" rIns="162533" bIns="162533" anchor="ctr" anchorCtr="0">
            <a:noAutofit/>
          </a:bodyPr>
          <a:lstStyle/>
          <a:p>
            <a:endParaRPr sz="2400"/>
          </a:p>
        </p:txBody>
      </p:sp>
      <p:sp>
        <p:nvSpPr>
          <p:cNvPr id="668" name="Google Shape;668;p76"/>
          <p:cNvSpPr/>
          <p:nvPr/>
        </p:nvSpPr>
        <p:spPr>
          <a:xfrm>
            <a:off x="6915008" y="2354941"/>
            <a:ext cx="1008000" cy="9996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rgbClr val="FD3E8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62533" tIns="162533" rIns="162533" bIns="162533" anchor="ctr" anchorCtr="0">
            <a:noAutofit/>
          </a:bodyPr>
          <a:lstStyle/>
          <a:p>
            <a:endParaRPr sz="2400"/>
          </a:p>
        </p:txBody>
      </p:sp>
      <p:sp>
        <p:nvSpPr>
          <p:cNvPr id="669" name="Google Shape;669;p76"/>
          <p:cNvSpPr txBox="1"/>
          <p:nvPr/>
        </p:nvSpPr>
        <p:spPr>
          <a:xfrm>
            <a:off x="6630808" y="3325508"/>
            <a:ext cx="1576400" cy="697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algn="ctr"/>
            <a:r>
              <a:rPr lang="pt-BR" sz="1067" b="1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rPr>
              <a:t>Alcance unificado</a:t>
            </a:r>
            <a:endParaRPr sz="1067" b="1">
              <a:solidFill>
                <a:srgbClr val="434343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algn="ctr"/>
            <a:r>
              <a:rPr lang="pt-BR" sz="933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rPr>
              <a:t>Centralizar toda a atuação na plataforma.</a:t>
            </a:r>
            <a:endParaRPr sz="933">
              <a:solidFill>
                <a:srgbClr val="43434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70" name="Google Shape;670;p76"/>
          <p:cNvSpPr/>
          <p:nvPr/>
        </p:nvSpPr>
        <p:spPr>
          <a:xfrm>
            <a:off x="7140655" y="2598759"/>
            <a:ext cx="556704" cy="524573"/>
          </a:xfrm>
          <a:custGeom>
            <a:avLst/>
            <a:gdLst/>
            <a:ahLst/>
            <a:cxnLst/>
            <a:rect l="l" t="t" r="r" b="b"/>
            <a:pathLst>
              <a:path w="209550" h="209550" extrusionOk="0">
                <a:moveTo>
                  <a:pt x="105620" y="13827"/>
                </a:moveTo>
                <a:lnTo>
                  <a:pt x="106388" y="13980"/>
                </a:lnTo>
                <a:lnTo>
                  <a:pt x="107156" y="14211"/>
                </a:lnTo>
                <a:lnTo>
                  <a:pt x="107924" y="14441"/>
                </a:lnTo>
                <a:lnTo>
                  <a:pt x="108616" y="14825"/>
                </a:lnTo>
                <a:lnTo>
                  <a:pt x="109230" y="15209"/>
                </a:lnTo>
                <a:lnTo>
                  <a:pt x="109845" y="15670"/>
                </a:lnTo>
                <a:lnTo>
                  <a:pt x="110459" y="16208"/>
                </a:lnTo>
                <a:lnTo>
                  <a:pt x="110997" y="16746"/>
                </a:lnTo>
                <a:lnTo>
                  <a:pt x="111458" y="17360"/>
                </a:lnTo>
                <a:lnTo>
                  <a:pt x="111842" y="18051"/>
                </a:lnTo>
                <a:lnTo>
                  <a:pt x="112149" y="18743"/>
                </a:lnTo>
                <a:lnTo>
                  <a:pt x="112456" y="19434"/>
                </a:lnTo>
                <a:lnTo>
                  <a:pt x="112610" y="20279"/>
                </a:lnTo>
                <a:lnTo>
                  <a:pt x="112764" y="21047"/>
                </a:lnTo>
                <a:lnTo>
                  <a:pt x="112764" y="21892"/>
                </a:lnTo>
                <a:lnTo>
                  <a:pt x="112764" y="22660"/>
                </a:lnTo>
                <a:lnTo>
                  <a:pt x="112610" y="23505"/>
                </a:lnTo>
                <a:lnTo>
                  <a:pt x="112456" y="24273"/>
                </a:lnTo>
                <a:lnTo>
                  <a:pt x="112149" y="24965"/>
                </a:lnTo>
                <a:lnTo>
                  <a:pt x="111842" y="25656"/>
                </a:lnTo>
                <a:lnTo>
                  <a:pt x="111458" y="26347"/>
                </a:lnTo>
                <a:lnTo>
                  <a:pt x="110997" y="26962"/>
                </a:lnTo>
                <a:lnTo>
                  <a:pt x="110459" y="27576"/>
                </a:lnTo>
                <a:lnTo>
                  <a:pt x="109845" y="28037"/>
                </a:lnTo>
                <a:lnTo>
                  <a:pt x="109230" y="28498"/>
                </a:lnTo>
                <a:lnTo>
                  <a:pt x="108616" y="28959"/>
                </a:lnTo>
                <a:lnTo>
                  <a:pt x="107924" y="29266"/>
                </a:lnTo>
                <a:lnTo>
                  <a:pt x="107156" y="29497"/>
                </a:lnTo>
                <a:lnTo>
                  <a:pt x="106388" y="29727"/>
                </a:lnTo>
                <a:lnTo>
                  <a:pt x="105620" y="29881"/>
                </a:lnTo>
                <a:lnTo>
                  <a:pt x="103930" y="29881"/>
                </a:lnTo>
                <a:lnTo>
                  <a:pt x="103162" y="29727"/>
                </a:lnTo>
                <a:lnTo>
                  <a:pt x="102394" y="29497"/>
                </a:lnTo>
                <a:lnTo>
                  <a:pt x="101626" y="29266"/>
                </a:lnTo>
                <a:lnTo>
                  <a:pt x="100934" y="28959"/>
                </a:lnTo>
                <a:lnTo>
                  <a:pt x="100243" y="28498"/>
                </a:lnTo>
                <a:lnTo>
                  <a:pt x="99628" y="28037"/>
                </a:lnTo>
                <a:lnTo>
                  <a:pt x="99091" y="27576"/>
                </a:lnTo>
                <a:lnTo>
                  <a:pt x="98553" y="26962"/>
                </a:lnTo>
                <a:lnTo>
                  <a:pt x="98092" y="26347"/>
                </a:lnTo>
                <a:lnTo>
                  <a:pt x="97708" y="25656"/>
                </a:lnTo>
                <a:lnTo>
                  <a:pt x="97324" y="24965"/>
                </a:lnTo>
                <a:lnTo>
                  <a:pt x="97094" y="24273"/>
                </a:lnTo>
                <a:lnTo>
                  <a:pt x="96863" y="23505"/>
                </a:lnTo>
                <a:lnTo>
                  <a:pt x="96786" y="22660"/>
                </a:lnTo>
                <a:lnTo>
                  <a:pt x="96709" y="21892"/>
                </a:lnTo>
                <a:lnTo>
                  <a:pt x="96786" y="21047"/>
                </a:lnTo>
                <a:lnTo>
                  <a:pt x="96863" y="20279"/>
                </a:lnTo>
                <a:lnTo>
                  <a:pt x="97094" y="19434"/>
                </a:lnTo>
                <a:lnTo>
                  <a:pt x="97324" y="18743"/>
                </a:lnTo>
                <a:lnTo>
                  <a:pt x="97708" y="18051"/>
                </a:lnTo>
                <a:lnTo>
                  <a:pt x="98092" y="17360"/>
                </a:lnTo>
                <a:lnTo>
                  <a:pt x="98553" y="16746"/>
                </a:lnTo>
                <a:lnTo>
                  <a:pt x="99091" y="16208"/>
                </a:lnTo>
                <a:lnTo>
                  <a:pt x="99628" y="15670"/>
                </a:lnTo>
                <a:lnTo>
                  <a:pt x="100243" y="15209"/>
                </a:lnTo>
                <a:lnTo>
                  <a:pt x="100934" y="14825"/>
                </a:lnTo>
                <a:lnTo>
                  <a:pt x="101626" y="14441"/>
                </a:lnTo>
                <a:lnTo>
                  <a:pt x="102394" y="14211"/>
                </a:lnTo>
                <a:lnTo>
                  <a:pt x="103162" y="13980"/>
                </a:lnTo>
                <a:lnTo>
                  <a:pt x="103930" y="13827"/>
                </a:lnTo>
                <a:close/>
                <a:moveTo>
                  <a:pt x="21815" y="96709"/>
                </a:moveTo>
                <a:lnTo>
                  <a:pt x="22660" y="96786"/>
                </a:lnTo>
                <a:lnTo>
                  <a:pt x="23428" y="96940"/>
                </a:lnTo>
                <a:lnTo>
                  <a:pt x="24197" y="97094"/>
                </a:lnTo>
                <a:lnTo>
                  <a:pt x="24965" y="97401"/>
                </a:lnTo>
                <a:lnTo>
                  <a:pt x="25656" y="97708"/>
                </a:lnTo>
                <a:lnTo>
                  <a:pt x="26347" y="98092"/>
                </a:lnTo>
                <a:lnTo>
                  <a:pt x="26962" y="98553"/>
                </a:lnTo>
                <a:lnTo>
                  <a:pt x="27500" y="99091"/>
                </a:lnTo>
                <a:lnTo>
                  <a:pt x="28037" y="99628"/>
                </a:lnTo>
                <a:lnTo>
                  <a:pt x="28498" y="100320"/>
                </a:lnTo>
                <a:lnTo>
                  <a:pt x="28882" y="100934"/>
                </a:lnTo>
                <a:lnTo>
                  <a:pt x="29266" y="101626"/>
                </a:lnTo>
                <a:lnTo>
                  <a:pt x="29497" y="102394"/>
                </a:lnTo>
                <a:lnTo>
                  <a:pt x="29727" y="103162"/>
                </a:lnTo>
                <a:lnTo>
                  <a:pt x="29804" y="103930"/>
                </a:lnTo>
                <a:lnTo>
                  <a:pt x="29881" y="104775"/>
                </a:lnTo>
                <a:lnTo>
                  <a:pt x="29804" y="105620"/>
                </a:lnTo>
                <a:lnTo>
                  <a:pt x="29727" y="106388"/>
                </a:lnTo>
                <a:lnTo>
                  <a:pt x="29497" y="107156"/>
                </a:lnTo>
                <a:lnTo>
                  <a:pt x="29266" y="107924"/>
                </a:lnTo>
                <a:lnTo>
                  <a:pt x="28882" y="108616"/>
                </a:lnTo>
                <a:lnTo>
                  <a:pt x="28498" y="109230"/>
                </a:lnTo>
                <a:lnTo>
                  <a:pt x="28037" y="109922"/>
                </a:lnTo>
                <a:lnTo>
                  <a:pt x="27500" y="110459"/>
                </a:lnTo>
                <a:lnTo>
                  <a:pt x="26962" y="110997"/>
                </a:lnTo>
                <a:lnTo>
                  <a:pt x="26347" y="111458"/>
                </a:lnTo>
                <a:lnTo>
                  <a:pt x="25656" y="111842"/>
                </a:lnTo>
                <a:lnTo>
                  <a:pt x="24965" y="112149"/>
                </a:lnTo>
                <a:lnTo>
                  <a:pt x="24197" y="112456"/>
                </a:lnTo>
                <a:lnTo>
                  <a:pt x="23428" y="112687"/>
                </a:lnTo>
                <a:lnTo>
                  <a:pt x="22660" y="112764"/>
                </a:lnTo>
                <a:lnTo>
                  <a:pt x="21815" y="112841"/>
                </a:lnTo>
                <a:lnTo>
                  <a:pt x="21047" y="112764"/>
                </a:lnTo>
                <a:lnTo>
                  <a:pt x="20202" y="112687"/>
                </a:lnTo>
                <a:lnTo>
                  <a:pt x="19434" y="112456"/>
                </a:lnTo>
                <a:lnTo>
                  <a:pt x="18743" y="112149"/>
                </a:lnTo>
                <a:lnTo>
                  <a:pt x="18051" y="111842"/>
                </a:lnTo>
                <a:lnTo>
                  <a:pt x="17360" y="111458"/>
                </a:lnTo>
                <a:lnTo>
                  <a:pt x="16746" y="110997"/>
                </a:lnTo>
                <a:lnTo>
                  <a:pt x="16131" y="110459"/>
                </a:lnTo>
                <a:lnTo>
                  <a:pt x="15670" y="109922"/>
                </a:lnTo>
                <a:lnTo>
                  <a:pt x="15209" y="109230"/>
                </a:lnTo>
                <a:lnTo>
                  <a:pt x="14748" y="108616"/>
                </a:lnTo>
                <a:lnTo>
                  <a:pt x="14441" y="107924"/>
                </a:lnTo>
                <a:lnTo>
                  <a:pt x="14134" y="107156"/>
                </a:lnTo>
                <a:lnTo>
                  <a:pt x="13980" y="106388"/>
                </a:lnTo>
                <a:lnTo>
                  <a:pt x="13827" y="105620"/>
                </a:lnTo>
                <a:lnTo>
                  <a:pt x="13827" y="104775"/>
                </a:lnTo>
                <a:lnTo>
                  <a:pt x="13827" y="103930"/>
                </a:lnTo>
                <a:lnTo>
                  <a:pt x="13980" y="103162"/>
                </a:lnTo>
                <a:lnTo>
                  <a:pt x="14134" y="102394"/>
                </a:lnTo>
                <a:lnTo>
                  <a:pt x="14441" y="101626"/>
                </a:lnTo>
                <a:lnTo>
                  <a:pt x="14748" y="100934"/>
                </a:lnTo>
                <a:lnTo>
                  <a:pt x="15209" y="100320"/>
                </a:lnTo>
                <a:lnTo>
                  <a:pt x="15670" y="99628"/>
                </a:lnTo>
                <a:lnTo>
                  <a:pt x="16131" y="99091"/>
                </a:lnTo>
                <a:lnTo>
                  <a:pt x="16746" y="98553"/>
                </a:lnTo>
                <a:lnTo>
                  <a:pt x="17360" y="98092"/>
                </a:lnTo>
                <a:lnTo>
                  <a:pt x="18051" y="97708"/>
                </a:lnTo>
                <a:lnTo>
                  <a:pt x="18743" y="97401"/>
                </a:lnTo>
                <a:lnTo>
                  <a:pt x="19434" y="97094"/>
                </a:lnTo>
                <a:lnTo>
                  <a:pt x="20202" y="96940"/>
                </a:lnTo>
                <a:lnTo>
                  <a:pt x="21047" y="96786"/>
                </a:lnTo>
                <a:lnTo>
                  <a:pt x="21815" y="96709"/>
                </a:lnTo>
                <a:close/>
                <a:moveTo>
                  <a:pt x="104775" y="96709"/>
                </a:moveTo>
                <a:lnTo>
                  <a:pt x="105850" y="96786"/>
                </a:lnTo>
                <a:lnTo>
                  <a:pt x="106926" y="97017"/>
                </a:lnTo>
                <a:lnTo>
                  <a:pt x="107924" y="97401"/>
                </a:lnTo>
                <a:lnTo>
                  <a:pt x="108846" y="97862"/>
                </a:lnTo>
                <a:lnTo>
                  <a:pt x="109691" y="98399"/>
                </a:lnTo>
                <a:lnTo>
                  <a:pt x="110459" y="99091"/>
                </a:lnTo>
                <a:lnTo>
                  <a:pt x="111074" y="99859"/>
                </a:lnTo>
                <a:lnTo>
                  <a:pt x="111688" y="100704"/>
                </a:lnTo>
                <a:lnTo>
                  <a:pt x="112149" y="101626"/>
                </a:lnTo>
                <a:lnTo>
                  <a:pt x="112533" y="102624"/>
                </a:lnTo>
                <a:lnTo>
                  <a:pt x="112687" y="103700"/>
                </a:lnTo>
                <a:lnTo>
                  <a:pt x="112764" y="104775"/>
                </a:lnTo>
                <a:lnTo>
                  <a:pt x="112687" y="105850"/>
                </a:lnTo>
                <a:lnTo>
                  <a:pt x="112533" y="106926"/>
                </a:lnTo>
                <a:lnTo>
                  <a:pt x="112149" y="107924"/>
                </a:lnTo>
                <a:lnTo>
                  <a:pt x="111688" y="108846"/>
                </a:lnTo>
                <a:lnTo>
                  <a:pt x="111074" y="109691"/>
                </a:lnTo>
                <a:lnTo>
                  <a:pt x="110459" y="110459"/>
                </a:lnTo>
                <a:lnTo>
                  <a:pt x="109691" y="111151"/>
                </a:lnTo>
                <a:lnTo>
                  <a:pt x="108846" y="111688"/>
                </a:lnTo>
                <a:lnTo>
                  <a:pt x="107924" y="112149"/>
                </a:lnTo>
                <a:lnTo>
                  <a:pt x="106926" y="112533"/>
                </a:lnTo>
                <a:lnTo>
                  <a:pt x="105850" y="112764"/>
                </a:lnTo>
                <a:lnTo>
                  <a:pt x="104775" y="112841"/>
                </a:lnTo>
                <a:lnTo>
                  <a:pt x="103623" y="112764"/>
                </a:lnTo>
                <a:lnTo>
                  <a:pt x="102624" y="112533"/>
                </a:lnTo>
                <a:lnTo>
                  <a:pt x="101626" y="112149"/>
                </a:lnTo>
                <a:lnTo>
                  <a:pt x="100704" y="111688"/>
                </a:lnTo>
                <a:lnTo>
                  <a:pt x="99859" y="111151"/>
                </a:lnTo>
                <a:lnTo>
                  <a:pt x="99091" y="110459"/>
                </a:lnTo>
                <a:lnTo>
                  <a:pt x="98399" y="109691"/>
                </a:lnTo>
                <a:lnTo>
                  <a:pt x="97862" y="108846"/>
                </a:lnTo>
                <a:lnTo>
                  <a:pt x="97401" y="107924"/>
                </a:lnTo>
                <a:lnTo>
                  <a:pt x="97017" y="106926"/>
                </a:lnTo>
                <a:lnTo>
                  <a:pt x="96786" y="105850"/>
                </a:lnTo>
                <a:lnTo>
                  <a:pt x="96709" y="104775"/>
                </a:lnTo>
                <a:lnTo>
                  <a:pt x="96786" y="103700"/>
                </a:lnTo>
                <a:lnTo>
                  <a:pt x="97017" y="102624"/>
                </a:lnTo>
                <a:lnTo>
                  <a:pt x="97401" y="101626"/>
                </a:lnTo>
                <a:lnTo>
                  <a:pt x="97862" y="100704"/>
                </a:lnTo>
                <a:lnTo>
                  <a:pt x="98399" y="99859"/>
                </a:lnTo>
                <a:lnTo>
                  <a:pt x="99091" y="99091"/>
                </a:lnTo>
                <a:lnTo>
                  <a:pt x="99859" y="98399"/>
                </a:lnTo>
                <a:lnTo>
                  <a:pt x="100704" y="97862"/>
                </a:lnTo>
                <a:lnTo>
                  <a:pt x="101626" y="97401"/>
                </a:lnTo>
                <a:lnTo>
                  <a:pt x="102624" y="97017"/>
                </a:lnTo>
                <a:lnTo>
                  <a:pt x="103623" y="96786"/>
                </a:lnTo>
                <a:lnTo>
                  <a:pt x="104775" y="96709"/>
                </a:lnTo>
                <a:close/>
                <a:moveTo>
                  <a:pt x="187658" y="96709"/>
                </a:moveTo>
                <a:lnTo>
                  <a:pt x="188503" y="96786"/>
                </a:lnTo>
                <a:lnTo>
                  <a:pt x="189271" y="96940"/>
                </a:lnTo>
                <a:lnTo>
                  <a:pt x="190039" y="97094"/>
                </a:lnTo>
                <a:lnTo>
                  <a:pt x="190807" y="97401"/>
                </a:lnTo>
                <a:lnTo>
                  <a:pt x="191499" y="97708"/>
                </a:lnTo>
                <a:lnTo>
                  <a:pt x="192190" y="98092"/>
                </a:lnTo>
                <a:lnTo>
                  <a:pt x="192804" y="98553"/>
                </a:lnTo>
                <a:lnTo>
                  <a:pt x="193342" y="99091"/>
                </a:lnTo>
                <a:lnTo>
                  <a:pt x="193880" y="99628"/>
                </a:lnTo>
                <a:lnTo>
                  <a:pt x="194341" y="100320"/>
                </a:lnTo>
                <a:lnTo>
                  <a:pt x="194725" y="100934"/>
                </a:lnTo>
                <a:lnTo>
                  <a:pt x="195109" y="101626"/>
                </a:lnTo>
                <a:lnTo>
                  <a:pt x="195339" y="102394"/>
                </a:lnTo>
                <a:lnTo>
                  <a:pt x="195570" y="103162"/>
                </a:lnTo>
                <a:lnTo>
                  <a:pt x="195647" y="103930"/>
                </a:lnTo>
                <a:lnTo>
                  <a:pt x="195723" y="104775"/>
                </a:lnTo>
                <a:lnTo>
                  <a:pt x="195647" y="105620"/>
                </a:lnTo>
                <a:lnTo>
                  <a:pt x="195570" y="106388"/>
                </a:lnTo>
                <a:lnTo>
                  <a:pt x="195339" y="107156"/>
                </a:lnTo>
                <a:lnTo>
                  <a:pt x="195109" y="107924"/>
                </a:lnTo>
                <a:lnTo>
                  <a:pt x="194725" y="108616"/>
                </a:lnTo>
                <a:lnTo>
                  <a:pt x="194341" y="109230"/>
                </a:lnTo>
                <a:lnTo>
                  <a:pt x="193880" y="109922"/>
                </a:lnTo>
                <a:lnTo>
                  <a:pt x="193342" y="110459"/>
                </a:lnTo>
                <a:lnTo>
                  <a:pt x="192804" y="110997"/>
                </a:lnTo>
                <a:lnTo>
                  <a:pt x="192190" y="111458"/>
                </a:lnTo>
                <a:lnTo>
                  <a:pt x="191499" y="111842"/>
                </a:lnTo>
                <a:lnTo>
                  <a:pt x="190807" y="112149"/>
                </a:lnTo>
                <a:lnTo>
                  <a:pt x="190039" y="112456"/>
                </a:lnTo>
                <a:lnTo>
                  <a:pt x="189271" y="112687"/>
                </a:lnTo>
                <a:lnTo>
                  <a:pt x="188503" y="112764"/>
                </a:lnTo>
                <a:lnTo>
                  <a:pt x="187658" y="112841"/>
                </a:lnTo>
                <a:lnTo>
                  <a:pt x="186890" y="112764"/>
                </a:lnTo>
                <a:lnTo>
                  <a:pt x="186045" y="112687"/>
                </a:lnTo>
                <a:lnTo>
                  <a:pt x="185277" y="112456"/>
                </a:lnTo>
                <a:lnTo>
                  <a:pt x="184585" y="112149"/>
                </a:lnTo>
                <a:lnTo>
                  <a:pt x="183817" y="111842"/>
                </a:lnTo>
                <a:lnTo>
                  <a:pt x="183203" y="111458"/>
                </a:lnTo>
                <a:lnTo>
                  <a:pt x="182588" y="110997"/>
                </a:lnTo>
                <a:lnTo>
                  <a:pt x="181974" y="110459"/>
                </a:lnTo>
                <a:lnTo>
                  <a:pt x="181513" y="109922"/>
                </a:lnTo>
                <a:lnTo>
                  <a:pt x="181052" y="109230"/>
                </a:lnTo>
                <a:lnTo>
                  <a:pt x="180591" y="108616"/>
                </a:lnTo>
                <a:lnTo>
                  <a:pt x="180284" y="107924"/>
                </a:lnTo>
                <a:lnTo>
                  <a:pt x="179976" y="107156"/>
                </a:lnTo>
                <a:lnTo>
                  <a:pt x="179823" y="106388"/>
                </a:lnTo>
                <a:lnTo>
                  <a:pt x="179669" y="105620"/>
                </a:lnTo>
                <a:lnTo>
                  <a:pt x="179669" y="104775"/>
                </a:lnTo>
                <a:lnTo>
                  <a:pt x="179669" y="103930"/>
                </a:lnTo>
                <a:lnTo>
                  <a:pt x="179823" y="103162"/>
                </a:lnTo>
                <a:lnTo>
                  <a:pt x="179976" y="102394"/>
                </a:lnTo>
                <a:lnTo>
                  <a:pt x="180284" y="101626"/>
                </a:lnTo>
                <a:lnTo>
                  <a:pt x="180591" y="100934"/>
                </a:lnTo>
                <a:lnTo>
                  <a:pt x="181052" y="100320"/>
                </a:lnTo>
                <a:lnTo>
                  <a:pt x="181513" y="99628"/>
                </a:lnTo>
                <a:lnTo>
                  <a:pt x="181974" y="99091"/>
                </a:lnTo>
                <a:lnTo>
                  <a:pt x="182588" y="98553"/>
                </a:lnTo>
                <a:lnTo>
                  <a:pt x="183203" y="98092"/>
                </a:lnTo>
                <a:lnTo>
                  <a:pt x="183817" y="97708"/>
                </a:lnTo>
                <a:lnTo>
                  <a:pt x="184585" y="97401"/>
                </a:lnTo>
                <a:lnTo>
                  <a:pt x="185277" y="97094"/>
                </a:lnTo>
                <a:lnTo>
                  <a:pt x="186045" y="96940"/>
                </a:lnTo>
                <a:lnTo>
                  <a:pt x="186890" y="96786"/>
                </a:lnTo>
                <a:lnTo>
                  <a:pt x="187658" y="96709"/>
                </a:lnTo>
                <a:close/>
                <a:moveTo>
                  <a:pt x="105620" y="179669"/>
                </a:moveTo>
                <a:lnTo>
                  <a:pt x="106388" y="179823"/>
                </a:lnTo>
                <a:lnTo>
                  <a:pt x="107156" y="180053"/>
                </a:lnTo>
                <a:lnTo>
                  <a:pt x="107924" y="180284"/>
                </a:lnTo>
                <a:lnTo>
                  <a:pt x="108616" y="180591"/>
                </a:lnTo>
                <a:lnTo>
                  <a:pt x="109230" y="181052"/>
                </a:lnTo>
                <a:lnTo>
                  <a:pt x="109845" y="181513"/>
                </a:lnTo>
                <a:lnTo>
                  <a:pt x="110459" y="182050"/>
                </a:lnTo>
                <a:lnTo>
                  <a:pt x="110997" y="182588"/>
                </a:lnTo>
                <a:lnTo>
                  <a:pt x="111458" y="183203"/>
                </a:lnTo>
                <a:lnTo>
                  <a:pt x="111842" y="183894"/>
                </a:lnTo>
                <a:lnTo>
                  <a:pt x="112149" y="184585"/>
                </a:lnTo>
                <a:lnTo>
                  <a:pt x="112456" y="185277"/>
                </a:lnTo>
                <a:lnTo>
                  <a:pt x="112610" y="186045"/>
                </a:lnTo>
                <a:lnTo>
                  <a:pt x="112764" y="186890"/>
                </a:lnTo>
                <a:lnTo>
                  <a:pt x="112764" y="187658"/>
                </a:lnTo>
                <a:lnTo>
                  <a:pt x="112764" y="188503"/>
                </a:lnTo>
                <a:lnTo>
                  <a:pt x="112610" y="189348"/>
                </a:lnTo>
                <a:lnTo>
                  <a:pt x="112456" y="190116"/>
                </a:lnTo>
                <a:lnTo>
                  <a:pt x="112149" y="190807"/>
                </a:lnTo>
                <a:lnTo>
                  <a:pt x="111842" y="191499"/>
                </a:lnTo>
                <a:lnTo>
                  <a:pt x="111458" y="192190"/>
                </a:lnTo>
                <a:lnTo>
                  <a:pt x="110997" y="192804"/>
                </a:lnTo>
                <a:lnTo>
                  <a:pt x="110459" y="193342"/>
                </a:lnTo>
                <a:lnTo>
                  <a:pt x="109845" y="193880"/>
                </a:lnTo>
                <a:lnTo>
                  <a:pt x="109230" y="194341"/>
                </a:lnTo>
                <a:lnTo>
                  <a:pt x="108616" y="194725"/>
                </a:lnTo>
                <a:lnTo>
                  <a:pt x="107924" y="195109"/>
                </a:lnTo>
                <a:lnTo>
                  <a:pt x="107156" y="195339"/>
                </a:lnTo>
                <a:lnTo>
                  <a:pt x="106388" y="195570"/>
                </a:lnTo>
                <a:lnTo>
                  <a:pt x="105620" y="195723"/>
                </a:lnTo>
                <a:lnTo>
                  <a:pt x="103930" y="195723"/>
                </a:lnTo>
                <a:lnTo>
                  <a:pt x="103162" y="195570"/>
                </a:lnTo>
                <a:lnTo>
                  <a:pt x="102394" y="195339"/>
                </a:lnTo>
                <a:lnTo>
                  <a:pt x="101626" y="195109"/>
                </a:lnTo>
                <a:lnTo>
                  <a:pt x="100934" y="194725"/>
                </a:lnTo>
                <a:lnTo>
                  <a:pt x="100243" y="194341"/>
                </a:lnTo>
                <a:lnTo>
                  <a:pt x="99628" y="193880"/>
                </a:lnTo>
                <a:lnTo>
                  <a:pt x="99091" y="193342"/>
                </a:lnTo>
                <a:lnTo>
                  <a:pt x="98553" y="192804"/>
                </a:lnTo>
                <a:lnTo>
                  <a:pt x="98092" y="192190"/>
                </a:lnTo>
                <a:lnTo>
                  <a:pt x="97708" y="191499"/>
                </a:lnTo>
                <a:lnTo>
                  <a:pt x="97324" y="190807"/>
                </a:lnTo>
                <a:lnTo>
                  <a:pt x="97094" y="190116"/>
                </a:lnTo>
                <a:lnTo>
                  <a:pt x="96863" y="189348"/>
                </a:lnTo>
                <a:lnTo>
                  <a:pt x="96786" y="188503"/>
                </a:lnTo>
                <a:lnTo>
                  <a:pt x="96709" y="187658"/>
                </a:lnTo>
                <a:lnTo>
                  <a:pt x="96786" y="186890"/>
                </a:lnTo>
                <a:lnTo>
                  <a:pt x="96863" y="186045"/>
                </a:lnTo>
                <a:lnTo>
                  <a:pt x="97094" y="185277"/>
                </a:lnTo>
                <a:lnTo>
                  <a:pt x="97324" y="184585"/>
                </a:lnTo>
                <a:lnTo>
                  <a:pt x="97708" y="183894"/>
                </a:lnTo>
                <a:lnTo>
                  <a:pt x="98092" y="183203"/>
                </a:lnTo>
                <a:lnTo>
                  <a:pt x="98553" y="182588"/>
                </a:lnTo>
                <a:lnTo>
                  <a:pt x="99091" y="182050"/>
                </a:lnTo>
                <a:lnTo>
                  <a:pt x="99628" y="181513"/>
                </a:lnTo>
                <a:lnTo>
                  <a:pt x="100243" y="181052"/>
                </a:lnTo>
                <a:lnTo>
                  <a:pt x="100934" y="180591"/>
                </a:lnTo>
                <a:lnTo>
                  <a:pt x="101626" y="180284"/>
                </a:lnTo>
                <a:lnTo>
                  <a:pt x="102394" y="180053"/>
                </a:lnTo>
                <a:lnTo>
                  <a:pt x="103162" y="179823"/>
                </a:lnTo>
                <a:lnTo>
                  <a:pt x="103930" y="179669"/>
                </a:lnTo>
                <a:close/>
                <a:moveTo>
                  <a:pt x="103623" y="0"/>
                </a:moveTo>
                <a:lnTo>
                  <a:pt x="102547" y="77"/>
                </a:lnTo>
                <a:lnTo>
                  <a:pt x="101472" y="230"/>
                </a:lnTo>
                <a:lnTo>
                  <a:pt x="100397" y="461"/>
                </a:lnTo>
                <a:lnTo>
                  <a:pt x="99321" y="691"/>
                </a:lnTo>
                <a:lnTo>
                  <a:pt x="98246" y="999"/>
                </a:lnTo>
                <a:lnTo>
                  <a:pt x="97247" y="1306"/>
                </a:lnTo>
                <a:lnTo>
                  <a:pt x="96249" y="1690"/>
                </a:lnTo>
                <a:lnTo>
                  <a:pt x="95327" y="2151"/>
                </a:lnTo>
                <a:lnTo>
                  <a:pt x="94328" y="2612"/>
                </a:lnTo>
                <a:lnTo>
                  <a:pt x="93406" y="3149"/>
                </a:lnTo>
                <a:lnTo>
                  <a:pt x="92561" y="3764"/>
                </a:lnTo>
                <a:lnTo>
                  <a:pt x="91717" y="4378"/>
                </a:lnTo>
                <a:lnTo>
                  <a:pt x="90872" y="4993"/>
                </a:lnTo>
                <a:lnTo>
                  <a:pt x="90103" y="5684"/>
                </a:lnTo>
                <a:lnTo>
                  <a:pt x="89335" y="6376"/>
                </a:lnTo>
                <a:lnTo>
                  <a:pt x="88567" y="7144"/>
                </a:lnTo>
                <a:lnTo>
                  <a:pt x="87876" y="7989"/>
                </a:lnTo>
                <a:lnTo>
                  <a:pt x="87261" y="8757"/>
                </a:lnTo>
                <a:lnTo>
                  <a:pt x="86647" y="9679"/>
                </a:lnTo>
                <a:lnTo>
                  <a:pt x="86032" y="10524"/>
                </a:lnTo>
                <a:lnTo>
                  <a:pt x="85571" y="11445"/>
                </a:lnTo>
                <a:lnTo>
                  <a:pt x="85034" y="12367"/>
                </a:lnTo>
                <a:lnTo>
                  <a:pt x="84650" y="13366"/>
                </a:lnTo>
                <a:lnTo>
                  <a:pt x="84189" y="14364"/>
                </a:lnTo>
                <a:lnTo>
                  <a:pt x="83881" y="15363"/>
                </a:lnTo>
                <a:lnTo>
                  <a:pt x="83574" y="16438"/>
                </a:lnTo>
                <a:lnTo>
                  <a:pt x="83344" y="17437"/>
                </a:lnTo>
                <a:lnTo>
                  <a:pt x="83113" y="18512"/>
                </a:lnTo>
                <a:lnTo>
                  <a:pt x="83036" y="19665"/>
                </a:lnTo>
                <a:lnTo>
                  <a:pt x="82960" y="20740"/>
                </a:lnTo>
                <a:lnTo>
                  <a:pt x="82883" y="21892"/>
                </a:lnTo>
                <a:lnTo>
                  <a:pt x="82960" y="23659"/>
                </a:lnTo>
                <a:lnTo>
                  <a:pt x="83190" y="25426"/>
                </a:lnTo>
                <a:lnTo>
                  <a:pt x="83497" y="27116"/>
                </a:lnTo>
                <a:lnTo>
                  <a:pt x="84035" y="28729"/>
                </a:lnTo>
                <a:lnTo>
                  <a:pt x="84650" y="30342"/>
                </a:lnTo>
                <a:lnTo>
                  <a:pt x="85341" y="31878"/>
                </a:lnTo>
                <a:lnTo>
                  <a:pt x="86186" y="33338"/>
                </a:lnTo>
                <a:lnTo>
                  <a:pt x="87108" y="34720"/>
                </a:lnTo>
                <a:lnTo>
                  <a:pt x="88183" y="36103"/>
                </a:lnTo>
                <a:lnTo>
                  <a:pt x="89335" y="37332"/>
                </a:lnTo>
                <a:lnTo>
                  <a:pt x="90564" y="38407"/>
                </a:lnTo>
                <a:lnTo>
                  <a:pt x="91870" y="39483"/>
                </a:lnTo>
                <a:lnTo>
                  <a:pt x="93253" y="40404"/>
                </a:lnTo>
                <a:lnTo>
                  <a:pt x="94712" y="41249"/>
                </a:lnTo>
                <a:lnTo>
                  <a:pt x="96249" y="42018"/>
                </a:lnTo>
                <a:lnTo>
                  <a:pt x="97862" y="42632"/>
                </a:lnTo>
                <a:lnTo>
                  <a:pt x="97862" y="84035"/>
                </a:lnTo>
                <a:lnTo>
                  <a:pt x="96633" y="84496"/>
                </a:lnTo>
                <a:lnTo>
                  <a:pt x="95480" y="84957"/>
                </a:lnTo>
                <a:lnTo>
                  <a:pt x="94328" y="85571"/>
                </a:lnTo>
                <a:lnTo>
                  <a:pt x="93253" y="86186"/>
                </a:lnTo>
                <a:lnTo>
                  <a:pt x="92177" y="86877"/>
                </a:lnTo>
                <a:lnTo>
                  <a:pt x="91179" y="87645"/>
                </a:lnTo>
                <a:lnTo>
                  <a:pt x="90257" y="88490"/>
                </a:lnTo>
                <a:lnTo>
                  <a:pt x="89335" y="89335"/>
                </a:lnTo>
                <a:lnTo>
                  <a:pt x="88414" y="90257"/>
                </a:lnTo>
                <a:lnTo>
                  <a:pt x="87645" y="91179"/>
                </a:lnTo>
                <a:lnTo>
                  <a:pt x="86877" y="92177"/>
                </a:lnTo>
                <a:lnTo>
                  <a:pt x="86186" y="93253"/>
                </a:lnTo>
                <a:lnTo>
                  <a:pt x="85571" y="94328"/>
                </a:lnTo>
                <a:lnTo>
                  <a:pt x="84957" y="95480"/>
                </a:lnTo>
                <a:lnTo>
                  <a:pt x="84496" y="96633"/>
                </a:lnTo>
                <a:lnTo>
                  <a:pt x="84035" y="97862"/>
                </a:lnTo>
                <a:lnTo>
                  <a:pt x="42555" y="97862"/>
                </a:lnTo>
                <a:lnTo>
                  <a:pt x="41941" y="96249"/>
                </a:lnTo>
                <a:lnTo>
                  <a:pt x="41249" y="94712"/>
                </a:lnTo>
                <a:lnTo>
                  <a:pt x="40404" y="93253"/>
                </a:lnTo>
                <a:lnTo>
                  <a:pt x="39483" y="91870"/>
                </a:lnTo>
                <a:lnTo>
                  <a:pt x="38407" y="90564"/>
                </a:lnTo>
                <a:lnTo>
                  <a:pt x="37255" y="89335"/>
                </a:lnTo>
                <a:lnTo>
                  <a:pt x="36026" y="88183"/>
                </a:lnTo>
                <a:lnTo>
                  <a:pt x="34720" y="87108"/>
                </a:lnTo>
                <a:lnTo>
                  <a:pt x="33338" y="86186"/>
                </a:lnTo>
                <a:lnTo>
                  <a:pt x="31878" y="85341"/>
                </a:lnTo>
                <a:lnTo>
                  <a:pt x="30342" y="84650"/>
                </a:lnTo>
                <a:lnTo>
                  <a:pt x="28729" y="84035"/>
                </a:lnTo>
                <a:lnTo>
                  <a:pt x="27116" y="83574"/>
                </a:lnTo>
                <a:lnTo>
                  <a:pt x="25349" y="83190"/>
                </a:lnTo>
                <a:lnTo>
                  <a:pt x="23659" y="82960"/>
                </a:lnTo>
                <a:lnTo>
                  <a:pt x="21815" y="82883"/>
                </a:lnTo>
                <a:lnTo>
                  <a:pt x="20740" y="82960"/>
                </a:lnTo>
                <a:lnTo>
                  <a:pt x="19588" y="83036"/>
                </a:lnTo>
                <a:lnTo>
                  <a:pt x="18512" y="83190"/>
                </a:lnTo>
                <a:lnTo>
                  <a:pt x="17437" y="83344"/>
                </a:lnTo>
                <a:lnTo>
                  <a:pt x="16361" y="83574"/>
                </a:lnTo>
                <a:lnTo>
                  <a:pt x="15363" y="83881"/>
                </a:lnTo>
                <a:lnTo>
                  <a:pt x="14364" y="84266"/>
                </a:lnTo>
                <a:lnTo>
                  <a:pt x="13366" y="84650"/>
                </a:lnTo>
                <a:lnTo>
                  <a:pt x="12367" y="85034"/>
                </a:lnTo>
                <a:lnTo>
                  <a:pt x="11445" y="85571"/>
                </a:lnTo>
                <a:lnTo>
                  <a:pt x="10524" y="86109"/>
                </a:lnTo>
                <a:lnTo>
                  <a:pt x="9602" y="86647"/>
                </a:lnTo>
                <a:lnTo>
                  <a:pt x="8757" y="87261"/>
                </a:lnTo>
                <a:lnTo>
                  <a:pt x="7912" y="87876"/>
                </a:lnTo>
                <a:lnTo>
                  <a:pt x="7144" y="88567"/>
                </a:lnTo>
                <a:lnTo>
                  <a:pt x="6376" y="89335"/>
                </a:lnTo>
                <a:lnTo>
                  <a:pt x="5684" y="90103"/>
                </a:lnTo>
                <a:lnTo>
                  <a:pt x="4993" y="90872"/>
                </a:lnTo>
                <a:lnTo>
                  <a:pt x="4302" y="91717"/>
                </a:lnTo>
                <a:lnTo>
                  <a:pt x="3687" y="92561"/>
                </a:lnTo>
                <a:lnTo>
                  <a:pt x="3149" y="93483"/>
                </a:lnTo>
                <a:lnTo>
                  <a:pt x="2612" y="94328"/>
                </a:lnTo>
                <a:lnTo>
                  <a:pt x="2151" y="95327"/>
                </a:lnTo>
                <a:lnTo>
                  <a:pt x="1690" y="96249"/>
                </a:lnTo>
                <a:lnTo>
                  <a:pt x="1306" y="97247"/>
                </a:lnTo>
                <a:lnTo>
                  <a:pt x="999" y="98246"/>
                </a:lnTo>
                <a:lnTo>
                  <a:pt x="691" y="99321"/>
                </a:lnTo>
                <a:lnTo>
                  <a:pt x="461" y="100397"/>
                </a:lnTo>
                <a:lnTo>
                  <a:pt x="230" y="101472"/>
                </a:lnTo>
                <a:lnTo>
                  <a:pt x="77" y="102547"/>
                </a:lnTo>
                <a:lnTo>
                  <a:pt x="0" y="103623"/>
                </a:lnTo>
                <a:lnTo>
                  <a:pt x="0" y="104775"/>
                </a:lnTo>
                <a:lnTo>
                  <a:pt x="0" y="105927"/>
                </a:lnTo>
                <a:lnTo>
                  <a:pt x="77" y="107003"/>
                </a:lnTo>
                <a:lnTo>
                  <a:pt x="230" y="108078"/>
                </a:lnTo>
                <a:lnTo>
                  <a:pt x="461" y="109153"/>
                </a:lnTo>
                <a:lnTo>
                  <a:pt x="691" y="110229"/>
                </a:lnTo>
                <a:lnTo>
                  <a:pt x="999" y="111304"/>
                </a:lnTo>
                <a:lnTo>
                  <a:pt x="1306" y="112303"/>
                </a:lnTo>
                <a:lnTo>
                  <a:pt x="1690" y="113301"/>
                </a:lnTo>
                <a:lnTo>
                  <a:pt x="2151" y="114223"/>
                </a:lnTo>
                <a:lnTo>
                  <a:pt x="2612" y="115222"/>
                </a:lnTo>
                <a:lnTo>
                  <a:pt x="3149" y="116067"/>
                </a:lnTo>
                <a:lnTo>
                  <a:pt x="3687" y="116989"/>
                </a:lnTo>
                <a:lnTo>
                  <a:pt x="4302" y="117833"/>
                </a:lnTo>
                <a:lnTo>
                  <a:pt x="4993" y="118678"/>
                </a:lnTo>
                <a:lnTo>
                  <a:pt x="5684" y="119447"/>
                </a:lnTo>
                <a:lnTo>
                  <a:pt x="6376" y="120215"/>
                </a:lnTo>
                <a:lnTo>
                  <a:pt x="7144" y="120983"/>
                </a:lnTo>
                <a:lnTo>
                  <a:pt x="7912" y="121674"/>
                </a:lnTo>
                <a:lnTo>
                  <a:pt x="8757" y="122289"/>
                </a:lnTo>
                <a:lnTo>
                  <a:pt x="9602" y="122903"/>
                </a:lnTo>
                <a:lnTo>
                  <a:pt x="10524" y="123441"/>
                </a:lnTo>
                <a:lnTo>
                  <a:pt x="11445" y="123979"/>
                </a:lnTo>
                <a:lnTo>
                  <a:pt x="12367" y="124516"/>
                </a:lnTo>
                <a:lnTo>
                  <a:pt x="13366" y="124900"/>
                </a:lnTo>
                <a:lnTo>
                  <a:pt x="14364" y="125284"/>
                </a:lnTo>
                <a:lnTo>
                  <a:pt x="15363" y="125669"/>
                </a:lnTo>
                <a:lnTo>
                  <a:pt x="16361" y="125976"/>
                </a:lnTo>
                <a:lnTo>
                  <a:pt x="17437" y="126206"/>
                </a:lnTo>
                <a:lnTo>
                  <a:pt x="18512" y="126360"/>
                </a:lnTo>
                <a:lnTo>
                  <a:pt x="19588" y="126514"/>
                </a:lnTo>
                <a:lnTo>
                  <a:pt x="20740" y="126590"/>
                </a:lnTo>
                <a:lnTo>
                  <a:pt x="21815" y="126667"/>
                </a:lnTo>
                <a:lnTo>
                  <a:pt x="23659" y="126590"/>
                </a:lnTo>
                <a:lnTo>
                  <a:pt x="25349" y="126360"/>
                </a:lnTo>
                <a:lnTo>
                  <a:pt x="27116" y="125976"/>
                </a:lnTo>
                <a:lnTo>
                  <a:pt x="28729" y="125515"/>
                </a:lnTo>
                <a:lnTo>
                  <a:pt x="30342" y="124900"/>
                </a:lnTo>
                <a:lnTo>
                  <a:pt x="31878" y="124209"/>
                </a:lnTo>
                <a:lnTo>
                  <a:pt x="33338" y="123364"/>
                </a:lnTo>
                <a:lnTo>
                  <a:pt x="34720" y="122442"/>
                </a:lnTo>
                <a:lnTo>
                  <a:pt x="36026" y="121367"/>
                </a:lnTo>
                <a:lnTo>
                  <a:pt x="37255" y="120215"/>
                </a:lnTo>
                <a:lnTo>
                  <a:pt x="38407" y="118986"/>
                </a:lnTo>
                <a:lnTo>
                  <a:pt x="39483" y="117680"/>
                </a:lnTo>
                <a:lnTo>
                  <a:pt x="40404" y="116297"/>
                </a:lnTo>
                <a:lnTo>
                  <a:pt x="41249" y="114838"/>
                </a:lnTo>
                <a:lnTo>
                  <a:pt x="41941" y="113301"/>
                </a:lnTo>
                <a:lnTo>
                  <a:pt x="42555" y="111688"/>
                </a:lnTo>
                <a:lnTo>
                  <a:pt x="84035" y="111688"/>
                </a:lnTo>
                <a:lnTo>
                  <a:pt x="84496" y="112917"/>
                </a:lnTo>
                <a:lnTo>
                  <a:pt x="84957" y="114070"/>
                </a:lnTo>
                <a:lnTo>
                  <a:pt x="85571" y="115222"/>
                </a:lnTo>
                <a:lnTo>
                  <a:pt x="86186" y="116297"/>
                </a:lnTo>
                <a:lnTo>
                  <a:pt x="86877" y="117373"/>
                </a:lnTo>
                <a:lnTo>
                  <a:pt x="87645" y="118371"/>
                </a:lnTo>
                <a:lnTo>
                  <a:pt x="88414" y="119293"/>
                </a:lnTo>
                <a:lnTo>
                  <a:pt x="89335" y="120215"/>
                </a:lnTo>
                <a:lnTo>
                  <a:pt x="90257" y="121060"/>
                </a:lnTo>
                <a:lnTo>
                  <a:pt x="91179" y="121905"/>
                </a:lnTo>
                <a:lnTo>
                  <a:pt x="92177" y="122673"/>
                </a:lnTo>
                <a:lnTo>
                  <a:pt x="93253" y="123364"/>
                </a:lnTo>
                <a:lnTo>
                  <a:pt x="94328" y="123979"/>
                </a:lnTo>
                <a:lnTo>
                  <a:pt x="95480" y="124593"/>
                </a:lnTo>
                <a:lnTo>
                  <a:pt x="96633" y="125054"/>
                </a:lnTo>
                <a:lnTo>
                  <a:pt x="97862" y="125515"/>
                </a:lnTo>
                <a:lnTo>
                  <a:pt x="97862" y="166995"/>
                </a:lnTo>
                <a:lnTo>
                  <a:pt x="96249" y="167532"/>
                </a:lnTo>
                <a:lnTo>
                  <a:pt x="94712" y="168301"/>
                </a:lnTo>
                <a:lnTo>
                  <a:pt x="93253" y="169146"/>
                </a:lnTo>
                <a:lnTo>
                  <a:pt x="91870" y="170067"/>
                </a:lnTo>
                <a:lnTo>
                  <a:pt x="90564" y="171143"/>
                </a:lnTo>
                <a:lnTo>
                  <a:pt x="89335" y="172218"/>
                </a:lnTo>
                <a:lnTo>
                  <a:pt x="88183" y="173447"/>
                </a:lnTo>
                <a:lnTo>
                  <a:pt x="87108" y="174830"/>
                </a:lnTo>
                <a:lnTo>
                  <a:pt x="86186" y="176213"/>
                </a:lnTo>
                <a:lnTo>
                  <a:pt x="85341" y="177672"/>
                </a:lnTo>
                <a:lnTo>
                  <a:pt x="84650" y="179208"/>
                </a:lnTo>
                <a:lnTo>
                  <a:pt x="84035" y="180821"/>
                </a:lnTo>
                <a:lnTo>
                  <a:pt x="83497" y="182434"/>
                </a:lnTo>
                <a:lnTo>
                  <a:pt x="83190" y="184124"/>
                </a:lnTo>
                <a:lnTo>
                  <a:pt x="82960" y="185891"/>
                </a:lnTo>
                <a:lnTo>
                  <a:pt x="82883" y="187658"/>
                </a:lnTo>
                <a:lnTo>
                  <a:pt x="82960" y="188810"/>
                </a:lnTo>
                <a:lnTo>
                  <a:pt x="83036" y="189962"/>
                </a:lnTo>
                <a:lnTo>
                  <a:pt x="83113" y="191038"/>
                </a:lnTo>
                <a:lnTo>
                  <a:pt x="83344" y="192113"/>
                </a:lnTo>
                <a:lnTo>
                  <a:pt x="83574" y="193189"/>
                </a:lnTo>
                <a:lnTo>
                  <a:pt x="83881" y="194187"/>
                </a:lnTo>
                <a:lnTo>
                  <a:pt x="84189" y="195186"/>
                </a:lnTo>
                <a:lnTo>
                  <a:pt x="84650" y="196184"/>
                </a:lnTo>
                <a:lnTo>
                  <a:pt x="85034" y="197183"/>
                </a:lnTo>
                <a:lnTo>
                  <a:pt x="85571" y="198105"/>
                </a:lnTo>
                <a:lnTo>
                  <a:pt x="86032" y="199026"/>
                </a:lnTo>
                <a:lnTo>
                  <a:pt x="86647" y="199948"/>
                </a:lnTo>
                <a:lnTo>
                  <a:pt x="87261" y="200793"/>
                </a:lnTo>
                <a:lnTo>
                  <a:pt x="87876" y="201561"/>
                </a:lnTo>
                <a:lnTo>
                  <a:pt x="88567" y="202406"/>
                </a:lnTo>
                <a:lnTo>
                  <a:pt x="89335" y="203174"/>
                </a:lnTo>
                <a:lnTo>
                  <a:pt x="90103" y="203866"/>
                </a:lnTo>
                <a:lnTo>
                  <a:pt x="90872" y="204557"/>
                </a:lnTo>
                <a:lnTo>
                  <a:pt x="91717" y="205172"/>
                </a:lnTo>
                <a:lnTo>
                  <a:pt x="92561" y="205786"/>
                </a:lnTo>
                <a:lnTo>
                  <a:pt x="93406" y="206401"/>
                </a:lnTo>
                <a:lnTo>
                  <a:pt x="94328" y="206938"/>
                </a:lnTo>
                <a:lnTo>
                  <a:pt x="95327" y="207399"/>
                </a:lnTo>
                <a:lnTo>
                  <a:pt x="96249" y="207860"/>
                </a:lnTo>
                <a:lnTo>
                  <a:pt x="97247" y="208244"/>
                </a:lnTo>
                <a:lnTo>
                  <a:pt x="98246" y="208551"/>
                </a:lnTo>
                <a:lnTo>
                  <a:pt x="99321" y="208859"/>
                </a:lnTo>
                <a:lnTo>
                  <a:pt x="100397" y="209089"/>
                </a:lnTo>
                <a:lnTo>
                  <a:pt x="101472" y="209320"/>
                </a:lnTo>
                <a:lnTo>
                  <a:pt x="102547" y="209473"/>
                </a:lnTo>
                <a:lnTo>
                  <a:pt x="103623" y="209550"/>
                </a:lnTo>
                <a:lnTo>
                  <a:pt x="105850" y="209550"/>
                </a:lnTo>
                <a:lnTo>
                  <a:pt x="107003" y="209473"/>
                </a:lnTo>
                <a:lnTo>
                  <a:pt x="108078" y="209320"/>
                </a:lnTo>
                <a:lnTo>
                  <a:pt x="109153" y="209089"/>
                </a:lnTo>
                <a:lnTo>
                  <a:pt x="110229" y="208859"/>
                </a:lnTo>
                <a:lnTo>
                  <a:pt x="111227" y="208551"/>
                </a:lnTo>
                <a:lnTo>
                  <a:pt x="112303" y="208244"/>
                </a:lnTo>
                <a:lnTo>
                  <a:pt x="113301" y="207860"/>
                </a:lnTo>
                <a:lnTo>
                  <a:pt x="114223" y="207399"/>
                </a:lnTo>
                <a:lnTo>
                  <a:pt x="115145" y="206938"/>
                </a:lnTo>
                <a:lnTo>
                  <a:pt x="116067" y="206401"/>
                </a:lnTo>
                <a:lnTo>
                  <a:pt x="116989" y="205786"/>
                </a:lnTo>
                <a:lnTo>
                  <a:pt x="117833" y="205172"/>
                </a:lnTo>
                <a:lnTo>
                  <a:pt x="118678" y="204557"/>
                </a:lnTo>
                <a:lnTo>
                  <a:pt x="119447" y="203866"/>
                </a:lnTo>
                <a:lnTo>
                  <a:pt x="120215" y="203174"/>
                </a:lnTo>
                <a:lnTo>
                  <a:pt x="120906" y="202406"/>
                </a:lnTo>
                <a:lnTo>
                  <a:pt x="121597" y="201561"/>
                </a:lnTo>
                <a:lnTo>
                  <a:pt x="122289" y="200793"/>
                </a:lnTo>
                <a:lnTo>
                  <a:pt x="122903" y="199948"/>
                </a:lnTo>
                <a:lnTo>
                  <a:pt x="123441" y="199026"/>
                </a:lnTo>
                <a:lnTo>
                  <a:pt x="123979" y="198105"/>
                </a:lnTo>
                <a:lnTo>
                  <a:pt x="124440" y="197183"/>
                </a:lnTo>
                <a:lnTo>
                  <a:pt x="124900" y="196184"/>
                </a:lnTo>
                <a:lnTo>
                  <a:pt x="125284" y="195186"/>
                </a:lnTo>
                <a:lnTo>
                  <a:pt x="125669" y="194187"/>
                </a:lnTo>
                <a:lnTo>
                  <a:pt x="125899" y="193189"/>
                </a:lnTo>
                <a:lnTo>
                  <a:pt x="126206" y="192113"/>
                </a:lnTo>
                <a:lnTo>
                  <a:pt x="126360" y="191038"/>
                </a:lnTo>
                <a:lnTo>
                  <a:pt x="126514" y="189962"/>
                </a:lnTo>
                <a:lnTo>
                  <a:pt x="126590" y="188810"/>
                </a:lnTo>
                <a:lnTo>
                  <a:pt x="126590" y="187658"/>
                </a:lnTo>
                <a:lnTo>
                  <a:pt x="126590" y="185891"/>
                </a:lnTo>
                <a:lnTo>
                  <a:pt x="126360" y="184124"/>
                </a:lnTo>
                <a:lnTo>
                  <a:pt x="125976" y="182434"/>
                </a:lnTo>
                <a:lnTo>
                  <a:pt x="125515" y="180821"/>
                </a:lnTo>
                <a:lnTo>
                  <a:pt x="124900" y="179208"/>
                </a:lnTo>
                <a:lnTo>
                  <a:pt x="124209" y="177672"/>
                </a:lnTo>
                <a:lnTo>
                  <a:pt x="123364" y="176213"/>
                </a:lnTo>
                <a:lnTo>
                  <a:pt x="122442" y="174830"/>
                </a:lnTo>
                <a:lnTo>
                  <a:pt x="121367" y="173447"/>
                </a:lnTo>
                <a:lnTo>
                  <a:pt x="120215" y="172218"/>
                </a:lnTo>
                <a:lnTo>
                  <a:pt x="118986" y="171143"/>
                </a:lnTo>
                <a:lnTo>
                  <a:pt x="117680" y="170067"/>
                </a:lnTo>
                <a:lnTo>
                  <a:pt x="116297" y="169146"/>
                </a:lnTo>
                <a:lnTo>
                  <a:pt x="114838" y="168301"/>
                </a:lnTo>
                <a:lnTo>
                  <a:pt x="113301" y="167532"/>
                </a:lnTo>
                <a:lnTo>
                  <a:pt x="111688" y="166995"/>
                </a:lnTo>
                <a:lnTo>
                  <a:pt x="111688" y="125515"/>
                </a:lnTo>
                <a:lnTo>
                  <a:pt x="112841" y="125054"/>
                </a:lnTo>
                <a:lnTo>
                  <a:pt x="114070" y="124593"/>
                </a:lnTo>
                <a:lnTo>
                  <a:pt x="115145" y="123979"/>
                </a:lnTo>
                <a:lnTo>
                  <a:pt x="116297" y="123364"/>
                </a:lnTo>
                <a:lnTo>
                  <a:pt x="117296" y="122673"/>
                </a:lnTo>
                <a:lnTo>
                  <a:pt x="118371" y="121905"/>
                </a:lnTo>
                <a:lnTo>
                  <a:pt x="119293" y="121060"/>
                </a:lnTo>
                <a:lnTo>
                  <a:pt x="120215" y="120215"/>
                </a:lnTo>
                <a:lnTo>
                  <a:pt x="121060" y="119293"/>
                </a:lnTo>
                <a:lnTo>
                  <a:pt x="121905" y="118371"/>
                </a:lnTo>
                <a:lnTo>
                  <a:pt x="122673" y="117373"/>
                </a:lnTo>
                <a:lnTo>
                  <a:pt x="123364" y="116297"/>
                </a:lnTo>
                <a:lnTo>
                  <a:pt x="123979" y="115222"/>
                </a:lnTo>
                <a:lnTo>
                  <a:pt x="124516" y="114070"/>
                </a:lnTo>
                <a:lnTo>
                  <a:pt x="125054" y="112917"/>
                </a:lnTo>
                <a:lnTo>
                  <a:pt x="125515" y="111688"/>
                </a:lnTo>
                <a:lnTo>
                  <a:pt x="166918" y="111688"/>
                </a:lnTo>
                <a:lnTo>
                  <a:pt x="167532" y="113301"/>
                </a:lnTo>
                <a:lnTo>
                  <a:pt x="168301" y="114838"/>
                </a:lnTo>
                <a:lnTo>
                  <a:pt x="169069" y="116297"/>
                </a:lnTo>
                <a:lnTo>
                  <a:pt x="170067" y="117680"/>
                </a:lnTo>
                <a:lnTo>
                  <a:pt x="171066" y="118986"/>
                </a:lnTo>
                <a:lnTo>
                  <a:pt x="172218" y="120215"/>
                </a:lnTo>
                <a:lnTo>
                  <a:pt x="173447" y="121367"/>
                </a:lnTo>
                <a:lnTo>
                  <a:pt x="174753" y="122442"/>
                </a:lnTo>
                <a:lnTo>
                  <a:pt x="176213" y="123364"/>
                </a:lnTo>
                <a:lnTo>
                  <a:pt x="177672" y="124209"/>
                </a:lnTo>
                <a:lnTo>
                  <a:pt x="179208" y="124900"/>
                </a:lnTo>
                <a:lnTo>
                  <a:pt x="180745" y="125515"/>
                </a:lnTo>
                <a:lnTo>
                  <a:pt x="182434" y="125976"/>
                </a:lnTo>
                <a:lnTo>
                  <a:pt x="184124" y="126360"/>
                </a:lnTo>
                <a:lnTo>
                  <a:pt x="185891" y="126590"/>
                </a:lnTo>
                <a:lnTo>
                  <a:pt x="187658" y="126667"/>
                </a:lnTo>
                <a:lnTo>
                  <a:pt x="188810" y="126590"/>
                </a:lnTo>
                <a:lnTo>
                  <a:pt x="189885" y="126514"/>
                </a:lnTo>
                <a:lnTo>
                  <a:pt x="191038" y="126360"/>
                </a:lnTo>
                <a:lnTo>
                  <a:pt x="192113" y="126206"/>
                </a:lnTo>
                <a:lnTo>
                  <a:pt x="193112" y="125976"/>
                </a:lnTo>
                <a:lnTo>
                  <a:pt x="194187" y="125669"/>
                </a:lnTo>
                <a:lnTo>
                  <a:pt x="195186" y="125284"/>
                </a:lnTo>
                <a:lnTo>
                  <a:pt x="196184" y="124900"/>
                </a:lnTo>
                <a:lnTo>
                  <a:pt x="197183" y="124516"/>
                </a:lnTo>
                <a:lnTo>
                  <a:pt x="198105" y="123979"/>
                </a:lnTo>
                <a:lnTo>
                  <a:pt x="199026" y="123441"/>
                </a:lnTo>
                <a:lnTo>
                  <a:pt x="199871" y="122903"/>
                </a:lnTo>
                <a:lnTo>
                  <a:pt x="200716" y="122289"/>
                </a:lnTo>
                <a:lnTo>
                  <a:pt x="201561" y="121674"/>
                </a:lnTo>
                <a:lnTo>
                  <a:pt x="202406" y="120983"/>
                </a:lnTo>
                <a:lnTo>
                  <a:pt x="203098" y="120215"/>
                </a:lnTo>
                <a:lnTo>
                  <a:pt x="203866" y="119447"/>
                </a:lnTo>
                <a:lnTo>
                  <a:pt x="204557" y="118678"/>
                </a:lnTo>
                <a:lnTo>
                  <a:pt x="205172" y="117833"/>
                </a:lnTo>
                <a:lnTo>
                  <a:pt x="205786" y="116989"/>
                </a:lnTo>
                <a:lnTo>
                  <a:pt x="206401" y="116067"/>
                </a:lnTo>
                <a:lnTo>
                  <a:pt x="206938" y="115222"/>
                </a:lnTo>
                <a:lnTo>
                  <a:pt x="207399" y="114223"/>
                </a:lnTo>
                <a:lnTo>
                  <a:pt x="207860" y="113301"/>
                </a:lnTo>
                <a:lnTo>
                  <a:pt x="208244" y="112303"/>
                </a:lnTo>
                <a:lnTo>
                  <a:pt x="208551" y="111304"/>
                </a:lnTo>
                <a:lnTo>
                  <a:pt x="208859" y="110229"/>
                </a:lnTo>
                <a:lnTo>
                  <a:pt x="209089" y="109153"/>
                </a:lnTo>
                <a:lnTo>
                  <a:pt x="209320" y="108078"/>
                </a:lnTo>
                <a:lnTo>
                  <a:pt x="209396" y="107003"/>
                </a:lnTo>
                <a:lnTo>
                  <a:pt x="209550" y="105927"/>
                </a:lnTo>
                <a:lnTo>
                  <a:pt x="209550" y="104775"/>
                </a:lnTo>
                <a:lnTo>
                  <a:pt x="209550" y="103623"/>
                </a:lnTo>
                <a:lnTo>
                  <a:pt x="209396" y="102547"/>
                </a:lnTo>
                <a:lnTo>
                  <a:pt x="209320" y="101472"/>
                </a:lnTo>
                <a:lnTo>
                  <a:pt x="209089" y="100397"/>
                </a:lnTo>
                <a:lnTo>
                  <a:pt x="208859" y="99321"/>
                </a:lnTo>
                <a:lnTo>
                  <a:pt x="208551" y="98246"/>
                </a:lnTo>
                <a:lnTo>
                  <a:pt x="208244" y="97247"/>
                </a:lnTo>
                <a:lnTo>
                  <a:pt x="207860" y="96249"/>
                </a:lnTo>
                <a:lnTo>
                  <a:pt x="207399" y="95327"/>
                </a:lnTo>
                <a:lnTo>
                  <a:pt x="206938" y="94328"/>
                </a:lnTo>
                <a:lnTo>
                  <a:pt x="206401" y="93483"/>
                </a:lnTo>
                <a:lnTo>
                  <a:pt x="205786" y="92561"/>
                </a:lnTo>
                <a:lnTo>
                  <a:pt x="205172" y="91717"/>
                </a:lnTo>
                <a:lnTo>
                  <a:pt x="204557" y="90872"/>
                </a:lnTo>
                <a:lnTo>
                  <a:pt x="203866" y="90103"/>
                </a:lnTo>
                <a:lnTo>
                  <a:pt x="203098" y="89335"/>
                </a:lnTo>
                <a:lnTo>
                  <a:pt x="202406" y="88567"/>
                </a:lnTo>
                <a:lnTo>
                  <a:pt x="201561" y="87876"/>
                </a:lnTo>
                <a:lnTo>
                  <a:pt x="200716" y="87261"/>
                </a:lnTo>
                <a:lnTo>
                  <a:pt x="199871" y="86647"/>
                </a:lnTo>
                <a:lnTo>
                  <a:pt x="199026" y="86109"/>
                </a:lnTo>
                <a:lnTo>
                  <a:pt x="198105" y="85571"/>
                </a:lnTo>
                <a:lnTo>
                  <a:pt x="197183" y="85034"/>
                </a:lnTo>
                <a:lnTo>
                  <a:pt x="196184" y="84650"/>
                </a:lnTo>
                <a:lnTo>
                  <a:pt x="195186" y="84266"/>
                </a:lnTo>
                <a:lnTo>
                  <a:pt x="194187" y="83881"/>
                </a:lnTo>
                <a:lnTo>
                  <a:pt x="193112" y="83574"/>
                </a:lnTo>
                <a:lnTo>
                  <a:pt x="192113" y="83344"/>
                </a:lnTo>
                <a:lnTo>
                  <a:pt x="191038" y="83190"/>
                </a:lnTo>
                <a:lnTo>
                  <a:pt x="189885" y="83036"/>
                </a:lnTo>
                <a:lnTo>
                  <a:pt x="188810" y="82960"/>
                </a:lnTo>
                <a:lnTo>
                  <a:pt x="187658" y="82883"/>
                </a:lnTo>
                <a:lnTo>
                  <a:pt x="185891" y="82960"/>
                </a:lnTo>
                <a:lnTo>
                  <a:pt x="184124" y="83190"/>
                </a:lnTo>
                <a:lnTo>
                  <a:pt x="182434" y="83574"/>
                </a:lnTo>
                <a:lnTo>
                  <a:pt x="180745" y="84035"/>
                </a:lnTo>
                <a:lnTo>
                  <a:pt x="179208" y="84650"/>
                </a:lnTo>
                <a:lnTo>
                  <a:pt x="177672" y="85341"/>
                </a:lnTo>
                <a:lnTo>
                  <a:pt x="176213" y="86186"/>
                </a:lnTo>
                <a:lnTo>
                  <a:pt x="174753" y="87108"/>
                </a:lnTo>
                <a:lnTo>
                  <a:pt x="173447" y="88183"/>
                </a:lnTo>
                <a:lnTo>
                  <a:pt x="172218" y="89335"/>
                </a:lnTo>
                <a:lnTo>
                  <a:pt x="171066" y="90564"/>
                </a:lnTo>
                <a:lnTo>
                  <a:pt x="170067" y="91870"/>
                </a:lnTo>
                <a:lnTo>
                  <a:pt x="169069" y="93253"/>
                </a:lnTo>
                <a:lnTo>
                  <a:pt x="168301" y="94712"/>
                </a:lnTo>
                <a:lnTo>
                  <a:pt x="167532" y="96249"/>
                </a:lnTo>
                <a:lnTo>
                  <a:pt x="166918" y="97862"/>
                </a:lnTo>
                <a:lnTo>
                  <a:pt x="125515" y="97862"/>
                </a:lnTo>
                <a:lnTo>
                  <a:pt x="125054" y="96633"/>
                </a:lnTo>
                <a:lnTo>
                  <a:pt x="124516" y="95480"/>
                </a:lnTo>
                <a:lnTo>
                  <a:pt x="123979" y="94328"/>
                </a:lnTo>
                <a:lnTo>
                  <a:pt x="123364" y="93253"/>
                </a:lnTo>
                <a:lnTo>
                  <a:pt x="122673" y="92177"/>
                </a:lnTo>
                <a:lnTo>
                  <a:pt x="121905" y="91179"/>
                </a:lnTo>
                <a:lnTo>
                  <a:pt x="121060" y="90257"/>
                </a:lnTo>
                <a:lnTo>
                  <a:pt x="120215" y="89335"/>
                </a:lnTo>
                <a:lnTo>
                  <a:pt x="119293" y="88490"/>
                </a:lnTo>
                <a:lnTo>
                  <a:pt x="118371" y="87645"/>
                </a:lnTo>
                <a:lnTo>
                  <a:pt x="117296" y="86877"/>
                </a:lnTo>
                <a:lnTo>
                  <a:pt x="116297" y="86186"/>
                </a:lnTo>
                <a:lnTo>
                  <a:pt x="115145" y="85571"/>
                </a:lnTo>
                <a:lnTo>
                  <a:pt x="114070" y="84957"/>
                </a:lnTo>
                <a:lnTo>
                  <a:pt x="112841" y="84496"/>
                </a:lnTo>
                <a:lnTo>
                  <a:pt x="111688" y="84035"/>
                </a:lnTo>
                <a:lnTo>
                  <a:pt x="111688" y="42632"/>
                </a:lnTo>
                <a:lnTo>
                  <a:pt x="113301" y="42018"/>
                </a:lnTo>
                <a:lnTo>
                  <a:pt x="114838" y="41249"/>
                </a:lnTo>
                <a:lnTo>
                  <a:pt x="116297" y="40404"/>
                </a:lnTo>
                <a:lnTo>
                  <a:pt x="117680" y="39483"/>
                </a:lnTo>
                <a:lnTo>
                  <a:pt x="118986" y="38407"/>
                </a:lnTo>
                <a:lnTo>
                  <a:pt x="120215" y="37332"/>
                </a:lnTo>
                <a:lnTo>
                  <a:pt x="121367" y="36103"/>
                </a:lnTo>
                <a:lnTo>
                  <a:pt x="122442" y="34720"/>
                </a:lnTo>
                <a:lnTo>
                  <a:pt x="123364" y="33338"/>
                </a:lnTo>
                <a:lnTo>
                  <a:pt x="124209" y="31878"/>
                </a:lnTo>
                <a:lnTo>
                  <a:pt x="124900" y="30342"/>
                </a:lnTo>
                <a:lnTo>
                  <a:pt x="125515" y="28729"/>
                </a:lnTo>
                <a:lnTo>
                  <a:pt x="125976" y="27116"/>
                </a:lnTo>
                <a:lnTo>
                  <a:pt x="126360" y="25426"/>
                </a:lnTo>
                <a:lnTo>
                  <a:pt x="126590" y="23659"/>
                </a:lnTo>
                <a:lnTo>
                  <a:pt x="126590" y="21892"/>
                </a:lnTo>
                <a:lnTo>
                  <a:pt x="126590" y="20740"/>
                </a:lnTo>
                <a:lnTo>
                  <a:pt x="126514" y="19665"/>
                </a:lnTo>
                <a:lnTo>
                  <a:pt x="126360" y="18512"/>
                </a:lnTo>
                <a:lnTo>
                  <a:pt x="126206" y="17437"/>
                </a:lnTo>
                <a:lnTo>
                  <a:pt x="125899" y="16438"/>
                </a:lnTo>
                <a:lnTo>
                  <a:pt x="125669" y="15363"/>
                </a:lnTo>
                <a:lnTo>
                  <a:pt x="125284" y="14364"/>
                </a:lnTo>
                <a:lnTo>
                  <a:pt x="124900" y="13366"/>
                </a:lnTo>
                <a:lnTo>
                  <a:pt x="124440" y="12367"/>
                </a:lnTo>
                <a:lnTo>
                  <a:pt x="123979" y="11445"/>
                </a:lnTo>
                <a:lnTo>
                  <a:pt x="123441" y="10524"/>
                </a:lnTo>
                <a:lnTo>
                  <a:pt x="122903" y="9679"/>
                </a:lnTo>
                <a:lnTo>
                  <a:pt x="122289" y="8757"/>
                </a:lnTo>
                <a:lnTo>
                  <a:pt x="121597" y="7989"/>
                </a:lnTo>
                <a:lnTo>
                  <a:pt x="120906" y="7144"/>
                </a:lnTo>
                <a:lnTo>
                  <a:pt x="120215" y="6376"/>
                </a:lnTo>
                <a:lnTo>
                  <a:pt x="119447" y="5684"/>
                </a:lnTo>
                <a:lnTo>
                  <a:pt x="118678" y="4993"/>
                </a:lnTo>
                <a:lnTo>
                  <a:pt x="117833" y="4378"/>
                </a:lnTo>
                <a:lnTo>
                  <a:pt x="116989" y="3764"/>
                </a:lnTo>
                <a:lnTo>
                  <a:pt x="116067" y="3149"/>
                </a:lnTo>
                <a:lnTo>
                  <a:pt x="115145" y="2612"/>
                </a:lnTo>
                <a:lnTo>
                  <a:pt x="114223" y="2151"/>
                </a:lnTo>
                <a:lnTo>
                  <a:pt x="113301" y="1690"/>
                </a:lnTo>
                <a:lnTo>
                  <a:pt x="112303" y="1306"/>
                </a:lnTo>
                <a:lnTo>
                  <a:pt x="111227" y="999"/>
                </a:lnTo>
                <a:lnTo>
                  <a:pt x="110229" y="691"/>
                </a:lnTo>
                <a:lnTo>
                  <a:pt x="109153" y="461"/>
                </a:lnTo>
                <a:lnTo>
                  <a:pt x="108078" y="230"/>
                </a:lnTo>
                <a:lnTo>
                  <a:pt x="107003" y="77"/>
                </a:lnTo>
                <a:lnTo>
                  <a:pt x="105850" y="0"/>
                </a:lnTo>
                <a:close/>
              </a:path>
            </a:pathLst>
          </a:custGeom>
          <a:solidFill>
            <a:srgbClr val="FD3E81"/>
          </a:solidFill>
          <a:ln>
            <a:noFill/>
          </a:ln>
        </p:spPr>
        <p:txBody>
          <a:bodyPr spcFirstLastPara="1" wrap="square" lIns="162533" tIns="162533" rIns="162533" bIns="162533" anchor="ctr" anchorCtr="0">
            <a:noAutofit/>
          </a:bodyPr>
          <a:lstStyle/>
          <a:p>
            <a:endParaRPr sz="2400"/>
          </a:p>
        </p:txBody>
      </p:sp>
      <p:sp>
        <p:nvSpPr>
          <p:cNvPr id="671" name="Google Shape;671;p76"/>
          <p:cNvSpPr/>
          <p:nvPr/>
        </p:nvSpPr>
        <p:spPr>
          <a:xfrm>
            <a:off x="8458684" y="2354941"/>
            <a:ext cx="1008000" cy="999600"/>
          </a:xfrm>
          <a:prstGeom prst="ellipse">
            <a:avLst/>
          </a:prstGeom>
          <a:solidFill>
            <a:srgbClr val="E6E6E2"/>
          </a:solidFill>
          <a:ln w="9525" cap="flat" cmpd="sng">
            <a:solidFill>
              <a:srgbClr val="FD3E8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62533" tIns="162533" rIns="162533" bIns="162533" anchor="ctr" anchorCtr="0">
            <a:noAutofit/>
          </a:bodyPr>
          <a:lstStyle/>
          <a:p>
            <a:endParaRPr sz="2400"/>
          </a:p>
        </p:txBody>
      </p:sp>
      <p:sp>
        <p:nvSpPr>
          <p:cNvPr id="672" name="Google Shape;672;p76"/>
          <p:cNvSpPr/>
          <p:nvPr/>
        </p:nvSpPr>
        <p:spPr>
          <a:xfrm>
            <a:off x="8728347" y="2654291"/>
            <a:ext cx="468693" cy="413512"/>
          </a:xfrm>
          <a:custGeom>
            <a:avLst/>
            <a:gdLst/>
            <a:ahLst/>
            <a:cxnLst/>
            <a:rect l="l" t="t" r="r" b="b"/>
            <a:pathLst>
              <a:path w="209550" h="209550" extrusionOk="0">
                <a:moveTo>
                  <a:pt x="46569" y="81491"/>
                </a:moveTo>
                <a:lnTo>
                  <a:pt x="46569" y="162981"/>
                </a:lnTo>
                <a:lnTo>
                  <a:pt x="69843" y="162981"/>
                </a:lnTo>
                <a:lnTo>
                  <a:pt x="69843" y="81491"/>
                </a:lnTo>
                <a:close/>
                <a:moveTo>
                  <a:pt x="93138" y="46569"/>
                </a:moveTo>
                <a:lnTo>
                  <a:pt x="93138" y="162981"/>
                </a:lnTo>
                <a:lnTo>
                  <a:pt x="116412" y="162981"/>
                </a:lnTo>
                <a:lnTo>
                  <a:pt x="116412" y="46569"/>
                </a:lnTo>
                <a:close/>
                <a:moveTo>
                  <a:pt x="139686" y="116412"/>
                </a:moveTo>
                <a:lnTo>
                  <a:pt x="139686" y="162981"/>
                </a:lnTo>
                <a:lnTo>
                  <a:pt x="162981" y="162981"/>
                </a:lnTo>
                <a:lnTo>
                  <a:pt x="162981" y="116412"/>
                </a:lnTo>
                <a:close/>
                <a:moveTo>
                  <a:pt x="186255" y="23295"/>
                </a:moveTo>
                <a:lnTo>
                  <a:pt x="186255" y="186255"/>
                </a:lnTo>
                <a:lnTo>
                  <a:pt x="23295" y="186255"/>
                </a:lnTo>
                <a:lnTo>
                  <a:pt x="23295" y="23295"/>
                </a:lnTo>
                <a:close/>
                <a:moveTo>
                  <a:pt x="23295" y="0"/>
                </a:moveTo>
                <a:lnTo>
                  <a:pt x="22683" y="20"/>
                </a:lnTo>
                <a:lnTo>
                  <a:pt x="22091" y="41"/>
                </a:lnTo>
                <a:lnTo>
                  <a:pt x="21500" y="82"/>
                </a:lnTo>
                <a:lnTo>
                  <a:pt x="20908" y="122"/>
                </a:lnTo>
                <a:lnTo>
                  <a:pt x="20337" y="204"/>
                </a:lnTo>
                <a:lnTo>
                  <a:pt x="19745" y="286"/>
                </a:lnTo>
                <a:lnTo>
                  <a:pt x="19174" y="367"/>
                </a:lnTo>
                <a:lnTo>
                  <a:pt x="18603" y="490"/>
                </a:lnTo>
                <a:lnTo>
                  <a:pt x="18052" y="612"/>
                </a:lnTo>
                <a:lnTo>
                  <a:pt x="17481" y="755"/>
                </a:lnTo>
                <a:lnTo>
                  <a:pt x="16930" y="898"/>
                </a:lnTo>
                <a:lnTo>
                  <a:pt x="16380" y="1061"/>
                </a:lnTo>
                <a:lnTo>
                  <a:pt x="15849" y="1244"/>
                </a:lnTo>
                <a:lnTo>
                  <a:pt x="15299" y="1428"/>
                </a:lnTo>
                <a:lnTo>
                  <a:pt x="14768" y="1632"/>
                </a:lnTo>
                <a:lnTo>
                  <a:pt x="14258" y="1856"/>
                </a:lnTo>
                <a:lnTo>
                  <a:pt x="13728" y="2081"/>
                </a:lnTo>
                <a:lnTo>
                  <a:pt x="13218" y="2305"/>
                </a:lnTo>
                <a:lnTo>
                  <a:pt x="12708" y="2570"/>
                </a:lnTo>
                <a:lnTo>
                  <a:pt x="12218" y="2835"/>
                </a:lnTo>
                <a:lnTo>
                  <a:pt x="11729" y="3101"/>
                </a:lnTo>
                <a:lnTo>
                  <a:pt x="11239" y="3386"/>
                </a:lnTo>
                <a:lnTo>
                  <a:pt x="10770" y="3692"/>
                </a:lnTo>
                <a:lnTo>
                  <a:pt x="10301" y="3998"/>
                </a:lnTo>
                <a:lnTo>
                  <a:pt x="9832" y="4324"/>
                </a:lnTo>
                <a:lnTo>
                  <a:pt x="9383" y="4651"/>
                </a:lnTo>
                <a:lnTo>
                  <a:pt x="8934" y="4998"/>
                </a:lnTo>
                <a:lnTo>
                  <a:pt x="8506" y="5344"/>
                </a:lnTo>
                <a:lnTo>
                  <a:pt x="8078" y="5711"/>
                </a:lnTo>
                <a:lnTo>
                  <a:pt x="7649" y="6079"/>
                </a:lnTo>
                <a:lnTo>
                  <a:pt x="7241" y="6466"/>
                </a:lnTo>
                <a:lnTo>
                  <a:pt x="6854" y="6854"/>
                </a:lnTo>
                <a:lnTo>
                  <a:pt x="6446" y="7241"/>
                </a:lnTo>
                <a:lnTo>
                  <a:pt x="6079" y="7649"/>
                </a:lnTo>
                <a:lnTo>
                  <a:pt x="5711" y="8078"/>
                </a:lnTo>
                <a:lnTo>
                  <a:pt x="5344" y="8506"/>
                </a:lnTo>
                <a:lnTo>
                  <a:pt x="4998" y="8934"/>
                </a:lnTo>
                <a:lnTo>
                  <a:pt x="4651" y="9383"/>
                </a:lnTo>
                <a:lnTo>
                  <a:pt x="4324" y="9832"/>
                </a:lnTo>
                <a:lnTo>
                  <a:pt x="3998" y="10301"/>
                </a:lnTo>
                <a:lnTo>
                  <a:pt x="3692" y="10770"/>
                </a:lnTo>
                <a:lnTo>
                  <a:pt x="3386" y="11239"/>
                </a:lnTo>
                <a:lnTo>
                  <a:pt x="3101" y="11729"/>
                </a:lnTo>
                <a:lnTo>
                  <a:pt x="2835" y="12218"/>
                </a:lnTo>
                <a:lnTo>
                  <a:pt x="2570" y="12708"/>
                </a:lnTo>
                <a:lnTo>
                  <a:pt x="2305" y="13218"/>
                </a:lnTo>
                <a:lnTo>
                  <a:pt x="2081" y="13728"/>
                </a:lnTo>
                <a:lnTo>
                  <a:pt x="1836" y="14258"/>
                </a:lnTo>
                <a:lnTo>
                  <a:pt x="1632" y="14768"/>
                </a:lnTo>
                <a:lnTo>
                  <a:pt x="1428" y="15299"/>
                </a:lnTo>
                <a:lnTo>
                  <a:pt x="1244" y="15849"/>
                </a:lnTo>
                <a:lnTo>
                  <a:pt x="1061" y="16380"/>
                </a:lnTo>
                <a:lnTo>
                  <a:pt x="898" y="16930"/>
                </a:lnTo>
                <a:lnTo>
                  <a:pt x="734" y="17481"/>
                </a:lnTo>
                <a:lnTo>
                  <a:pt x="612" y="18052"/>
                </a:lnTo>
                <a:lnTo>
                  <a:pt x="490" y="18623"/>
                </a:lnTo>
                <a:lnTo>
                  <a:pt x="367" y="19174"/>
                </a:lnTo>
                <a:lnTo>
                  <a:pt x="286" y="19766"/>
                </a:lnTo>
                <a:lnTo>
                  <a:pt x="204" y="20337"/>
                </a:lnTo>
                <a:lnTo>
                  <a:pt x="122" y="20928"/>
                </a:lnTo>
                <a:lnTo>
                  <a:pt x="82" y="21500"/>
                </a:lnTo>
                <a:lnTo>
                  <a:pt x="41" y="22091"/>
                </a:lnTo>
                <a:lnTo>
                  <a:pt x="20" y="22683"/>
                </a:lnTo>
                <a:lnTo>
                  <a:pt x="0" y="23295"/>
                </a:lnTo>
                <a:lnTo>
                  <a:pt x="0" y="186255"/>
                </a:lnTo>
                <a:lnTo>
                  <a:pt x="20" y="186867"/>
                </a:lnTo>
                <a:lnTo>
                  <a:pt x="41" y="187459"/>
                </a:lnTo>
                <a:lnTo>
                  <a:pt x="82" y="188050"/>
                </a:lnTo>
                <a:lnTo>
                  <a:pt x="122" y="188642"/>
                </a:lnTo>
                <a:lnTo>
                  <a:pt x="204" y="189213"/>
                </a:lnTo>
                <a:lnTo>
                  <a:pt x="286" y="189805"/>
                </a:lnTo>
                <a:lnTo>
                  <a:pt x="367" y="190376"/>
                </a:lnTo>
                <a:lnTo>
                  <a:pt x="490" y="190947"/>
                </a:lnTo>
                <a:lnTo>
                  <a:pt x="612" y="191498"/>
                </a:lnTo>
                <a:lnTo>
                  <a:pt x="734" y="192069"/>
                </a:lnTo>
                <a:lnTo>
                  <a:pt x="898" y="192620"/>
                </a:lnTo>
                <a:lnTo>
                  <a:pt x="1061" y="193170"/>
                </a:lnTo>
                <a:lnTo>
                  <a:pt x="1244" y="193701"/>
                </a:lnTo>
                <a:lnTo>
                  <a:pt x="1428" y="194251"/>
                </a:lnTo>
                <a:lnTo>
                  <a:pt x="1632" y="194782"/>
                </a:lnTo>
                <a:lnTo>
                  <a:pt x="1836" y="195312"/>
                </a:lnTo>
                <a:lnTo>
                  <a:pt x="2081" y="195822"/>
                </a:lnTo>
                <a:lnTo>
                  <a:pt x="2305" y="196332"/>
                </a:lnTo>
                <a:lnTo>
                  <a:pt x="2570" y="196842"/>
                </a:lnTo>
                <a:lnTo>
                  <a:pt x="2835" y="197332"/>
                </a:lnTo>
                <a:lnTo>
                  <a:pt x="3101" y="197821"/>
                </a:lnTo>
                <a:lnTo>
                  <a:pt x="3386" y="198311"/>
                </a:lnTo>
                <a:lnTo>
                  <a:pt x="3692" y="198780"/>
                </a:lnTo>
                <a:lnTo>
                  <a:pt x="3998" y="199249"/>
                </a:lnTo>
                <a:lnTo>
                  <a:pt x="4324" y="199718"/>
                </a:lnTo>
                <a:lnTo>
                  <a:pt x="4651" y="200167"/>
                </a:lnTo>
                <a:lnTo>
                  <a:pt x="4998" y="200616"/>
                </a:lnTo>
                <a:lnTo>
                  <a:pt x="5344" y="201044"/>
                </a:lnTo>
                <a:lnTo>
                  <a:pt x="5711" y="201472"/>
                </a:lnTo>
                <a:lnTo>
                  <a:pt x="6079" y="201901"/>
                </a:lnTo>
                <a:lnTo>
                  <a:pt x="6446" y="202309"/>
                </a:lnTo>
                <a:lnTo>
                  <a:pt x="6854" y="202696"/>
                </a:lnTo>
                <a:lnTo>
                  <a:pt x="7241" y="203104"/>
                </a:lnTo>
                <a:lnTo>
                  <a:pt x="7649" y="203471"/>
                </a:lnTo>
                <a:lnTo>
                  <a:pt x="8078" y="203859"/>
                </a:lnTo>
                <a:lnTo>
                  <a:pt x="8506" y="204206"/>
                </a:lnTo>
                <a:lnTo>
                  <a:pt x="8934" y="204552"/>
                </a:lnTo>
                <a:lnTo>
                  <a:pt x="9383" y="204899"/>
                </a:lnTo>
                <a:lnTo>
                  <a:pt x="9832" y="205226"/>
                </a:lnTo>
                <a:lnTo>
                  <a:pt x="10301" y="205552"/>
                </a:lnTo>
                <a:lnTo>
                  <a:pt x="10770" y="205858"/>
                </a:lnTo>
                <a:lnTo>
                  <a:pt x="11239" y="206164"/>
                </a:lnTo>
                <a:lnTo>
                  <a:pt x="11729" y="206449"/>
                </a:lnTo>
                <a:lnTo>
                  <a:pt x="12218" y="206715"/>
                </a:lnTo>
                <a:lnTo>
                  <a:pt x="12708" y="206980"/>
                </a:lnTo>
                <a:lnTo>
                  <a:pt x="13218" y="207245"/>
                </a:lnTo>
                <a:lnTo>
                  <a:pt x="13728" y="207490"/>
                </a:lnTo>
                <a:lnTo>
                  <a:pt x="14258" y="207714"/>
                </a:lnTo>
                <a:lnTo>
                  <a:pt x="14768" y="207918"/>
                </a:lnTo>
                <a:lnTo>
                  <a:pt x="15299" y="208122"/>
                </a:lnTo>
                <a:lnTo>
                  <a:pt x="15849" y="208326"/>
                </a:lnTo>
                <a:lnTo>
                  <a:pt x="16380" y="208489"/>
                </a:lnTo>
                <a:lnTo>
                  <a:pt x="16930" y="208652"/>
                </a:lnTo>
                <a:lnTo>
                  <a:pt x="17481" y="208816"/>
                </a:lnTo>
                <a:lnTo>
                  <a:pt x="18052" y="208938"/>
                </a:lnTo>
                <a:lnTo>
                  <a:pt x="18603" y="209060"/>
                </a:lnTo>
                <a:lnTo>
                  <a:pt x="19174" y="209183"/>
                </a:lnTo>
                <a:lnTo>
                  <a:pt x="19745" y="209285"/>
                </a:lnTo>
                <a:lnTo>
                  <a:pt x="20337" y="209366"/>
                </a:lnTo>
                <a:lnTo>
                  <a:pt x="20908" y="209428"/>
                </a:lnTo>
                <a:lnTo>
                  <a:pt x="21500" y="209468"/>
                </a:lnTo>
                <a:lnTo>
                  <a:pt x="22091" y="209509"/>
                </a:lnTo>
                <a:lnTo>
                  <a:pt x="22683" y="209530"/>
                </a:lnTo>
                <a:lnTo>
                  <a:pt x="23295" y="209550"/>
                </a:lnTo>
                <a:lnTo>
                  <a:pt x="186255" y="209550"/>
                </a:lnTo>
                <a:lnTo>
                  <a:pt x="186867" y="209530"/>
                </a:lnTo>
                <a:lnTo>
                  <a:pt x="187459" y="209509"/>
                </a:lnTo>
                <a:lnTo>
                  <a:pt x="188050" y="209468"/>
                </a:lnTo>
                <a:lnTo>
                  <a:pt x="188622" y="209428"/>
                </a:lnTo>
                <a:lnTo>
                  <a:pt x="189213" y="209366"/>
                </a:lnTo>
                <a:lnTo>
                  <a:pt x="189784" y="209285"/>
                </a:lnTo>
                <a:lnTo>
                  <a:pt x="190376" y="209183"/>
                </a:lnTo>
                <a:lnTo>
                  <a:pt x="190947" y="209060"/>
                </a:lnTo>
                <a:lnTo>
                  <a:pt x="191498" y="208938"/>
                </a:lnTo>
                <a:lnTo>
                  <a:pt x="192069" y="208816"/>
                </a:lnTo>
                <a:lnTo>
                  <a:pt x="192620" y="208652"/>
                </a:lnTo>
                <a:lnTo>
                  <a:pt x="193170" y="208489"/>
                </a:lnTo>
                <a:lnTo>
                  <a:pt x="193701" y="208326"/>
                </a:lnTo>
                <a:lnTo>
                  <a:pt x="194251" y="208122"/>
                </a:lnTo>
                <a:lnTo>
                  <a:pt x="194782" y="207918"/>
                </a:lnTo>
                <a:lnTo>
                  <a:pt x="195292" y="207714"/>
                </a:lnTo>
                <a:lnTo>
                  <a:pt x="195822" y="207490"/>
                </a:lnTo>
                <a:lnTo>
                  <a:pt x="196332" y="207245"/>
                </a:lnTo>
                <a:lnTo>
                  <a:pt x="196842" y="206980"/>
                </a:lnTo>
                <a:lnTo>
                  <a:pt x="197332" y="206715"/>
                </a:lnTo>
                <a:lnTo>
                  <a:pt x="197821" y="206449"/>
                </a:lnTo>
                <a:lnTo>
                  <a:pt x="198311" y="206164"/>
                </a:lnTo>
                <a:lnTo>
                  <a:pt x="198780" y="205858"/>
                </a:lnTo>
                <a:lnTo>
                  <a:pt x="199249" y="205552"/>
                </a:lnTo>
                <a:lnTo>
                  <a:pt x="199718" y="205226"/>
                </a:lnTo>
                <a:lnTo>
                  <a:pt x="200167" y="204899"/>
                </a:lnTo>
                <a:lnTo>
                  <a:pt x="200616" y="204552"/>
                </a:lnTo>
                <a:lnTo>
                  <a:pt x="201044" y="204206"/>
                </a:lnTo>
                <a:lnTo>
                  <a:pt x="201472" y="203859"/>
                </a:lnTo>
                <a:lnTo>
                  <a:pt x="201901" y="203471"/>
                </a:lnTo>
                <a:lnTo>
                  <a:pt x="202309" y="203104"/>
                </a:lnTo>
                <a:lnTo>
                  <a:pt x="202696" y="202696"/>
                </a:lnTo>
                <a:lnTo>
                  <a:pt x="203084" y="202309"/>
                </a:lnTo>
                <a:lnTo>
                  <a:pt x="203471" y="201901"/>
                </a:lnTo>
                <a:lnTo>
                  <a:pt x="203839" y="201472"/>
                </a:lnTo>
                <a:lnTo>
                  <a:pt x="204206" y="201044"/>
                </a:lnTo>
                <a:lnTo>
                  <a:pt x="204552" y="200616"/>
                </a:lnTo>
                <a:lnTo>
                  <a:pt x="204899" y="200167"/>
                </a:lnTo>
                <a:lnTo>
                  <a:pt x="205226" y="199718"/>
                </a:lnTo>
                <a:lnTo>
                  <a:pt x="205552" y="199249"/>
                </a:lnTo>
                <a:lnTo>
                  <a:pt x="205858" y="198780"/>
                </a:lnTo>
                <a:lnTo>
                  <a:pt x="206164" y="198311"/>
                </a:lnTo>
                <a:lnTo>
                  <a:pt x="206449" y="197821"/>
                </a:lnTo>
                <a:lnTo>
                  <a:pt x="206715" y="197332"/>
                </a:lnTo>
                <a:lnTo>
                  <a:pt x="206980" y="196842"/>
                </a:lnTo>
                <a:lnTo>
                  <a:pt x="207245" y="196332"/>
                </a:lnTo>
                <a:lnTo>
                  <a:pt x="207469" y="195822"/>
                </a:lnTo>
                <a:lnTo>
                  <a:pt x="207714" y="195312"/>
                </a:lnTo>
                <a:lnTo>
                  <a:pt x="207918" y="194782"/>
                </a:lnTo>
                <a:lnTo>
                  <a:pt x="208122" y="194251"/>
                </a:lnTo>
                <a:lnTo>
                  <a:pt x="208306" y="193701"/>
                </a:lnTo>
                <a:lnTo>
                  <a:pt x="208489" y="193170"/>
                </a:lnTo>
                <a:lnTo>
                  <a:pt x="208652" y="192620"/>
                </a:lnTo>
                <a:lnTo>
                  <a:pt x="208795" y="192069"/>
                </a:lnTo>
                <a:lnTo>
                  <a:pt x="208938" y="191498"/>
                </a:lnTo>
                <a:lnTo>
                  <a:pt x="209060" y="190947"/>
                </a:lnTo>
                <a:lnTo>
                  <a:pt x="209183" y="190376"/>
                </a:lnTo>
                <a:lnTo>
                  <a:pt x="209264" y="189805"/>
                </a:lnTo>
                <a:lnTo>
                  <a:pt x="209346" y="189213"/>
                </a:lnTo>
                <a:lnTo>
                  <a:pt x="209428" y="188642"/>
                </a:lnTo>
                <a:lnTo>
                  <a:pt x="209468" y="188050"/>
                </a:lnTo>
                <a:lnTo>
                  <a:pt x="209509" y="187459"/>
                </a:lnTo>
                <a:lnTo>
                  <a:pt x="209530" y="186867"/>
                </a:lnTo>
                <a:lnTo>
                  <a:pt x="209550" y="186255"/>
                </a:lnTo>
                <a:lnTo>
                  <a:pt x="209550" y="23295"/>
                </a:lnTo>
                <a:lnTo>
                  <a:pt x="209530" y="22683"/>
                </a:lnTo>
                <a:lnTo>
                  <a:pt x="209509" y="22091"/>
                </a:lnTo>
                <a:lnTo>
                  <a:pt x="209468" y="21500"/>
                </a:lnTo>
                <a:lnTo>
                  <a:pt x="209428" y="20928"/>
                </a:lnTo>
                <a:lnTo>
                  <a:pt x="209346" y="20337"/>
                </a:lnTo>
                <a:lnTo>
                  <a:pt x="209264" y="19766"/>
                </a:lnTo>
                <a:lnTo>
                  <a:pt x="209183" y="19174"/>
                </a:lnTo>
                <a:lnTo>
                  <a:pt x="209060" y="18623"/>
                </a:lnTo>
                <a:lnTo>
                  <a:pt x="208938" y="18052"/>
                </a:lnTo>
                <a:lnTo>
                  <a:pt x="208795" y="17481"/>
                </a:lnTo>
                <a:lnTo>
                  <a:pt x="208652" y="16930"/>
                </a:lnTo>
                <a:lnTo>
                  <a:pt x="208489" y="16380"/>
                </a:lnTo>
                <a:lnTo>
                  <a:pt x="208306" y="15849"/>
                </a:lnTo>
                <a:lnTo>
                  <a:pt x="208122" y="15299"/>
                </a:lnTo>
                <a:lnTo>
                  <a:pt x="207918" y="14768"/>
                </a:lnTo>
                <a:lnTo>
                  <a:pt x="207714" y="14258"/>
                </a:lnTo>
                <a:lnTo>
                  <a:pt x="207469" y="13728"/>
                </a:lnTo>
                <a:lnTo>
                  <a:pt x="207245" y="13218"/>
                </a:lnTo>
                <a:lnTo>
                  <a:pt x="206980" y="12708"/>
                </a:lnTo>
                <a:lnTo>
                  <a:pt x="206715" y="12218"/>
                </a:lnTo>
                <a:lnTo>
                  <a:pt x="206449" y="11729"/>
                </a:lnTo>
                <a:lnTo>
                  <a:pt x="206164" y="11239"/>
                </a:lnTo>
                <a:lnTo>
                  <a:pt x="205858" y="10770"/>
                </a:lnTo>
                <a:lnTo>
                  <a:pt x="205552" y="10301"/>
                </a:lnTo>
                <a:lnTo>
                  <a:pt x="205226" y="9832"/>
                </a:lnTo>
                <a:lnTo>
                  <a:pt x="204899" y="9383"/>
                </a:lnTo>
                <a:lnTo>
                  <a:pt x="204552" y="8934"/>
                </a:lnTo>
                <a:lnTo>
                  <a:pt x="204206" y="8506"/>
                </a:lnTo>
                <a:lnTo>
                  <a:pt x="203839" y="8078"/>
                </a:lnTo>
                <a:lnTo>
                  <a:pt x="203471" y="7649"/>
                </a:lnTo>
                <a:lnTo>
                  <a:pt x="203084" y="7241"/>
                </a:lnTo>
                <a:lnTo>
                  <a:pt x="202696" y="6854"/>
                </a:lnTo>
                <a:lnTo>
                  <a:pt x="202309" y="6466"/>
                </a:lnTo>
                <a:lnTo>
                  <a:pt x="201901" y="6079"/>
                </a:lnTo>
                <a:lnTo>
                  <a:pt x="201472" y="5711"/>
                </a:lnTo>
                <a:lnTo>
                  <a:pt x="201044" y="5344"/>
                </a:lnTo>
                <a:lnTo>
                  <a:pt x="200616" y="4998"/>
                </a:lnTo>
                <a:lnTo>
                  <a:pt x="200167" y="4651"/>
                </a:lnTo>
                <a:lnTo>
                  <a:pt x="199718" y="4324"/>
                </a:lnTo>
                <a:lnTo>
                  <a:pt x="199249" y="3998"/>
                </a:lnTo>
                <a:lnTo>
                  <a:pt x="198780" y="3692"/>
                </a:lnTo>
                <a:lnTo>
                  <a:pt x="198311" y="3386"/>
                </a:lnTo>
                <a:lnTo>
                  <a:pt x="197821" y="3101"/>
                </a:lnTo>
                <a:lnTo>
                  <a:pt x="197332" y="2835"/>
                </a:lnTo>
                <a:lnTo>
                  <a:pt x="196842" y="2570"/>
                </a:lnTo>
                <a:lnTo>
                  <a:pt x="196332" y="2305"/>
                </a:lnTo>
                <a:lnTo>
                  <a:pt x="195822" y="2081"/>
                </a:lnTo>
                <a:lnTo>
                  <a:pt x="195292" y="1856"/>
                </a:lnTo>
                <a:lnTo>
                  <a:pt x="194782" y="1632"/>
                </a:lnTo>
                <a:lnTo>
                  <a:pt x="194251" y="1428"/>
                </a:lnTo>
                <a:lnTo>
                  <a:pt x="193701" y="1244"/>
                </a:lnTo>
                <a:lnTo>
                  <a:pt x="193170" y="1061"/>
                </a:lnTo>
                <a:lnTo>
                  <a:pt x="192620" y="898"/>
                </a:lnTo>
                <a:lnTo>
                  <a:pt x="192069" y="755"/>
                </a:lnTo>
                <a:lnTo>
                  <a:pt x="191498" y="612"/>
                </a:lnTo>
                <a:lnTo>
                  <a:pt x="190947" y="490"/>
                </a:lnTo>
                <a:lnTo>
                  <a:pt x="190376" y="367"/>
                </a:lnTo>
                <a:lnTo>
                  <a:pt x="189784" y="286"/>
                </a:lnTo>
                <a:lnTo>
                  <a:pt x="189213" y="204"/>
                </a:lnTo>
                <a:lnTo>
                  <a:pt x="188622" y="122"/>
                </a:lnTo>
                <a:lnTo>
                  <a:pt x="188050" y="82"/>
                </a:lnTo>
                <a:lnTo>
                  <a:pt x="187459" y="41"/>
                </a:lnTo>
                <a:lnTo>
                  <a:pt x="186867" y="20"/>
                </a:lnTo>
                <a:lnTo>
                  <a:pt x="186255" y="0"/>
                </a:lnTo>
                <a:close/>
              </a:path>
            </a:pathLst>
          </a:custGeom>
          <a:solidFill>
            <a:srgbClr val="FD3E81"/>
          </a:solidFill>
          <a:ln>
            <a:noFill/>
          </a:ln>
        </p:spPr>
        <p:txBody>
          <a:bodyPr spcFirstLastPara="1" wrap="square" lIns="162533" tIns="162533" rIns="162533" bIns="162533" anchor="ctr" anchorCtr="0">
            <a:noAutofit/>
          </a:bodyPr>
          <a:lstStyle/>
          <a:p>
            <a:endParaRPr sz="2400"/>
          </a:p>
        </p:txBody>
      </p:sp>
      <p:sp>
        <p:nvSpPr>
          <p:cNvPr id="673" name="Google Shape;673;p76"/>
          <p:cNvSpPr txBox="1"/>
          <p:nvPr/>
        </p:nvSpPr>
        <p:spPr>
          <a:xfrm>
            <a:off x="8174484" y="3325508"/>
            <a:ext cx="1576400" cy="12717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algn="ctr"/>
            <a:r>
              <a:rPr lang="pt-BR" sz="1067" b="1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rPr>
              <a:t>Mensuração</a:t>
            </a:r>
            <a:endParaRPr sz="1067" b="1">
              <a:solidFill>
                <a:srgbClr val="434343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algn="ctr"/>
            <a:r>
              <a:rPr lang="pt-BR" sz="933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rPr>
              <a:t>Pré clique, alcance unificado da campanha, conversões por visualização, cliques e impressões nos relatórios de atribuição.</a:t>
            </a:r>
            <a:endParaRPr sz="933">
              <a:solidFill>
                <a:srgbClr val="43434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74" name="Google Shape;674;p76"/>
          <p:cNvSpPr/>
          <p:nvPr/>
        </p:nvSpPr>
        <p:spPr>
          <a:xfrm>
            <a:off x="10086636" y="2354941"/>
            <a:ext cx="1008000" cy="9996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rgbClr val="FD3E8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62533" tIns="162533" rIns="162533" bIns="162533" anchor="ctr" anchorCtr="0">
            <a:noAutofit/>
          </a:bodyPr>
          <a:lstStyle/>
          <a:p>
            <a:endParaRPr sz="2400">
              <a:highlight>
                <a:srgbClr val="FD3E81"/>
              </a:highlight>
            </a:endParaRPr>
          </a:p>
        </p:txBody>
      </p:sp>
      <p:sp>
        <p:nvSpPr>
          <p:cNvPr id="675" name="Google Shape;675;p76"/>
          <p:cNvSpPr txBox="1"/>
          <p:nvPr/>
        </p:nvSpPr>
        <p:spPr>
          <a:xfrm>
            <a:off x="9802436" y="3325508"/>
            <a:ext cx="1576400" cy="8410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algn="ctr"/>
            <a:r>
              <a:rPr lang="pt-BR" sz="1067" b="1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rPr>
              <a:t>Audiência</a:t>
            </a:r>
            <a:endParaRPr sz="1067" b="1">
              <a:solidFill>
                <a:srgbClr val="434343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algn="ctr"/>
            <a:r>
              <a:rPr lang="pt-BR" sz="933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rPr>
              <a:t>maior poder de combinação de listas junto ao DV.</a:t>
            </a:r>
            <a:endParaRPr sz="933">
              <a:solidFill>
                <a:srgbClr val="43434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76" name="Google Shape;676;p76"/>
          <p:cNvSpPr/>
          <p:nvPr/>
        </p:nvSpPr>
        <p:spPr>
          <a:xfrm>
            <a:off x="10344159" y="2654223"/>
            <a:ext cx="158629" cy="206784"/>
          </a:xfrm>
          <a:custGeom>
            <a:avLst/>
            <a:gdLst/>
            <a:ahLst/>
            <a:cxnLst/>
            <a:rect l="l" t="t" r="r" b="b"/>
            <a:pathLst>
              <a:path w="69574" h="69546" extrusionOk="0">
                <a:moveTo>
                  <a:pt x="34800" y="17373"/>
                </a:moveTo>
                <a:lnTo>
                  <a:pt x="35665" y="17400"/>
                </a:lnTo>
                <a:lnTo>
                  <a:pt x="36556" y="17481"/>
                </a:lnTo>
                <a:lnTo>
                  <a:pt x="37421" y="17589"/>
                </a:lnTo>
                <a:lnTo>
                  <a:pt x="38286" y="17724"/>
                </a:lnTo>
                <a:lnTo>
                  <a:pt x="39123" y="17940"/>
                </a:lnTo>
                <a:lnTo>
                  <a:pt x="39934" y="18157"/>
                </a:lnTo>
                <a:lnTo>
                  <a:pt x="40744" y="18427"/>
                </a:lnTo>
                <a:lnTo>
                  <a:pt x="41528" y="18751"/>
                </a:lnTo>
                <a:lnTo>
                  <a:pt x="42311" y="19102"/>
                </a:lnTo>
                <a:lnTo>
                  <a:pt x="43068" y="19480"/>
                </a:lnTo>
                <a:lnTo>
                  <a:pt x="43797" y="19913"/>
                </a:lnTo>
                <a:lnTo>
                  <a:pt x="44500" y="20372"/>
                </a:lnTo>
                <a:lnTo>
                  <a:pt x="45175" y="20858"/>
                </a:lnTo>
                <a:lnTo>
                  <a:pt x="45824" y="21372"/>
                </a:lnTo>
                <a:lnTo>
                  <a:pt x="46472" y="21912"/>
                </a:lnTo>
                <a:lnTo>
                  <a:pt x="47067" y="22480"/>
                </a:lnTo>
                <a:lnTo>
                  <a:pt x="47634" y="23101"/>
                </a:lnTo>
                <a:lnTo>
                  <a:pt x="48201" y="23722"/>
                </a:lnTo>
                <a:lnTo>
                  <a:pt x="48715" y="24371"/>
                </a:lnTo>
                <a:lnTo>
                  <a:pt x="49201" y="25073"/>
                </a:lnTo>
                <a:lnTo>
                  <a:pt x="49661" y="25776"/>
                </a:lnTo>
                <a:lnTo>
                  <a:pt x="50066" y="26505"/>
                </a:lnTo>
                <a:lnTo>
                  <a:pt x="50444" y="27235"/>
                </a:lnTo>
                <a:lnTo>
                  <a:pt x="50795" y="28018"/>
                </a:lnTo>
                <a:lnTo>
                  <a:pt x="51120" y="28802"/>
                </a:lnTo>
                <a:lnTo>
                  <a:pt x="51390" y="29612"/>
                </a:lnTo>
                <a:lnTo>
                  <a:pt x="51633" y="30450"/>
                </a:lnTo>
                <a:lnTo>
                  <a:pt x="51822" y="31288"/>
                </a:lnTo>
                <a:lnTo>
                  <a:pt x="51984" y="32125"/>
                </a:lnTo>
                <a:lnTo>
                  <a:pt x="52092" y="32990"/>
                </a:lnTo>
                <a:lnTo>
                  <a:pt x="52146" y="33881"/>
                </a:lnTo>
                <a:lnTo>
                  <a:pt x="52173" y="34773"/>
                </a:lnTo>
                <a:lnTo>
                  <a:pt x="52146" y="35665"/>
                </a:lnTo>
                <a:lnTo>
                  <a:pt x="52092" y="36529"/>
                </a:lnTo>
                <a:lnTo>
                  <a:pt x="51984" y="37421"/>
                </a:lnTo>
                <a:lnTo>
                  <a:pt x="51822" y="38258"/>
                </a:lnTo>
                <a:lnTo>
                  <a:pt x="51633" y="39096"/>
                </a:lnTo>
                <a:lnTo>
                  <a:pt x="51390" y="39934"/>
                </a:lnTo>
                <a:lnTo>
                  <a:pt x="51120" y="40744"/>
                </a:lnTo>
                <a:lnTo>
                  <a:pt x="50795" y="41528"/>
                </a:lnTo>
                <a:lnTo>
                  <a:pt x="50444" y="42284"/>
                </a:lnTo>
                <a:lnTo>
                  <a:pt x="50066" y="43041"/>
                </a:lnTo>
                <a:lnTo>
                  <a:pt x="49661" y="43770"/>
                </a:lnTo>
                <a:lnTo>
                  <a:pt x="49201" y="44473"/>
                </a:lnTo>
                <a:lnTo>
                  <a:pt x="48715" y="45148"/>
                </a:lnTo>
                <a:lnTo>
                  <a:pt x="48201" y="45824"/>
                </a:lnTo>
                <a:lnTo>
                  <a:pt x="47634" y="46445"/>
                </a:lnTo>
                <a:lnTo>
                  <a:pt x="47067" y="47039"/>
                </a:lnTo>
                <a:lnTo>
                  <a:pt x="46472" y="47634"/>
                </a:lnTo>
                <a:lnTo>
                  <a:pt x="45824" y="48174"/>
                </a:lnTo>
                <a:lnTo>
                  <a:pt x="45175" y="48688"/>
                </a:lnTo>
                <a:lnTo>
                  <a:pt x="44500" y="49174"/>
                </a:lnTo>
                <a:lnTo>
                  <a:pt x="43797" y="49633"/>
                </a:lnTo>
                <a:lnTo>
                  <a:pt x="43068" y="50066"/>
                </a:lnTo>
                <a:lnTo>
                  <a:pt x="42311" y="50444"/>
                </a:lnTo>
                <a:lnTo>
                  <a:pt x="41528" y="50795"/>
                </a:lnTo>
                <a:lnTo>
                  <a:pt x="40744" y="51092"/>
                </a:lnTo>
                <a:lnTo>
                  <a:pt x="39934" y="51362"/>
                </a:lnTo>
                <a:lnTo>
                  <a:pt x="39123" y="51606"/>
                </a:lnTo>
                <a:lnTo>
                  <a:pt x="38286" y="51795"/>
                </a:lnTo>
                <a:lnTo>
                  <a:pt x="37421" y="51957"/>
                </a:lnTo>
                <a:lnTo>
                  <a:pt x="36556" y="52065"/>
                </a:lnTo>
                <a:lnTo>
                  <a:pt x="35665" y="52146"/>
                </a:lnTo>
                <a:lnTo>
                  <a:pt x="34800" y="52173"/>
                </a:lnTo>
                <a:lnTo>
                  <a:pt x="33909" y="52146"/>
                </a:lnTo>
                <a:lnTo>
                  <a:pt x="33017" y="52065"/>
                </a:lnTo>
                <a:lnTo>
                  <a:pt x="32152" y="51957"/>
                </a:lnTo>
                <a:lnTo>
                  <a:pt x="31288" y="51795"/>
                </a:lnTo>
                <a:lnTo>
                  <a:pt x="30450" y="51606"/>
                </a:lnTo>
                <a:lnTo>
                  <a:pt x="29640" y="51362"/>
                </a:lnTo>
                <a:lnTo>
                  <a:pt x="28829" y="51092"/>
                </a:lnTo>
                <a:lnTo>
                  <a:pt x="28046" y="50795"/>
                </a:lnTo>
                <a:lnTo>
                  <a:pt x="27262" y="50444"/>
                </a:lnTo>
                <a:lnTo>
                  <a:pt x="26505" y="50066"/>
                </a:lnTo>
                <a:lnTo>
                  <a:pt x="25776" y="49633"/>
                </a:lnTo>
                <a:lnTo>
                  <a:pt x="25073" y="49174"/>
                </a:lnTo>
                <a:lnTo>
                  <a:pt x="24398" y="48688"/>
                </a:lnTo>
                <a:lnTo>
                  <a:pt x="23750" y="48174"/>
                </a:lnTo>
                <a:lnTo>
                  <a:pt x="23101" y="47634"/>
                </a:lnTo>
                <a:lnTo>
                  <a:pt x="22507" y="47039"/>
                </a:lnTo>
                <a:lnTo>
                  <a:pt x="21939" y="46445"/>
                </a:lnTo>
                <a:lnTo>
                  <a:pt x="21372" y="45824"/>
                </a:lnTo>
                <a:lnTo>
                  <a:pt x="20859" y="45148"/>
                </a:lnTo>
                <a:lnTo>
                  <a:pt x="20372" y="44473"/>
                </a:lnTo>
                <a:lnTo>
                  <a:pt x="19913" y="43770"/>
                </a:lnTo>
                <a:lnTo>
                  <a:pt x="19508" y="43041"/>
                </a:lnTo>
                <a:lnTo>
                  <a:pt x="19129" y="42284"/>
                </a:lnTo>
                <a:lnTo>
                  <a:pt x="18778" y="41528"/>
                </a:lnTo>
                <a:lnTo>
                  <a:pt x="18454" y="40744"/>
                </a:lnTo>
                <a:lnTo>
                  <a:pt x="18184" y="39934"/>
                </a:lnTo>
                <a:lnTo>
                  <a:pt x="17941" y="39096"/>
                </a:lnTo>
                <a:lnTo>
                  <a:pt x="17751" y="38258"/>
                </a:lnTo>
                <a:lnTo>
                  <a:pt x="17589" y="37421"/>
                </a:lnTo>
                <a:lnTo>
                  <a:pt x="17481" y="36529"/>
                </a:lnTo>
                <a:lnTo>
                  <a:pt x="17427" y="35665"/>
                </a:lnTo>
                <a:lnTo>
                  <a:pt x="17400" y="34773"/>
                </a:lnTo>
                <a:lnTo>
                  <a:pt x="17427" y="33881"/>
                </a:lnTo>
                <a:lnTo>
                  <a:pt x="17481" y="32990"/>
                </a:lnTo>
                <a:lnTo>
                  <a:pt x="17589" y="32125"/>
                </a:lnTo>
                <a:lnTo>
                  <a:pt x="17751" y="31288"/>
                </a:lnTo>
                <a:lnTo>
                  <a:pt x="17941" y="30450"/>
                </a:lnTo>
                <a:lnTo>
                  <a:pt x="18184" y="29612"/>
                </a:lnTo>
                <a:lnTo>
                  <a:pt x="18454" y="28802"/>
                </a:lnTo>
                <a:lnTo>
                  <a:pt x="18778" y="28018"/>
                </a:lnTo>
                <a:lnTo>
                  <a:pt x="19129" y="27235"/>
                </a:lnTo>
                <a:lnTo>
                  <a:pt x="19508" y="26505"/>
                </a:lnTo>
                <a:lnTo>
                  <a:pt x="19913" y="25776"/>
                </a:lnTo>
                <a:lnTo>
                  <a:pt x="20372" y="25073"/>
                </a:lnTo>
                <a:lnTo>
                  <a:pt x="20859" y="24371"/>
                </a:lnTo>
                <a:lnTo>
                  <a:pt x="21372" y="23722"/>
                </a:lnTo>
                <a:lnTo>
                  <a:pt x="21939" y="23101"/>
                </a:lnTo>
                <a:lnTo>
                  <a:pt x="22507" y="22480"/>
                </a:lnTo>
                <a:lnTo>
                  <a:pt x="23101" y="21912"/>
                </a:lnTo>
                <a:lnTo>
                  <a:pt x="23750" y="21372"/>
                </a:lnTo>
                <a:lnTo>
                  <a:pt x="24398" y="20858"/>
                </a:lnTo>
                <a:lnTo>
                  <a:pt x="25073" y="20372"/>
                </a:lnTo>
                <a:lnTo>
                  <a:pt x="25776" y="19913"/>
                </a:lnTo>
                <a:lnTo>
                  <a:pt x="26505" y="19480"/>
                </a:lnTo>
                <a:lnTo>
                  <a:pt x="27262" y="19102"/>
                </a:lnTo>
                <a:lnTo>
                  <a:pt x="28046" y="18751"/>
                </a:lnTo>
                <a:lnTo>
                  <a:pt x="28829" y="18427"/>
                </a:lnTo>
                <a:lnTo>
                  <a:pt x="29640" y="18157"/>
                </a:lnTo>
                <a:lnTo>
                  <a:pt x="30450" y="17940"/>
                </a:lnTo>
                <a:lnTo>
                  <a:pt x="31288" y="17724"/>
                </a:lnTo>
                <a:lnTo>
                  <a:pt x="32152" y="17589"/>
                </a:lnTo>
                <a:lnTo>
                  <a:pt x="33017" y="17481"/>
                </a:lnTo>
                <a:lnTo>
                  <a:pt x="33909" y="17400"/>
                </a:lnTo>
                <a:lnTo>
                  <a:pt x="34800" y="17373"/>
                </a:lnTo>
                <a:close/>
                <a:moveTo>
                  <a:pt x="33882" y="0"/>
                </a:moveTo>
                <a:lnTo>
                  <a:pt x="32990" y="27"/>
                </a:lnTo>
                <a:lnTo>
                  <a:pt x="32098" y="81"/>
                </a:lnTo>
                <a:lnTo>
                  <a:pt x="31234" y="162"/>
                </a:lnTo>
                <a:lnTo>
                  <a:pt x="30342" y="270"/>
                </a:lnTo>
                <a:lnTo>
                  <a:pt x="29478" y="378"/>
                </a:lnTo>
                <a:lnTo>
                  <a:pt x="28640" y="540"/>
                </a:lnTo>
                <a:lnTo>
                  <a:pt x="27775" y="702"/>
                </a:lnTo>
                <a:lnTo>
                  <a:pt x="26938" y="892"/>
                </a:lnTo>
                <a:lnTo>
                  <a:pt x="26100" y="1081"/>
                </a:lnTo>
                <a:lnTo>
                  <a:pt x="25263" y="1297"/>
                </a:lnTo>
                <a:lnTo>
                  <a:pt x="24452" y="1540"/>
                </a:lnTo>
                <a:lnTo>
                  <a:pt x="23641" y="1810"/>
                </a:lnTo>
                <a:lnTo>
                  <a:pt x="22831" y="2107"/>
                </a:lnTo>
                <a:lnTo>
                  <a:pt x="22020" y="2405"/>
                </a:lnTo>
                <a:lnTo>
                  <a:pt x="21237" y="2729"/>
                </a:lnTo>
                <a:lnTo>
                  <a:pt x="20480" y="3053"/>
                </a:lnTo>
                <a:lnTo>
                  <a:pt x="19697" y="3431"/>
                </a:lnTo>
                <a:lnTo>
                  <a:pt x="18940" y="3783"/>
                </a:lnTo>
                <a:lnTo>
                  <a:pt x="18211" y="4188"/>
                </a:lnTo>
                <a:lnTo>
                  <a:pt x="17481" y="4593"/>
                </a:lnTo>
                <a:lnTo>
                  <a:pt x="16752" y="5025"/>
                </a:lnTo>
                <a:lnTo>
                  <a:pt x="16049" y="5458"/>
                </a:lnTo>
                <a:lnTo>
                  <a:pt x="15347" y="5917"/>
                </a:lnTo>
                <a:lnTo>
                  <a:pt x="14644" y="6403"/>
                </a:lnTo>
                <a:lnTo>
                  <a:pt x="13969" y="6890"/>
                </a:lnTo>
                <a:lnTo>
                  <a:pt x="13320" y="7403"/>
                </a:lnTo>
                <a:lnTo>
                  <a:pt x="12672" y="7916"/>
                </a:lnTo>
                <a:lnTo>
                  <a:pt x="12023" y="8457"/>
                </a:lnTo>
                <a:lnTo>
                  <a:pt x="11402" y="9024"/>
                </a:lnTo>
                <a:lnTo>
                  <a:pt x="10781" y="9592"/>
                </a:lnTo>
                <a:lnTo>
                  <a:pt x="10186" y="10186"/>
                </a:lnTo>
                <a:lnTo>
                  <a:pt x="9619" y="10780"/>
                </a:lnTo>
                <a:lnTo>
                  <a:pt x="9051" y="11375"/>
                </a:lnTo>
                <a:lnTo>
                  <a:pt x="8484" y="11996"/>
                </a:lnTo>
                <a:lnTo>
                  <a:pt x="7944" y="12645"/>
                </a:lnTo>
                <a:lnTo>
                  <a:pt x="7430" y="13293"/>
                </a:lnTo>
                <a:lnTo>
                  <a:pt x="6917" y="13969"/>
                </a:lnTo>
                <a:lnTo>
                  <a:pt x="6431" y="14644"/>
                </a:lnTo>
                <a:lnTo>
                  <a:pt x="5944" y="15320"/>
                </a:lnTo>
                <a:lnTo>
                  <a:pt x="5485" y="16022"/>
                </a:lnTo>
                <a:lnTo>
                  <a:pt x="5053" y="16725"/>
                </a:lnTo>
                <a:lnTo>
                  <a:pt x="4620" y="17454"/>
                </a:lnTo>
                <a:lnTo>
                  <a:pt x="4215" y="18184"/>
                </a:lnTo>
                <a:lnTo>
                  <a:pt x="3810" y="18940"/>
                </a:lnTo>
                <a:lnTo>
                  <a:pt x="3431" y="19697"/>
                </a:lnTo>
                <a:lnTo>
                  <a:pt x="3080" y="20453"/>
                </a:lnTo>
                <a:lnTo>
                  <a:pt x="2729" y="21237"/>
                </a:lnTo>
                <a:lnTo>
                  <a:pt x="2432" y="22020"/>
                </a:lnTo>
                <a:lnTo>
                  <a:pt x="2108" y="22804"/>
                </a:lnTo>
                <a:lnTo>
                  <a:pt x="1837" y="23614"/>
                </a:lnTo>
                <a:lnTo>
                  <a:pt x="1567" y="24425"/>
                </a:lnTo>
                <a:lnTo>
                  <a:pt x="1324" y="25235"/>
                </a:lnTo>
                <a:lnTo>
                  <a:pt x="1108" y="26073"/>
                </a:lnTo>
                <a:lnTo>
                  <a:pt x="892" y="26911"/>
                </a:lnTo>
                <a:lnTo>
                  <a:pt x="703" y="27748"/>
                </a:lnTo>
                <a:lnTo>
                  <a:pt x="540" y="28613"/>
                </a:lnTo>
                <a:lnTo>
                  <a:pt x="405" y="29477"/>
                </a:lnTo>
                <a:lnTo>
                  <a:pt x="297" y="30342"/>
                </a:lnTo>
                <a:lnTo>
                  <a:pt x="189" y="31207"/>
                </a:lnTo>
                <a:lnTo>
                  <a:pt x="108" y="32098"/>
                </a:lnTo>
                <a:lnTo>
                  <a:pt x="54" y="32990"/>
                </a:lnTo>
                <a:lnTo>
                  <a:pt x="27" y="33881"/>
                </a:lnTo>
                <a:lnTo>
                  <a:pt x="0" y="34773"/>
                </a:lnTo>
                <a:lnTo>
                  <a:pt x="27" y="35665"/>
                </a:lnTo>
                <a:lnTo>
                  <a:pt x="54" y="36556"/>
                </a:lnTo>
                <a:lnTo>
                  <a:pt x="108" y="37448"/>
                </a:lnTo>
                <a:lnTo>
                  <a:pt x="189" y="38339"/>
                </a:lnTo>
                <a:lnTo>
                  <a:pt x="297" y="39204"/>
                </a:lnTo>
                <a:lnTo>
                  <a:pt x="405" y="40069"/>
                </a:lnTo>
                <a:lnTo>
                  <a:pt x="540" y="40933"/>
                </a:lnTo>
                <a:lnTo>
                  <a:pt x="703" y="41771"/>
                </a:lnTo>
                <a:lnTo>
                  <a:pt x="892" y="42635"/>
                </a:lnTo>
                <a:lnTo>
                  <a:pt x="1108" y="43473"/>
                </a:lnTo>
                <a:lnTo>
                  <a:pt x="1324" y="44284"/>
                </a:lnTo>
                <a:lnTo>
                  <a:pt x="1567" y="45121"/>
                </a:lnTo>
                <a:lnTo>
                  <a:pt x="1837" y="45932"/>
                </a:lnTo>
                <a:lnTo>
                  <a:pt x="2108" y="46742"/>
                </a:lnTo>
                <a:lnTo>
                  <a:pt x="2432" y="47526"/>
                </a:lnTo>
                <a:lnTo>
                  <a:pt x="2729" y="48309"/>
                </a:lnTo>
                <a:lnTo>
                  <a:pt x="3080" y="49093"/>
                </a:lnTo>
                <a:lnTo>
                  <a:pt x="3431" y="49849"/>
                </a:lnTo>
                <a:lnTo>
                  <a:pt x="3810" y="50606"/>
                </a:lnTo>
                <a:lnTo>
                  <a:pt x="4215" y="51362"/>
                </a:lnTo>
                <a:lnTo>
                  <a:pt x="4620" y="52092"/>
                </a:lnTo>
                <a:lnTo>
                  <a:pt x="5053" y="52794"/>
                </a:lnTo>
                <a:lnTo>
                  <a:pt x="5485" y="53524"/>
                </a:lnTo>
                <a:lnTo>
                  <a:pt x="5944" y="54226"/>
                </a:lnTo>
                <a:lnTo>
                  <a:pt x="6431" y="54902"/>
                </a:lnTo>
                <a:lnTo>
                  <a:pt x="6917" y="55577"/>
                </a:lnTo>
                <a:lnTo>
                  <a:pt x="7430" y="56253"/>
                </a:lnTo>
                <a:lnTo>
                  <a:pt x="7944" y="56901"/>
                </a:lnTo>
                <a:lnTo>
                  <a:pt x="8484" y="57523"/>
                </a:lnTo>
                <a:lnTo>
                  <a:pt x="9051" y="58171"/>
                </a:lnTo>
                <a:lnTo>
                  <a:pt x="9619" y="58766"/>
                </a:lnTo>
                <a:lnTo>
                  <a:pt x="10186" y="59360"/>
                </a:lnTo>
                <a:lnTo>
                  <a:pt x="10781" y="59954"/>
                </a:lnTo>
                <a:lnTo>
                  <a:pt x="11402" y="60522"/>
                </a:lnTo>
                <a:lnTo>
                  <a:pt x="12023" y="61062"/>
                </a:lnTo>
                <a:lnTo>
                  <a:pt x="12672" y="61603"/>
                </a:lnTo>
                <a:lnTo>
                  <a:pt x="13320" y="62143"/>
                </a:lnTo>
                <a:lnTo>
                  <a:pt x="13969" y="62629"/>
                </a:lnTo>
                <a:lnTo>
                  <a:pt x="14644" y="63143"/>
                </a:lnTo>
                <a:lnTo>
                  <a:pt x="15347" y="63602"/>
                </a:lnTo>
                <a:lnTo>
                  <a:pt x="16049" y="64061"/>
                </a:lnTo>
                <a:lnTo>
                  <a:pt x="16752" y="64521"/>
                </a:lnTo>
                <a:lnTo>
                  <a:pt x="17481" y="64953"/>
                </a:lnTo>
                <a:lnTo>
                  <a:pt x="18211" y="65358"/>
                </a:lnTo>
                <a:lnTo>
                  <a:pt x="18940" y="65736"/>
                </a:lnTo>
                <a:lnTo>
                  <a:pt x="19697" y="66115"/>
                </a:lnTo>
                <a:lnTo>
                  <a:pt x="20480" y="66466"/>
                </a:lnTo>
                <a:lnTo>
                  <a:pt x="21237" y="66817"/>
                </a:lnTo>
                <a:lnTo>
                  <a:pt x="22020" y="67141"/>
                </a:lnTo>
                <a:lnTo>
                  <a:pt x="22831" y="67439"/>
                </a:lnTo>
                <a:lnTo>
                  <a:pt x="23641" y="67736"/>
                </a:lnTo>
                <a:lnTo>
                  <a:pt x="24452" y="67979"/>
                </a:lnTo>
                <a:lnTo>
                  <a:pt x="25263" y="68222"/>
                </a:lnTo>
                <a:lnTo>
                  <a:pt x="26100" y="68465"/>
                </a:lnTo>
                <a:lnTo>
                  <a:pt x="26938" y="68654"/>
                </a:lnTo>
                <a:lnTo>
                  <a:pt x="27775" y="68844"/>
                </a:lnTo>
                <a:lnTo>
                  <a:pt x="28640" y="69006"/>
                </a:lnTo>
                <a:lnTo>
                  <a:pt x="29478" y="69141"/>
                </a:lnTo>
                <a:lnTo>
                  <a:pt x="30342" y="69276"/>
                </a:lnTo>
                <a:lnTo>
                  <a:pt x="31234" y="69357"/>
                </a:lnTo>
                <a:lnTo>
                  <a:pt x="32098" y="69438"/>
                </a:lnTo>
                <a:lnTo>
                  <a:pt x="32990" y="69492"/>
                </a:lnTo>
                <a:lnTo>
                  <a:pt x="33882" y="69546"/>
                </a:lnTo>
                <a:lnTo>
                  <a:pt x="35692" y="69546"/>
                </a:lnTo>
                <a:lnTo>
                  <a:pt x="36583" y="69492"/>
                </a:lnTo>
                <a:lnTo>
                  <a:pt x="37475" y="69438"/>
                </a:lnTo>
                <a:lnTo>
                  <a:pt x="38340" y="69357"/>
                </a:lnTo>
                <a:lnTo>
                  <a:pt x="39231" y="69276"/>
                </a:lnTo>
                <a:lnTo>
                  <a:pt x="40096" y="69141"/>
                </a:lnTo>
                <a:lnTo>
                  <a:pt x="40933" y="69006"/>
                </a:lnTo>
                <a:lnTo>
                  <a:pt x="41798" y="68844"/>
                </a:lnTo>
                <a:lnTo>
                  <a:pt x="42636" y="68654"/>
                </a:lnTo>
                <a:lnTo>
                  <a:pt x="43473" y="68465"/>
                </a:lnTo>
                <a:lnTo>
                  <a:pt x="44311" y="68222"/>
                </a:lnTo>
                <a:lnTo>
                  <a:pt x="45121" y="67979"/>
                </a:lnTo>
                <a:lnTo>
                  <a:pt x="45932" y="67736"/>
                </a:lnTo>
                <a:lnTo>
                  <a:pt x="46742" y="67439"/>
                </a:lnTo>
                <a:lnTo>
                  <a:pt x="47553" y="67141"/>
                </a:lnTo>
                <a:lnTo>
                  <a:pt x="48337" y="66817"/>
                </a:lnTo>
                <a:lnTo>
                  <a:pt x="49093" y="66466"/>
                </a:lnTo>
                <a:lnTo>
                  <a:pt x="49877" y="66115"/>
                </a:lnTo>
                <a:lnTo>
                  <a:pt x="50633" y="65736"/>
                </a:lnTo>
                <a:lnTo>
                  <a:pt x="51363" y="65358"/>
                </a:lnTo>
                <a:lnTo>
                  <a:pt x="52092" y="64953"/>
                </a:lnTo>
                <a:lnTo>
                  <a:pt x="52822" y="64521"/>
                </a:lnTo>
                <a:lnTo>
                  <a:pt x="53524" y="64061"/>
                </a:lnTo>
                <a:lnTo>
                  <a:pt x="54227" y="63602"/>
                </a:lnTo>
                <a:lnTo>
                  <a:pt x="54929" y="63143"/>
                </a:lnTo>
                <a:lnTo>
                  <a:pt x="55605" y="62629"/>
                </a:lnTo>
                <a:lnTo>
                  <a:pt x="56253" y="62143"/>
                </a:lnTo>
                <a:lnTo>
                  <a:pt x="56902" y="61603"/>
                </a:lnTo>
                <a:lnTo>
                  <a:pt x="57550" y="61062"/>
                </a:lnTo>
                <a:lnTo>
                  <a:pt x="58171" y="60522"/>
                </a:lnTo>
                <a:lnTo>
                  <a:pt x="58793" y="59954"/>
                </a:lnTo>
                <a:lnTo>
                  <a:pt x="59387" y="59360"/>
                </a:lnTo>
                <a:lnTo>
                  <a:pt x="59955" y="58766"/>
                </a:lnTo>
                <a:lnTo>
                  <a:pt x="60522" y="58171"/>
                </a:lnTo>
                <a:lnTo>
                  <a:pt x="61089" y="57523"/>
                </a:lnTo>
                <a:lnTo>
                  <a:pt x="61630" y="56901"/>
                </a:lnTo>
                <a:lnTo>
                  <a:pt x="62143" y="56253"/>
                </a:lnTo>
                <a:lnTo>
                  <a:pt x="62657" y="55577"/>
                </a:lnTo>
                <a:lnTo>
                  <a:pt x="63143" y="54902"/>
                </a:lnTo>
                <a:lnTo>
                  <a:pt x="63629" y="54226"/>
                </a:lnTo>
                <a:lnTo>
                  <a:pt x="64089" y="53524"/>
                </a:lnTo>
                <a:lnTo>
                  <a:pt x="64521" y="52794"/>
                </a:lnTo>
                <a:lnTo>
                  <a:pt x="64953" y="52092"/>
                </a:lnTo>
                <a:lnTo>
                  <a:pt x="65358" y="51362"/>
                </a:lnTo>
                <a:lnTo>
                  <a:pt x="65764" y="50606"/>
                </a:lnTo>
                <a:lnTo>
                  <a:pt x="66142" y="49849"/>
                </a:lnTo>
                <a:lnTo>
                  <a:pt x="66493" y="49093"/>
                </a:lnTo>
                <a:lnTo>
                  <a:pt x="66844" y="48309"/>
                </a:lnTo>
                <a:lnTo>
                  <a:pt x="67169" y="47526"/>
                </a:lnTo>
                <a:lnTo>
                  <a:pt x="67466" y="46742"/>
                </a:lnTo>
                <a:lnTo>
                  <a:pt x="67736" y="45932"/>
                </a:lnTo>
                <a:lnTo>
                  <a:pt x="68006" y="45121"/>
                </a:lnTo>
                <a:lnTo>
                  <a:pt x="68249" y="44284"/>
                </a:lnTo>
                <a:lnTo>
                  <a:pt x="68466" y="43473"/>
                </a:lnTo>
                <a:lnTo>
                  <a:pt x="68682" y="42635"/>
                </a:lnTo>
                <a:lnTo>
                  <a:pt x="68871" y="41771"/>
                </a:lnTo>
                <a:lnTo>
                  <a:pt x="69033" y="40933"/>
                </a:lnTo>
                <a:lnTo>
                  <a:pt x="69168" y="40069"/>
                </a:lnTo>
                <a:lnTo>
                  <a:pt x="69276" y="39204"/>
                </a:lnTo>
                <a:lnTo>
                  <a:pt x="69384" y="38339"/>
                </a:lnTo>
                <a:lnTo>
                  <a:pt x="69465" y="37448"/>
                </a:lnTo>
                <a:lnTo>
                  <a:pt x="69519" y="36556"/>
                </a:lnTo>
                <a:lnTo>
                  <a:pt x="69546" y="35665"/>
                </a:lnTo>
                <a:lnTo>
                  <a:pt x="69573" y="34773"/>
                </a:lnTo>
                <a:lnTo>
                  <a:pt x="69546" y="33881"/>
                </a:lnTo>
                <a:lnTo>
                  <a:pt x="69519" y="32990"/>
                </a:lnTo>
                <a:lnTo>
                  <a:pt x="69465" y="32098"/>
                </a:lnTo>
                <a:lnTo>
                  <a:pt x="69384" y="31207"/>
                </a:lnTo>
                <a:lnTo>
                  <a:pt x="69276" y="30342"/>
                </a:lnTo>
                <a:lnTo>
                  <a:pt x="69168" y="29477"/>
                </a:lnTo>
                <a:lnTo>
                  <a:pt x="69033" y="28613"/>
                </a:lnTo>
                <a:lnTo>
                  <a:pt x="68871" y="27748"/>
                </a:lnTo>
                <a:lnTo>
                  <a:pt x="68682" y="26911"/>
                </a:lnTo>
                <a:lnTo>
                  <a:pt x="68466" y="26073"/>
                </a:lnTo>
                <a:lnTo>
                  <a:pt x="68249" y="25235"/>
                </a:lnTo>
                <a:lnTo>
                  <a:pt x="68006" y="24425"/>
                </a:lnTo>
                <a:lnTo>
                  <a:pt x="67736" y="23614"/>
                </a:lnTo>
                <a:lnTo>
                  <a:pt x="67466" y="22804"/>
                </a:lnTo>
                <a:lnTo>
                  <a:pt x="67169" y="22020"/>
                </a:lnTo>
                <a:lnTo>
                  <a:pt x="66844" y="21237"/>
                </a:lnTo>
                <a:lnTo>
                  <a:pt x="66493" y="20453"/>
                </a:lnTo>
                <a:lnTo>
                  <a:pt x="66142" y="19697"/>
                </a:lnTo>
                <a:lnTo>
                  <a:pt x="65764" y="18940"/>
                </a:lnTo>
                <a:lnTo>
                  <a:pt x="65358" y="18184"/>
                </a:lnTo>
                <a:lnTo>
                  <a:pt x="64953" y="17454"/>
                </a:lnTo>
                <a:lnTo>
                  <a:pt x="64521" y="16725"/>
                </a:lnTo>
                <a:lnTo>
                  <a:pt x="64089" y="16022"/>
                </a:lnTo>
                <a:lnTo>
                  <a:pt x="63629" y="15320"/>
                </a:lnTo>
                <a:lnTo>
                  <a:pt x="63143" y="14644"/>
                </a:lnTo>
                <a:lnTo>
                  <a:pt x="62657" y="13969"/>
                </a:lnTo>
                <a:lnTo>
                  <a:pt x="62143" y="13293"/>
                </a:lnTo>
                <a:lnTo>
                  <a:pt x="61630" y="12645"/>
                </a:lnTo>
                <a:lnTo>
                  <a:pt x="61089" y="11996"/>
                </a:lnTo>
                <a:lnTo>
                  <a:pt x="60522" y="11375"/>
                </a:lnTo>
                <a:lnTo>
                  <a:pt x="59955" y="10780"/>
                </a:lnTo>
                <a:lnTo>
                  <a:pt x="59387" y="10186"/>
                </a:lnTo>
                <a:lnTo>
                  <a:pt x="58793" y="9592"/>
                </a:lnTo>
                <a:lnTo>
                  <a:pt x="58171" y="9024"/>
                </a:lnTo>
                <a:lnTo>
                  <a:pt x="57550" y="8457"/>
                </a:lnTo>
                <a:lnTo>
                  <a:pt x="56902" y="7916"/>
                </a:lnTo>
                <a:lnTo>
                  <a:pt x="56253" y="7403"/>
                </a:lnTo>
                <a:lnTo>
                  <a:pt x="55605" y="6890"/>
                </a:lnTo>
                <a:lnTo>
                  <a:pt x="54929" y="6403"/>
                </a:lnTo>
                <a:lnTo>
                  <a:pt x="54227" y="5917"/>
                </a:lnTo>
                <a:lnTo>
                  <a:pt x="53524" y="5458"/>
                </a:lnTo>
                <a:lnTo>
                  <a:pt x="52822" y="5025"/>
                </a:lnTo>
                <a:lnTo>
                  <a:pt x="52092" y="4593"/>
                </a:lnTo>
                <a:lnTo>
                  <a:pt x="51363" y="4188"/>
                </a:lnTo>
                <a:lnTo>
                  <a:pt x="50633" y="3783"/>
                </a:lnTo>
                <a:lnTo>
                  <a:pt x="49877" y="3431"/>
                </a:lnTo>
                <a:lnTo>
                  <a:pt x="49093" y="3053"/>
                </a:lnTo>
                <a:lnTo>
                  <a:pt x="48337" y="2729"/>
                </a:lnTo>
                <a:lnTo>
                  <a:pt x="47553" y="2405"/>
                </a:lnTo>
                <a:lnTo>
                  <a:pt x="46742" y="2107"/>
                </a:lnTo>
                <a:lnTo>
                  <a:pt x="45932" y="1810"/>
                </a:lnTo>
                <a:lnTo>
                  <a:pt x="45121" y="1540"/>
                </a:lnTo>
                <a:lnTo>
                  <a:pt x="44311" y="1297"/>
                </a:lnTo>
                <a:lnTo>
                  <a:pt x="43473" y="1081"/>
                </a:lnTo>
                <a:lnTo>
                  <a:pt x="42636" y="892"/>
                </a:lnTo>
                <a:lnTo>
                  <a:pt x="41798" y="702"/>
                </a:lnTo>
                <a:lnTo>
                  <a:pt x="40933" y="540"/>
                </a:lnTo>
                <a:lnTo>
                  <a:pt x="40096" y="378"/>
                </a:lnTo>
                <a:lnTo>
                  <a:pt x="39231" y="270"/>
                </a:lnTo>
                <a:lnTo>
                  <a:pt x="38340" y="162"/>
                </a:lnTo>
                <a:lnTo>
                  <a:pt x="37475" y="81"/>
                </a:lnTo>
                <a:lnTo>
                  <a:pt x="36583" y="27"/>
                </a:lnTo>
                <a:lnTo>
                  <a:pt x="35692" y="0"/>
                </a:lnTo>
                <a:close/>
              </a:path>
            </a:pathLst>
          </a:custGeom>
          <a:solidFill>
            <a:srgbClr val="FD3E81"/>
          </a:solidFill>
          <a:ln>
            <a:noFill/>
          </a:ln>
        </p:spPr>
        <p:txBody>
          <a:bodyPr spcFirstLastPara="1" wrap="square" lIns="162533" tIns="162533" rIns="162533" bIns="162533" anchor="ctr" anchorCtr="0">
            <a:noAutofit/>
          </a:bodyPr>
          <a:lstStyle/>
          <a:p>
            <a:endParaRPr sz="2400"/>
          </a:p>
        </p:txBody>
      </p:sp>
      <p:sp>
        <p:nvSpPr>
          <p:cNvPr id="677" name="Google Shape;677;p76"/>
          <p:cNvSpPr/>
          <p:nvPr/>
        </p:nvSpPr>
        <p:spPr>
          <a:xfrm>
            <a:off x="10678475" y="2654223"/>
            <a:ext cx="158629" cy="206784"/>
          </a:xfrm>
          <a:custGeom>
            <a:avLst/>
            <a:gdLst/>
            <a:ahLst/>
            <a:cxnLst/>
            <a:rect l="l" t="t" r="r" b="b"/>
            <a:pathLst>
              <a:path w="69574" h="69546" extrusionOk="0">
                <a:moveTo>
                  <a:pt x="34774" y="17373"/>
                </a:moveTo>
                <a:lnTo>
                  <a:pt x="35665" y="17400"/>
                </a:lnTo>
                <a:lnTo>
                  <a:pt x="36557" y="17481"/>
                </a:lnTo>
                <a:lnTo>
                  <a:pt x="37422" y="17589"/>
                </a:lnTo>
                <a:lnTo>
                  <a:pt x="38286" y="17724"/>
                </a:lnTo>
                <a:lnTo>
                  <a:pt x="39124" y="17940"/>
                </a:lnTo>
                <a:lnTo>
                  <a:pt x="39934" y="18157"/>
                </a:lnTo>
                <a:lnTo>
                  <a:pt x="40745" y="18427"/>
                </a:lnTo>
                <a:lnTo>
                  <a:pt x="41528" y="18751"/>
                </a:lnTo>
                <a:lnTo>
                  <a:pt x="42312" y="19102"/>
                </a:lnTo>
                <a:lnTo>
                  <a:pt x="43069" y="19480"/>
                </a:lnTo>
                <a:lnTo>
                  <a:pt x="43798" y="19913"/>
                </a:lnTo>
                <a:lnTo>
                  <a:pt x="44501" y="20372"/>
                </a:lnTo>
                <a:lnTo>
                  <a:pt x="45176" y="20858"/>
                </a:lnTo>
                <a:lnTo>
                  <a:pt x="45824" y="21372"/>
                </a:lnTo>
                <a:lnTo>
                  <a:pt x="46473" y="21912"/>
                </a:lnTo>
                <a:lnTo>
                  <a:pt x="47067" y="22480"/>
                </a:lnTo>
                <a:lnTo>
                  <a:pt x="47635" y="23101"/>
                </a:lnTo>
                <a:lnTo>
                  <a:pt x="48202" y="23722"/>
                </a:lnTo>
                <a:lnTo>
                  <a:pt x="48715" y="24371"/>
                </a:lnTo>
                <a:lnTo>
                  <a:pt x="49202" y="25073"/>
                </a:lnTo>
                <a:lnTo>
                  <a:pt x="49661" y="25776"/>
                </a:lnTo>
                <a:lnTo>
                  <a:pt x="50066" y="26505"/>
                </a:lnTo>
                <a:lnTo>
                  <a:pt x="50445" y="27235"/>
                </a:lnTo>
                <a:lnTo>
                  <a:pt x="50796" y="28018"/>
                </a:lnTo>
                <a:lnTo>
                  <a:pt x="51120" y="28802"/>
                </a:lnTo>
                <a:lnTo>
                  <a:pt x="51390" y="29612"/>
                </a:lnTo>
                <a:lnTo>
                  <a:pt x="51633" y="30450"/>
                </a:lnTo>
                <a:lnTo>
                  <a:pt x="51823" y="31288"/>
                </a:lnTo>
                <a:lnTo>
                  <a:pt x="51985" y="32125"/>
                </a:lnTo>
                <a:lnTo>
                  <a:pt x="52093" y="32990"/>
                </a:lnTo>
                <a:lnTo>
                  <a:pt x="52147" y="33881"/>
                </a:lnTo>
                <a:lnTo>
                  <a:pt x="52174" y="34773"/>
                </a:lnTo>
                <a:lnTo>
                  <a:pt x="52147" y="35665"/>
                </a:lnTo>
                <a:lnTo>
                  <a:pt x="52093" y="36529"/>
                </a:lnTo>
                <a:lnTo>
                  <a:pt x="51985" y="37421"/>
                </a:lnTo>
                <a:lnTo>
                  <a:pt x="51823" y="38258"/>
                </a:lnTo>
                <a:lnTo>
                  <a:pt x="51633" y="39096"/>
                </a:lnTo>
                <a:lnTo>
                  <a:pt x="51390" y="39934"/>
                </a:lnTo>
                <a:lnTo>
                  <a:pt x="51120" y="40744"/>
                </a:lnTo>
                <a:lnTo>
                  <a:pt x="50796" y="41528"/>
                </a:lnTo>
                <a:lnTo>
                  <a:pt x="50445" y="42284"/>
                </a:lnTo>
                <a:lnTo>
                  <a:pt x="50066" y="43041"/>
                </a:lnTo>
                <a:lnTo>
                  <a:pt x="49661" y="43770"/>
                </a:lnTo>
                <a:lnTo>
                  <a:pt x="49202" y="44473"/>
                </a:lnTo>
                <a:lnTo>
                  <a:pt x="48715" y="45148"/>
                </a:lnTo>
                <a:lnTo>
                  <a:pt x="48202" y="45824"/>
                </a:lnTo>
                <a:lnTo>
                  <a:pt x="47635" y="46445"/>
                </a:lnTo>
                <a:lnTo>
                  <a:pt x="47067" y="47039"/>
                </a:lnTo>
                <a:lnTo>
                  <a:pt x="46473" y="47634"/>
                </a:lnTo>
                <a:lnTo>
                  <a:pt x="45824" y="48174"/>
                </a:lnTo>
                <a:lnTo>
                  <a:pt x="45176" y="48688"/>
                </a:lnTo>
                <a:lnTo>
                  <a:pt x="44501" y="49174"/>
                </a:lnTo>
                <a:lnTo>
                  <a:pt x="43798" y="49633"/>
                </a:lnTo>
                <a:lnTo>
                  <a:pt x="43069" y="50066"/>
                </a:lnTo>
                <a:lnTo>
                  <a:pt x="42312" y="50444"/>
                </a:lnTo>
                <a:lnTo>
                  <a:pt x="41528" y="50795"/>
                </a:lnTo>
                <a:lnTo>
                  <a:pt x="40745" y="51092"/>
                </a:lnTo>
                <a:lnTo>
                  <a:pt x="39934" y="51362"/>
                </a:lnTo>
                <a:lnTo>
                  <a:pt x="39124" y="51606"/>
                </a:lnTo>
                <a:lnTo>
                  <a:pt x="38286" y="51795"/>
                </a:lnTo>
                <a:lnTo>
                  <a:pt x="37422" y="51957"/>
                </a:lnTo>
                <a:lnTo>
                  <a:pt x="36557" y="52065"/>
                </a:lnTo>
                <a:lnTo>
                  <a:pt x="35665" y="52146"/>
                </a:lnTo>
                <a:lnTo>
                  <a:pt x="34774" y="52173"/>
                </a:lnTo>
                <a:lnTo>
                  <a:pt x="33909" y="52146"/>
                </a:lnTo>
                <a:lnTo>
                  <a:pt x="33018" y="52065"/>
                </a:lnTo>
                <a:lnTo>
                  <a:pt x="32153" y="51957"/>
                </a:lnTo>
                <a:lnTo>
                  <a:pt x="31288" y="51795"/>
                </a:lnTo>
                <a:lnTo>
                  <a:pt x="30451" y="51606"/>
                </a:lnTo>
                <a:lnTo>
                  <a:pt x="29640" y="51362"/>
                </a:lnTo>
                <a:lnTo>
                  <a:pt x="28830" y="51092"/>
                </a:lnTo>
                <a:lnTo>
                  <a:pt x="28046" y="50795"/>
                </a:lnTo>
                <a:lnTo>
                  <a:pt x="27263" y="50444"/>
                </a:lnTo>
                <a:lnTo>
                  <a:pt x="26506" y="50066"/>
                </a:lnTo>
                <a:lnTo>
                  <a:pt x="25777" y="49633"/>
                </a:lnTo>
                <a:lnTo>
                  <a:pt x="25074" y="49174"/>
                </a:lnTo>
                <a:lnTo>
                  <a:pt x="24399" y="48688"/>
                </a:lnTo>
                <a:lnTo>
                  <a:pt x="23750" y="48174"/>
                </a:lnTo>
                <a:lnTo>
                  <a:pt x="23102" y="47634"/>
                </a:lnTo>
                <a:lnTo>
                  <a:pt x="22507" y="47039"/>
                </a:lnTo>
                <a:lnTo>
                  <a:pt x="21940" y="46445"/>
                </a:lnTo>
                <a:lnTo>
                  <a:pt x="21373" y="45824"/>
                </a:lnTo>
                <a:lnTo>
                  <a:pt x="20859" y="45148"/>
                </a:lnTo>
                <a:lnTo>
                  <a:pt x="20373" y="44473"/>
                </a:lnTo>
                <a:lnTo>
                  <a:pt x="19914" y="43770"/>
                </a:lnTo>
                <a:lnTo>
                  <a:pt x="19508" y="43041"/>
                </a:lnTo>
                <a:lnTo>
                  <a:pt x="19130" y="42284"/>
                </a:lnTo>
                <a:lnTo>
                  <a:pt x="18779" y="41528"/>
                </a:lnTo>
                <a:lnTo>
                  <a:pt x="18454" y="40744"/>
                </a:lnTo>
                <a:lnTo>
                  <a:pt x="18184" y="39934"/>
                </a:lnTo>
                <a:lnTo>
                  <a:pt x="17941" y="39096"/>
                </a:lnTo>
                <a:lnTo>
                  <a:pt x="17752" y="38258"/>
                </a:lnTo>
                <a:lnTo>
                  <a:pt x="17590" y="37421"/>
                </a:lnTo>
                <a:lnTo>
                  <a:pt x="17482" y="36529"/>
                </a:lnTo>
                <a:lnTo>
                  <a:pt x="17428" y="35665"/>
                </a:lnTo>
                <a:lnTo>
                  <a:pt x="17401" y="34773"/>
                </a:lnTo>
                <a:lnTo>
                  <a:pt x="17428" y="33881"/>
                </a:lnTo>
                <a:lnTo>
                  <a:pt x="17482" y="32990"/>
                </a:lnTo>
                <a:lnTo>
                  <a:pt x="17590" y="32125"/>
                </a:lnTo>
                <a:lnTo>
                  <a:pt x="17752" y="31288"/>
                </a:lnTo>
                <a:lnTo>
                  <a:pt x="17941" y="30450"/>
                </a:lnTo>
                <a:lnTo>
                  <a:pt x="18184" y="29612"/>
                </a:lnTo>
                <a:lnTo>
                  <a:pt x="18454" y="28802"/>
                </a:lnTo>
                <a:lnTo>
                  <a:pt x="18779" y="28018"/>
                </a:lnTo>
                <a:lnTo>
                  <a:pt x="19130" y="27235"/>
                </a:lnTo>
                <a:lnTo>
                  <a:pt x="19508" y="26505"/>
                </a:lnTo>
                <a:lnTo>
                  <a:pt x="19914" y="25776"/>
                </a:lnTo>
                <a:lnTo>
                  <a:pt x="20373" y="25073"/>
                </a:lnTo>
                <a:lnTo>
                  <a:pt x="20859" y="24371"/>
                </a:lnTo>
                <a:lnTo>
                  <a:pt x="21373" y="23722"/>
                </a:lnTo>
                <a:lnTo>
                  <a:pt x="21940" y="23101"/>
                </a:lnTo>
                <a:lnTo>
                  <a:pt x="22507" y="22480"/>
                </a:lnTo>
                <a:lnTo>
                  <a:pt x="23102" y="21912"/>
                </a:lnTo>
                <a:lnTo>
                  <a:pt x="23750" y="21372"/>
                </a:lnTo>
                <a:lnTo>
                  <a:pt x="24399" y="20858"/>
                </a:lnTo>
                <a:lnTo>
                  <a:pt x="25074" y="20372"/>
                </a:lnTo>
                <a:lnTo>
                  <a:pt x="25777" y="19913"/>
                </a:lnTo>
                <a:lnTo>
                  <a:pt x="26506" y="19480"/>
                </a:lnTo>
                <a:lnTo>
                  <a:pt x="27263" y="19102"/>
                </a:lnTo>
                <a:lnTo>
                  <a:pt x="28046" y="18751"/>
                </a:lnTo>
                <a:lnTo>
                  <a:pt x="28830" y="18427"/>
                </a:lnTo>
                <a:lnTo>
                  <a:pt x="29640" y="18157"/>
                </a:lnTo>
                <a:lnTo>
                  <a:pt x="30451" y="17940"/>
                </a:lnTo>
                <a:lnTo>
                  <a:pt x="31288" y="17724"/>
                </a:lnTo>
                <a:lnTo>
                  <a:pt x="32153" y="17589"/>
                </a:lnTo>
                <a:lnTo>
                  <a:pt x="33018" y="17481"/>
                </a:lnTo>
                <a:lnTo>
                  <a:pt x="33909" y="17400"/>
                </a:lnTo>
                <a:lnTo>
                  <a:pt x="34774" y="17373"/>
                </a:lnTo>
                <a:close/>
                <a:moveTo>
                  <a:pt x="33882" y="0"/>
                </a:moveTo>
                <a:lnTo>
                  <a:pt x="32991" y="27"/>
                </a:lnTo>
                <a:lnTo>
                  <a:pt x="32099" y="81"/>
                </a:lnTo>
                <a:lnTo>
                  <a:pt x="31234" y="162"/>
                </a:lnTo>
                <a:lnTo>
                  <a:pt x="30343" y="270"/>
                </a:lnTo>
                <a:lnTo>
                  <a:pt x="29478" y="378"/>
                </a:lnTo>
                <a:lnTo>
                  <a:pt x="28641" y="540"/>
                </a:lnTo>
                <a:lnTo>
                  <a:pt x="27776" y="702"/>
                </a:lnTo>
                <a:lnTo>
                  <a:pt x="26938" y="892"/>
                </a:lnTo>
                <a:lnTo>
                  <a:pt x="26101" y="1081"/>
                </a:lnTo>
                <a:lnTo>
                  <a:pt x="25263" y="1297"/>
                </a:lnTo>
                <a:lnTo>
                  <a:pt x="24453" y="1540"/>
                </a:lnTo>
                <a:lnTo>
                  <a:pt x="23642" y="1810"/>
                </a:lnTo>
                <a:lnTo>
                  <a:pt x="22832" y="2107"/>
                </a:lnTo>
                <a:lnTo>
                  <a:pt x="22021" y="2405"/>
                </a:lnTo>
                <a:lnTo>
                  <a:pt x="21237" y="2729"/>
                </a:lnTo>
                <a:lnTo>
                  <a:pt x="20481" y="3053"/>
                </a:lnTo>
                <a:lnTo>
                  <a:pt x="19697" y="3431"/>
                </a:lnTo>
                <a:lnTo>
                  <a:pt x="18941" y="3783"/>
                </a:lnTo>
                <a:lnTo>
                  <a:pt x="18211" y="4188"/>
                </a:lnTo>
                <a:lnTo>
                  <a:pt x="17482" y="4593"/>
                </a:lnTo>
                <a:lnTo>
                  <a:pt x="16752" y="5025"/>
                </a:lnTo>
                <a:lnTo>
                  <a:pt x="16050" y="5458"/>
                </a:lnTo>
                <a:lnTo>
                  <a:pt x="15347" y="5917"/>
                </a:lnTo>
                <a:lnTo>
                  <a:pt x="14645" y="6403"/>
                </a:lnTo>
                <a:lnTo>
                  <a:pt x="13969" y="6890"/>
                </a:lnTo>
                <a:lnTo>
                  <a:pt x="13321" y="7403"/>
                </a:lnTo>
                <a:lnTo>
                  <a:pt x="12672" y="7916"/>
                </a:lnTo>
                <a:lnTo>
                  <a:pt x="12024" y="8457"/>
                </a:lnTo>
                <a:lnTo>
                  <a:pt x="11403" y="9024"/>
                </a:lnTo>
                <a:lnTo>
                  <a:pt x="10781" y="9592"/>
                </a:lnTo>
                <a:lnTo>
                  <a:pt x="10187" y="10186"/>
                </a:lnTo>
                <a:lnTo>
                  <a:pt x="9619" y="10780"/>
                </a:lnTo>
                <a:lnTo>
                  <a:pt x="9052" y="11375"/>
                </a:lnTo>
                <a:lnTo>
                  <a:pt x="8485" y="11996"/>
                </a:lnTo>
                <a:lnTo>
                  <a:pt x="7944" y="12645"/>
                </a:lnTo>
                <a:lnTo>
                  <a:pt x="7431" y="13293"/>
                </a:lnTo>
                <a:lnTo>
                  <a:pt x="6917" y="13969"/>
                </a:lnTo>
                <a:lnTo>
                  <a:pt x="6431" y="14644"/>
                </a:lnTo>
                <a:lnTo>
                  <a:pt x="5945" y="15320"/>
                </a:lnTo>
                <a:lnTo>
                  <a:pt x="5486" y="16022"/>
                </a:lnTo>
                <a:lnTo>
                  <a:pt x="5053" y="16725"/>
                </a:lnTo>
                <a:lnTo>
                  <a:pt x="4621" y="17454"/>
                </a:lnTo>
                <a:lnTo>
                  <a:pt x="4216" y="18184"/>
                </a:lnTo>
                <a:lnTo>
                  <a:pt x="3810" y="18940"/>
                </a:lnTo>
                <a:lnTo>
                  <a:pt x="3432" y="19697"/>
                </a:lnTo>
                <a:lnTo>
                  <a:pt x="3081" y="20453"/>
                </a:lnTo>
                <a:lnTo>
                  <a:pt x="2730" y="21237"/>
                </a:lnTo>
                <a:lnTo>
                  <a:pt x="2405" y="22020"/>
                </a:lnTo>
                <a:lnTo>
                  <a:pt x="2108" y="22804"/>
                </a:lnTo>
                <a:lnTo>
                  <a:pt x="1838" y="23614"/>
                </a:lnTo>
                <a:lnTo>
                  <a:pt x="1568" y="24425"/>
                </a:lnTo>
                <a:lnTo>
                  <a:pt x="1325" y="25235"/>
                </a:lnTo>
                <a:lnTo>
                  <a:pt x="1108" y="26073"/>
                </a:lnTo>
                <a:lnTo>
                  <a:pt x="892" y="26911"/>
                </a:lnTo>
                <a:lnTo>
                  <a:pt x="703" y="27748"/>
                </a:lnTo>
                <a:lnTo>
                  <a:pt x="541" y="28613"/>
                </a:lnTo>
                <a:lnTo>
                  <a:pt x="406" y="29477"/>
                </a:lnTo>
                <a:lnTo>
                  <a:pt x="298" y="30342"/>
                </a:lnTo>
                <a:lnTo>
                  <a:pt x="190" y="31207"/>
                </a:lnTo>
                <a:lnTo>
                  <a:pt x="109" y="32098"/>
                </a:lnTo>
                <a:lnTo>
                  <a:pt x="55" y="32990"/>
                </a:lnTo>
                <a:lnTo>
                  <a:pt x="28" y="33881"/>
                </a:lnTo>
                <a:lnTo>
                  <a:pt x="1" y="34773"/>
                </a:lnTo>
                <a:lnTo>
                  <a:pt x="28" y="35665"/>
                </a:lnTo>
                <a:lnTo>
                  <a:pt x="55" y="36556"/>
                </a:lnTo>
                <a:lnTo>
                  <a:pt x="109" y="37448"/>
                </a:lnTo>
                <a:lnTo>
                  <a:pt x="190" y="38339"/>
                </a:lnTo>
                <a:lnTo>
                  <a:pt x="298" y="39204"/>
                </a:lnTo>
                <a:lnTo>
                  <a:pt x="406" y="40069"/>
                </a:lnTo>
                <a:lnTo>
                  <a:pt x="541" y="40933"/>
                </a:lnTo>
                <a:lnTo>
                  <a:pt x="703" y="41771"/>
                </a:lnTo>
                <a:lnTo>
                  <a:pt x="892" y="42635"/>
                </a:lnTo>
                <a:lnTo>
                  <a:pt x="1108" y="43473"/>
                </a:lnTo>
                <a:lnTo>
                  <a:pt x="1325" y="44284"/>
                </a:lnTo>
                <a:lnTo>
                  <a:pt x="1568" y="45121"/>
                </a:lnTo>
                <a:lnTo>
                  <a:pt x="1838" y="45932"/>
                </a:lnTo>
                <a:lnTo>
                  <a:pt x="2108" y="46742"/>
                </a:lnTo>
                <a:lnTo>
                  <a:pt x="2405" y="47526"/>
                </a:lnTo>
                <a:lnTo>
                  <a:pt x="2730" y="48309"/>
                </a:lnTo>
                <a:lnTo>
                  <a:pt x="3081" y="49093"/>
                </a:lnTo>
                <a:lnTo>
                  <a:pt x="3432" y="49849"/>
                </a:lnTo>
                <a:lnTo>
                  <a:pt x="3810" y="50606"/>
                </a:lnTo>
                <a:lnTo>
                  <a:pt x="4216" y="51362"/>
                </a:lnTo>
                <a:lnTo>
                  <a:pt x="4621" y="52092"/>
                </a:lnTo>
                <a:lnTo>
                  <a:pt x="5053" y="52794"/>
                </a:lnTo>
                <a:lnTo>
                  <a:pt x="5486" y="53524"/>
                </a:lnTo>
                <a:lnTo>
                  <a:pt x="5945" y="54226"/>
                </a:lnTo>
                <a:lnTo>
                  <a:pt x="6431" y="54902"/>
                </a:lnTo>
                <a:lnTo>
                  <a:pt x="6917" y="55577"/>
                </a:lnTo>
                <a:lnTo>
                  <a:pt x="7431" y="56253"/>
                </a:lnTo>
                <a:lnTo>
                  <a:pt x="7944" y="56901"/>
                </a:lnTo>
                <a:lnTo>
                  <a:pt x="8485" y="57523"/>
                </a:lnTo>
                <a:lnTo>
                  <a:pt x="9052" y="58171"/>
                </a:lnTo>
                <a:lnTo>
                  <a:pt x="9619" y="58766"/>
                </a:lnTo>
                <a:lnTo>
                  <a:pt x="10187" y="59360"/>
                </a:lnTo>
                <a:lnTo>
                  <a:pt x="10781" y="59954"/>
                </a:lnTo>
                <a:lnTo>
                  <a:pt x="11403" y="60522"/>
                </a:lnTo>
                <a:lnTo>
                  <a:pt x="12024" y="61062"/>
                </a:lnTo>
                <a:lnTo>
                  <a:pt x="12672" y="61603"/>
                </a:lnTo>
                <a:lnTo>
                  <a:pt x="13321" y="62143"/>
                </a:lnTo>
                <a:lnTo>
                  <a:pt x="13969" y="62629"/>
                </a:lnTo>
                <a:lnTo>
                  <a:pt x="14645" y="63143"/>
                </a:lnTo>
                <a:lnTo>
                  <a:pt x="15347" y="63602"/>
                </a:lnTo>
                <a:lnTo>
                  <a:pt x="16050" y="64061"/>
                </a:lnTo>
                <a:lnTo>
                  <a:pt x="16752" y="64521"/>
                </a:lnTo>
                <a:lnTo>
                  <a:pt x="17482" y="64953"/>
                </a:lnTo>
                <a:lnTo>
                  <a:pt x="18211" y="65358"/>
                </a:lnTo>
                <a:lnTo>
                  <a:pt x="18941" y="65736"/>
                </a:lnTo>
                <a:lnTo>
                  <a:pt x="19697" y="66115"/>
                </a:lnTo>
                <a:lnTo>
                  <a:pt x="20481" y="66466"/>
                </a:lnTo>
                <a:lnTo>
                  <a:pt x="21237" y="66817"/>
                </a:lnTo>
                <a:lnTo>
                  <a:pt x="22021" y="67141"/>
                </a:lnTo>
                <a:lnTo>
                  <a:pt x="22832" y="67439"/>
                </a:lnTo>
                <a:lnTo>
                  <a:pt x="23642" y="67736"/>
                </a:lnTo>
                <a:lnTo>
                  <a:pt x="24453" y="67979"/>
                </a:lnTo>
                <a:lnTo>
                  <a:pt x="25263" y="68222"/>
                </a:lnTo>
                <a:lnTo>
                  <a:pt x="26101" y="68465"/>
                </a:lnTo>
                <a:lnTo>
                  <a:pt x="26938" y="68654"/>
                </a:lnTo>
                <a:lnTo>
                  <a:pt x="27776" y="68844"/>
                </a:lnTo>
                <a:lnTo>
                  <a:pt x="28641" y="69006"/>
                </a:lnTo>
                <a:lnTo>
                  <a:pt x="29478" y="69141"/>
                </a:lnTo>
                <a:lnTo>
                  <a:pt x="30343" y="69276"/>
                </a:lnTo>
                <a:lnTo>
                  <a:pt x="31234" y="69357"/>
                </a:lnTo>
                <a:lnTo>
                  <a:pt x="32099" y="69438"/>
                </a:lnTo>
                <a:lnTo>
                  <a:pt x="32991" y="69492"/>
                </a:lnTo>
                <a:lnTo>
                  <a:pt x="33882" y="69546"/>
                </a:lnTo>
                <a:lnTo>
                  <a:pt x="35692" y="69546"/>
                </a:lnTo>
                <a:lnTo>
                  <a:pt x="36584" y="69492"/>
                </a:lnTo>
                <a:lnTo>
                  <a:pt x="37476" y="69438"/>
                </a:lnTo>
                <a:lnTo>
                  <a:pt x="38340" y="69357"/>
                </a:lnTo>
                <a:lnTo>
                  <a:pt x="39232" y="69276"/>
                </a:lnTo>
                <a:lnTo>
                  <a:pt x="40096" y="69141"/>
                </a:lnTo>
                <a:lnTo>
                  <a:pt x="40934" y="69006"/>
                </a:lnTo>
                <a:lnTo>
                  <a:pt x="41799" y="68844"/>
                </a:lnTo>
                <a:lnTo>
                  <a:pt x="42636" y="68654"/>
                </a:lnTo>
                <a:lnTo>
                  <a:pt x="43474" y="68465"/>
                </a:lnTo>
                <a:lnTo>
                  <a:pt x="44311" y="68222"/>
                </a:lnTo>
                <a:lnTo>
                  <a:pt x="45122" y="67979"/>
                </a:lnTo>
                <a:lnTo>
                  <a:pt x="45933" y="67736"/>
                </a:lnTo>
                <a:lnTo>
                  <a:pt x="46743" y="67439"/>
                </a:lnTo>
                <a:lnTo>
                  <a:pt x="47554" y="67141"/>
                </a:lnTo>
                <a:lnTo>
                  <a:pt x="48337" y="66817"/>
                </a:lnTo>
                <a:lnTo>
                  <a:pt x="49094" y="66466"/>
                </a:lnTo>
                <a:lnTo>
                  <a:pt x="49877" y="66115"/>
                </a:lnTo>
                <a:lnTo>
                  <a:pt x="50634" y="65736"/>
                </a:lnTo>
                <a:lnTo>
                  <a:pt x="51363" y="65358"/>
                </a:lnTo>
                <a:lnTo>
                  <a:pt x="52093" y="64953"/>
                </a:lnTo>
                <a:lnTo>
                  <a:pt x="52822" y="64521"/>
                </a:lnTo>
                <a:lnTo>
                  <a:pt x="53525" y="64061"/>
                </a:lnTo>
                <a:lnTo>
                  <a:pt x="54227" y="63602"/>
                </a:lnTo>
                <a:lnTo>
                  <a:pt x="54930" y="63143"/>
                </a:lnTo>
                <a:lnTo>
                  <a:pt x="55605" y="62629"/>
                </a:lnTo>
                <a:lnTo>
                  <a:pt x="56254" y="62143"/>
                </a:lnTo>
                <a:lnTo>
                  <a:pt x="56902" y="61603"/>
                </a:lnTo>
                <a:lnTo>
                  <a:pt x="57551" y="61062"/>
                </a:lnTo>
                <a:lnTo>
                  <a:pt x="58172" y="60522"/>
                </a:lnTo>
                <a:lnTo>
                  <a:pt x="58793" y="59954"/>
                </a:lnTo>
                <a:lnTo>
                  <a:pt x="59388" y="59360"/>
                </a:lnTo>
                <a:lnTo>
                  <a:pt x="59955" y="58766"/>
                </a:lnTo>
                <a:lnTo>
                  <a:pt x="60523" y="58171"/>
                </a:lnTo>
                <a:lnTo>
                  <a:pt x="61090" y="57523"/>
                </a:lnTo>
                <a:lnTo>
                  <a:pt x="61630" y="56901"/>
                </a:lnTo>
                <a:lnTo>
                  <a:pt x="62144" y="56253"/>
                </a:lnTo>
                <a:lnTo>
                  <a:pt x="62657" y="55577"/>
                </a:lnTo>
                <a:lnTo>
                  <a:pt x="63143" y="54902"/>
                </a:lnTo>
                <a:lnTo>
                  <a:pt x="63630" y="54226"/>
                </a:lnTo>
                <a:lnTo>
                  <a:pt x="64089" y="53524"/>
                </a:lnTo>
                <a:lnTo>
                  <a:pt x="64521" y="52794"/>
                </a:lnTo>
                <a:lnTo>
                  <a:pt x="64954" y="52092"/>
                </a:lnTo>
                <a:lnTo>
                  <a:pt x="65359" y="51362"/>
                </a:lnTo>
                <a:lnTo>
                  <a:pt x="65764" y="50606"/>
                </a:lnTo>
                <a:lnTo>
                  <a:pt x="66143" y="49849"/>
                </a:lnTo>
                <a:lnTo>
                  <a:pt x="66494" y="49093"/>
                </a:lnTo>
                <a:lnTo>
                  <a:pt x="66845" y="48309"/>
                </a:lnTo>
                <a:lnTo>
                  <a:pt x="67142" y="47526"/>
                </a:lnTo>
                <a:lnTo>
                  <a:pt x="67466" y="46742"/>
                </a:lnTo>
                <a:lnTo>
                  <a:pt x="67737" y="45932"/>
                </a:lnTo>
                <a:lnTo>
                  <a:pt x="68007" y="45121"/>
                </a:lnTo>
                <a:lnTo>
                  <a:pt x="68250" y="44284"/>
                </a:lnTo>
                <a:lnTo>
                  <a:pt x="68466" y="43473"/>
                </a:lnTo>
                <a:lnTo>
                  <a:pt x="68682" y="42635"/>
                </a:lnTo>
                <a:lnTo>
                  <a:pt x="68871" y="41771"/>
                </a:lnTo>
                <a:lnTo>
                  <a:pt x="69034" y="40933"/>
                </a:lnTo>
                <a:lnTo>
                  <a:pt x="69169" y="40069"/>
                </a:lnTo>
                <a:lnTo>
                  <a:pt x="69277" y="39204"/>
                </a:lnTo>
                <a:lnTo>
                  <a:pt x="69385" y="38339"/>
                </a:lnTo>
                <a:lnTo>
                  <a:pt x="69466" y="37448"/>
                </a:lnTo>
                <a:lnTo>
                  <a:pt x="69520" y="36556"/>
                </a:lnTo>
                <a:lnTo>
                  <a:pt x="69547" y="35665"/>
                </a:lnTo>
                <a:lnTo>
                  <a:pt x="69574" y="34773"/>
                </a:lnTo>
                <a:lnTo>
                  <a:pt x="69547" y="33881"/>
                </a:lnTo>
                <a:lnTo>
                  <a:pt x="69520" y="32990"/>
                </a:lnTo>
                <a:lnTo>
                  <a:pt x="69466" y="32098"/>
                </a:lnTo>
                <a:lnTo>
                  <a:pt x="69385" y="31207"/>
                </a:lnTo>
                <a:lnTo>
                  <a:pt x="69277" y="30342"/>
                </a:lnTo>
                <a:lnTo>
                  <a:pt x="69169" y="29477"/>
                </a:lnTo>
                <a:lnTo>
                  <a:pt x="69034" y="28613"/>
                </a:lnTo>
                <a:lnTo>
                  <a:pt x="68871" y="27748"/>
                </a:lnTo>
                <a:lnTo>
                  <a:pt x="68682" y="26911"/>
                </a:lnTo>
                <a:lnTo>
                  <a:pt x="68466" y="26073"/>
                </a:lnTo>
                <a:lnTo>
                  <a:pt x="68250" y="25235"/>
                </a:lnTo>
                <a:lnTo>
                  <a:pt x="68007" y="24425"/>
                </a:lnTo>
                <a:lnTo>
                  <a:pt x="67737" y="23614"/>
                </a:lnTo>
                <a:lnTo>
                  <a:pt x="67466" y="22804"/>
                </a:lnTo>
                <a:lnTo>
                  <a:pt x="67142" y="22020"/>
                </a:lnTo>
                <a:lnTo>
                  <a:pt x="66845" y="21237"/>
                </a:lnTo>
                <a:lnTo>
                  <a:pt x="66494" y="20453"/>
                </a:lnTo>
                <a:lnTo>
                  <a:pt x="66143" y="19697"/>
                </a:lnTo>
                <a:lnTo>
                  <a:pt x="65764" y="18940"/>
                </a:lnTo>
                <a:lnTo>
                  <a:pt x="65359" y="18184"/>
                </a:lnTo>
                <a:lnTo>
                  <a:pt x="64954" y="17454"/>
                </a:lnTo>
                <a:lnTo>
                  <a:pt x="64521" y="16725"/>
                </a:lnTo>
                <a:lnTo>
                  <a:pt x="64089" y="16022"/>
                </a:lnTo>
                <a:lnTo>
                  <a:pt x="63630" y="15320"/>
                </a:lnTo>
                <a:lnTo>
                  <a:pt x="63143" y="14644"/>
                </a:lnTo>
                <a:lnTo>
                  <a:pt x="62657" y="13969"/>
                </a:lnTo>
                <a:lnTo>
                  <a:pt x="62144" y="13293"/>
                </a:lnTo>
                <a:lnTo>
                  <a:pt x="61630" y="12645"/>
                </a:lnTo>
                <a:lnTo>
                  <a:pt x="61090" y="11996"/>
                </a:lnTo>
                <a:lnTo>
                  <a:pt x="60523" y="11375"/>
                </a:lnTo>
                <a:lnTo>
                  <a:pt x="59955" y="10780"/>
                </a:lnTo>
                <a:lnTo>
                  <a:pt x="59388" y="10186"/>
                </a:lnTo>
                <a:lnTo>
                  <a:pt x="58793" y="9592"/>
                </a:lnTo>
                <a:lnTo>
                  <a:pt x="58172" y="9024"/>
                </a:lnTo>
                <a:lnTo>
                  <a:pt x="57551" y="8457"/>
                </a:lnTo>
                <a:lnTo>
                  <a:pt x="56902" y="7916"/>
                </a:lnTo>
                <a:lnTo>
                  <a:pt x="56254" y="7403"/>
                </a:lnTo>
                <a:lnTo>
                  <a:pt x="55605" y="6890"/>
                </a:lnTo>
                <a:lnTo>
                  <a:pt x="54930" y="6403"/>
                </a:lnTo>
                <a:lnTo>
                  <a:pt x="54227" y="5917"/>
                </a:lnTo>
                <a:lnTo>
                  <a:pt x="53525" y="5458"/>
                </a:lnTo>
                <a:lnTo>
                  <a:pt x="52822" y="5025"/>
                </a:lnTo>
                <a:lnTo>
                  <a:pt x="52093" y="4593"/>
                </a:lnTo>
                <a:lnTo>
                  <a:pt x="51363" y="4188"/>
                </a:lnTo>
                <a:lnTo>
                  <a:pt x="50634" y="3783"/>
                </a:lnTo>
                <a:lnTo>
                  <a:pt x="49877" y="3431"/>
                </a:lnTo>
                <a:lnTo>
                  <a:pt x="49094" y="3053"/>
                </a:lnTo>
                <a:lnTo>
                  <a:pt x="48337" y="2729"/>
                </a:lnTo>
                <a:lnTo>
                  <a:pt x="47554" y="2405"/>
                </a:lnTo>
                <a:lnTo>
                  <a:pt x="46743" y="2107"/>
                </a:lnTo>
                <a:lnTo>
                  <a:pt x="45933" y="1810"/>
                </a:lnTo>
                <a:lnTo>
                  <a:pt x="45122" y="1540"/>
                </a:lnTo>
                <a:lnTo>
                  <a:pt x="44311" y="1297"/>
                </a:lnTo>
                <a:lnTo>
                  <a:pt x="43474" y="1081"/>
                </a:lnTo>
                <a:lnTo>
                  <a:pt x="42636" y="892"/>
                </a:lnTo>
                <a:lnTo>
                  <a:pt x="41799" y="702"/>
                </a:lnTo>
                <a:lnTo>
                  <a:pt x="40934" y="540"/>
                </a:lnTo>
                <a:lnTo>
                  <a:pt x="40096" y="378"/>
                </a:lnTo>
                <a:lnTo>
                  <a:pt x="39232" y="270"/>
                </a:lnTo>
                <a:lnTo>
                  <a:pt x="38340" y="162"/>
                </a:lnTo>
                <a:lnTo>
                  <a:pt x="37476" y="81"/>
                </a:lnTo>
                <a:lnTo>
                  <a:pt x="36584" y="27"/>
                </a:lnTo>
                <a:lnTo>
                  <a:pt x="35692" y="0"/>
                </a:lnTo>
                <a:close/>
              </a:path>
            </a:pathLst>
          </a:custGeom>
          <a:solidFill>
            <a:srgbClr val="FD3E81"/>
          </a:solidFill>
          <a:ln>
            <a:noFill/>
          </a:ln>
        </p:spPr>
        <p:txBody>
          <a:bodyPr spcFirstLastPara="1" wrap="square" lIns="162533" tIns="162533" rIns="162533" bIns="162533" anchor="ctr" anchorCtr="0">
            <a:noAutofit/>
          </a:bodyPr>
          <a:lstStyle/>
          <a:p>
            <a:endParaRPr sz="2400"/>
          </a:p>
        </p:txBody>
      </p:sp>
      <p:sp>
        <p:nvSpPr>
          <p:cNvPr id="678" name="Google Shape;678;p76"/>
          <p:cNvSpPr/>
          <p:nvPr/>
        </p:nvSpPr>
        <p:spPr>
          <a:xfrm>
            <a:off x="10523300" y="2685392"/>
            <a:ext cx="134665" cy="175613"/>
          </a:xfrm>
          <a:custGeom>
            <a:avLst/>
            <a:gdLst/>
            <a:ahLst/>
            <a:cxnLst/>
            <a:rect l="l" t="t" r="r" b="b"/>
            <a:pathLst>
              <a:path w="59064" h="59063" extrusionOk="0">
                <a:moveTo>
                  <a:pt x="30289" y="14779"/>
                </a:moveTo>
                <a:lnTo>
                  <a:pt x="31045" y="14833"/>
                </a:lnTo>
                <a:lnTo>
                  <a:pt x="31775" y="14942"/>
                </a:lnTo>
                <a:lnTo>
                  <a:pt x="32504" y="15077"/>
                </a:lnTo>
                <a:lnTo>
                  <a:pt x="33207" y="15239"/>
                </a:lnTo>
                <a:lnTo>
                  <a:pt x="33909" y="15428"/>
                </a:lnTo>
                <a:lnTo>
                  <a:pt x="34585" y="15671"/>
                </a:lnTo>
                <a:lnTo>
                  <a:pt x="35260" y="15941"/>
                </a:lnTo>
                <a:lnTo>
                  <a:pt x="35908" y="16238"/>
                </a:lnTo>
                <a:lnTo>
                  <a:pt x="36557" y="16563"/>
                </a:lnTo>
                <a:lnTo>
                  <a:pt x="37178" y="16914"/>
                </a:lnTo>
                <a:lnTo>
                  <a:pt x="37773" y="17292"/>
                </a:lnTo>
                <a:lnTo>
                  <a:pt x="38340" y="17724"/>
                </a:lnTo>
                <a:lnTo>
                  <a:pt x="38908" y="18157"/>
                </a:lnTo>
                <a:lnTo>
                  <a:pt x="39448" y="18616"/>
                </a:lnTo>
                <a:lnTo>
                  <a:pt x="39961" y="19102"/>
                </a:lnTo>
                <a:lnTo>
                  <a:pt x="40448" y="19616"/>
                </a:lnTo>
                <a:lnTo>
                  <a:pt x="40907" y="20156"/>
                </a:lnTo>
                <a:lnTo>
                  <a:pt x="41366" y="20724"/>
                </a:lnTo>
                <a:lnTo>
                  <a:pt x="41771" y="21291"/>
                </a:lnTo>
                <a:lnTo>
                  <a:pt x="42150" y="21885"/>
                </a:lnTo>
                <a:lnTo>
                  <a:pt x="42501" y="22507"/>
                </a:lnTo>
                <a:lnTo>
                  <a:pt x="42825" y="23155"/>
                </a:lnTo>
                <a:lnTo>
                  <a:pt x="43122" y="23804"/>
                </a:lnTo>
                <a:lnTo>
                  <a:pt x="43393" y="24479"/>
                </a:lnTo>
                <a:lnTo>
                  <a:pt x="43636" y="25155"/>
                </a:lnTo>
                <a:lnTo>
                  <a:pt x="43825" y="25857"/>
                </a:lnTo>
                <a:lnTo>
                  <a:pt x="43987" y="26560"/>
                </a:lnTo>
                <a:lnTo>
                  <a:pt x="44122" y="27289"/>
                </a:lnTo>
                <a:lnTo>
                  <a:pt x="44230" y="28019"/>
                </a:lnTo>
                <a:lnTo>
                  <a:pt x="44284" y="28775"/>
                </a:lnTo>
                <a:lnTo>
                  <a:pt x="44311" y="29532"/>
                </a:lnTo>
                <a:lnTo>
                  <a:pt x="44284" y="30288"/>
                </a:lnTo>
                <a:lnTo>
                  <a:pt x="44230" y="31045"/>
                </a:lnTo>
                <a:lnTo>
                  <a:pt x="44122" y="31774"/>
                </a:lnTo>
                <a:lnTo>
                  <a:pt x="43987" y="32504"/>
                </a:lnTo>
                <a:lnTo>
                  <a:pt x="43825" y="33206"/>
                </a:lnTo>
                <a:lnTo>
                  <a:pt x="43636" y="33909"/>
                </a:lnTo>
                <a:lnTo>
                  <a:pt x="43393" y="34611"/>
                </a:lnTo>
                <a:lnTo>
                  <a:pt x="43122" y="35260"/>
                </a:lnTo>
                <a:lnTo>
                  <a:pt x="42825" y="35935"/>
                </a:lnTo>
                <a:lnTo>
                  <a:pt x="42501" y="36556"/>
                </a:lnTo>
                <a:lnTo>
                  <a:pt x="42150" y="37178"/>
                </a:lnTo>
                <a:lnTo>
                  <a:pt x="41771" y="37772"/>
                </a:lnTo>
                <a:lnTo>
                  <a:pt x="41366" y="38367"/>
                </a:lnTo>
                <a:lnTo>
                  <a:pt x="40907" y="38907"/>
                </a:lnTo>
                <a:lnTo>
                  <a:pt x="40448" y="39447"/>
                </a:lnTo>
                <a:lnTo>
                  <a:pt x="39961" y="39961"/>
                </a:lnTo>
                <a:lnTo>
                  <a:pt x="39448" y="40447"/>
                </a:lnTo>
                <a:lnTo>
                  <a:pt x="38908" y="40906"/>
                </a:lnTo>
                <a:lnTo>
                  <a:pt x="38340" y="41366"/>
                </a:lnTo>
                <a:lnTo>
                  <a:pt x="37773" y="41771"/>
                </a:lnTo>
                <a:lnTo>
                  <a:pt x="37178" y="42149"/>
                </a:lnTo>
                <a:lnTo>
                  <a:pt x="36557" y="42501"/>
                </a:lnTo>
                <a:lnTo>
                  <a:pt x="35908" y="42852"/>
                </a:lnTo>
                <a:lnTo>
                  <a:pt x="35260" y="43122"/>
                </a:lnTo>
                <a:lnTo>
                  <a:pt x="34585" y="43392"/>
                </a:lnTo>
                <a:lnTo>
                  <a:pt x="33909" y="43635"/>
                </a:lnTo>
                <a:lnTo>
                  <a:pt x="33207" y="43824"/>
                </a:lnTo>
                <a:lnTo>
                  <a:pt x="32504" y="43987"/>
                </a:lnTo>
                <a:lnTo>
                  <a:pt x="31775" y="44122"/>
                </a:lnTo>
                <a:lnTo>
                  <a:pt x="31045" y="44230"/>
                </a:lnTo>
                <a:lnTo>
                  <a:pt x="30289" y="44284"/>
                </a:lnTo>
                <a:lnTo>
                  <a:pt x="29532" y="44311"/>
                </a:lnTo>
                <a:lnTo>
                  <a:pt x="28775" y="44284"/>
                </a:lnTo>
                <a:lnTo>
                  <a:pt x="28019" y="44230"/>
                </a:lnTo>
                <a:lnTo>
                  <a:pt x="27289" y="44122"/>
                </a:lnTo>
                <a:lnTo>
                  <a:pt x="26560" y="43987"/>
                </a:lnTo>
                <a:lnTo>
                  <a:pt x="25857" y="43824"/>
                </a:lnTo>
                <a:lnTo>
                  <a:pt x="25155" y="43635"/>
                </a:lnTo>
                <a:lnTo>
                  <a:pt x="24480" y="43392"/>
                </a:lnTo>
                <a:lnTo>
                  <a:pt x="23804" y="43122"/>
                </a:lnTo>
                <a:lnTo>
                  <a:pt x="23156" y="42852"/>
                </a:lnTo>
                <a:lnTo>
                  <a:pt x="22507" y="42501"/>
                </a:lnTo>
                <a:lnTo>
                  <a:pt x="21886" y="42149"/>
                </a:lnTo>
                <a:lnTo>
                  <a:pt x="21291" y="41771"/>
                </a:lnTo>
                <a:lnTo>
                  <a:pt x="20724" y="41366"/>
                </a:lnTo>
                <a:lnTo>
                  <a:pt x="20157" y="40906"/>
                </a:lnTo>
                <a:lnTo>
                  <a:pt x="19616" y="40447"/>
                </a:lnTo>
                <a:lnTo>
                  <a:pt x="19103" y="39961"/>
                </a:lnTo>
                <a:lnTo>
                  <a:pt x="18616" y="39447"/>
                </a:lnTo>
                <a:lnTo>
                  <a:pt x="18157" y="38907"/>
                </a:lnTo>
                <a:lnTo>
                  <a:pt x="17698" y="38367"/>
                </a:lnTo>
                <a:lnTo>
                  <a:pt x="17293" y="37772"/>
                </a:lnTo>
                <a:lnTo>
                  <a:pt x="16914" y="37178"/>
                </a:lnTo>
                <a:lnTo>
                  <a:pt x="16563" y="36556"/>
                </a:lnTo>
                <a:lnTo>
                  <a:pt x="16239" y="35935"/>
                </a:lnTo>
                <a:lnTo>
                  <a:pt x="15942" y="35260"/>
                </a:lnTo>
                <a:lnTo>
                  <a:pt x="15671" y="34611"/>
                </a:lnTo>
                <a:lnTo>
                  <a:pt x="15428" y="33909"/>
                </a:lnTo>
                <a:lnTo>
                  <a:pt x="15239" y="33206"/>
                </a:lnTo>
                <a:lnTo>
                  <a:pt x="15077" y="32504"/>
                </a:lnTo>
                <a:lnTo>
                  <a:pt x="14942" y="31774"/>
                </a:lnTo>
                <a:lnTo>
                  <a:pt x="14834" y="31045"/>
                </a:lnTo>
                <a:lnTo>
                  <a:pt x="14780" y="30288"/>
                </a:lnTo>
                <a:lnTo>
                  <a:pt x="14753" y="29532"/>
                </a:lnTo>
                <a:lnTo>
                  <a:pt x="14780" y="28775"/>
                </a:lnTo>
                <a:lnTo>
                  <a:pt x="14834" y="28019"/>
                </a:lnTo>
                <a:lnTo>
                  <a:pt x="14942" y="27289"/>
                </a:lnTo>
                <a:lnTo>
                  <a:pt x="15077" y="26560"/>
                </a:lnTo>
                <a:lnTo>
                  <a:pt x="15239" y="25857"/>
                </a:lnTo>
                <a:lnTo>
                  <a:pt x="15428" y="25155"/>
                </a:lnTo>
                <a:lnTo>
                  <a:pt x="15671" y="24479"/>
                </a:lnTo>
                <a:lnTo>
                  <a:pt x="15942" y="23804"/>
                </a:lnTo>
                <a:lnTo>
                  <a:pt x="16239" y="23155"/>
                </a:lnTo>
                <a:lnTo>
                  <a:pt x="16563" y="22507"/>
                </a:lnTo>
                <a:lnTo>
                  <a:pt x="16914" y="21885"/>
                </a:lnTo>
                <a:lnTo>
                  <a:pt x="17293" y="21291"/>
                </a:lnTo>
                <a:lnTo>
                  <a:pt x="17698" y="20724"/>
                </a:lnTo>
                <a:lnTo>
                  <a:pt x="18157" y="20156"/>
                </a:lnTo>
                <a:lnTo>
                  <a:pt x="18616" y="19616"/>
                </a:lnTo>
                <a:lnTo>
                  <a:pt x="19103" y="19102"/>
                </a:lnTo>
                <a:lnTo>
                  <a:pt x="19616" y="18616"/>
                </a:lnTo>
                <a:lnTo>
                  <a:pt x="20157" y="18157"/>
                </a:lnTo>
                <a:lnTo>
                  <a:pt x="20724" y="17724"/>
                </a:lnTo>
                <a:lnTo>
                  <a:pt x="21291" y="17292"/>
                </a:lnTo>
                <a:lnTo>
                  <a:pt x="21886" y="16914"/>
                </a:lnTo>
                <a:lnTo>
                  <a:pt x="22507" y="16563"/>
                </a:lnTo>
                <a:lnTo>
                  <a:pt x="23156" y="16238"/>
                </a:lnTo>
                <a:lnTo>
                  <a:pt x="23804" y="15941"/>
                </a:lnTo>
                <a:lnTo>
                  <a:pt x="24480" y="15671"/>
                </a:lnTo>
                <a:lnTo>
                  <a:pt x="25155" y="15428"/>
                </a:lnTo>
                <a:lnTo>
                  <a:pt x="25857" y="15239"/>
                </a:lnTo>
                <a:lnTo>
                  <a:pt x="26560" y="15077"/>
                </a:lnTo>
                <a:lnTo>
                  <a:pt x="27289" y="14942"/>
                </a:lnTo>
                <a:lnTo>
                  <a:pt x="28019" y="14833"/>
                </a:lnTo>
                <a:lnTo>
                  <a:pt x="28775" y="14779"/>
                </a:lnTo>
                <a:close/>
                <a:moveTo>
                  <a:pt x="28775" y="0"/>
                </a:moveTo>
                <a:lnTo>
                  <a:pt x="28019" y="54"/>
                </a:lnTo>
                <a:lnTo>
                  <a:pt x="27262" y="81"/>
                </a:lnTo>
                <a:lnTo>
                  <a:pt x="26506" y="162"/>
                </a:lnTo>
                <a:lnTo>
                  <a:pt x="25776" y="243"/>
                </a:lnTo>
                <a:lnTo>
                  <a:pt x="25020" y="351"/>
                </a:lnTo>
                <a:lnTo>
                  <a:pt x="24290" y="460"/>
                </a:lnTo>
                <a:lnTo>
                  <a:pt x="23588" y="595"/>
                </a:lnTo>
                <a:lnTo>
                  <a:pt x="22858" y="757"/>
                </a:lnTo>
                <a:lnTo>
                  <a:pt x="22156" y="919"/>
                </a:lnTo>
                <a:lnTo>
                  <a:pt x="21453" y="1135"/>
                </a:lnTo>
                <a:lnTo>
                  <a:pt x="20751" y="1324"/>
                </a:lnTo>
                <a:lnTo>
                  <a:pt x="20048" y="1567"/>
                </a:lnTo>
                <a:lnTo>
                  <a:pt x="19373" y="1783"/>
                </a:lnTo>
                <a:lnTo>
                  <a:pt x="18698" y="2054"/>
                </a:lnTo>
                <a:lnTo>
                  <a:pt x="18022" y="2324"/>
                </a:lnTo>
                <a:lnTo>
                  <a:pt x="17374" y="2621"/>
                </a:lnTo>
                <a:lnTo>
                  <a:pt x="16725" y="2918"/>
                </a:lnTo>
                <a:lnTo>
                  <a:pt x="16077" y="3242"/>
                </a:lnTo>
                <a:lnTo>
                  <a:pt x="15455" y="3567"/>
                </a:lnTo>
                <a:lnTo>
                  <a:pt x="14834" y="3918"/>
                </a:lnTo>
                <a:lnTo>
                  <a:pt x="14212" y="4269"/>
                </a:lnTo>
                <a:lnTo>
                  <a:pt x="13618" y="4647"/>
                </a:lnTo>
                <a:lnTo>
                  <a:pt x="13024" y="5053"/>
                </a:lnTo>
                <a:lnTo>
                  <a:pt x="12429" y="5458"/>
                </a:lnTo>
                <a:lnTo>
                  <a:pt x="11862" y="5863"/>
                </a:lnTo>
                <a:lnTo>
                  <a:pt x="11294" y="6296"/>
                </a:lnTo>
                <a:lnTo>
                  <a:pt x="10754" y="6755"/>
                </a:lnTo>
                <a:lnTo>
                  <a:pt x="10214" y="7214"/>
                </a:lnTo>
                <a:lnTo>
                  <a:pt x="9673" y="7674"/>
                </a:lnTo>
                <a:lnTo>
                  <a:pt x="9160" y="8160"/>
                </a:lnTo>
                <a:lnTo>
                  <a:pt x="8647" y="8646"/>
                </a:lnTo>
                <a:lnTo>
                  <a:pt x="8160" y="9160"/>
                </a:lnTo>
                <a:lnTo>
                  <a:pt x="7674" y="9673"/>
                </a:lnTo>
                <a:lnTo>
                  <a:pt x="7188" y="10213"/>
                </a:lnTo>
                <a:lnTo>
                  <a:pt x="6728" y="10754"/>
                </a:lnTo>
                <a:lnTo>
                  <a:pt x="6296" y="11294"/>
                </a:lnTo>
                <a:lnTo>
                  <a:pt x="5864" y="11861"/>
                </a:lnTo>
                <a:lnTo>
                  <a:pt x="5458" y="12429"/>
                </a:lnTo>
                <a:lnTo>
                  <a:pt x="5053" y="13023"/>
                </a:lnTo>
                <a:lnTo>
                  <a:pt x="4648" y="13618"/>
                </a:lnTo>
                <a:lnTo>
                  <a:pt x="4269" y="14212"/>
                </a:lnTo>
                <a:lnTo>
                  <a:pt x="3918" y="14833"/>
                </a:lnTo>
                <a:lnTo>
                  <a:pt x="3567" y="15455"/>
                </a:lnTo>
                <a:lnTo>
                  <a:pt x="3243" y="16076"/>
                </a:lnTo>
                <a:lnTo>
                  <a:pt x="2919" y="16725"/>
                </a:lnTo>
                <a:lnTo>
                  <a:pt x="2594" y="17373"/>
                </a:lnTo>
                <a:lnTo>
                  <a:pt x="2324" y="18049"/>
                </a:lnTo>
                <a:lnTo>
                  <a:pt x="2054" y="18697"/>
                </a:lnTo>
                <a:lnTo>
                  <a:pt x="1784" y="19373"/>
                </a:lnTo>
                <a:lnTo>
                  <a:pt x="1541" y="20048"/>
                </a:lnTo>
                <a:lnTo>
                  <a:pt x="1324" y="20751"/>
                </a:lnTo>
                <a:lnTo>
                  <a:pt x="1108" y="21453"/>
                </a:lnTo>
                <a:lnTo>
                  <a:pt x="919" y="22156"/>
                </a:lnTo>
                <a:lnTo>
                  <a:pt x="757" y="22858"/>
                </a:lnTo>
                <a:lnTo>
                  <a:pt x="595" y="23588"/>
                </a:lnTo>
                <a:lnTo>
                  <a:pt x="460" y="24317"/>
                </a:lnTo>
                <a:lnTo>
                  <a:pt x="352" y="25047"/>
                </a:lnTo>
                <a:lnTo>
                  <a:pt x="244" y="25776"/>
                </a:lnTo>
                <a:lnTo>
                  <a:pt x="163" y="26506"/>
                </a:lnTo>
                <a:lnTo>
                  <a:pt x="82" y="27262"/>
                </a:lnTo>
                <a:lnTo>
                  <a:pt x="28" y="28019"/>
                </a:lnTo>
                <a:lnTo>
                  <a:pt x="1" y="28775"/>
                </a:lnTo>
                <a:lnTo>
                  <a:pt x="1" y="29532"/>
                </a:lnTo>
                <a:lnTo>
                  <a:pt x="1" y="30288"/>
                </a:lnTo>
                <a:lnTo>
                  <a:pt x="28" y="31045"/>
                </a:lnTo>
                <a:lnTo>
                  <a:pt x="82" y="31801"/>
                </a:lnTo>
                <a:lnTo>
                  <a:pt x="163" y="32558"/>
                </a:lnTo>
                <a:lnTo>
                  <a:pt x="244" y="33287"/>
                </a:lnTo>
                <a:lnTo>
                  <a:pt x="352" y="34044"/>
                </a:lnTo>
                <a:lnTo>
                  <a:pt x="460" y="34773"/>
                </a:lnTo>
                <a:lnTo>
                  <a:pt x="595" y="35476"/>
                </a:lnTo>
                <a:lnTo>
                  <a:pt x="757" y="36205"/>
                </a:lnTo>
                <a:lnTo>
                  <a:pt x="919" y="36908"/>
                </a:lnTo>
                <a:lnTo>
                  <a:pt x="1108" y="37610"/>
                </a:lnTo>
                <a:lnTo>
                  <a:pt x="1324" y="38313"/>
                </a:lnTo>
                <a:lnTo>
                  <a:pt x="1541" y="39015"/>
                </a:lnTo>
                <a:lnTo>
                  <a:pt x="1784" y="39691"/>
                </a:lnTo>
                <a:lnTo>
                  <a:pt x="2054" y="40366"/>
                </a:lnTo>
                <a:lnTo>
                  <a:pt x="2324" y="41042"/>
                </a:lnTo>
                <a:lnTo>
                  <a:pt x="2594" y="41690"/>
                </a:lnTo>
                <a:lnTo>
                  <a:pt x="2919" y="42338"/>
                </a:lnTo>
                <a:lnTo>
                  <a:pt x="3243" y="42987"/>
                </a:lnTo>
                <a:lnTo>
                  <a:pt x="3567" y="43608"/>
                </a:lnTo>
                <a:lnTo>
                  <a:pt x="3918" y="44230"/>
                </a:lnTo>
                <a:lnTo>
                  <a:pt x="4269" y="44851"/>
                </a:lnTo>
                <a:lnTo>
                  <a:pt x="4648" y="45446"/>
                </a:lnTo>
                <a:lnTo>
                  <a:pt x="5053" y="46040"/>
                </a:lnTo>
                <a:lnTo>
                  <a:pt x="5458" y="46634"/>
                </a:lnTo>
                <a:lnTo>
                  <a:pt x="5864" y="47202"/>
                </a:lnTo>
                <a:lnTo>
                  <a:pt x="6296" y="47769"/>
                </a:lnTo>
                <a:lnTo>
                  <a:pt x="6728" y="48310"/>
                </a:lnTo>
                <a:lnTo>
                  <a:pt x="7188" y="48877"/>
                </a:lnTo>
                <a:lnTo>
                  <a:pt x="7674" y="49390"/>
                </a:lnTo>
                <a:lnTo>
                  <a:pt x="8160" y="49904"/>
                </a:lnTo>
                <a:lnTo>
                  <a:pt x="8647" y="50417"/>
                </a:lnTo>
                <a:lnTo>
                  <a:pt x="9160" y="50903"/>
                </a:lnTo>
                <a:lnTo>
                  <a:pt x="9673" y="51390"/>
                </a:lnTo>
                <a:lnTo>
                  <a:pt x="10214" y="51876"/>
                </a:lnTo>
                <a:lnTo>
                  <a:pt x="10754" y="52335"/>
                </a:lnTo>
                <a:lnTo>
                  <a:pt x="11294" y="52768"/>
                </a:lnTo>
                <a:lnTo>
                  <a:pt x="11862" y="53200"/>
                </a:lnTo>
                <a:lnTo>
                  <a:pt x="12429" y="53632"/>
                </a:lnTo>
                <a:lnTo>
                  <a:pt x="13024" y="54038"/>
                </a:lnTo>
                <a:lnTo>
                  <a:pt x="13618" y="54416"/>
                </a:lnTo>
                <a:lnTo>
                  <a:pt x="14212" y="54794"/>
                </a:lnTo>
                <a:lnTo>
                  <a:pt x="14834" y="55145"/>
                </a:lnTo>
                <a:lnTo>
                  <a:pt x="15455" y="55497"/>
                </a:lnTo>
                <a:lnTo>
                  <a:pt x="16077" y="55848"/>
                </a:lnTo>
                <a:lnTo>
                  <a:pt x="16725" y="56145"/>
                </a:lnTo>
                <a:lnTo>
                  <a:pt x="17374" y="56469"/>
                </a:lnTo>
                <a:lnTo>
                  <a:pt x="18022" y="56739"/>
                </a:lnTo>
                <a:lnTo>
                  <a:pt x="18698" y="57010"/>
                </a:lnTo>
                <a:lnTo>
                  <a:pt x="19373" y="57280"/>
                </a:lnTo>
                <a:lnTo>
                  <a:pt x="20048" y="57523"/>
                </a:lnTo>
                <a:lnTo>
                  <a:pt x="20751" y="57739"/>
                </a:lnTo>
                <a:lnTo>
                  <a:pt x="21453" y="57955"/>
                </a:lnTo>
                <a:lnTo>
                  <a:pt x="22156" y="58144"/>
                </a:lnTo>
                <a:lnTo>
                  <a:pt x="22858" y="58306"/>
                </a:lnTo>
                <a:lnTo>
                  <a:pt x="23588" y="58469"/>
                </a:lnTo>
                <a:lnTo>
                  <a:pt x="24290" y="58604"/>
                </a:lnTo>
                <a:lnTo>
                  <a:pt x="25020" y="58739"/>
                </a:lnTo>
                <a:lnTo>
                  <a:pt x="25776" y="58820"/>
                </a:lnTo>
                <a:lnTo>
                  <a:pt x="26506" y="58901"/>
                </a:lnTo>
                <a:lnTo>
                  <a:pt x="27262" y="58982"/>
                </a:lnTo>
                <a:lnTo>
                  <a:pt x="28019" y="59036"/>
                </a:lnTo>
                <a:lnTo>
                  <a:pt x="28775" y="59063"/>
                </a:lnTo>
                <a:lnTo>
                  <a:pt x="30289" y="59063"/>
                </a:lnTo>
                <a:lnTo>
                  <a:pt x="31045" y="59036"/>
                </a:lnTo>
                <a:lnTo>
                  <a:pt x="31802" y="58982"/>
                </a:lnTo>
                <a:lnTo>
                  <a:pt x="32558" y="58901"/>
                </a:lnTo>
                <a:lnTo>
                  <a:pt x="33288" y="58820"/>
                </a:lnTo>
                <a:lnTo>
                  <a:pt x="34044" y="58739"/>
                </a:lnTo>
                <a:lnTo>
                  <a:pt x="34774" y="58604"/>
                </a:lnTo>
                <a:lnTo>
                  <a:pt x="35476" y="58469"/>
                </a:lnTo>
                <a:lnTo>
                  <a:pt x="36206" y="58306"/>
                </a:lnTo>
                <a:lnTo>
                  <a:pt x="36908" y="58144"/>
                </a:lnTo>
                <a:lnTo>
                  <a:pt x="37611" y="57955"/>
                </a:lnTo>
                <a:lnTo>
                  <a:pt x="38313" y="57739"/>
                </a:lnTo>
                <a:lnTo>
                  <a:pt x="39016" y="57523"/>
                </a:lnTo>
                <a:lnTo>
                  <a:pt x="39691" y="57280"/>
                </a:lnTo>
                <a:lnTo>
                  <a:pt x="40367" y="57010"/>
                </a:lnTo>
                <a:lnTo>
                  <a:pt x="41042" y="56739"/>
                </a:lnTo>
                <a:lnTo>
                  <a:pt x="41690" y="56469"/>
                </a:lnTo>
                <a:lnTo>
                  <a:pt x="42339" y="56145"/>
                </a:lnTo>
                <a:lnTo>
                  <a:pt x="42987" y="55848"/>
                </a:lnTo>
                <a:lnTo>
                  <a:pt x="43609" y="55497"/>
                </a:lnTo>
                <a:lnTo>
                  <a:pt x="44230" y="55145"/>
                </a:lnTo>
                <a:lnTo>
                  <a:pt x="44852" y="54794"/>
                </a:lnTo>
                <a:lnTo>
                  <a:pt x="45446" y="54416"/>
                </a:lnTo>
                <a:lnTo>
                  <a:pt x="46040" y="54038"/>
                </a:lnTo>
                <a:lnTo>
                  <a:pt x="46635" y="53632"/>
                </a:lnTo>
                <a:lnTo>
                  <a:pt x="47202" y="53200"/>
                </a:lnTo>
                <a:lnTo>
                  <a:pt x="47770" y="52768"/>
                </a:lnTo>
                <a:lnTo>
                  <a:pt x="48310" y="52335"/>
                </a:lnTo>
                <a:lnTo>
                  <a:pt x="48850" y="51876"/>
                </a:lnTo>
                <a:lnTo>
                  <a:pt x="49391" y="51390"/>
                </a:lnTo>
                <a:lnTo>
                  <a:pt x="49904" y="50903"/>
                </a:lnTo>
                <a:lnTo>
                  <a:pt x="50417" y="50417"/>
                </a:lnTo>
                <a:lnTo>
                  <a:pt x="50904" y="49904"/>
                </a:lnTo>
                <a:lnTo>
                  <a:pt x="51390" y="49390"/>
                </a:lnTo>
                <a:lnTo>
                  <a:pt x="51876" y="48877"/>
                </a:lnTo>
                <a:lnTo>
                  <a:pt x="52336" y="48310"/>
                </a:lnTo>
                <a:lnTo>
                  <a:pt x="52768" y="47769"/>
                </a:lnTo>
                <a:lnTo>
                  <a:pt x="53200" y="47202"/>
                </a:lnTo>
                <a:lnTo>
                  <a:pt x="53606" y="46634"/>
                </a:lnTo>
                <a:lnTo>
                  <a:pt x="54011" y="46040"/>
                </a:lnTo>
                <a:lnTo>
                  <a:pt x="54416" y="45446"/>
                </a:lnTo>
                <a:lnTo>
                  <a:pt x="54795" y="44851"/>
                </a:lnTo>
                <a:lnTo>
                  <a:pt x="55146" y="44230"/>
                </a:lnTo>
                <a:lnTo>
                  <a:pt x="55497" y="43608"/>
                </a:lnTo>
                <a:lnTo>
                  <a:pt x="55821" y="42987"/>
                </a:lnTo>
                <a:lnTo>
                  <a:pt x="56145" y="42338"/>
                </a:lnTo>
                <a:lnTo>
                  <a:pt x="56470" y="41690"/>
                </a:lnTo>
                <a:lnTo>
                  <a:pt x="56740" y="41042"/>
                </a:lnTo>
                <a:lnTo>
                  <a:pt x="57010" y="40366"/>
                </a:lnTo>
                <a:lnTo>
                  <a:pt x="57280" y="39691"/>
                </a:lnTo>
                <a:lnTo>
                  <a:pt x="57523" y="39015"/>
                </a:lnTo>
                <a:lnTo>
                  <a:pt x="57740" y="38313"/>
                </a:lnTo>
                <a:lnTo>
                  <a:pt x="57956" y="37610"/>
                </a:lnTo>
                <a:lnTo>
                  <a:pt x="58145" y="36908"/>
                </a:lnTo>
                <a:lnTo>
                  <a:pt x="58307" y="36205"/>
                </a:lnTo>
                <a:lnTo>
                  <a:pt x="58469" y="35476"/>
                </a:lnTo>
                <a:lnTo>
                  <a:pt x="58604" y="34773"/>
                </a:lnTo>
                <a:lnTo>
                  <a:pt x="58712" y="34044"/>
                </a:lnTo>
                <a:lnTo>
                  <a:pt x="58820" y="33287"/>
                </a:lnTo>
                <a:lnTo>
                  <a:pt x="58901" y="32558"/>
                </a:lnTo>
                <a:lnTo>
                  <a:pt x="58982" y="31801"/>
                </a:lnTo>
                <a:lnTo>
                  <a:pt x="59036" y="31045"/>
                </a:lnTo>
                <a:lnTo>
                  <a:pt x="59063" y="30288"/>
                </a:lnTo>
                <a:lnTo>
                  <a:pt x="59063" y="29532"/>
                </a:lnTo>
                <a:lnTo>
                  <a:pt x="59063" y="28775"/>
                </a:lnTo>
                <a:lnTo>
                  <a:pt x="59036" y="28019"/>
                </a:lnTo>
                <a:lnTo>
                  <a:pt x="58982" y="27262"/>
                </a:lnTo>
                <a:lnTo>
                  <a:pt x="58901" y="26506"/>
                </a:lnTo>
                <a:lnTo>
                  <a:pt x="58820" y="25776"/>
                </a:lnTo>
                <a:lnTo>
                  <a:pt x="58712" y="25047"/>
                </a:lnTo>
                <a:lnTo>
                  <a:pt x="58604" y="24317"/>
                </a:lnTo>
                <a:lnTo>
                  <a:pt x="58469" y="23588"/>
                </a:lnTo>
                <a:lnTo>
                  <a:pt x="58307" y="22858"/>
                </a:lnTo>
                <a:lnTo>
                  <a:pt x="58145" y="22156"/>
                </a:lnTo>
                <a:lnTo>
                  <a:pt x="57956" y="21453"/>
                </a:lnTo>
                <a:lnTo>
                  <a:pt x="57740" y="20751"/>
                </a:lnTo>
                <a:lnTo>
                  <a:pt x="57523" y="20048"/>
                </a:lnTo>
                <a:lnTo>
                  <a:pt x="57280" y="19373"/>
                </a:lnTo>
                <a:lnTo>
                  <a:pt x="57010" y="18697"/>
                </a:lnTo>
                <a:lnTo>
                  <a:pt x="56740" y="18049"/>
                </a:lnTo>
                <a:lnTo>
                  <a:pt x="56470" y="17373"/>
                </a:lnTo>
                <a:lnTo>
                  <a:pt x="56145" y="16725"/>
                </a:lnTo>
                <a:lnTo>
                  <a:pt x="55821" y="16076"/>
                </a:lnTo>
                <a:lnTo>
                  <a:pt x="55497" y="15455"/>
                </a:lnTo>
                <a:lnTo>
                  <a:pt x="55146" y="14833"/>
                </a:lnTo>
                <a:lnTo>
                  <a:pt x="54795" y="14212"/>
                </a:lnTo>
                <a:lnTo>
                  <a:pt x="54416" y="13618"/>
                </a:lnTo>
                <a:lnTo>
                  <a:pt x="54011" y="13023"/>
                </a:lnTo>
                <a:lnTo>
                  <a:pt x="53606" y="12429"/>
                </a:lnTo>
                <a:lnTo>
                  <a:pt x="53200" y="11861"/>
                </a:lnTo>
                <a:lnTo>
                  <a:pt x="52768" y="11294"/>
                </a:lnTo>
                <a:lnTo>
                  <a:pt x="52336" y="10754"/>
                </a:lnTo>
                <a:lnTo>
                  <a:pt x="51876" y="10213"/>
                </a:lnTo>
                <a:lnTo>
                  <a:pt x="51390" y="9673"/>
                </a:lnTo>
                <a:lnTo>
                  <a:pt x="50904" y="9160"/>
                </a:lnTo>
                <a:lnTo>
                  <a:pt x="50417" y="8646"/>
                </a:lnTo>
                <a:lnTo>
                  <a:pt x="49904" y="8160"/>
                </a:lnTo>
                <a:lnTo>
                  <a:pt x="49391" y="7674"/>
                </a:lnTo>
                <a:lnTo>
                  <a:pt x="48850" y="7214"/>
                </a:lnTo>
                <a:lnTo>
                  <a:pt x="48310" y="6755"/>
                </a:lnTo>
                <a:lnTo>
                  <a:pt x="47770" y="6296"/>
                </a:lnTo>
                <a:lnTo>
                  <a:pt x="47202" y="5863"/>
                </a:lnTo>
                <a:lnTo>
                  <a:pt x="46635" y="5458"/>
                </a:lnTo>
                <a:lnTo>
                  <a:pt x="46040" y="5053"/>
                </a:lnTo>
                <a:lnTo>
                  <a:pt x="45446" y="4647"/>
                </a:lnTo>
                <a:lnTo>
                  <a:pt x="44852" y="4269"/>
                </a:lnTo>
                <a:lnTo>
                  <a:pt x="44230" y="3918"/>
                </a:lnTo>
                <a:lnTo>
                  <a:pt x="43609" y="3567"/>
                </a:lnTo>
                <a:lnTo>
                  <a:pt x="42987" y="3242"/>
                </a:lnTo>
                <a:lnTo>
                  <a:pt x="42339" y="2918"/>
                </a:lnTo>
                <a:lnTo>
                  <a:pt x="41690" y="2621"/>
                </a:lnTo>
                <a:lnTo>
                  <a:pt x="41042" y="2324"/>
                </a:lnTo>
                <a:lnTo>
                  <a:pt x="40367" y="2054"/>
                </a:lnTo>
                <a:lnTo>
                  <a:pt x="39691" y="1783"/>
                </a:lnTo>
                <a:lnTo>
                  <a:pt x="39016" y="1567"/>
                </a:lnTo>
                <a:lnTo>
                  <a:pt x="38313" y="1324"/>
                </a:lnTo>
                <a:lnTo>
                  <a:pt x="37611" y="1135"/>
                </a:lnTo>
                <a:lnTo>
                  <a:pt x="36908" y="919"/>
                </a:lnTo>
                <a:lnTo>
                  <a:pt x="36206" y="757"/>
                </a:lnTo>
                <a:lnTo>
                  <a:pt x="35476" y="595"/>
                </a:lnTo>
                <a:lnTo>
                  <a:pt x="34774" y="460"/>
                </a:lnTo>
                <a:lnTo>
                  <a:pt x="34044" y="351"/>
                </a:lnTo>
                <a:lnTo>
                  <a:pt x="33288" y="243"/>
                </a:lnTo>
                <a:lnTo>
                  <a:pt x="32558" y="162"/>
                </a:lnTo>
                <a:lnTo>
                  <a:pt x="31802" y="81"/>
                </a:lnTo>
                <a:lnTo>
                  <a:pt x="31045" y="54"/>
                </a:lnTo>
                <a:lnTo>
                  <a:pt x="30289" y="0"/>
                </a:lnTo>
                <a:close/>
              </a:path>
            </a:pathLst>
          </a:custGeom>
          <a:solidFill>
            <a:srgbClr val="FD3E81"/>
          </a:solidFill>
          <a:ln>
            <a:noFill/>
          </a:ln>
        </p:spPr>
        <p:txBody>
          <a:bodyPr spcFirstLastPara="1" wrap="square" lIns="162533" tIns="162533" rIns="162533" bIns="162533" anchor="ctr" anchorCtr="0">
            <a:noAutofit/>
          </a:bodyPr>
          <a:lstStyle/>
          <a:p>
            <a:endParaRPr sz="2400"/>
          </a:p>
        </p:txBody>
      </p:sp>
      <p:sp>
        <p:nvSpPr>
          <p:cNvPr id="679" name="Google Shape;679;p76"/>
          <p:cNvSpPr/>
          <p:nvPr/>
        </p:nvSpPr>
        <p:spPr>
          <a:xfrm>
            <a:off x="10519665" y="2882937"/>
            <a:ext cx="141935" cy="46435"/>
          </a:xfrm>
          <a:custGeom>
            <a:avLst/>
            <a:gdLst/>
            <a:ahLst/>
            <a:cxnLst/>
            <a:rect l="l" t="t" r="r" b="b"/>
            <a:pathLst>
              <a:path w="62252" h="15617" extrusionOk="0">
                <a:moveTo>
                  <a:pt x="31126" y="0"/>
                </a:moveTo>
                <a:lnTo>
                  <a:pt x="29532" y="27"/>
                </a:lnTo>
                <a:lnTo>
                  <a:pt x="27830" y="81"/>
                </a:lnTo>
                <a:lnTo>
                  <a:pt x="26101" y="189"/>
                </a:lnTo>
                <a:lnTo>
                  <a:pt x="24263" y="351"/>
                </a:lnTo>
                <a:lnTo>
                  <a:pt x="22399" y="540"/>
                </a:lnTo>
                <a:lnTo>
                  <a:pt x="20481" y="757"/>
                </a:lnTo>
                <a:lnTo>
                  <a:pt x="18535" y="1027"/>
                </a:lnTo>
                <a:lnTo>
                  <a:pt x="16536" y="1351"/>
                </a:lnTo>
                <a:lnTo>
                  <a:pt x="14482" y="1702"/>
                </a:lnTo>
                <a:lnTo>
                  <a:pt x="12429" y="2081"/>
                </a:lnTo>
                <a:lnTo>
                  <a:pt x="10376" y="2513"/>
                </a:lnTo>
                <a:lnTo>
                  <a:pt x="8295" y="2999"/>
                </a:lnTo>
                <a:lnTo>
                  <a:pt x="6215" y="3513"/>
                </a:lnTo>
                <a:lnTo>
                  <a:pt x="4134" y="4080"/>
                </a:lnTo>
                <a:lnTo>
                  <a:pt x="2054" y="4674"/>
                </a:lnTo>
                <a:lnTo>
                  <a:pt x="0" y="5323"/>
                </a:lnTo>
                <a:lnTo>
                  <a:pt x="1459" y="5809"/>
                </a:lnTo>
                <a:lnTo>
                  <a:pt x="2891" y="6322"/>
                </a:lnTo>
                <a:lnTo>
                  <a:pt x="4323" y="6836"/>
                </a:lnTo>
                <a:lnTo>
                  <a:pt x="5728" y="7376"/>
                </a:lnTo>
                <a:lnTo>
                  <a:pt x="7133" y="7944"/>
                </a:lnTo>
                <a:lnTo>
                  <a:pt x="8484" y="8538"/>
                </a:lnTo>
                <a:lnTo>
                  <a:pt x="9835" y="9159"/>
                </a:lnTo>
                <a:lnTo>
                  <a:pt x="11132" y="9781"/>
                </a:lnTo>
                <a:lnTo>
                  <a:pt x="12402" y="10456"/>
                </a:lnTo>
                <a:lnTo>
                  <a:pt x="13645" y="11132"/>
                </a:lnTo>
                <a:lnTo>
                  <a:pt x="14861" y="11807"/>
                </a:lnTo>
                <a:lnTo>
                  <a:pt x="16050" y="12537"/>
                </a:lnTo>
                <a:lnTo>
                  <a:pt x="17184" y="13266"/>
                </a:lnTo>
                <a:lnTo>
                  <a:pt x="18265" y="14023"/>
                </a:lnTo>
                <a:lnTo>
                  <a:pt x="19319" y="14806"/>
                </a:lnTo>
                <a:lnTo>
                  <a:pt x="20292" y="15617"/>
                </a:lnTo>
                <a:lnTo>
                  <a:pt x="21669" y="15428"/>
                </a:lnTo>
                <a:lnTo>
                  <a:pt x="23020" y="15266"/>
                </a:lnTo>
                <a:lnTo>
                  <a:pt x="24371" y="15104"/>
                </a:lnTo>
                <a:lnTo>
                  <a:pt x="25722" y="14995"/>
                </a:lnTo>
                <a:lnTo>
                  <a:pt x="27100" y="14887"/>
                </a:lnTo>
                <a:lnTo>
                  <a:pt x="28451" y="14833"/>
                </a:lnTo>
                <a:lnTo>
                  <a:pt x="29775" y="14779"/>
                </a:lnTo>
                <a:lnTo>
                  <a:pt x="32477" y="14779"/>
                </a:lnTo>
                <a:lnTo>
                  <a:pt x="33801" y="14833"/>
                </a:lnTo>
                <a:lnTo>
                  <a:pt x="35152" y="14887"/>
                </a:lnTo>
                <a:lnTo>
                  <a:pt x="36530" y="14995"/>
                </a:lnTo>
                <a:lnTo>
                  <a:pt x="37881" y="15104"/>
                </a:lnTo>
                <a:lnTo>
                  <a:pt x="39232" y="15266"/>
                </a:lnTo>
                <a:lnTo>
                  <a:pt x="40583" y="15428"/>
                </a:lnTo>
                <a:lnTo>
                  <a:pt x="41961" y="15617"/>
                </a:lnTo>
                <a:lnTo>
                  <a:pt x="42960" y="14806"/>
                </a:lnTo>
                <a:lnTo>
                  <a:pt x="43987" y="14023"/>
                </a:lnTo>
                <a:lnTo>
                  <a:pt x="45068" y="13266"/>
                </a:lnTo>
                <a:lnTo>
                  <a:pt x="46202" y="12537"/>
                </a:lnTo>
                <a:lnTo>
                  <a:pt x="47391" y="11807"/>
                </a:lnTo>
                <a:lnTo>
                  <a:pt x="48607" y="11132"/>
                </a:lnTo>
                <a:lnTo>
                  <a:pt x="49850" y="10456"/>
                </a:lnTo>
                <a:lnTo>
                  <a:pt x="51120" y="9781"/>
                </a:lnTo>
                <a:lnTo>
                  <a:pt x="52417" y="9159"/>
                </a:lnTo>
                <a:lnTo>
                  <a:pt x="53768" y="8538"/>
                </a:lnTo>
                <a:lnTo>
                  <a:pt x="55119" y="7944"/>
                </a:lnTo>
                <a:lnTo>
                  <a:pt x="56524" y="7376"/>
                </a:lnTo>
                <a:lnTo>
                  <a:pt x="57929" y="6836"/>
                </a:lnTo>
                <a:lnTo>
                  <a:pt x="59361" y="6322"/>
                </a:lnTo>
                <a:lnTo>
                  <a:pt x="60793" y="5809"/>
                </a:lnTo>
                <a:lnTo>
                  <a:pt x="62252" y="5323"/>
                </a:lnTo>
                <a:lnTo>
                  <a:pt x="60198" y="4674"/>
                </a:lnTo>
                <a:lnTo>
                  <a:pt x="58118" y="4080"/>
                </a:lnTo>
                <a:lnTo>
                  <a:pt x="56037" y="3513"/>
                </a:lnTo>
                <a:lnTo>
                  <a:pt x="53957" y="2999"/>
                </a:lnTo>
                <a:lnTo>
                  <a:pt x="51876" y="2513"/>
                </a:lnTo>
                <a:lnTo>
                  <a:pt x="49823" y="2081"/>
                </a:lnTo>
                <a:lnTo>
                  <a:pt x="47770" y="1702"/>
                </a:lnTo>
                <a:lnTo>
                  <a:pt x="45716" y="1351"/>
                </a:lnTo>
                <a:lnTo>
                  <a:pt x="43717" y="1027"/>
                </a:lnTo>
                <a:lnTo>
                  <a:pt x="41771" y="757"/>
                </a:lnTo>
                <a:lnTo>
                  <a:pt x="39853" y="540"/>
                </a:lnTo>
                <a:lnTo>
                  <a:pt x="37989" y="351"/>
                </a:lnTo>
                <a:lnTo>
                  <a:pt x="36151" y="189"/>
                </a:lnTo>
                <a:lnTo>
                  <a:pt x="34422" y="81"/>
                </a:lnTo>
                <a:lnTo>
                  <a:pt x="32720" y="27"/>
                </a:lnTo>
                <a:lnTo>
                  <a:pt x="31126" y="0"/>
                </a:lnTo>
                <a:close/>
              </a:path>
            </a:pathLst>
          </a:custGeom>
          <a:solidFill>
            <a:srgbClr val="FD3E81"/>
          </a:solidFill>
          <a:ln>
            <a:noFill/>
          </a:ln>
        </p:spPr>
        <p:txBody>
          <a:bodyPr spcFirstLastPara="1" wrap="square" lIns="162533" tIns="162533" rIns="162533" bIns="162533" anchor="ctr" anchorCtr="0">
            <a:noAutofit/>
          </a:bodyPr>
          <a:lstStyle/>
          <a:p>
            <a:endParaRPr sz="2400"/>
          </a:p>
        </p:txBody>
      </p:sp>
      <p:sp>
        <p:nvSpPr>
          <p:cNvPr id="680" name="Google Shape;680;p76"/>
          <p:cNvSpPr/>
          <p:nvPr/>
        </p:nvSpPr>
        <p:spPr>
          <a:xfrm>
            <a:off x="10583916" y="2992756"/>
            <a:ext cx="13433" cy="43865"/>
          </a:xfrm>
          <a:custGeom>
            <a:avLst/>
            <a:gdLst/>
            <a:ahLst/>
            <a:cxnLst/>
            <a:rect l="l" t="t" r="r" b="b"/>
            <a:pathLst>
              <a:path w="5892" h="14753" extrusionOk="0">
                <a:moveTo>
                  <a:pt x="1" y="1"/>
                </a:moveTo>
                <a:lnTo>
                  <a:pt x="1" y="14753"/>
                </a:lnTo>
                <a:lnTo>
                  <a:pt x="5891" y="14753"/>
                </a:lnTo>
                <a:lnTo>
                  <a:pt x="5891" y="1"/>
                </a:lnTo>
                <a:close/>
              </a:path>
            </a:pathLst>
          </a:custGeom>
          <a:solidFill>
            <a:srgbClr val="34A853"/>
          </a:solidFill>
          <a:ln>
            <a:noFill/>
          </a:ln>
        </p:spPr>
        <p:txBody>
          <a:bodyPr spcFirstLastPara="1" wrap="square" lIns="162533" tIns="162533" rIns="162533" bIns="162533" anchor="ctr" anchorCtr="0">
            <a:noAutofit/>
          </a:bodyPr>
          <a:lstStyle/>
          <a:p>
            <a:endParaRPr sz="2400"/>
          </a:p>
        </p:txBody>
      </p:sp>
      <p:sp>
        <p:nvSpPr>
          <p:cNvPr id="681" name="Google Shape;681;p76"/>
          <p:cNvSpPr/>
          <p:nvPr/>
        </p:nvSpPr>
        <p:spPr>
          <a:xfrm>
            <a:off x="10264877" y="2886871"/>
            <a:ext cx="317193" cy="180999"/>
          </a:xfrm>
          <a:custGeom>
            <a:avLst/>
            <a:gdLst/>
            <a:ahLst/>
            <a:cxnLst/>
            <a:rect l="l" t="t" r="r" b="b"/>
            <a:pathLst>
              <a:path w="139120" h="60874" extrusionOk="0">
                <a:moveTo>
                  <a:pt x="71140" y="17401"/>
                </a:moveTo>
                <a:lnTo>
                  <a:pt x="72734" y="17455"/>
                </a:lnTo>
                <a:lnTo>
                  <a:pt x="74301" y="17536"/>
                </a:lnTo>
                <a:lnTo>
                  <a:pt x="75923" y="17644"/>
                </a:lnTo>
                <a:lnTo>
                  <a:pt x="77517" y="17779"/>
                </a:lnTo>
                <a:lnTo>
                  <a:pt x="79111" y="17941"/>
                </a:lnTo>
                <a:lnTo>
                  <a:pt x="80705" y="18158"/>
                </a:lnTo>
                <a:lnTo>
                  <a:pt x="82299" y="18374"/>
                </a:lnTo>
                <a:lnTo>
                  <a:pt x="83920" y="18617"/>
                </a:lnTo>
                <a:lnTo>
                  <a:pt x="85541" y="18887"/>
                </a:lnTo>
                <a:lnTo>
                  <a:pt x="87135" y="19184"/>
                </a:lnTo>
                <a:lnTo>
                  <a:pt x="88729" y="19508"/>
                </a:lnTo>
                <a:lnTo>
                  <a:pt x="90324" y="19860"/>
                </a:lnTo>
                <a:lnTo>
                  <a:pt x="91891" y="20211"/>
                </a:lnTo>
                <a:lnTo>
                  <a:pt x="93431" y="20589"/>
                </a:lnTo>
                <a:lnTo>
                  <a:pt x="94944" y="20994"/>
                </a:lnTo>
                <a:lnTo>
                  <a:pt x="96457" y="21427"/>
                </a:lnTo>
                <a:lnTo>
                  <a:pt x="97943" y="21832"/>
                </a:lnTo>
                <a:lnTo>
                  <a:pt x="99402" y="22291"/>
                </a:lnTo>
                <a:lnTo>
                  <a:pt x="100834" y="22751"/>
                </a:lnTo>
                <a:lnTo>
                  <a:pt x="102239" y="23210"/>
                </a:lnTo>
                <a:lnTo>
                  <a:pt x="103590" y="23696"/>
                </a:lnTo>
                <a:lnTo>
                  <a:pt x="104941" y="24183"/>
                </a:lnTo>
                <a:lnTo>
                  <a:pt x="106238" y="24696"/>
                </a:lnTo>
                <a:lnTo>
                  <a:pt x="107832" y="25317"/>
                </a:lnTo>
                <a:lnTo>
                  <a:pt x="109345" y="25966"/>
                </a:lnTo>
                <a:lnTo>
                  <a:pt x="110804" y="26641"/>
                </a:lnTo>
                <a:lnTo>
                  <a:pt x="112182" y="27290"/>
                </a:lnTo>
                <a:lnTo>
                  <a:pt x="113479" y="27965"/>
                </a:lnTo>
                <a:lnTo>
                  <a:pt x="114721" y="28614"/>
                </a:lnTo>
                <a:lnTo>
                  <a:pt x="115856" y="29289"/>
                </a:lnTo>
                <a:lnTo>
                  <a:pt x="116910" y="29938"/>
                </a:lnTo>
                <a:lnTo>
                  <a:pt x="117883" y="30586"/>
                </a:lnTo>
                <a:lnTo>
                  <a:pt x="118747" y="31235"/>
                </a:lnTo>
                <a:lnTo>
                  <a:pt x="119531" y="31856"/>
                </a:lnTo>
                <a:lnTo>
                  <a:pt x="120179" y="32477"/>
                </a:lnTo>
                <a:lnTo>
                  <a:pt x="120476" y="32802"/>
                </a:lnTo>
                <a:lnTo>
                  <a:pt x="120747" y="33099"/>
                </a:lnTo>
                <a:lnTo>
                  <a:pt x="120990" y="33396"/>
                </a:lnTo>
                <a:lnTo>
                  <a:pt x="121179" y="33666"/>
                </a:lnTo>
                <a:lnTo>
                  <a:pt x="121368" y="33963"/>
                </a:lnTo>
                <a:lnTo>
                  <a:pt x="121530" y="34234"/>
                </a:lnTo>
                <a:lnTo>
                  <a:pt x="121638" y="34504"/>
                </a:lnTo>
                <a:lnTo>
                  <a:pt x="121719" y="34774"/>
                </a:lnTo>
                <a:lnTo>
                  <a:pt x="121719" y="43474"/>
                </a:lnTo>
                <a:lnTo>
                  <a:pt x="17400" y="43474"/>
                </a:lnTo>
                <a:lnTo>
                  <a:pt x="17400" y="34855"/>
                </a:lnTo>
                <a:lnTo>
                  <a:pt x="17481" y="34558"/>
                </a:lnTo>
                <a:lnTo>
                  <a:pt x="17616" y="34261"/>
                </a:lnTo>
                <a:lnTo>
                  <a:pt x="17805" y="33963"/>
                </a:lnTo>
                <a:lnTo>
                  <a:pt x="17994" y="33639"/>
                </a:lnTo>
                <a:lnTo>
                  <a:pt x="18238" y="33315"/>
                </a:lnTo>
                <a:lnTo>
                  <a:pt x="18508" y="32991"/>
                </a:lnTo>
                <a:lnTo>
                  <a:pt x="18832" y="32667"/>
                </a:lnTo>
                <a:lnTo>
                  <a:pt x="19156" y="32315"/>
                </a:lnTo>
                <a:lnTo>
                  <a:pt x="19535" y="31964"/>
                </a:lnTo>
                <a:lnTo>
                  <a:pt x="19940" y="31640"/>
                </a:lnTo>
                <a:lnTo>
                  <a:pt x="20831" y="30937"/>
                </a:lnTo>
                <a:lnTo>
                  <a:pt x="21858" y="30208"/>
                </a:lnTo>
                <a:lnTo>
                  <a:pt x="22966" y="29505"/>
                </a:lnTo>
                <a:lnTo>
                  <a:pt x="24209" y="28776"/>
                </a:lnTo>
                <a:lnTo>
                  <a:pt x="25533" y="28046"/>
                </a:lnTo>
                <a:lnTo>
                  <a:pt x="26965" y="27317"/>
                </a:lnTo>
                <a:lnTo>
                  <a:pt x="28478" y="26587"/>
                </a:lnTo>
                <a:lnTo>
                  <a:pt x="30072" y="25858"/>
                </a:lnTo>
                <a:lnTo>
                  <a:pt x="31747" y="25155"/>
                </a:lnTo>
                <a:lnTo>
                  <a:pt x="33503" y="24453"/>
                </a:lnTo>
                <a:lnTo>
                  <a:pt x="35313" y="23777"/>
                </a:lnTo>
                <a:lnTo>
                  <a:pt x="37205" y="23129"/>
                </a:lnTo>
                <a:lnTo>
                  <a:pt x="39150" y="22481"/>
                </a:lnTo>
                <a:lnTo>
                  <a:pt x="41150" y="21859"/>
                </a:lnTo>
                <a:lnTo>
                  <a:pt x="43203" y="21265"/>
                </a:lnTo>
                <a:lnTo>
                  <a:pt x="45283" y="20697"/>
                </a:lnTo>
                <a:lnTo>
                  <a:pt x="47418" y="20184"/>
                </a:lnTo>
                <a:lnTo>
                  <a:pt x="49552" y="19698"/>
                </a:lnTo>
                <a:lnTo>
                  <a:pt x="51741" y="19238"/>
                </a:lnTo>
                <a:lnTo>
                  <a:pt x="53956" y="18833"/>
                </a:lnTo>
                <a:lnTo>
                  <a:pt x="56172" y="18455"/>
                </a:lnTo>
                <a:lnTo>
                  <a:pt x="58414" y="18158"/>
                </a:lnTo>
                <a:lnTo>
                  <a:pt x="60657" y="17887"/>
                </a:lnTo>
                <a:lnTo>
                  <a:pt x="62900" y="17671"/>
                </a:lnTo>
                <a:lnTo>
                  <a:pt x="65115" y="17509"/>
                </a:lnTo>
                <a:lnTo>
                  <a:pt x="67358" y="17428"/>
                </a:lnTo>
                <a:lnTo>
                  <a:pt x="69573" y="17401"/>
                </a:lnTo>
                <a:close/>
                <a:moveTo>
                  <a:pt x="68465" y="1"/>
                </a:moveTo>
                <a:lnTo>
                  <a:pt x="67331" y="28"/>
                </a:lnTo>
                <a:lnTo>
                  <a:pt x="64953" y="136"/>
                </a:lnTo>
                <a:lnTo>
                  <a:pt x="62467" y="298"/>
                </a:lnTo>
                <a:lnTo>
                  <a:pt x="59901" y="541"/>
                </a:lnTo>
                <a:lnTo>
                  <a:pt x="57253" y="866"/>
                </a:lnTo>
                <a:lnTo>
                  <a:pt x="54524" y="1217"/>
                </a:lnTo>
                <a:lnTo>
                  <a:pt x="51741" y="1676"/>
                </a:lnTo>
                <a:lnTo>
                  <a:pt x="48904" y="2190"/>
                </a:lnTo>
                <a:lnTo>
                  <a:pt x="46040" y="2757"/>
                </a:lnTo>
                <a:lnTo>
                  <a:pt x="43149" y="3405"/>
                </a:lnTo>
                <a:lnTo>
                  <a:pt x="41690" y="3757"/>
                </a:lnTo>
                <a:lnTo>
                  <a:pt x="40231" y="4135"/>
                </a:lnTo>
                <a:lnTo>
                  <a:pt x="38799" y="4513"/>
                </a:lnTo>
                <a:lnTo>
                  <a:pt x="37340" y="4918"/>
                </a:lnTo>
                <a:lnTo>
                  <a:pt x="35908" y="5324"/>
                </a:lnTo>
                <a:lnTo>
                  <a:pt x="34476" y="5756"/>
                </a:lnTo>
                <a:lnTo>
                  <a:pt x="33044" y="6215"/>
                </a:lnTo>
                <a:lnTo>
                  <a:pt x="31639" y="6675"/>
                </a:lnTo>
                <a:lnTo>
                  <a:pt x="30207" y="7161"/>
                </a:lnTo>
                <a:lnTo>
                  <a:pt x="28829" y="7674"/>
                </a:lnTo>
                <a:lnTo>
                  <a:pt x="27451" y="8188"/>
                </a:lnTo>
                <a:lnTo>
                  <a:pt x="26073" y="8728"/>
                </a:lnTo>
                <a:lnTo>
                  <a:pt x="24722" y="9268"/>
                </a:lnTo>
                <a:lnTo>
                  <a:pt x="23398" y="9836"/>
                </a:lnTo>
                <a:lnTo>
                  <a:pt x="22074" y="10430"/>
                </a:lnTo>
                <a:lnTo>
                  <a:pt x="20804" y="11025"/>
                </a:lnTo>
                <a:lnTo>
                  <a:pt x="19535" y="11646"/>
                </a:lnTo>
                <a:lnTo>
                  <a:pt x="18292" y="12294"/>
                </a:lnTo>
                <a:lnTo>
                  <a:pt x="17076" y="12943"/>
                </a:lnTo>
                <a:lnTo>
                  <a:pt x="15887" y="13618"/>
                </a:lnTo>
                <a:lnTo>
                  <a:pt x="14725" y="14294"/>
                </a:lnTo>
                <a:lnTo>
                  <a:pt x="13617" y="14996"/>
                </a:lnTo>
                <a:lnTo>
                  <a:pt x="12510" y="15726"/>
                </a:lnTo>
                <a:lnTo>
                  <a:pt x="11456" y="16455"/>
                </a:lnTo>
                <a:lnTo>
                  <a:pt x="10429" y="17212"/>
                </a:lnTo>
                <a:lnTo>
                  <a:pt x="9457" y="17995"/>
                </a:lnTo>
                <a:lnTo>
                  <a:pt x="8511" y="18779"/>
                </a:lnTo>
                <a:lnTo>
                  <a:pt x="7592" y="19590"/>
                </a:lnTo>
                <a:lnTo>
                  <a:pt x="6755" y="20400"/>
                </a:lnTo>
                <a:lnTo>
                  <a:pt x="5917" y="21238"/>
                </a:lnTo>
                <a:lnTo>
                  <a:pt x="5161" y="22102"/>
                </a:lnTo>
                <a:lnTo>
                  <a:pt x="4431" y="22994"/>
                </a:lnTo>
                <a:lnTo>
                  <a:pt x="3756" y="23858"/>
                </a:lnTo>
                <a:lnTo>
                  <a:pt x="3134" y="24777"/>
                </a:lnTo>
                <a:lnTo>
                  <a:pt x="2567" y="25696"/>
                </a:lnTo>
                <a:lnTo>
                  <a:pt x="2026" y="26641"/>
                </a:lnTo>
                <a:lnTo>
                  <a:pt x="1567" y="27614"/>
                </a:lnTo>
                <a:lnTo>
                  <a:pt x="1162" y="28587"/>
                </a:lnTo>
                <a:lnTo>
                  <a:pt x="811" y="29559"/>
                </a:lnTo>
                <a:lnTo>
                  <a:pt x="513" y="30586"/>
                </a:lnTo>
                <a:lnTo>
                  <a:pt x="297" y="31613"/>
                </a:lnTo>
                <a:lnTo>
                  <a:pt x="216" y="32126"/>
                </a:lnTo>
                <a:lnTo>
                  <a:pt x="135" y="32640"/>
                </a:lnTo>
                <a:lnTo>
                  <a:pt x="81" y="33180"/>
                </a:lnTo>
                <a:lnTo>
                  <a:pt x="27" y="33693"/>
                </a:lnTo>
                <a:lnTo>
                  <a:pt x="0" y="34234"/>
                </a:lnTo>
                <a:lnTo>
                  <a:pt x="0" y="34774"/>
                </a:lnTo>
                <a:lnTo>
                  <a:pt x="0" y="60874"/>
                </a:lnTo>
                <a:lnTo>
                  <a:pt x="139119" y="60874"/>
                </a:lnTo>
                <a:lnTo>
                  <a:pt x="139119" y="43474"/>
                </a:lnTo>
                <a:lnTo>
                  <a:pt x="139119" y="34774"/>
                </a:lnTo>
                <a:lnTo>
                  <a:pt x="139119" y="34180"/>
                </a:lnTo>
                <a:lnTo>
                  <a:pt x="139092" y="33612"/>
                </a:lnTo>
                <a:lnTo>
                  <a:pt x="139038" y="33018"/>
                </a:lnTo>
                <a:lnTo>
                  <a:pt x="138957" y="32450"/>
                </a:lnTo>
                <a:lnTo>
                  <a:pt x="138876" y="31883"/>
                </a:lnTo>
                <a:lnTo>
                  <a:pt x="138768" y="31316"/>
                </a:lnTo>
                <a:lnTo>
                  <a:pt x="138633" y="30748"/>
                </a:lnTo>
                <a:lnTo>
                  <a:pt x="138498" y="30181"/>
                </a:lnTo>
                <a:lnTo>
                  <a:pt x="138336" y="29640"/>
                </a:lnTo>
                <a:lnTo>
                  <a:pt x="138147" y="29100"/>
                </a:lnTo>
                <a:lnTo>
                  <a:pt x="137958" y="28560"/>
                </a:lnTo>
                <a:lnTo>
                  <a:pt x="137741" y="28019"/>
                </a:lnTo>
                <a:lnTo>
                  <a:pt x="137498" y="27479"/>
                </a:lnTo>
                <a:lnTo>
                  <a:pt x="137255" y="26966"/>
                </a:lnTo>
                <a:lnTo>
                  <a:pt x="136985" y="26452"/>
                </a:lnTo>
                <a:lnTo>
                  <a:pt x="136688" y="25939"/>
                </a:lnTo>
                <a:lnTo>
                  <a:pt x="136391" y="25426"/>
                </a:lnTo>
                <a:lnTo>
                  <a:pt x="136066" y="24912"/>
                </a:lnTo>
                <a:lnTo>
                  <a:pt x="135391" y="23913"/>
                </a:lnTo>
                <a:lnTo>
                  <a:pt x="134661" y="22940"/>
                </a:lnTo>
                <a:lnTo>
                  <a:pt x="133851" y="21994"/>
                </a:lnTo>
                <a:lnTo>
                  <a:pt x="133013" y="21049"/>
                </a:lnTo>
                <a:lnTo>
                  <a:pt x="132095" y="20130"/>
                </a:lnTo>
                <a:lnTo>
                  <a:pt x="131149" y="19238"/>
                </a:lnTo>
                <a:lnTo>
                  <a:pt x="130122" y="18374"/>
                </a:lnTo>
                <a:lnTo>
                  <a:pt x="128960" y="17428"/>
                </a:lnTo>
                <a:lnTo>
                  <a:pt x="127718" y="16509"/>
                </a:lnTo>
                <a:lnTo>
                  <a:pt x="126448" y="15618"/>
                </a:lnTo>
                <a:lnTo>
                  <a:pt x="125097" y="14753"/>
                </a:lnTo>
                <a:lnTo>
                  <a:pt x="123719" y="13889"/>
                </a:lnTo>
                <a:lnTo>
                  <a:pt x="122314" y="13078"/>
                </a:lnTo>
                <a:lnTo>
                  <a:pt x="120828" y="12294"/>
                </a:lnTo>
                <a:lnTo>
                  <a:pt x="119342" y="11511"/>
                </a:lnTo>
                <a:lnTo>
                  <a:pt x="117775" y="10781"/>
                </a:lnTo>
                <a:lnTo>
                  <a:pt x="116208" y="10052"/>
                </a:lnTo>
                <a:lnTo>
                  <a:pt x="114613" y="9349"/>
                </a:lnTo>
                <a:lnTo>
                  <a:pt x="112965" y="8674"/>
                </a:lnTo>
                <a:lnTo>
                  <a:pt x="111317" y="8053"/>
                </a:lnTo>
                <a:lnTo>
                  <a:pt x="109642" y="7431"/>
                </a:lnTo>
                <a:lnTo>
                  <a:pt x="107940" y="6837"/>
                </a:lnTo>
                <a:lnTo>
                  <a:pt x="106211" y="6242"/>
                </a:lnTo>
                <a:lnTo>
                  <a:pt x="103806" y="5486"/>
                </a:lnTo>
                <a:lnTo>
                  <a:pt x="101347" y="4783"/>
                </a:lnTo>
                <a:lnTo>
                  <a:pt x="98916" y="4135"/>
                </a:lnTo>
                <a:lnTo>
                  <a:pt x="96457" y="3513"/>
                </a:lnTo>
                <a:lnTo>
                  <a:pt x="93998" y="2946"/>
                </a:lnTo>
                <a:lnTo>
                  <a:pt x="91566" y="2433"/>
                </a:lnTo>
                <a:lnTo>
                  <a:pt x="89135" y="1973"/>
                </a:lnTo>
                <a:lnTo>
                  <a:pt x="86757" y="1568"/>
                </a:lnTo>
                <a:lnTo>
                  <a:pt x="84406" y="1190"/>
                </a:lnTo>
                <a:lnTo>
                  <a:pt x="82083" y="893"/>
                </a:lnTo>
                <a:lnTo>
                  <a:pt x="79840" y="622"/>
                </a:lnTo>
                <a:lnTo>
                  <a:pt x="77625" y="379"/>
                </a:lnTo>
                <a:lnTo>
                  <a:pt x="75490" y="217"/>
                </a:lnTo>
                <a:lnTo>
                  <a:pt x="73437" y="109"/>
                </a:lnTo>
                <a:lnTo>
                  <a:pt x="71438" y="28"/>
                </a:lnTo>
                <a:lnTo>
                  <a:pt x="69573" y="1"/>
                </a:lnTo>
                <a:close/>
              </a:path>
            </a:pathLst>
          </a:custGeom>
          <a:solidFill>
            <a:srgbClr val="FD3E81"/>
          </a:solidFill>
          <a:ln>
            <a:noFill/>
          </a:ln>
        </p:spPr>
        <p:txBody>
          <a:bodyPr spcFirstLastPara="1" wrap="square" lIns="162533" tIns="162533" rIns="162533" bIns="162533" anchor="ctr" anchorCtr="0">
            <a:noAutofit/>
          </a:bodyPr>
          <a:lstStyle/>
          <a:p>
            <a:endParaRPr sz="2400"/>
          </a:p>
        </p:txBody>
      </p:sp>
      <p:sp>
        <p:nvSpPr>
          <p:cNvPr id="682" name="Google Shape;682;p76"/>
          <p:cNvSpPr/>
          <p:nvPr/>
        </p:nvSpPr>
        <p:spPr>
          <a:xfrm>
            <a:off x="10599193" y="2886871"/>
            <a:ext cx="317193" cy="180999"/>
          </a:xfrm>
          <a:custGeom>
            <a:avLst/>
            <a:gdLst/>
            <a:ahLst/>
            <a:cxnLst/>
            <a:rect l="l" t="t" r="r" b="b"/>
            <a:pathLst>
              <a:path w="139120" h="60874" extrusionOk="0">
                <a:moveTo>
                  <a:pt x="69547" y="17401"/>
                </a:moveTo>
                <a:lnTo>
                  <a:pt x="71762" y="17428"/>
                </a:lnTo>
                <a:lnTo>
                  <a:pt x="74005" y="17509"/>
                </a:lnTo>
                <a:lnTo>
                  <a:pt x="76220" y="17671"/>
                </a:lnTo>
                <a:lnTo>
                  <a:pt x="78463" y="17887"/>
                </a:lnTo>
                <a:lnTo>
                  <a:pt x="80706" y="18158"/>
                </a:lnTo>
                <a:lnTo>
                  <a:pt x="82948" y="18455"/>
                </a:lnTo>
                <a:lnTo>
                  <a:pt x="85164" y="18833"/>
                </a:lnTo>
                <a:lnTo>
                  <a:pt x="87379" y="19238"/>
                </a:lnTo>
                <a:lnTo>
                  <a:pt x="89568" y="19698"/>
                </a:lnTo>
                <a:lnTo>
                  <a:pt x="91702" y="20184"/>
                </a:lnTo>
                <a:lnTo>
                  <a:pt x="93837" y="20697"/>
                </a:lnTo>
                <a:lnTo>
                  <a:pt x="95917" y="21265"/>
                </a:lnTo>
                <a:lnTo>
                  <a:pt x="97970" y="21859"/>
                </a:lnTo>
                <a:lnTo>
                  <a:pt x="99970" y="22481"/>
                </a:lnTo>
                <a:lnTo>
                  <a:pt x="101915" y="23102"/>
                </a:lnTo>
                <a:lnTo>
                  <a:pt x="103807" y="23777"/>
                </a:lnTo>
                <a:lnTo>
                  <a:pt x="105617" y="24453"/>
                </a:lnTo>
                <a:lnTo>
                  <a:pt x="107373" y="25155"/>
                </a:lnTo>
                <a:lnTo>
                  <a:pt x="109048" y="25858"/>
                </a:lnTo>
                <a:lnTo>
                  <a:pt x="110642" y="26560"/>
                </a:lnTo>
                <a:lnTo>
                  <a:pt x="112155" y="27290"/>
                </a:lnTo>
                <a:lnTo>
                  <a:pt x="113587" y="28019"/>
                </a:lnTo>
                <a:lnTo>
                  <a:pt x="114911" y="28749"/>
                </a:lnTo>
                <a:lnTo>
                  <a:pt x="116154" y="29451"/>
                </a:lnTo>
                <a:lnTo>
                  <a:pt x="117262" y="30181"/>
                </a:lnTo>
                <a:lnTo>
                  <a:pt x="118289" y="30883"/>
                </a:lnTo>
                <a:lnTo>
                  <a:pt x="119180" y="31586"/>
                </a:lnTo>
                <a:lnTo>
                  <a:pt x="119585" y="31910"/>
                </a:lnTo>
                <a:lnTo>
                  <a:pt x="119964" y="32261"/>
                </a:lnTo>
                <a:lnTo>
                  <a:pt x="120288" y="32585"/>
                </a:lnTo>
                <a:lnTo>
                  <a:pt x="120612" y="32937"/>
                </a:lnTo>
                <a:lnTo>
                  <a:pt x="120882" y="33261"/>
                </a:lnTo>
                <a:lnTo>
                  <a:pt x="121126" y="33558"/>
                </a:lnTo>
                <a:lnTo>
                  <a:pt x="121315" y="33882"/>
                </a:lnTo>
                <a:lnTo>
                  <a:pt x="121504" y="34180"/>
                </a:lnTo>
                <a:lnTo>
                  <a:pt x="121639" y="34477"/>
                </a:lnTo>
                <a:lnTo>
                  <a:pt x="121720" y="34774"/>
                </a:lnTo>
                <a:lnTo>
                  <a:pt x="121720" y="43474"/>
                </a:lnTo>
                <a:lnTo>
                  <a:pt x="17401" y="43474"/>
                </a:lnTo>
                <a:lnTo>
                  <a:pt x="17401" y="34855"/>
                </a:lnTo>
                <a:lnTo>
                  <a:pt x="17482" y="34585"/>
                </a:lnTo>
                <a:lnTo>
                  <a:pt x="17590" y="34315"/>
                </a:lnTo>
                <a:lnTo>
                  <a:pt x="17752" y="34044"/>
                </a:lnTo>
                <a:lnTo>
                  <a:pt x="17941" y="33747"/>
                </a:lnTo>
                <a:lnTo>
                  <a:pt x="18130" y="33450"/>
                </a:lnTo>
                <a:lnTo>
                  <a:pt x="18373" y="33153"/>
                </a:lnTo>
                <a:lnTo>
                  <a:pt x="18644" y="32856"/>
                </a:lnTo>
                <a:lnTo>
                  <a:pt x="18941" y="32531"/>
                </a:lnTo>
                <a:lnTo>
                  <a:pt x="19616" y="31910"/>
                </a:lnTo>
                <a:lnTo>
                  <a:pt x="20373" y="31289"/>
                </a:lnTo>
                <a:lnTo>
                  <a:pt x="21237" y="30640"/>
                </a:lnTo>
                <a:lnTo>
                  <a:pt x="22210" y="29965"/>
                </a:lnTo>
                <a:lnTo>
                  <a:pt x="23264" y="29316"/>
                </a:lnTo>
                <a:lnTo>
                  <a:pt x="24426" y="28641"/>
                </a:lnTo>
                <a:lnTo>
                  <a:pt x="25641" y="27965"/>
                </a:lnTo>
                <a:lnTo>
                  <a:pt x="26965" y="27317"/>
                </a:lnTo>
                <a:lnTo>
                  <a:pt x="28343" y="26641"/>
                </a:lnTo>
                <a:lnTo>
                  <a:pt x="29802" y="25993"/>
                </a:lnTo>
                <a:lnTo>
                  <a:pt x="31342" y="25317"/>
                </a:lnTo>
                <a:lnTo>
                  <a:pt x="32909" y="24696"/>
                </a:lnTo>
                <a:lnTo>
                  <a:pt x="34206" y="24183"/>
                </a:lnTo>
                <a:lnTo>
                  <a:pt x="35557" y="23696"/>
                </a:lnTo>
                <a:lnTo>
                  <a:pt x="36935" y="23210"/>
                </a:lnTo>
                <a:lnTo>
                  <a:pt x="38313" y="22751"/>
                </a:lnTo>
                <a:lnTo>
                  <a:pt x="39745" y="22291"/>
                </a:lnTo>
                <a:lnTo>
                  <a:pt x="41204" y="21832"/>
                </a:lnTo>
                <a:lnTo>
                  <a:pt x="42690" y="21400"/>
                </a:lnTo>
                <a:lnTo>
                  <a:pt x="44176" y="20994"/>
                </a:lnTo>
                <a:lnTo>
                  <a:pt x="45716" y="20589"/>
                </a:lnTo>
                <a:lnTo>
                  <a:pt x="47256" y="20211"/>
                </a:lnTo>
                <a:lnTo>
                  <a:pt x="48823" y="19860"/>
                </a:lnTo>
                <a:lnTo>
                  <a:pt x="50391" y="19508"/>
                </a:lnTo>
                <a:lnTo>
                  <a:pt x="51985" y="19184"/>
                </a:lnTo>
                <a:lnTo>
                  <a:pt x="53579" y="18887"/>
                </a:lnTo>
                <a:lnTo>
                  <a:pt x="55200" y="18617"/>
                </a:lnTo>
                <a:lnTo>
                  <a:pt x="56821" y="18374"/>
                </a:lnTo>
                <a:lnTo>
                  <a:pt x="58415" y="18158"/>
                </a:lnTo>
                <a:lnTo>
                  <a:pt x="60009" y="17941"/>
                </a:lnTo>
                <a:lnTo>
                  <a:pt x="61603" y="17779"/>
                </a:lnTo>
                <a:lnTo>
                  <a:pt x="63197" y="17644"/>
                </a:lnTo>
                <a:lnTo>
                  <a:pt x="64819" y="17536"/>
                </a:lnTo>
                <a:lnTo>
                  <a:pt x="66386" y="17455"/>
                </a:lnTo>
                <a:lnTo>
                  <a:pt x="67980" y="17401"/>
                </a:lnTo>
                <a:close/>
                <a:moveTo>
                  <a:pt x="69547" y="1"/>
                </a:moveTo>
                <a:lnTo>
                  <a:pt x="67683" y="28"/>
                </a:lnTo>
                <a:lnTo>
                  <a:pt x="65683" y="109"/>
                </a:lnTo>
                <a:lnTo>
                  <a:pt x="63630" y="217"/>
                </a:lnTo>
                <a:lnTo>
                  <a:pt x="61495" y="379"/>
                </a:lnTo>
                <a:lnTo>
                  <a:pt x="59280" y="622"/>
                </a:lnTo>
                <a:lnTo>
                  <a:pt x="57037" y="893"/>
                </a:lnTo>
                <a:lnTo>
                  <a:pt x="54714" y="1190"/>
                </a:lnTo>
                <a:lnTo>
                  <a:pt x="52363" y="1568"/>
                </a:lnTo>
                <a:lnTo>
                  <a:pt x="49985" y="1973"/>
                </a:lnTo>
                <a:lnTo>
                  <a:pt x="47554" y="2433"/>
                </a:lnTo>
                <a:lnTo>
                  <a:pt x="45122" y="2946"/>
                </a:lnTo>
                <a:lnTo>
                  <a:pt x="42663" y="3513"/>
                </a:lnTo>
                <a:lnTo>
                  <a:pt x="40204" y="4135"/>
                </a:lnTo>
                <a:lnTo>
                  <a:pt x="37773" y="4783"/>
                </a:lnTo>
                <a:lnTo>
                  <a:pt x="35314" y="5486"/>
                </a:lnTo>
                <a:lnTo>
                  <a:pt x="32909" y="6242"/>
                </a:lnTo>
                <a:lnTo>
                  <a:pt x="31180" y="6837"/>
                </a:lnTo>
                <a:lnTo>
                  <a:pt x="29478" y="7431"/>
                </a:lnTo>
                <a:lnTo>
                  <a:pt x="27803" y="8053"/>
                </a:lnTo>
                <a:lnTo>
                  <a:pt x="26155" y="8674"/>
                </a:lnTo>
                <a:lnTo>
                  <a:pt x="24507" y="9349"/>
                </a:lnTo>
                <a:lnTo>
                  <a:pt x="22912" y="10052"/>
                </a:lnTo>
                <a:lnTo>
                  <a:pt x="21345" y="10781"/>
                </a:lnTo>
                <a:lnTo>
                  <a:pt x="19778" y="11511"/>
                </a:lnTo>
                <a:lnTo>
                  <a:pt x="18292" y="12294"/>
                </a:lnTo>
                <a:lnTo>
                  <a:pt x="16806" y="13078"/>
                </a:lnTo>
                <a:lnTo>
                  <a:pt x="15401" y="13889"/>
                </a:lnTo>
                <a:lnTo>
                  <a:pt x="14023" y="14753"/>
                </a:lnTo>
                <a:lnTo>
                  <a:pt x="12672" y="15618"/>
                </a:lnTo>
                <a:lnTo>
                  <a:pt x="11403" y="16509"/>
                </a:lnTo>
                <a:lnTo>
                  <a:pt x="10160" y="17428"/>
                </a:lnTo>
                <a:lnTo>
                  <a:pt x="8998" y="18374"/>
                </a:lnTo>
                <a:lnTo>
                  <a:pt x="7971" y="19238"/>
                </a:lnTo>
                <a:lnTo>
                  <a:pt x="7025" y="20130"/>
                </a:lnTo>
                <a:lnTo>
                  <a:pt x="6107" y="21049"/>
                </a:lnTo>
                <a:lnTo>
                  <a:pt x="5269" y="21994"/>
                </a:lnTo>
                <a:lnTo>
                  <a:pt x="4459" y="22940"/>
                </a:lnTo>
                <a:lnTo>
                  <a:pt x="3729" y="23913"/>
                </a:lnTo>
                <a:lnTo>
                  <a:pt x="3054" y="24912"/>
                </a:lnTo>
                <a:lnTo>
                  <a:pt x="2730" y="25426"/>
                </a:lnTo>
                <a:lnTo>
                  <a:pt x="2432" y="25939"/>
                </a:lnTo>
                <a:lnTo>
                  <a:pt x="2135" y="26452"/>
                </a:lnTo>
                <a:lnTo>
                  <a:pt x="1865" y="26966"/>
                </a:lnTo>
                <a:lnTo>
                  <a:pt x="1622" y="27479"/>
                </a:lnTo>
                <a:lnTo>
                  <a:pt x="1379" y="28019"/>
                </a:lnTo>
                <a:lnTo>
                  <a:pt x="1162" y="28560"/>
                </a:lnTo>
                <a:lnTo>
                  <a:pt x="973" y="29100"/>
                </a:lnTo>
                <a:lnTo>
                  <a:pt x="784" y="29640"/>
                </a:lnTo>
                <a:lnTo>
                  <a:pt x="622" y="30181"/>
                </a:lnTo>
                <a:lnTo>
                  <a:pt x="487" y="30748"/>
                </a:lnTo>
                <a:lnTo>
                  <a:pt x="352" y="31316"/>
                </a:lnTo>
                <a:lnTo>
                  <a:pt x="244" y="31883"/>
                </a:lnTo>
                <a:lnTo>
                  <a:pt x="163" y="32450"/>
                </a:lnTo>
                <a:lnTo>
                  <a:pt x="82" y="33018"/>
                </a:lnTo>
                <a:lnTo>
                  <a:pt x="28" y="33612"/>
                </a:lnTo>
                <a:lnTo>
                  <a:pt x="1" y="34180"/>
                </a:lnTo>
                <a:lnTo>
                  <a:pt x="1" y="34774"/>
                </a:lnTo>
                <a:lnTo>
                  <a:pt x="1" y="43474"/>
                </a:lnTo>
                <a:lnTo>
                  <a:pt x="1" y="60874"/>
                </a:lnTo>
                <a:lnTo>
                  <a:pt x="139120" y="60874"/>
                </a:lnTo>
                <a:lnTo>
                  <a:pt x="139120" y="34774"/>
                </a:lnTo>
                <a:lnTo>
                  <a:pt x="139120" y="34234"/>
                </a:lnTo>
                <a:lnTo>
                  <a:pt x="139093" y="33693"/>
                </a:lnTo>
                <a:lnTo>
                  <a:pt x="139039" y="33180"/>
                </a:lnTo>
                <a:lnTo>
                  <a:pt x="138985" y="32640"/>
                </a:lnTo>
                <a:lnTo>
                  <a:pt x="138904" y="32126"/>
                </a:lnTo>
                <a:lnTo>
                  <a:pt x="138823" y="31613"/>
                </a:lnTo>
                <a:lnTo>
                  <a:pt x="138607" y="30586"/>
                </a:lnTo>
                <a:lnTo>
                  <a:pt x="138309" y="29559"/>
                </a:lnTo>
                <a:lnTo>
                  <a:pt x="137958" y="28587"/>
                </a:lnTo>
                <a:lnTo>
                  <a:pt x="137553" y="27614"/>
                </a:lnTo>
                <a:lnTo>
                  <a:pt x="137094" y="26641"/>
                </a:lnTo>
                <a:lnTo>
                  <a:pt x="136553" y="25696"/>
                </a:lnTo>
                <a:lnTo>
                  <a:pt x="135986" y="24777"/>
                </a:lnTo>
                <a:lnTo>
                  <a:pt x="135364" y="23858"/>
                </a:lnTo>
                <a:lnTo>
                  <a:pt x="134689" y="22994"/>
                </a:lnTo>
                <a:lnTo>
                  <a:pt x="133959" y="22102"/>
                </a:lnTo>
                <a:lnTo>
                  <a:pt x="133203" y="21238"/>
                </a:lnTo>
                <a:lnTo>
                  <a:pt x="132365" y="20400"/>
                </a:lnTo>
                <a:lnTo>
                  <a:pt x="131528" y="19590"/>
                </a:lnTo>
                <a:lnTo>
                  <a:pt x="130609" y="18779"/>
                </a:lnTo>
                <a:lnTo>
                  <a:pt x="129663" y="17995"/>
                </a:lnTo>
                <a:lnTo>
                  <a:pt x="128691" y="17212"/>
                </a:lnTo>
                <a:lnTo>
                  <a:pt x="127664" y="16455"/>
                </a:lnTo>
                <a:lnTo>
                  <a:pt x="126610" y="15726"/>
                </a:lnTo>
                <a:lnTo>
                  <a:pt x="125503" y="14996"/>
                </a:lnTo>
                <a:lnTo>
                  <a:pt x="124395" y="14294"/>
                </a:lnTo>
                <a:lnTo>
                  <a:pt x="123233" y="13618"/>
                </a:lnTo>
                <a:lnTo>
                  <a:pt x="122044" y="12943"/>
                </a:lnTo>
                <a:lnTo>
                  <a:pt x="120828" y="12294"/>
                </a:lnTo>
                <a:lnTo>
                  <a:pt x="119585" y="11646"/>
                </a:lnTo>
                <a:lnTo>
                  <a:pt x="118316" y="11025"/>
                </a:lnTo>
                <a:lnTo>
                  <a:pt x="117046" y="10430"/>
                </a:lnTo>
                <a:lnTo>
                  <a:pt x="115722" y="9836"/>
                </a:lnTo>
                <a:lnTo>
                  <a:pt x="114398" y="9268"/>
                </a:lnTo>
                <a:lnTo>
                  <a:pt x="113047" y="8728"/>
                </a:lnTo>
                <a:lnTo>
                  <a:pt x="111669" y="8188"/>
                </a:lnTo>
                <a:lnTo>
                  <a:pt x="110291" y="7674"/>
                </a:lnTo>
                <a:lnTo>
                  <a:pt x="108913" y="7161"/>
                </a:lnTo>
                <a:lnTo>
                  <a:pt x="107481" y="6675"/>
                </a:lnTo>
                <a:lnTo>
                  <a:pt x="106076" y="6215"/>
                </a:lnTo>
                <a:lnTo>
                  <a:pt x="104644" y="5756"/>
                </a:lnTo>
                <a:lnTo>
                  <a:pt x="103212" y="5324"/>
                </a:lnTo>
                <a:lnTo>
                  <a:pt x="101780" y="4918"/>
                </a:lnTo>
                <a:lnTo>
                  <a:pt x="100321" y="4513"/>
                </a:lnTo>
                <a:lnTo>
                  <a:pt x="98889" y="4135"/>
                </a:lnTo>
                <a:lnTo>
                  <a:pt x="97430" y="3757"/>
                </a:lnTo>
                <a:lnTo>
                  <a:pt x="95971" y="3405"/>
                </a:lnTo>
                <a:lnTo>
                  <a:pt x="93080" y="2757"/>
                </a:lnTo>
                <a:lnTo>
                  <a:pt x="90216" y="2190"/>
                </a:lnTo>
                <a:lnTo>
                  <a:pt x="87379" y="1676"/>
                </a:lnTo>
                <a:lnTo>
                  <a:pt x="84596" y="1217"/>
                </a:lnTo>
                <a:lnTo>
                  <a:pt x="81867" y="866"/>
                </a:lnTo>
                <a:lnTo>
                  <a:pt x="79220" y="541"/>
                </a:lnTo>
                <a:lnTo>
                  <a:pt x="76653" y="298"/>
                </a:lnTo>
                <a:lnTo>
                  <a:pt x="74167" y="136"/>
                </a:lnTo>
                <a:lnTo>
                  <a:pt x="71789" y="28"/>
                </a:lnTo>
                <a:lnTo>
                  <a:pt x="70655" y="1"/>
                </a:lnTo>
                <a:close/>
              </a:path>
            </a:pathLst>
          </a:custGeom>
          <a:solidFill>
            <a:srgbClr val="FD3E81"/>
          </a:solidFill>
          <a:ln>
            <a:noFill/>
          </a:ln>
        </p:spPr>
        <p:txBody>
          <a:bodyPr spcFirstLastPara="1" wrap="square" lIns="162533" tIns="162533" rIns="162533" bIns="162533" anchor="ctr" anchorCtr="0">
            <a:noAutofit/>
          </a:bodyPr>
          <a:lstStyle/>
          <a:p>
            <a:endParaRPr sz="2400"/>
          </a:p>
        </p:txBody>
      </p:sp>
      <p:sp>
        <p:nvSpPr>
          <p:cNvPr id="683" name="Google Shape;683;p76"/>
          <p:cNvSpPr txBox="1"/>
          <p:nvPr/>
        </p:nvSpPr>
        <p:spPr>
          <a:xfrm>
            <a:off x="988969" y="5177860"/>
            <a:ext cx="3156800" cy="389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r>
              <a:rPr lang="pt-BR" sz="933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rPr>
              <a:t>Verificação e brand safety</a:t>
            </a:r>
            <a:endParaRPr sz="933">
              <a:solidFill>
                <a:srgbClr val="43434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84" name="Google Shape;684;p76"/>
          <p:cNvSpPr txBox="1"/>
          <p:nvPr/>
        </p:nvSpPr>
        <p:spPr>
          <a:xfrm>
            <a:off x="7489503" y="5177860"/>
            <a:ext cx="3156800" cy="389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algn="r"/>
            <a:r>
              <a:rPr lang="pt-BR" sz="933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rPr>
              <a:t>Métricas e audiência</a:t>
            </a:r>
            <a:endParaRPr sz="933">
              <a:solidFill>
                <a:srgbClr val="43434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85" name="Google Shape;685;p76"/>
          <p:cNvSpPr/>
          <p:nvPr/>
        </p:nvSpPr>
        <p:spPr>
          <a:xfrm>
            <a:off x="5369471" y="2336916"/>
            <a:ext cx="1008000" cy="999600"/>
          </a:xfrm>
          <a:prstGeom prst="ellipse">
            <a:avLst/>
          </a:prstGeom>
          <a:solidFill>
            <a:srgbClr val="E6E6E2"/>
          </a:solidFill>
          <a:ln w="9525" cap="flat" cmpd="sng">
            <a:solidFill>
              <a:srgbClr val="FD3E8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62533" tIns="162533" rIns="162533" bIns="162533" anchor="ctr" anchorCtr="0">
            <a:noAutofit/>
          </a:bodyPr>
          <a:lstStyle/>
          <a:p>
            <a:endParaRPr sz="2400"/>
          </a:p>
        </p:txBody>
      </p:sp>
      <p:sp>
        <p:nvSpPr>
          <p:cNvPr id="686" name="Google Shape;686;p76"/>
          <p:cNvSpPr txBox="1"/>
          <p:nvPr/>
        </p:nvSpPr>
        <p:spPr>
          <a:xfrm>
            <a:off x="5004791" y="3307467"/>
            <a:ext cx="1776000" cy="697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algn="ctr"/>
            <a:r>
              <a:rPr lang="pt-BR" sz="1067" b="1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rPr>
              <a:t>Controle Geografic</a:t>
            </a:r>
            <a:endParaRPr sz="1067" b="1">
              <a:solidFill>
                <a:srgbClr val="434343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algn="ctr"/>
            <a:r>
              <a:rPr lang="pt-BR" sz="933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rPr>
              <a:t>Acompanhamento de veiculação Geográfico.</a:t>
            </a:r>
            <a:endParaRPr sz="933">
              <a:solidFill>
                <a:srgbClr val="43434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87" name="Google Shape;687;p76"/>
          <p:cNvSpPr/>
          <p:nvPr/>
        </p:nvSpPr>
        <p:spPr>
          <a:xfrm>
            <a:off x="5600000" y="2575889"/>
            <a:ext cx="539235" cy="539235"/>
          </a:xfrm>
          <a:custGeom>
            <a:avLst/>
            <a:gdLst/>
            <a:ahLst/>
            <a:cxnLst/>
            <a:rect l="l" t="t" r="r" b="b"/>
            <a:pathLst>
              <a:path w="1062" h="1062" extrusionOk="0">
                <a:moveTo>
                  <a:pt x="530" y="0"/>
                </a:moveTo>
                <a:cubicBezTo>
                  <a:pt x="237" y="0"/>
                  <a:pt x="0" y="237"/>
                  <a:pt x="0" y="530"/>
                </a:cubicBezTo>
                <a:cubicBezTo>
                  <a:pt x="0" y="824"/>
                  <a:pt x="237" y="1061"/>
                  <a:pt x="530" y="1061"/>
                </a:cubicBezTo>
                <a:cubicBezTo>
                  <a:pt x="824" y="1061"/>
                  <a:pt x="1061" y="824"/>
                  <a:pt x="1061" y="530"/>
                </a:cubicBezTo>
                <a:cubicBezTo>
                  <a:pt x="1061" y="237"/>
                  <a:pt x="821" y="0"/>
                  <a:pt x="530" y="0"/>
                </a:cubicBezTo>
                <a:close/>
                <a:moveTo>
                  <a:pt x="104" y="530"/>
                </a:moveTo>
                <a:cubicBezTo>
                  <a:pt x="104" y="496"/>
                  <a:pt x="110" y="465"/>
                  <a:pt x="116" y="434"/>
                </a:cubicBezTo>
                <a:lnTo>
                  <a:pt x="370" y="688"/>
                </a:lnTo>
                <a:lnTo>
                  <a:pt x="370" y="742"/>
                </a:lnTo>
                <a:cubicBezTo>
                  <a:pt x="370" y="801"/>
                  <a:pt x="418" y="849"/>
                  <a:pt x="477" y="849"/>
                </a:cubicBezTo>
                <a:lnTo>
                  <a:pt x="477" y="951"/>
                </a:lnTo>
                <a:cubicBezTo>
                  <a:pt x="268" y="925"/>
                  <a:pt x="104" y="747"/>
                  <a:pt x="104" y="530"/>
                </a:cubicBezTo>
                <a:close/>
                <a:moveTo>
                  <a:pt x="844" y="815"/>
                </a:moveTo>
                <a:cubicBezTo>
                  <a:pt x="830" y="773"/>
                  <a:pt x="790" y="742"/>
                  <a:pt x="742" y="742"/>
                </a:cubicBezTo>
                <a:lnTo>
                  <a:pt x="688" y="742"/>
                </a:lnTo>
                <a:lnTo>
                  <a:pt x="688" y="584"/>
                </a:lnTo>
                <a:cubicBezTo>
                  <a:pt x="688" y="555"/>
                  <a:pt x="666" y="530"/>
                  <a:pt x="635" y="530"/>
                </a:cubicBezTo>
                <a:lnTo>
                  <a:pt x="316" y="530"/>
                </a:lnTo>
                <a:lnTo>
                  <a:pt x="316" y="423"/>
                </a:lnTo>
                <a:lnTo>
                  <a:pt x="423" y="423"/>
                </a:lnTo>
                <a:cubicBezTo>
                  <a:pt x="451" y="423"/>
                  <a:pt x="477" y="400"/>
                  <a:pt x="477" y="369"/>
                </a:cubicBezTo>
                <a:lnTo>
                  <a:pt x="477" y="262"/>
                </a:lnTo>
                <a:lnTo>
                  <a:pt x="584" y="262"/>
                </a:lnTo>
                <a:cubicBezTo>
                  <a:pt x="643" y="262"/>
                  <a:pt x="691" y="214"/>
                  <a:pt x="691" y="155"/>
                </a:cubicBezTo>
                <a:lnTo>
                  <a:pt x="691" y="132"/>
                </a:lnTo>
                <a:cubicBezTo>
                  <a:pt x="846" y="194"/>
                  <a:pt x="957" y="347"/>
                  <a:pt x="957" y="524"/>
                </a:cubicBezTo>
                <a:cubicBezTo>
                  <a:pt x="954" y="640"/>
                  <a:pt x="911" y="739"/>
                  <a:pt x="844" y="815"/>
                </a:cubicBezTo>
                <a:close/>
              </a:path>
            </a:pathLst>
          </a:custGeom>
          <a:solidFill>
            <a:srgbClr val="FD3E81"/>
          </a:solidFill>
          <a:ln w="9525" cap="flat" cmpd="sng">
            <a:solidFill>
              <a:srgbClr val="FD3E81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endParaRPr sz="24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2" name="Google Shape;692;p7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95500" y="6049234"/>
            <a:ext cx="1408233" cy="638733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693" name="Google Shape;693;p77"/>
          <p:cNvGraphicFramePr/>
          <p:nvPr/>
        </p:nvGraphicFramePr>
        <p:xfrm>
          <a:off x="600000" y="2207367"/>
          <a:ext cx="4000000" cy="400000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5993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59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46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5386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00" b="1">
                          <a:latin typeface="Google Sans"/>
                          <a:ea typeface="Google Sans"/>
                          <a:cs typeface="Google Sans"/>
                          <a:sym typeface="Google Sans"/>
                        </a:rPr>
                        <a:t>Ativação de audiência</a:t>
                      </a:r>
                      <a:endParaRPr sz="1600"/>
                    </a:p>
                  </a:txBody>
                  <a:tcPr marL="121900" marR="121900" marT="121900" marB="121900">
                    <a:lnL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900"/>
                    </a:p>
                  </a:txBody>
                  <a:tcPr marL="121900" marR="121900" marT="121900" marB="121900">
                    <a:lnL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900"/>
                    </a:p>
                  </a:txBody>
                  <a:tcPr marL="121900" marR="121900" marT="121900" marB="121900">
                    <a:lnL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1833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Públicos do Google para encontrar e alcançar seus clientes mais qualificados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21900" marR="121900" marT="0" marB="0" anchor="ctr">
                    <a:lnL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900"/>
                    </a:p>
                  </a:txBody>
                  <a:tcPr marL="121900" marR="121900" marT="60933" marB="60933">
                    <a:lnL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900"/>
                    </a:p>
                  </a:txBody>
                  <a:tcPr marL="121900" marR="121900" marT="60933" marB="60933">
                    <a:lnL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786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Estimar o tamanho e o alcance único do público-alvo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21900" marR="121900" marT="0" marB="0" anchor="ctr">
                    <a:lnL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900"/>
                    </a:p>
                  </a:txBody>
                  <a:tcPr marL="121900" marR="121900" marT="60933" marB="60933">
                    <a:lnL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900"/>
                    </a:p>
                  </a:txBody>
                  <a:tcPr marL="121900" marR="121900" marT="60933" marB="60933">
                    <a:lnL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1833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Crie públicos-alvo sequenciais baseados em tempo ou público-alvo usando dados 1P personalizados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21900" marR="121900" marT="0" marB="0" anchor="ctr">
                    <a:lnL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900"/>
                    </a:p>
                  </a:txBody>
                  <a:tcPr marL="121900" marR="121900" marT="60933" marB="60933">
                    <a:lnL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900"/>
                    </a:p>
                  </a:txBody>
                  <a:tcPr marL="121900" marR="121900" marT="60933" marB="60933">
                    <a:lnL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1833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Crie públicos-alvo baseados em intenção com base no comportamento de navegação no site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21900" marR="121900" marT="0" marB="0" anchor="ctr">
                    <a:lnL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900"/>
                    </a:p>
                  </a:txBody>
                  <a:tcPr marL="121900" marR="121900" marT="60933" marB="60933">
                    <a:lnL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900"/>
                    </a:p>
                  </a:txBody>
                  <a:tcPr marL="121900" marR="121900" marT="60933" marB="60933">
                    <a:lnL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1833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Crie públicos com base em eventos offline e atributos do Org62 (Salesforce)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21900" marR="121900" marT="0" marB="0" anchor="ctr">
                    <a:lnL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900"/>
                    </a:p>
                  </a:txBody>
                  <a:tcPr marL="121900" marR="121900" marT="60933" marB="60933">
                    <a:lnL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900"/>
                    </a:p>
                  </a:txBody>
                  <a:tcPr marL="121900" marR="121900" marT="60933" marB="60933">
                    <a:lnL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786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>
                          <a:solidFill>
                            <a:srgbClr val="43434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Aproveite o público 3P para aumentar a escala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21900" marR="121900" marT="0" marB="0" anchor="ctr">
                    <a:lnL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900"/>
                    </a:p>
                  </a:txBody>
                  <a:tcPr marL="121900" marR="121900" marT="60933" marB="60933">
                    <a:lnL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900"/>
                    </a:p>
                  </a:txBody>
                  <a:tcPr marL="121900" marR="121900" marT="60933" marB="60933">
                    <a:lnL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pSp>
        <p:nvGrpSpPr>
          <p:cNvPr id="694" name="Google Shape;694;p77"/>
          <p:cNvGrpSpPr/>
          <p:nvPr/>
        </p:nvGrpSpPr>
        <p:grpSpPr>
          <a:xfrm>
            <a:off x="4505604" y="2334872"/>
            <a:ext cx="179825" cy="199744"/>
            <a:chOff x="2970725" y="1321450"/>
            <a:chExt cx="1601775" cy="1772875"/>
          </a:xfrm>
        </p:grpSpPr>
        <p:sp>
          <p:nvSpPr>
            <p:cNvPr id="695" name="Google Shape;695;p77"/>
            <p:cNvSpPr/>
            <p:nvPr/>
          </p:nvSpPr>
          <p:spPr>
            <a:xfrm>
              <a:off x="4133550" y="1321450"/>
              <a:ext cx="438950" cy="1772875"/>
            </a:xfrm>
            <a:custGeom>
              <a:avLst/>
              <a:gdLst/>
              <a:ahLst/>
              <a:cxnLst/>
              <a:rect l="l" t="t" r="r" b="b"/>
              <a:pathLst>
                <a:path w="17558" h="70915" extrusionOk="0">
                  <a:moveTo>
                    <a:pt x="8452" y="0"/>
                  </a:moveTo>
                  <a:lnTo>
                    <a:pt x="8206" y="10"/>
                  </a:lnTo>
                  <a:lnTo>
                    <a:pt x="7960" y="31"/>
                  </a:lnTo>
                  <a:lnTo>
                    <a:pt x="7715" y="61"/>
                  </a:lnTo>
                  <a:lnTo>
                    <a:pt x="7295" y="123"/>
                  </a:lnTo>
                  <a:lnTo>
                    <a:pt x="6886" y="205"/>
                  </a:lnTo>
                  <a:lnTo>
                    <a:pt x="6487" y="297"/>
                  </a:lnTo>
                  <a:lnTo>
                    <a:pt x="6088" y="419"/>
                  </a:lnTo>
                  <a:lnTo>
                    <a:pt x="5709" y="553"/>
                  </a:lnTo>
                  <a:lnTo>
                    <a:pt x="5331" y="716"/>
                  </a:lnTo>
                  <a:lnTo>
                    <a:pt x="4973" y="890"/>
                  </a:lnTo>
                  <a:lnTo>
                    <a:pt x="4615" y="1074"/>
                  </a:lnTo>
                  <a:lnTo>
                    <a:pt x="4267" y="1279"/>
                  </a:lnTo>
                  <a:lnTo>
                    <a:pt x="3939" y="1504"/>
                  </a:lnTo>
                  <a:lnTo>
                    <a:pt x="3612" y="1739"/>
                  </a:lnTo>
                  <a:lnTo>
                    <a:pt x="3305" y="1995"/>
                  </a:lnTo>
                  <a:lnTo>
                    <a:pt x="2998" y="2261"/>
                  </a:lnTo>
                  <a:lnTo>
                    <a:pt x="2712" y="2537"/>
                  </a:lnTo>
                  <a:lnTo>
                    <a:pt x="2435" y="2834"/>
                  </a:lnTo>
                  <a:lnTo>
                    <a:pt x="2169" y="3131"/>
                  </a:lnTo>
                  <a:lnTo>
                    <a:pt x="1924" y="3448"/>
                  </a:lnTo>
                  <a:lnTo>
                    <a:pt x="1688" y="3775"/>
                  </a:lnTo>
                  <a:lnTo>
                    <a:pt x="1463" y="4113"/>
                  </a:lnTo>
                  <a:lnTo>
                    <a:pt x="1259" y="4461"/>
                  </a:lnTo>
                  <a:lnTo>
                    <a:pt x="1064" y="4819"/>
                  </a:lnTo>
                  <a:lnTo>
                    <a:pt x="880" y="5187"/>
                  </a:lnTo>
                  <a:lnTo>
                    <a:pt x="716" y="5566"/>
                  </a:lnTo>
                  <a:lnTo>
                    <a:pt x="573" y="5945"/>
                  </a:lnTo>
                  <a:lnTo>
                    <a:pt x="440" y="6333"/>
                  </a:lnTo>
                  <a:lnTo>
                    <a:pt x="328" y="6732"/>
                  </a:lnTo>
                  <a:lnTo>
                    <a:pt x="225" y="7131"/>
                  </a:lnTo>
                  <a:lnTo>
                    <a:pt x="143" y="7541"/>
                  </a:lnTo>
                  <a:lnTo>
                    <a:pt x="82" y="7960"/>
                  </a:lnTo>
                  <a:lnTo>
                    <a:pt x="31" y="8380"/>
                  </a:lnTo>
                  <a:lnTo>
                    <a:pt x="0" y="8799"/>
                  </a:lnTo>
                  <a:lnTo>
                    <a:pt x="0" y="9219"/>
                  </a:lnTo>
                  <a:lnTo>
                    <a:pt x="0" y="61686"/>
                  </a:lnTo>
                  <a:lnTo>
                    <a:pt x="0" y="62116"/>
                  </a:lnTo>
                  <a:lnTo>
                    <a:pt x="31" y="62535"/>
                  </a:lnTo>
                  <a:lnTo>
                    <a:pt x="82" y="62955"/>
                  </a:lnTo>
                  <a:lnTo>
                    <a:pt x="143" y="63364"/>
                  </a:lnTo>
                  <a:lnTo>
                    <a:pt x="225" y="63773"/>
                  </a:lnTo>
                  <a:lnTo>
                    <a:pt x="328" y="64172"/>
                  </a:lnTo>
                  <a:lnTo>
                    <a:pt x="440" y="64571"/>
                  </a:lnTo>
                  <a:lnTo>
                    <a:pt x="573" y="64960"/>
                  </a:lnTo>
                  <a:lnTo>
                    <a:pt x="716" y="65349"/>
                  </a:lnTo>
                  <a:lnTo>
                    <a:pt x="880" y="65717"/>
                  </a:lnTo>
                  <a:lnTo>
                    <a:pt x="1064" y="66086"/>
                  </a:lnTo>
                  <a:lnTo>
                    <a:pt x="1259" y="66444"/>
                  </a:lnTo>
                  <a:lnTo>
                    <a:pt x="1463" y="66792"/>
                  </a:lnTo>
                  <a:lnTo>
                    <a:pt x="1688" y="67129"/>
                  </a:lnTo>
                  <a:lnTo>
                    <a:pt x="1924" y="67457"/>
                  </a:lnTo>
                  <a:lnTo>
                    <a:pt x="2169" y="67774"/>
                  </a:lnTo>
                  <a:lnTo>
                    <a:pt x="2435" y="68081"/>
                  </a:lnTo>
                  <a:lnTo>
                    <a:pt x="2712" y="68367"/>
                  </a:lnTo>
                  <a:lnTo>
                    <a:pt x="2998" y="68654"/>
                  </a:lnTo>
                  <a:lnTo>
                    <a:pt x="3305" y="68920"/>
                  </a:lnTo>
                  <a:lnTo>
                    <a:pt x="3612" y="69165"/>
                  </a:lnTo>
                  <a:lnTo>
                    <a:pt x="3939" y="69401"/>
                  </a:lnTo>
                  <a:lnTo>
                    <a:pt x="4267" y="69626"/>
                  </a:lnTo>
                  <a:lnTo>
                    <a:pt x="4615" y="69830"/>
                  </a:lnTo>
                  <a:lnTo>
                    <a:pt x="4973" y="70025"/>
                  </a:lnTo>
                  <a:lnTo>
                    <a:pt x="5331" y="70199"/>
                  </a:lnTo>
                  <a:lnTo>
                    <a:pt x="5709" y="70352"/>
                  </a:lnTo>
                  <a:lnTo>
                    <a:pt x="6088" y="70485"/>
                  </a:lnTo>
                  <a:lnTo>
                    <a:pt x="6487" y="70608"/>
                  </a:lnTo>
                  <a:lnTo>
                    <a:pt x="6886" y="70710"/>
                  </a:lnTo>
                  <a:lnTo>
                    <a:pt x="7295" y="70792"/>
                  </a:lnTo>
                  <a:lnTo>
                    <a:pt x="7705" y="70854"/>
                  </a:lnTo>
                  <a:lnTo>
                    <a:pt x="7960" y="70874"/>
                  </a:lnTo>
                  <a:lnTo>
                    <a:pt x="8206" y="70895"/>
                  </a:lnTo>
                  <a:lnTo>
                    <a:pt x="8452" y="70905"/>
                  </a:lnTo>
                  <a:lnTo>
                    <a:pt x="8697" y="70915"/>
                  </a:lnTo>
                  <a:lnTo>
                    <a:pt x="8943" y="70915"/>
                  </a:lnTo>
                  <a:lnTo>
                    <a:pt x="9178" y="70905"/>
                  </a:lnTo>
                  <a:lnTo>
                    <a:pt x="9424" y="70895"/>
                  </a:lnTo>
                  <a:lnTo>
                    <a:pt x="9659" y="70864"/>
                  </a:lnTo>
                  <a:lnTo>
                    <a:pt x="9894" y="70843"/>
                  </a:lnTo>
                  <a:lnTo>
                    <a:pt x="10130" y="70813"/>
                  </a:lnTo>
                  <a:lnTo>
                    <a:pt x="10365" y="70772"/>
                  </a:lnTo>
                  <a:lnTo>
                    <a:pt x="10600" y="70721"/>
                  </a:lnTo>
                  <a:lnTo>
                    <a:pt x="10825" y="70669"/>
                  </a:lnTo>
                  <a:lnTo>
                    <a:pt x="11050" y="70618"/>
                  </a:lnTo>
                  <a:lnTo>
                    <a:pt x="11275" y="70547"/>
                  </a:lnTo>
                  <a:lnTo>
                    <a:pt x="11490" y="70485"/>
                  </a:lnTo>
                  <a:lnTo>
                    <a:pt x="11715" y="70403"/>
                  </a:lnTo>
                  <a:lnTo>
                    <a:pt x="11930" y="70322"/>
                  </a:lnTo>
                  <a:lnTo>
                    <a:pt x="12350" y="70148"/>
                  </a:lnTo>
                  <a:lnTo>
                    <a:pt x="12769" y="69943"/>
                  </a:lnTo>
                  <a:lnTo>
                    <a:pt x="13168" y="69728"/>
                  </a:lnTo>
                  <a:lnTo>
                    <a:pt x="13557" y="69493"/>
                  </a:lnTo>
                  <a:lnTo>
                    <a:pt x="13925" y="69227"/>
                  </a:lnTo>
                  <a:lnTo>
                    <a:pt x="14284" y="68951"/>
                  </a:lnTo>
                  <a:lnTo>
                    <a:pt x="14631" y="68654"/>
                  </a:lnTo>
                  <a:lnTo>
                    <a:pt x="14959" y="68347"/>
                  </a:lnTo>
                  <a:lnTo>
                    <a:pt x="15276" y="68009"/>
                  </a:lnTo>
                  <a:lnTo>
                    <a:pt x="15563" y="67672"/>
                  </a:lnTo>
                  <a:lnTo>
                    <a:pt x="15849" y="67303"/>
                  </a:lnTo>
                  <a:lnTo>
                    <a:pt x="16105" y="66935"/>
                  </a:lnTo>
                  <a:lnTo>
                    <a:pt x="16340" y="66546"/>
                  </a:lnTo>
                  <a:lnTo>
                    <a:pt x="16565" y="66147"/>
                  </a:lnTo>
                  <a:lnTo>
                    <a:pt x="16770" y="65728"/>
                  </a:lnTo>
                  <a:lnTo>
                    <a:pt x="16944" y="65298"/>
                  </a:lnTo>
                  <a:lnTo>
                    <a:pt x="17108" y="64868"/>
                  </a:lnTo>
                  <a:lnTo>
                    <a:pt x="17179" y="64643"/>
                  </a:lnTo>
                  <a:lnTo>
                    <a:pt x="17241" y="64418"/>
                  </a:lnTo>
                  <a:lnTo>
                    <a:pt x="17302" y="64193"/>
                  </a:lnTo>
                  <a:lnTo>
                    <a:pt x="17353" y="63958"/>
                  </a:lnTo>
                  <a:lnTo>
                    <a:pt x="17394" y="63732"/>
                  </a:lnTo>
                  <a:lnTo>
                    <a:pt x="17435" y="63497"/>
                  </a:lnTo>
                  <a:lnTo>
                    <a:pt x="17476" y="63262"/>
                  </a:lnTo>
                  <a:lnTo>
                    <a:pt x="17507" y="63016"/>
                  </a:lnTo>
                  <a:lnTo>
                    <a:pt x="17527" y="62781"/>
                  </a:lnTo>
                  <a:lnTo>
                    <a:pt x="17547" y="62535"/>
                  </a:lnTo>
                  <a:lnTo>
                    <a:pt x="17558" y="62290"/>
                  </a:lnTo>
                  <a:lnTo>
                    <a:pt x="17558" y="62044"/>
                  </a:lnTo>
                  <a:lnTo>
                    <a:pt x="17558" y="8861"/>
                  </a:lnTo>
                  <a:lnTo>
                    <a:pt x="17558" y="8615"/>
                  </a:lnTo>
                  <a:lnTo>
                    <a:pt x="17547" y="8369"/>
                  </a:lnTo>
                  <a:lnTo>
                    <a:pt x="17527" y="8134"/>
                  </a:lnTo>
                  <a:lnTo>
                    <a:pt x="17507" y="7889"/>
                  </a:lnTo>
                  <a:lnTo>
                    <a:pt x="17476" y="7653"/>
                  </a:lnTo>
                  <a:lnTo>
                    <a:pt x="17435" y="7418"/>
                  </a:lnTo>
                  <a:lnTo>
                    <a:pt x="17394" y="7183"/>
                  </a:lnTo>
                  <a:lnTo>
                    <a:pt x="17353" y="6947"/>
                  </a:lnTo>
                  <a:lnTo>
                    <a:pt x="17302" y="6722"/>
                  </a:lnTo>
                  <a:lnTo>
                    <a:pt x="17241" y="6497"/>
                  </a:lnTo>
                  <a:lnTo>
                    <a:pt x="17179" y="6272"/>
                  </a:lnTo>
                  <a:lnTo>
                    <a:pt x="17108" y="6047"/>
                  </a:lnTo>
                  <a:lnTo>
                    <a:pt x="16944" y="5607"/>
                  </a:lnTo>
                  <a:lnTo>
                    <a:pt x="16770" y="5177"/>
                  </a:lnTo>
                  <a:lnTo>
                    <a:pt x="16565" y="4768"/>
                  </a:lnTo>
                  <a:lnTo>
                    <a:pt x="16340" y="4369"/>
                  </a:lnTo>
                  <a:lnTo>
                    <a:pt x="16105" y="3980"/>
                  </a:lnTo>
                  <a:lnTo>
                    <a:pt x="15849" y="3602"/>
                  </a:lnTo>
                  <a:lnTo>
                    <a:pt x="15563" y="3243"/>
                  </a:lnTo>
                  <a:lnTo>
                    <a:pt x="15276" y="2896"/>
                  </a:lnTo>
                  <a:lnTo>
                    <a:pt x="14959" y="2568"/>
                  </a:lnTo>
                  <a:lnTo>
                    <a:pt x="14631" y="2251"/>
                  </a:lnTo>
                  <a:lnTo>
                    <a:pt x="14284" y="1954"/>
                  </a:lnTo>
                  <a:lnTo>
                    <a:pt x="13925" y="1678"/>
                  </a:lnTo>
                  <a:lnTo>
                    <a:pt x="13557" y="1422"/>
                  </a:lnTo>
                  <a:lnTo>
                    <a:pt x="13168" y="1187"/>
                  </a:lnTo>
                  <a:lnTo>
                    <a:pt x="12769" y="962"/>
                  </a:lnTo>
                  <a:lnTo>
                    <a:pt x="12350" y="767"/>
                  </a:lnTo>
                  <a:lnTo>
                    <a:pt x="11930" y="583"/>
                  </a:lnTo>
                  <a:lnTo>
                    <a:pt x="11715" y="501"/>
                  </a:lnTo>
                  <a:lnTo>
                    <a:pt x="11490" y="430"/>
                  </a:lnTo>
                  <a:lnTo>
                    <a:pt x="11275" y="358"/>
                  </a:lnTo>
                  <a:lnTo>
                    <a:pt x="11050" y="297"/>
                  </a:lnTo>
                  <a:lnTo>
                    <a:pt x="10825" y="235"/>
                  </a:lnTo>
                  <a:lnTo>
                    <a:pt x="10600" y="184"/>
                  </a:lnTo>
                  <a:lnTo>
                    <a:pt x="10365" y="143"/>
                  </a:lnTo>
                  <a:lnTo>
                    <a:pt x="10130" y="102"/>
                  </a:lnTo>
                  <a:lnTo>
                    <a:pt x="9894" y="72"/>
                  </a:lnTo>
                  <a:lnTo>
                    <a:pt x="9659" y="41"/>
                  </a:lnTo>
                  <a:lnTo>
                    <a:pt x="9424" y="20"/>
                  </a:lnTo>
                  <a:lnTo>
                    <a:pt x="9188" y="10"/>
                  </a:lnTo>
                  <a:lnTo>
                    <a:pt x="8943" y="0"/>
                  </a:lnTo>
                  <a:close/>
                </a:path>
              </a:pathLst>
            </a:custGeom>
            <a:solidFill>
              <a:srgbClr val="F9AB0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696" name="Google Shape;696;p77"/>
            <p:cNvSpPr/>
            <p:nvPr/>
          </p:nvSpPr>
          <p:spPr>
            <a:xfrm>
              <a:off x="2970725" y="2655375"/>
              <a:ext cx="438950" cy="438950"/>
            </a:xfrm>
            <a:custGeom>
              <a:avLst/>
              <a:gdLst/>
              <a:ahLst/>
              <a:cxnLst/>
              <a:rect l="l" t="t" r="r" b="b"/>
              <a:pathLst>
                <a:path w="17558" h="17558" extrusionOk="0">
                  <a:moveTo>
                    <a:pt x="8779" y="1"/>
                  </a:moveTo>
                  <a:lnTo>
                    <a:pt x="8329" y="11"/>
                  </a:lnTo>
                  <a:lnTo>
                    <a:pt x="7889" y="42"/>
                  </a:lnTo>
                  <a:lnTo>
                    <a:pt x="7449" y="93"/>
                  </a:lnTo>
                  <a:lnTo>
                    <a:pt x="7009" y="175"/>
                  </a:lnTo>
                  <a:lnTo>
                    <a:pt x="6589" y="277"/>
                  </a:lnTo>
                  <a:lnTo>
                    <a:pt x="6170" y="389"/>
                  </a:lnTo>
                  <a:lnTo>
                    <a:pt x="5760" y="533"/>
                  </a:lnTo>
                  <a:lnTo>
                    <a:pt x="5361" y="686"/>
                  </a:lnTo>
                  <a:lnTo>
                    <a:pt x="4973" y="860"/>
                  </a:lnTo>
                  <a:lnTo>
                    <a:pt x="4594" y="1054"/>
                  </a:lnTo>
                  <a:lnTo>
                    <a:pt x="4226" y="1269"/>
                  </a:lnTo>
                  <a:lnTo>
                    <a:pt x="3878" y="1494"/>
                  </a:lnTo>
                  <a:lnTo>
                    <a:pt x="3530" y="1740"/>
                  </a:lnTo>
                  <a:lnTo>
                    <a:pt x="3192" y="2006"/>
                  </a:lnTo>
                  <a:lnTo>
                    <a:pt x="2875" y="2272"/>
                  </a:lnTo>
                  <a:lnTo>
                    <a:pt x="2578" y="2569"/>
                  </a:lnTo>
                  <a:lnTo>
                    <a:pt x="2282" y="2876"/>
                  </a:lnTo>
                  <a:lnTo>
                    <a:pt x="2005" y="3193"/>
                  </a:lnTo>
                  <a:lnTo>
                    <a:pt x="1750" y="3520"/>
                  </a:lnTo>
                  <a:lnTo>
                    <a:pt x="1504" y="3868"/>
                  </a:lnTo>
                  <a:lnTo>
                    <a:pt x="1269" y="4226"/>
                  </a:lnTo>
                  <a:lnTo>
                    <a:pt x="1064" y="4595"/>
                  </a:lnTo>
                  <a:lnTo>
                    <a:pt x="870" y="4973"/>
                  </a:lnTo>
                  <a:lnTo>
                    <a:pt x="696" y="5362"/>
                  </a:lnTo>
                  <a:lnTo>
                    <a:pt x="532" y="5761"/>
                  </a:lnTo>
                  <a:lnTo>
                    <a:pt x="399" y="6170"/>
                  </a:lnTo>
                  <a:lnTo>
                    <a:pt x="276" y="6580"/>
                  </a:lnTo>
                  <a:lnTo>
                    <a:pt x="184" y="7009"/>
                  </a:lnTo>
                  <a:lnTo>
                    <a:pt x="102" y="7439"/>
                  </a:lnTo>
                  <a:lnTo>
                    <a:pt x="51" y="7879"/>
                  </a:lnTo>
                  <a:lnTo>
                    <a:pt x="10" y="8329"/>
                  </a:lnTo>
                  <a:lnTo>
                    <a:pt x="0" y="8779"/>
                  </a:lnTo>
                  <a:lnTo>
                    <a:pt x="10" y="9230"/>
                  </a:lnTo>
                  <a:lnTo>
                    <a:pt x="51" y="9669"/>
                  </a:lnTo>
                  <a:lnTo>
                    <a:pt x="102" y="10109"/>
                  </a:lnTo>
                  <a:lnTo>
                    <a:pt x="184" y="10549"/>
                  </a:lnTo>
                  <a:lnTo>
                    <a:pt x="276" y="10969"/>
                  </a:lnTo>
                  <a:lnTo>
                    <a:pt x="399" y="11388"/>
                  </a:lnTo>
                  <a:lnTo>
                    <a:pt x="532" y="11798"/>
                  </a:lnTo>
                  <a:lnTo>
                    <a:pt x="696" y="12197"/>
                  </a:lnTo>
                  <a:lnTo>
                    <a:pt x="870" y="12585"/>
                  </a:lnTo>
                  <a:lnTo>
                    <a:pt x="1064" y="12964"/>
                  </a:lnTo>
                  <a:lnTo>
                    <a:pt x="1269" y="13332"/>
                  </a:lnTo>
                  <a:lnTo>
                    <a:pt x="1504" y="13690"/>
                  </a:lnTo>
                  <a:lnTo>
                    <a:pt x="1750" y="14028"/>
                  </a:lnTo>
                  <a:lnTo>
                    <a:pt x="2005" y="14366"/>
                  </a:lnTo>
                  <a:lnTo>
                    <a:pt x="2282" y="14683"/>
                  </a:lnTo>
                  <a:lnTo>
                    <a:pt x="2578" y="14990"/>
                  </a:lnTo>
                  <a:lnTo>
                    <a:pt x="2875" y="15276"/>
                  </a:lnTo>
                  <a:lnTo>
                    <a:pt x="3192" y="15553"/>
                  </a:lnTo>
                  <a:lnTo>
                    <a:pt x="3530" y="15808"/>
                  </a:lnTo>
                  <a:lnTo>
                    <a:pt x="3878" y="16054"/>
                  </a:lnTo>
                  <a:lnTo>
                    <a:pt x="4226" y="16289"/>
                  </a:lnTo>
                  <a:lnTo>
                    <a:pt x="4594" y="16494"/>
                  </a:lnTo>
                  <a:lnTo>
                    <a:pt x="4973" y="16688"/>
                  </a:lnTo>
                  <a:lnTo>
                    <a:pt x="5361" y="16862"/>
                  </a:lnTo>
                  <a:lnTo>
                    <a:pt x="5760" y="17026"/>
                  </a:lnTo>
                  <a:lnTo>
                    <a:pt x="6170" y="17159"/>
                  </a:lnTo>
                  <a:lnTo>
                    <a:pt x="6589" y="17282"/>
                  </a:lnTo>
                  <a:lnTo>
                    <a:pt x="7009" y="17374"/>
                  </a:lnTo>
                  <a:lnTo>
                    <a:pt x="7449" y="17456"/>
                  </a:lnTo>
                  <a:lnTo>
                    <a:pt x="7889" y="17507"/>
                  </a:lnTo>
                  <a:lnTo>
                    <a:pt x="8329" y="17548"/>
                  </a:lnTo>
                  <a:lnTo>
                    <a:pt x="8779" y="17558"/>
                  </a:lnTo>
                  <a:lnTo>
                    <a:pt x="9239" y="17548"/>
                  </a:lnTo>
                  <a:lnTo>
                    <a:pt x="9679" y="17507"/>
                  </a:lnTo>
                  <a:lnTo>
                    <a:pt x="10119" y="17456"/>
                  </a:lnTo>
                  <a:lnTo>
                    <a:pt x="10549" y="17374"/>
                  </a:lnTo>
                  <a:lnTo>
                    <a:pt x="10979" y="17282"/>
                  </a:lnTo>
                  <a:lnTo>
                    <a:pt x="11398" y="17159"/>
                  </a:lnTo>
                  <a:lnTo>
                    <a:pt x="11797" y="17026"/>
                  </a:lnTo>
                  <a:lnTo>
                    <a:pt x="12196" y="16862"/>
                  </a:lnTo>
                  <a:lnTo>
                    <a:pt x="12585" y="16688"/>
                  </a:lnTo>
                  <a:lnTo>
                    <a:pt x="12964" y="16494"/>
                  </a:lnTo>
                  <a:lnTo>
                    <a:pt x="13332" y="16289"/>
                  </a:lnTo>
                  <a:lnTo>
                    <a:pt x="13690" y="16054"/>
                  </a:lnTo>
                  <a:lnTo>
                    <a:pt x="14038" y="15808"/>
                  </a:lnTo>
                  <a:lnTo>
                    <a:pt x="14365" y="15553"/>
                  </a:lnTo>
                  <a:lnTo>
                    <a:pt x="14682" y="15276"/>
                  </a:lnTo>
                  <a:lnTo>
                    <a:pt x="14989" y="14990"/>
                  </a:lnTo>
                  <a:lnTo>
                    <a:pt x="15286" y="14683"/>
                  </a:lnTo>
                  <a:lnTo>
                    <a:pt x="15562" y="14366"/>
                  </a:lnTo>
                  <a:lnTo>
                    <a:pt x="15818" y="14028"/>
                  </a:lnTo>
                  <a:lnTo>
                    <a:pt x="16064" y="13690"/>
                  </a:lnTo>
                  <a:lnTo>
                    <a:pt x="16289" y="13332"/>
                  </a:lnTo>
                  <a:lnTo>
                    <a:pt x="16504" y="12964"/>
                  </a:lnTo>
                  <a:lnTo>
                    <a:pt x="16698" y="12585"/>
                  </a:lnTo>
                  <a:lnTo>
                    <a:pt x="16872" y="12197"/>
                  </a:lnTo>
                  <a:lnTo>
                    <a:pt x="17025" y="11798"/>
                  </a:lnTo>
                  <a:lnTo>
                    <a:pt x="17169" y="11388"/>
                  </a:lnTo>
                  <a:lnTo>
                    <a:pt x="17281" y="10969"/>
                  </a:lnTo>
                  <a:lnTo>
                    <a:pt x="17384" y="10549"/>
                  </a:lnTo>
                  <a:lnTo>
                    <a:pt x="17465" y="10109"/>
                  </a:lnTo>
                  <a:lnTo>
                    <a:pt x="17517" y="9669"/>
                  </a:lnTo>
                  <a:lnTo>
                    <a:pt x="17547" y="9230"/>
                  </a:lnTo>
                  <a:lnTo>
                    <a:pt x="17558" y="8779"/>
                  </a:lnTo>
                  <a:lnTo>
                    <a:pt x="17547" y="8329"/>
                  </a:lnTo>
                  <a:lnTo>
                    <a:pt x="17517" y="7879"/>
                  </a:lnTo>
                  <a:lnTo>
                    <a:pt x="17465" y="7439"/>
                  </a:lnTo>
                  <a:lnTo>
                    <a:pt x="17384" y="7009"/>
                  </a:lnTo>
                  <a:lnTo>
                    <a:pt x="17281" y="6580"/>
                  </a:lnTo>
                  <a:lnTo>
                    <a:pt x="17169" y="6170"/>
                  </a:lnTo>
                  <a:lnTo>
                    <a:pt x="17025" y="5761"/>
                  </a:lnTo>
                  <a:lnTo>
                    <a:pt x="16872" y="5362"/>
                  </a:lnTo>
                  <a:lnTo>
                    <a:pt x="16698" y="4973"/>
                  </a:lnTo>
                  <a:lnTo>
                    <a:pt x="16504" y="4595"/>
                  </a:lnTo>
                  <a:lnTo>
                    <a:pt x="16289" y="4226"/>
                  </a:lnTo>
                  <a:lnTo>
                    <a:pt x="16064" y="3868"/>
                  </a:lnTo>
                  <a:lnTo>
                    <a:pt x="15818" y="3520"/>
                  </a:lnTo>
                  <a:lnTo>
                    <a:pt x="15562" y="3193"/>
                  </a:lnTo>
                  <a:lnTo>
                    <a:pt x="15286" y="2876"/>
                  </a:lnTo>
                  <a:lnTo>
                    <a:pt x="14989" y="2569"/>
                  </a:lnTo>
                  <a:lnTo>
                    <a:pt x="14682" y="2272"/>
                  </a:lnTo>
                  <a:lnTo>
                    <a:pt x="14365" y="2006"/>
                  </a:lnTo>
                  <a:lnTo>
                    <a:pt x="14038" y="1740"/>
                  </a:lnTo>
                  <a:lnTo>
                    <a:pt x="13690" y="1494"/>
                  </a:lnTo>
                  <a:lnTo>
                    <a:pt x="13332" y="1269"/>
                  </a:lnTo>
                  <a:lnTo>
                    <a:pt x="12964" y="1054"/>
                  </a:lnTo>
                  <a:lnTo>
                    <a:pt x="12585" y="860"/>
                  </a:lnTo>
                  <a:lnTo>
                    <a:pt x="12196" y="686"/>
                  </a:lnTo>
                  <a:lnTo>
                    <a:pt x="11797" y="533"/>
                  </a:lnTo>
                  <a:lnTo>
                    <a:pt x="11398" y="389"/>
                  </a:lnTo>
                  <a:lnTo>
                    <a:pt x="10979" y="277"/>
                  </a:lnTo>
                  <a:lnTo>
                    <a:pt x="10549" y="175"/>
                  </a:lnTo>
                  <a:lnTo>
                    <a:pt x="10119" y="93"/>
                  </a:lnTo>
                  <a:lnTo>
                    <a:pt x="9679" y="42"/>
                  </a:lnTo>
                  <a:lnTo>
                    <a:pt x="9239" y="11"/>
                  </a:lnTo>
                  <a:lnTo>
                    <a:pt x="8779" y="1"/>
                  </a:lnTo>
                  <a:close/>
                </a:path>
              </a:pathLst>
            </a:custGeom>
            <a:solidFill>
              <a:srgbClr val="E3740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697" name="Google Shape;697;p77"/>
            <p:cNvSpPr/>
            <p:nvPr/>
          </p:nvSpPr>
          <p:spPr>
            <a:xfrm>
              <a:off x="3554425" y="1989550"/>
              <a:ext cx="439225" cy="1104775"/>
            </a:xfrm>
            <a:custGeom>
              <a:avLst/>
              <a:gdLst/>
              <a:ahLst/>
              <a:cxnLst/>
              <a:rect l="l" t="t" r="r" b="b"/>
              <a:pathLst>
                <a:path w="17569" h="44191" extrusionOk="0">
                  <a:moveTo>
                    <a:pt x="8554" y="1"/>
                  </a:moveTo>
                  <a:lnTo>
                    <a:pt x="8104" y="21"/>
                  </a:lnTo>
                  <a:lnTo>
                    <a:pt x="7664" y="72"/>
                  </a:lnTo>
                  <a:lnTo>
                    <a:pt x="7224" y="144"/>
                  </a:lnTo>
                  <a:lnTo>
                    <a:pt x="6794" y="236"/>
                  </a:lnTo>
                  <a:lnTo>
                    <a:pt x="6385" y="349"/>
                  </a:lnTo>
                  <a:lnTo>
                    <a:pt x="5966" y="482"/>
                  </a:lnTo>
                  <a:lnTo>
                    <a:pt x="5567" y="645"/>
                  </a:lnTo>
                  <a:lnTo>
                    <a:pt x="5178" y="819"/>
                  </a:lnTo>
                  <a:lnTo>
                    <a:pt x="4799" y="1014"/>
                  </a:lnTo>
                  <a:lnTo>
                    <a:pt x="4431" y="1218"/>
                  </a:lnTo>
                  <a:lnTo>
                    <a:pt x="4073" y="1454"/>
                  </a:lnTo>
                  <a:lnTo>
                    <a:pt x="3725" y="1699"/>
                  </a:lnTo>
                  <a:lnTo>
                    <a:pt x="3387" y="1965"/>
                  </a:lnTo>
                  <a:lnTo>
                    <a:pt x="3070" y="2242"/>
                  </a:lnTo>
                  <a:lnTo>
                    <a:pt x="2763" y="2538"/>
                  </a:lnTo>
                  <a:lnTo>
                    <a:pt x="2466" y="2845"/>
                  </a:lnTo>
                  <a:lnTo>
                    <a:pt x="2190" y="3173"/>
                  </a:lnTo>
                  <a:lnTo>
                    <a:pt x="1924" y="3510"/>
                  </a:lnTo>
                  <a:lnTo>
                    <a:pt x="1668" y="3858"/>
                  </a:lnTo>
                  <a:lnTo>
                    <a:pt x="1433" y="4216"/>
                  </a:lnTo>
                  <a:lnTo>
                    <a:pt x="1218" y="4595"/>
                  </a:lnTo>
                  <a:lnTo>
                    <a:pt x="1014" y="4973"/>
                  </a:lnTo>
                  <a:lnTo>
                    <a:pt x="829" y="5362"/>
                  </a:lnTo>
                  <a:lnTo>
                    <a:pt x="655" y="5771"/>
                  </a:lnTo>
                  <a:lnTo>
                    <a:pt x="512" y="6181"/>
                  </a:lnTo>
                  <a:lnTo>
                    <a:pt x="379" y="6600"/>
                  </a:lnTo>
                  <a:lnTo>
                    <a:pt x="267" y="7030"/>
                  </a:lnTo>
                  <a:lnTo>
                    <a:pt x="175" y="7460"/>
                  </a:lnTo>
                  <a:lnTo>
                    <a:pt x="103" y="7900"/>
                  </a:lnTo>
                  <a:lnTo>
                    <a:pt x="52" y="8340"/>
                  </a:lnTo>
                  <a:lnTo>
                    <a:pt x="11" y="8790"/>
                  </a:lnTo>
                  <a:lnTo>
                    <a:pt x="1" y="9250"/>
                  </a:lnTo>
                  <a:lnTo>
                    <a:pt x="1" y="32875"/>
                  </a:lnTo>
                  <a:lnTo>
                    <a:pt x="11" y="33468"/>
                  </a:lnTo>
                  <a:lnTo>
                    <a:pt x="31" y="34041"/>
                  </a:lnTo>
                  <a:lnTo>
                    <a:pt x="72" y="34604"/>
                  </a:lnTo>
                  <a:lnTo>
                    <a:pt x="134" y="35157"/>
                  </a:lnTo>
                  <a:lnTo>
                    <a:pt x="205" y="35689"/>
                  </a:lnTo>
                  <a:lnTo>
                    <a:pt x="287" y="36210"/>
                  </a:lnTo>
                  <a:lnTo>
                    <a:pt x="389" y="36712"/>
                  </a:lnTo>
                  <a:lnTo>
                    <a:pt x="512" y="37193"/>
                  </a:lnTo>
                  <a:lnTo>
                    <a:pt x="635" y="37673"/>
                  </a:lnTo>
                  <a:lnTo>
                    <a:pt x="789" y="38124"/>
                  </a:lnTo>
                  <a:lnTo>
                    <a:pt x="942" y="38564"/>
                  </a:lnTo>
                  <a:lnTo>
                    <a:pt x="1116" y="38993"/>
                  </a:lnTo>
                  <a:lnTo>
                    <a:pt x="1300" y="39392"/>
                  </a:lnTo>
                  <a:lnTo>
                    <a:pt x="1494" y="39791"/>
                  </a:lnTo>
                  <a:lnTo>
                    <a:pt x="1709" y="40170"/>
                  </a:lnTo>
                  <a:lnTo>
                    <a:pt x="1934" y="40528"/>
                  </a:lnTo>
                  <a:lnTo>
                    <a:pt x="2170" y="40866"/>
                  </a:lnTo>
                  <a:lnTo>
                    <a:pt x="2415" y="41193"/>
                  </a:lnTo>
                  <a:lnTo>
                    <a:pt x="2671" y="41510"/>
                  </a:lnTo>
                  <a:lnTo>
                    <a:pt x="2937" y="41797"/>
                  </a:lnTo>
                  <a:lnTo>
                    <a:pt x="3224" y="42083"/>
                  </a:lnTo>
                  <a:lnTo>
                    <a:pt x="3510" y="42339"/>
                  </a:lnTo>
                  <a:lnTo>
                    <a:pt x="3817" y="42585"/>
                  </a:lnTo>
                  <a:lnTo>
                    <a:pt x="4124" y="42810"/>
                  </a:lnTo>
                  <a:lnTo>
                    <a:pt x="4451" y="43025"/>
                  </a:lnTo>
                  <a:lnTo>
                    <a:pt x="4779" y="43209"/>
                  </a:lnTo>
                  <a:lnTo>
                    <a:pt x="5116" y="43393"/>
                  </a:lnTo>
                  <a:lnTo>
                    <a:pt x="5464" y="43546"/>
                  </a:lnTo>
                  <a:lnTo>
                    <a:pt x="5822" y="43690"/>
                  </a:lnTo>
                  <a:lnTo>
                    <a:pt x="6191" y="43812"/>
                  </a:lnTo>
                  <a:lnTo>
                    <a:pt x="6569" y="43915"/>
                  </a:lnTo>
                  <a:lnTo>
                    <a:pt x="6948" y="44007"/>
                  </a:lnTo>
                  <a:lnTo>
                    <a:pt x="7214" y="44048"/>
                  </a:lnTo>
                  <a:lnTo>
                    <a:pt x="7480" y="44099"/>
                  </a:lnTo>
                  <a:lnTo>
                    <a:pt x="7746" y="44130"/>
                  </a:lnTo>
                  <a:lnTo>
                    <a:pt x="8002" y="44160"/>
                  </a:lnTo>
                  <a:lnTo>
                    <a:pt x="8258" y="44171"/>
                  </a:lnTo>
                  <a:lnTo>
                    <a:pt x="8524" y="44181"/>
                  </a:lnTo>
                  <a:lnTo>
                    <a:pt x="8779" y="44191"/>
                  </a:lnTo>
                  <a:lnTo>
                    <a:pt x="9025" y="44191"/>
                  </a:lnTo>
                  <a:lnTo>
                    <a:pt x="9281" y="44171"/>
                  </a:lnTo>
                  <a:lnTo>
                    <a:pt x="9537" y="44160"/>
                  </a:lnTo>
                  <a:lnTo>
                    <a:pt x="9782" y="44130"/>
                  </a:lnTo>
                  <a:lnTo>
                    <a:pt x="10028" y="44099"/>
                  </a:lnTo>
                  <a:lnTo>
                    <a:pt x="10273" y="44058"/>
                  </a:lnTo>
                  <a:lnTo>
                    <a:pt x="10519" y="44017"/>
                  </a:lnTo>
                  <a:lnTo>
                    <a:pt x="10754" y="43966"/>
                  </a:lnTo>
                  <a:lnTo>
                    <a:pt x="10989" y="43905"/>
                  </a:lnTo>
                  <a:lnTo>
                    <a:pt x="11225" y="43843"/>
                  </a:lnTo>
                  <a:lnTo>
                    <a:pt x="11460" y="43772"/>
                  </a:lnTo>
                  <a:lnTo>
                    <a:pt x="11685" y="43690"/>
                  </a:lnTo>
                  <a:lnTo>
                    <a:pt x="11921" y="43608"/>
                  </a:lnTo>
                  <a:lnTo>
                    <a:pt x="12146" y="43516"/>
                  </a:lnTo>
                  <a:lnTo>
                    <a:pt x="12361" y="43424"/>
                  </a:lnTo>
                  <a:lnTo>
                    <a:pt x="12575" y="43321"/>
                  </a:lnTo>
                  <a:lnTo>
                    <a:pt x="12790" y="43219"/>
                  </a:lnTo>
                  <a:lnTo>
                    <a:pt x="13005" y="43106"/>
                  </a:lnTo>
                  <a:lnTo>
                    <a:pt x="13210" y="42984"/>
                  </a:lnTo>
                  <a:lnTo>
                    <a:pt x="13414" y="42861"/>
                  </a:lnTo>
                  <a:lnTo>
                    <a:pt x="13619" y="42728"/>
                  </a:lnTo>
                  <a:lnTo>
                    <a:pt x="13813" y="42595"/>
                  </a:lnTo>
                  <a:lnTo>
                    <a:pt x="14008" y="42462"/>
                  </a:lnTo>
                  <a:lnTo>
                    <a:pt x="14192" y="42319"/>
                  </a:lnTo>
                  <a:lnTo>
                    <a:pt x="14376" y="42165"/>
                  </a:lnTo>
                  <a:lnTo>
                    <a:pt x="14560" y="42012"/>
                  </a:lnTo>
                  <a:lnTo>
                    <a:pt x="14734" y="41848"/>
                  </a:lnTo>
                  <a:lnTo>
                    <a:pt x="14908" y="41684"/>
                  </a:lnTo>
                  <a:lnTo>
                    <a:pt x="15072" y="41521"/>
                  </a:lnTo>
                  <a:lnTo>
                    <a:pt x="15236" y="41347"/>
                  </a:lnTo>
                  <a:lnTo>
                    <a:pt x="15389" y="41173"/>
                  </a:lnTo>
                  <a:lnTo>
                    <a:pt x="15543" y="40989"/>
                  </a:lnTo>
                  <a:lnTo>
                    <a:pt x="15696" y="40804"/>
                  </a:lnTo>
                  <a:lnTo>
                    <a:pt x="15839" y="40610"/>
                  </a:lnTo>
                  <a:lnTo>
                    <a:pt x="15983" y="40416"/>
                  </a:lnTo>
                  <a:lnTo>
                    <a:pt x="16116" y="40221"/>
                  </a:lnTo>
                  <a:lnTo>
                    <a:pt x="16238" y="40017"/>
                  </a:lnTo>
                  <a:lnTo>
                    <a:pt x="16361" y="39812"/>
                  </a:lnTo>
                  <a:lnTo>
                    <a:pt x="16484" y="39607"/>
                  </a:lnTo>
                  <a:lnTo>
                    <a:pt x="16596" y="39392"/>
                  </a:lnTo>
                  <a:lnTo>
                    <a:pt x="16699" y="39178"/>
                  </a:lnTo>
                  <a:lnTo>
                    <a:pt x="16801" y="38963"/>
                  </a:lnTo>
                  <a:lnTo>
                    <a:pt x="16893" y="38738"/>
                  </a:lnTo>
                  <a:lnTo>
                    <a:pt x="16985" y="38512"/>
                  </a:lnTo>
                  <a:lnTo>
                    <a:pt x="17067" y="38287"/>
                  </a:lnTo>
                  <a:lnTo>
                    <a:pt x="17149" y="38052"/>
                  </a:lnTo>
                  <a:lnTo>
                    <a:pt x="17221" y="37817"/>
                  </a:lnTo>
                  <a:lnTo>
                    <a:pt x="17282" y="37581"/>
                  </a:lnTo>
                  <a:lnTo>
                    <a:pt x="17343" y="37346"/>
                  </a:lnTo>
                  <a:lnTo>
                    <a:pt x="17395" y="37101"/>
                  </a:lnTo>
                  <a:lnTo>
                    <a:pt x="17435" y="36855"/>
                  </a:lnTo>
                  <a:lnTo>
                    <a:pt x="17476" y="36609"/>
                  </a:lnTo>
                  <a:lnTo>
                    <a:pt x="17507" y="36364"/>
                  </a:lnTo>
                  <a:lnTo>
                    <a:pt x="17528" y="36118"/>
                  </a:lnTo>
                  <a:lnTo>
                    <a:pt x="17548" y="35863"/>
                  </a:lnTo>
                  <a:lnTo>
                    <a:pt x="17558" y="35607"/>
                  </a:lnTo>
                  <a:lnTo>
                    <a:pt x="17568" y="35351"/>
                  </a:lnTo>
                  <a:lnTo>
                    <a:pt x="17568" y="8841"/>
                  </a:lnTo>
                  <a:lnTo>
                    <a:pt x="17548" y="8370"/>
                  </a:lnTo>
                  <a:lnTo>
                    <a:pt x="17517" y="7920"/>
                  </a:lnTo>
                  <a:lnTo>
                    <a:pt x="17456" y="7470"/>
                  </a:lnTo>
                  <a:lnTo>
                    <a:pt x="17384" y="7030"/>
                  </a:lnTo>
                  <a:lnTo>
                    <a:pt x="17282" y="6590"/>
                  </a:lnTo>
                  <a:lnTo>
                    <a:pt x="17159" y="6170"/>
                  </a:lnTo>
                  <a:lnTo>
                    <a:pt x="17016" y="5751"/>
                  </a:lnTo>
                  <a:lnTo>
                    <a:pt x="16852" y="5342"/>
                  </a:lnTo>
                  <a:lnTo>
                    <a:pt x="16668" y="4953"/>
                  </a:lnTo>
                  <a:lnTo>
                    <a:pt x="16474" y="4564"/>
                  </a:lnTo>
                  <a:lnTo>
                    <a:pt x="16259" y="4196"/>
                  </a:lnTo>
                  <a:lnTo>
                    <a:pt x="16023" y="3827"/>
                  </a:lnTo>
                  <a:lnTo>
                    <a:pt x="15768" y="3480"/>
                  </a:lnTo>
                  <a:lnTo>
                    <a:pt x="15502" y="3142"/>
                  </a:lnTo>
                  <a:lnTo>
                    <a:pt x="15215" y="2825"/>
                  </a:lnTo>
                  <a:lnTo>
                    <a:pt x="14918" y="2508"/>
                  </a:lnTo>
                  <a:lnTo>
                    <a:pt x="14601" y="2221"/>
                  </a:lnTo>
                  <a:lnTo>
                    <a:pt x="14274" y="1945"/>
                  </a:lnTo>
                  <a:lnTo>
                    <a:pt x="13936" y="1679"/>
                  </a:lnTo>
                  <a:lnTo>
                    <a:pt x="13578" y="1433"/>
                  </a:lnTo>
                  <a:lnTo>
                    <a:pt x="13220" y="1208"/>
                  </a:lnTo>
                  <a:lnTo>
                    <a:pt x="12841" y="993"/>
                  </a:lnTo>
                  <a:lnTo>
                    <a:pt x="12453" y="799"/>
                  </a:lnTo>
                  <a:lnTo>
                    <a:pt x="12054" y="635"/>
                  </a:lnTo>
                  <a:lnTo>
                    <a:pt x="11644" y="482"/>
                  </a:lnTo>
                  <a:lnTo>
                    <a:pt x="11225" y="349"/>
                  </a:lnTo>
                  <a:lnTo>
                    <a:pt x="10795" y="236"/>
                  </a:lnTo>
                  <a:lnTo>
                    <a:pt x="10365" y="144"/>
                  </a:lnTo>
                  <a:lnTo>
                    <a:pt x="9915" y="72"/>
                  </a:lnTo>
                  <a:lnTo>
                    <a:pt x="9475" y="21"/>
                  </a:lnTo>
                  <a:lnTo>
                    <a:pt x="9015" y="1"/>
                  </a:lnTo>
                  <a:close/>
                </a:path>
              </a:pathLst>
            </a:custGeom>
            <a:solidFill>
              <a:srgbClr val="E3740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</p:grpSp>
      <p:pic>
        <p:nvPicPr>
          <p:cNvPr id="698" name="Google Shape;698;p7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170415" y="2306941"/>
            <a:ext cx="255325" cy="255564"/>
          </a:xfrm>
          <a:prstGeom prst="rect">
            <a:avLst/>
          </a:prstGeom>
          <a:noFill/>
          <a:ln>
            <a:noFill/>
          </a:ln>
        </p:spPr>
      </p:pic>
      <p:sp>
        <p:nvSpPr>
          <p:cNvPr id="699" name="Google Shape;699;p77"/>
          <p:cNvSpPr/>
          <p:nvPr/>
        </p:nvSpPr>
        <p:spPr>
          <a:xfrm>
            <a:off x="4496019" y="2920696"/>
            <a:ext cx="198800" cy="1992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93524" y="27493"/>
                </a:moveTo>
                <a:lnTo>
                  <a:pt x="101984" y="36031"/>
                </a:lnTo>
                <a:lnTo>
                  <a:pt x="48015" y="90000"/>
                </a:lnTo>
                <a:lnTo>
                  <a:pt x="18015" y="60000"/>
                </a:lnTo>
                <a:lnTo>
                  <a:pt x="26475" y="51540"/>
                </a:lnTo>
                <a:lnTo>
                  <a:pt x="48015" y="73002"/>
                </a:lnTo>
                <a:lnTo>
                  <a:pt x="93524" y="27493"/>
                </a:lnTo>
                <a:close/>
                <a:moveTo>
                  <a:pt x="60000" y="0"/>
                </a:moveTo>
                <a:lnTo>
                  <a:pt x="56945" y="78"/>
                </a:lnTo>
                <a:lnTo>
                  <a:pt x="53890" y="313"/>
                </a:lnTo>
                <a:lnTo>
                  <a:pt x="50835" y="704"/>
                </a:lnTo>
                <a:lnTo>
                  <a:pt x="47937" y="1253"/>
                </a:lnTo>
                <a:lnTo>
                  <a:pt x="45039" y="1880"/>
                </a:lnTo>
                <a:lnTo>
                  <a:pt x="42141" y="2741"/>
                </a:lnTo>
                <a:lnTo>
                  <a:pt x="39399" y="3681"/>
                </a:lnTo>
                <a:lnTo>
                  <a:pt x="36657" y="4699"/>
                </a:lnTo>
                <a:lnTo>
                  <a:pt x="33994" y="5952"/>
                </a:lnTo>
                <a:lnTo>
                  <a:pt x="31410" y="7284"/>
                </a:lnTo>
                <a:lnTo>
                  <a:pt x="28903" y="8694"/>
                </a:lnTo>
                <a:lnTo>
                  <a:pt x="26475" y="10260"/>
                </a:lnTo>
                <a:lnTo>
                  <a:pt x="24125" y="11906"/>
                </a:lnTo>
                <a:lnTo>
                  <a:pt x="21853" y="13707"/>
                </a:lnTo>
                <a:lnTo>
                  <a:pt x="19660" y="15587"/>
                </a:lnTo>
                <a:lnTo>
                  <a:pt x="17624" y="17624"/>
                </a:lnTo>
                <a:lnTo>
                  <a:pt x="15587" y="19660"/>
                </a:lnTo>
                <a:lnTo>
                  <a:pt x="13707" y="21853"/>
                </a:lnTo>
                <a:lnTo>
                  <a:pt x="11906" y="24125"/>
                </a:lnTo>
                <a:lnTo>
                  <a:pt x="10260" y="26475"/>
                </a:lnTo>
                <a:lnTo>
                  <a:pt x="8694" y="28903"/>
                </a:lnTo>
                <a:lnTo>
                  <a:pt x="7284" y="31410"/>
                </a:lnTo>
                <a:lnTo>
                  <a:pt x="5952" y="33994"/>
                </a:lnTo>
                <a:lnTo>
                  <a:pt x="4699" y="36657"/>
                </a:lnTo>
                <a:lnTo>
                  <a:pt x="3681" y="39399"/>
                </a:lnTo>
                <a:lnTo>
                  <a:pt x="2741" y="42141"/>
                </a:lnTo>
                <a:lnTo>
                  <a:pt x="1880" y="45039"/>
                </a:lnTo>
                <a:lnTo>
                  <a:pt x="1253" y="47937"/>
                </a:lnTo>
                <a:lnTo>
                  <a:pt x="704" y="50835"/>
                </a:lnTo>
                <a:lnTo>
                  <a:pt x="313" y="53890"/>
                </a:lnTo>
                <a:lnTo>
                  <a:pt x="78" y="56945"/>
                </a:lnTo>
                <a:lnTo>
                  <a:pt x="0" y="60000"/>
                </a:lnTo>
                <a:lnTo>
                  <a:pt x="78" y="63055"/>
                </a:lnTo>
                <a:lnTo>
                  <a:pt x="313" y="66109"/>
                </a:lnTo>
                <a:lnTo>
                  <a:pt x="704" y="69164"/>
                </a:lnTo>
                <a:lnTo>
                  <a:pt x="1253" y="72062"/>
                </a:lnTo>
                <a:lnTo>
                  <a:pt x="1880" y="74960"/>
                </a:lnTo>
                <a:lnTo>
                  <a:pt x="2741" y="77858"/>
                </a:lnTo>
                <a:lnTo>
                  <a:pt x="3681" y="80600"/>
                </a:lnTo>
                <a:lnTo>
                  <a:pt x="4699" y="83342"/>
                </a:lnTo>
                <a:lnTo>
                  <a:pt x="5952" y="86005"/>
                </a:lnTo>
                <a:lnTo>
                  <a:pt x="7284" y="88589"/>
                </a:lnTo>
                <a:lnTo>
                  <a:pt x="8694" y="91096"/>
                </a:lnTo>
                <a:lnTo>
                  <a:pt x="10260" y="93524"/>
                </a:lnTo>
                <a:lnTo>
                  <a:pt x="11906" y="95874"/>
                </a:lnTo>
                <a:lnTo>
                  <a:pt x="13707" y="98146"/>
                </a:lnTo>
                <a:lnTo>
                  <a:pt x="15587" y="100339"/>
                </a:lnTo>
                <a:lnTo>
                  <a:pt x="17624" y="102375"/>
                </a:lnTo>
                <a:lnTo>
                  <a:pt x="19660" y="104412"/>
                </a:lnTo>
                <a:lnTo>
                  <a:pt x="21853" y="106292"/>
                </a:lnTo>
                <a:lnTo>
                  <a:pt x="24125" y="108093"/>
                </a:lnTo>
                <a:lnTo>
                  <a:pt x="26475" y="109739"/>
                </a:lnTo>
                <a:lnTo>
                  <a:pt x="28903" y="111305"/>
                </a:lnTo>
                <a:lnTo>
                  <a:pt x="31410" y="112715"/>
                </a:lnTo>
                <a:lnTo>
                  <a:pt x="33994" y="114047"/>
                </a:lnTo>
                <a:lnTo>
                  <a:pt x="36657" y="115300"/>
                </a:lnTo>
                <a:lnTo>
                  <a:pt x="39399" y="116318"/>
                </a:lnTo>
                <a:lnTo>
                  <a:pt x="42141" y="117258"/>
                </a:lnTo>
                <a:lnTo>
                  <a:pt x="45039" y="118119"/>
                </a:lnTo>
                <a:lnTo>
                  <a:pt x="47937" y="118746"/>
                </a:lnTo>
                <a:lnTo>
                  <a:pt x="50835" y="119295"/>
                </a:lnTo>
                <a:lnTo>
                  <a:pt x="53890" y="119686"/>
                </a:lnTo>
                <a:lnTo>
                  <a:pt x="56945" y="119921"/>
                </a:lnTo>
                <a:lnTo>
                  <a:pt x="60000" y="120000"/>
                </a:lnTo>
                <a:lnTo>
                  <a:pt x="63055" y="119921"/>
                </a:lnTo>
                <a:lnTo>
                  <a:pt x="66109" y="119686"/>
                </a:lnTo>
                <a:lnTo>
                  <a:pt x="69164" y="119295"/>
                </a:lnTo>
                <a:lnTo>
                  <a:pt x="72062" y="118746"/>
                </a:lnTo>
                <a:lnTo>
                  <a:pt x="74960" y="118119"/>
                </a:lnTo>
                <a:lnTo>
                  <a:pt x="77858" y="117258"/>
                </a:lnTo>
                <a:lnTo>
                  <a:pt x="80600" y="116318"/>
                </a:lnTo>
                <a:lnTo>
                  <a:pt x="83342" y="115300"/>
                </a:lnTo>
                <a:lnTo>
                  <a:pt x="86005" y="114047"/>
                </a:lnTo>
                <a:lnTo>
                  <a:pt x="88589" y="112715"/>
                </a:lnTo>
                <a:lnTo>
                  <a:pt x="91096" y="111305"/>
                </a:lnTo>
                <a:lnTo>
                  <a:pt x="93524" y="109739"/>
                </a:lnTo>
                <a:lnTo>
                  <a:pt x="95874" y="108093"/>
                </a:lnTo>
                <a:lnTo>
                  <a:pt x="98146" y="106292"/>
                </a:lnTo>
                <a:lnTo>
                  <a:pt x="100339" y="104412"/>
                </a:lnTo>
                <a:lnTo>
                  <a:pt x="102375" y="102375"/>
                </a:lnTo>
                <a:lnTo>
                  <a:pt x="104412" y="100339"/>
                </a:lnTo>
                <a:lnTo>
                  <a:pt x="106292" y="98146"/>
                </a:lnTo>
                <a:lnTo>
                  <a:pt x="108093" y="95874"/>
                </a:lnTo>
                <a:lnTo>
                  <a:pt x="109739" y="93524"/>
                </a:lnTo>
                <a:lnTo>
                  <a:pt x="111305" y="91096"/>
                </a:lnTo>
                <a:lnTo>
                  <a:pt x="112715" y="88589"/>
                </a:lnTo>
                <a:lnTo>
                  <a:pt x="114047" y="86005"/>
                </a:lnTo>
                <a:lnTo>
                  <a:pt x="115300" y="83342"/>
                </a:lnTo>
                <a:lnTo>
                  <a:pt x="116318" y="80600"/>
                </a:lnTo>
                <a:lnTo>
                  <a:pt x="117258" y="77858"/>
                </a:lnTo>
                <a:lnTo>
                  <a:pt x="118119" y="74960"/>
                </a:lnTo>
                <a:lnTo>
                  <a:pt x="118746" y="72062"/>
                </a:lnTo>
                <a:lnTo>
                  <a:pt x="119295" y="69164"/>
                </a:lnTo>
                <a:lnTo>
                  <a:pt x="119686" y="66109"/>
                </a:lnTo>
                <a:lnTo>
                  <a:pt x="119921" y="63055"/>
                </a:lnTo>
                <a:lnTo>
                  <a:pt x="120000" y="60000"/>
                </a:lnTo>
                <a:lnTo>
                  <a:pt x="119921" y="56945"/>
                </a:lnTo>
                <a:lnTo>
                  <a:pt x="119686" y="53890"/>
                </a:lnTo>
                <a:lnTo>
                  <a:pt x="119295" y="50835"/>
                </a:lnTo>
                <a:lnTo>
                  <a:pt x="118746" y="47937"/>
                </a:lnTo>
                <a:lnTo>
                  <a:pt x="118119" y="45039"/>
                </a:lnTo>
                <a:lnTo>
                  <a:pt x="117258" y="42141"/>
                </a:lnTo>
                <a:lnTo>
                  <a:pt x="116318" y="39399"/>
                </a:lnTo>
                <a:lnTo>
                  <a:pt x="115300" y="36657"/>
                </a:lnTo>
                <a:lnTo>
                  <a:pt x="114047" y="33994"/>
                </a:lnTo>
                <a:lnTo>
                  <a:pt x="112715" y="31410"/>
                </a:lnTo>
                <a:lnTo>
                  <a:pt x="111305" y="28903"/>
                </a:lnTo>
                <a:lnTo>
                  <a:pt x="109739" y="26475"/>
                </a:lnTo>
                <a:lnTo>
                  <a:pt x="108093" y="24125"/>
                </a:lnTo>
                <a:lnTo>
                  <a:pt x="106292" y="21853"/>
                </a:lnTo>
                <a:lnTo>
                  <a:pt x="104412" y="19660"/>
                </a:lnTo>
                <a:lnTo>
                  <a:pt x="102375" y="17624"/>
                </a:lnTo>
                <a:lnTo>
                  <a:pt x="100339" y="15587"/>
                </a:lnTo>
                <a:lnTo>
                  <a:pt x="98146" y="13707"/>
                </a:lnTo>
                <a:lnTo>
                  <a:pt x="95874" y="11906"/>
                </a:lnTo>
                <a:lnTo>
                  <a:pt x="93524" y="10260"/>
                </a:lnTo>
                <a:lnTo>
                  <a:pt x="91096" y="8694"/>
                </a:lnTo>
                <a:lnTo>
                  <a:pt x="88589" y="7284"/>
                </a:lnTo>
                <a:lnTo>
                  <a:pt x="86005" y="5952"/>
                </a:lnTo>
                <a:lnTo>
                  <a:pt x="83342" y="4699"/>
                </a:lnTo>
                <a:lnTo>
                  <a:pt x="80600" y="3681"/>
                </a:lnTo>
                <a:lnTo>
                  <a:pt x="77858" y="2741"/>
                </a:lnTo>
                <a:lnTo>
                  <a:pt x="74960" y="1880"/>
                </a:lnTo>
                <a:lnTo>
                  <a:pt x="72062" y="1253"/>
                </a:lnTo>
                <a:lnTo>
                  <a:pt x="69164" y="704"/>
                </a:lnTo>
                <a:lnTo>
                  <a:pt x="66109" y="313"/>
                </a:lnTo>
                <a:lnTo>
                  <a:pt x="63055" y="78"/>
                </a:lnTo>
                <a:lnTo>
                  <a:pt x="6000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>
              <a:buClr>
                <a:srgbClr val="000000"/>
              </a:buClr>
            </a:pPr>
            <a:endParaRPr sz="1867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0" name="Google Shape;700;p77"/>
          <p:cNvSpPr/>
          <p:nvPr/>
        </p:nvSpPr>
        <p:spPr>
          <a:xfrm>
            <a:off x="4496019" y="3996229"/>
            <a:ext cx="198800" cy="1992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93524" y="27493"/>
                </a:moveTo>
                <a:lnTo>
                  <a:pt x="101984" y="36031"/>
                </a:lnTo>
                <a:lnTo>
                  <a:pt x="48015" y="90000"/>
                </a:lnTo>
                <a:lnTo>
                  <a:pt x="18015" y="60000"/>
                </a:lnTo>
                <a:lnTo>
                  <a:pt x="26475" y="51540"/>
                </a:lnTo>
                <a:lnTo>
                  <a:pt x="48015" y="73002"/>
                </a:lnTo>
                <a:lnTo>
                  <a:pt x="93524" y="27493"/>
                </a:lnTo>
                <a:close/>
                <a:moveTo>
                  <a:pt x="60000" y="0"/>
                </a:moveTo>
                <a:lnTo>
                  <a:pt x="56945" y="78"/>
                </a:lnTo>
                <a:lnTo>
                  <a:pt x="53890" y="313"/>
                </a:lnTo>
                <a:lnTo>
                  <a:pt x="50835" y="704"/>
                </a:lnTo>
                <a:lnTo>
                  <a:pt x="47937" y="1253"/>
                </a:lnTo>
                <a:lnTo>
                  <a:pt x="45039" y="1880"/>
                </a:lnTo>
                <a:lnTo>
                  <a:pt x="42141" y="2741"/>
                </a:lnTo>
                <a:lnTo>
                  <a:pt x="39399" y="3681"/>
                </a:lnTo>
                <a:lnTo>
                  <a:pt x="36657" y="4699"/>
                </a:lnTo>
                <a:lnTo>
                  <a:pt x="33994" y="5952"/>
                </a:lnTo>
                <a:lnTo>
                  <a:pt x="31410" y="7284"/>
                </a:lnTo>
                <a:lnTo>
                  <a:pt x="28903" y="8694"/>
                </a:lnTo>
                <a:lnTo>
                  <a:pt x="26475" y="10260"/>
                </a:lnTo>
                <a:lnTo>
                  <a:pt x="24125" y="11906"/>
                </a:lnTo>
                <a:lnTo>
                  <a:pt x="21853" y="13707"/>
                </a:lnTo>
                <a:lnTo>
                  <a:pt x="19660" y="15587"/>
                </a:lnTo>
                <a:lnTo>
                  <a:pt x="17624" y="17624"/>
                </a:lnTo>
                <a:lnTo>
                  <a:pt x="15587" y="19660"/>
                </a:lnTo>
                <a:lnTo>
                  <a:pt x="13707" y="21853"/>
                </a:lnTo>
                <a:lnTo>
                  <a:pt x="11906" y="24125"/>
                </a:lnTo>
                <a:lnTo>
                  <a:pt x="10260" y="26475"/>
                </a:lnTo>
                <a:lnTo>
                  <a:pt x="8694" y="28903"/>
                </a:lnTo>
                <a:lnTo>
                  <a:pt x="7284" y="31410"/>
                </a:lnTo>
                <a:lnTo>
                  <a:pt x="5952" y="33994"/>
                </a:lnTo>
                <a:lnTo>
                  <a:pt x="4699" y="36657"/>
                </a:lnTo>
                <a:lnTo>
                  <a:pt x="3681" y="39399"/>
                </a:lnTo>
                <a:lnTo>
                  <a:pt x="2741" y="42141"/>
                </a:lnTo>
                <a:lnTo>
                  <a:pt x="1880" y="45039"/>
                </a:lnTo>
                <a:lnTo>
                  <a:pt x="1253" y="47937"/>
                </a:lnTo>
                <a:lnTo>
                  <a:pt x="704" y="50835"/>
                </a:lnTo>
                <a:lnTo>
                  <a:pt x="313" y="53890"/>
                </a:lnTo>
                <a:lnTo>
                  <a:pt x="78" y="56945"/>
                </a:lnTo>
                <a:lnTo>
                  <a:pt x="0" y="60000"/>
                </a:lnTo>
                <a:lnTo>
                  <a:pt x="78" y="63055"/>
                </a:lnTo>
                <a:lnTo>
                  <a:pt x="313" y="66109"/>
                </a:lnTo>
                <a:lnTo>
                  <a:pt x="704" y="69164"/>
                </a:lnTo>
                <a:lnTo>
                  <a:pt x="1253" y="72062"/>
                </a:lnTo>
                <a:lnTo>
                  <a:pt x="1880" y="74960"/>
                </a:lnTo>
                <a:lnTo>
                  <a:pt x="2741" y="77858"/>
                </a:lnTo>
                <a:lnTo>
                  <a:pt x="3681" y="80600"/>
                </a:lnTo>
                <a:lnTo>
                  <a:pt x="4699" y="83342"/>
                </a:lnTo>
                <a:lnTo>
                  <a:pt x="5952" y="86005"/>
                </a:lnTo>
                <a:lnTo>
                  <a:pt x="7284" y="88589"/>
                </a:lnTo>
                <a:lnTo>
                  <a:pt x="8694" y="91096"/>
                </a:lnTo>
                <a:lnTo>
                  <a:pt x="10260" y="93524"/>
                </a:lnTo>
                <a:lnTo>
                  <a:pt x="11906" y="95874"/>
                </a:lnTo>
                <a:lnTo>
                  <a:pt x="13707" y="98146"/>
                </a:lnTo>
                <a:lnTo>
                  <a:pt x="15587" y="100339"/>
                </a:lnTo>
                <a:lnTo>
                  <a:pt x="17624" y="102375"/>
                </a:lnTo>
                <a:lnTo>
                  <a:pt x="19660" y="104412"/>
                </a:lnTo>
                <a:lnTo>
                  <a:pt x="21853" y="106292"/>
                </a:lnTo>
                <a:lnTo>
                  <a:pt x="24125" y="108093"/>
                </a:lnTo>
                <a:lnTo>
                  <a:pt x="26475" y="109739"/>
                </a:lnTo>
                <a:lnTo>
                  <a:pt x="28903" y="111305"/>
                </a:lnTo>
                <a:lnTo>
                  <a:pt x="31410" y="112715"/>
                </a:lnTo>
                <a:lnTo>
                  <a:pt x="33994" y="114047"/>
                </a:lnTo>
                <a:lnTo>
                  <a:pt x="36657" y="115300"/>
                </a:lnTo>
                <a:lnTo>
                  <a:pt x="39399" y="116318"/>
                </a:lnTo>
                <a:lnTo>
                  <a:pt x="42141" y="117258"/>
                </a:lnTo>
                <a:lnTo>
                  <a:pt x="45039" y="118119"/>
                </a:lnTo>
                <a:lnTo>
                  <a:pt x="47937" y="118746"/>
                </a:lnTo>
                <a:lnTo>
                  <a:pt x="50835" y="119295"/>
                </a:lnTo>
                <a:lnTo>
                  <a:pt x="53890" y="119686"/>
                </a:lnTo>
                <a:lnTo>
                  <a:pt x="56945" y="119921"/>
                </a:lnTo>
                <a:lnTo>
                  <a:pt x="60000" y="120000"/>
                </a:lnTo>
                <a:lnTo>
                  <a:pt x="63055" y="119921"/>
                </a:lnTo>
                <a:lnTo>
                  <a:pt x="66109" y="119686"/>
                </a:lnTo>
                <a:lnTo>
                  <a:pt x="69164" y="119295"/>
                </a:lnTo>
                <a:lnTo>
                  <a:pt x="72062" y="118746"/>
                </a:lnTo>
                <a:lnTo>
                  <a:pt x="74960" y="118119"/>
                </a:lnTo>
                <a:lnTo>
                  <a:pt x="77858" y="117258"/>
                </a:lnTo>
                <a:lnTo>
                  <a:pt x="80600" y="116318"/>
                </a:lnTo>
                <a:lnTo>
                  <a:pt x="83342" y="115300"/>
                </a:lnTo>
                <a:lnTo>
                  <a:pt x="86005" y="114047"/>
                </a:lnTo>
                <a:lnTo>
                  <a:pt x="88589" y="112715"/>
                </a:lnTo>
                <a:lnTo>
                  <a:pt x="91096" y="111305"/>
                </a:lnTo>
                <a:lnTo>
                  <a:pt x="93524" y="109739"/>
                </a:lnTo>
                <a:lnTo>
                  <a:pt x="95874" y="108093"/>
                </a:lnTo>
                <a:lnTo>
                  <a:pt x="98146" y="106292"/>
                </a:lnTo>
                <a:lnTo>
                  <a:pt x="100339" y="104412"/>
                </a:lnTo>
                <a:lnTo>
                  <a:pt x="102375" y="102375"/>
                </a:lnTo>
                <a:lnTo>
                  <a:pt x="104412" y="100339"/>
                </a:lnTo>
                <a:lnTo>
                  <a:pt x="106292" y="98146"/>
                </a:lnTo>
                <a:lnTo>
                  <a:pt x="108093" y="95874"/>
                </a:lnTo>
                <a:lnTo>
                  <a:pt x="109739" y="93524"/>
                </a:lnTo>
                <a:lnTo>
                  <a:pt x="111305" y="91096"/>
                </a:lnTo>
                <a:lnTo>
                  <a:pt x="112715" y="88589"/>
                </a:lnTo>
                <a:lnTo>
                  <a:pt x="114047" y="86005"/>
                </a:lnTo>
                <a:lnTo>
                  <a:pt x="115300" y="83342"/>
                </a:lnTo>
                <a:lnTo>
                  <a:pt x="116318" y="80600"/>
                </a:lnTo>
                <a:lnTo>
                  <a:pt x="117258" y="77858"/>
                </a:lnTo>
                <a:lnTo>
                  <a:pt x="118119" y="74960"/>
                </a:lnTo>
                <a:lnTo>
                  <a:pt x="118746" y="72062"/>
                </a:lnTo>
                <a:lnTo>
                  <a:pt x="119295" y="69164"/>
                </a:lnTo>
                <a:lnTo>
                  <a:pt x="119686" y="66109"/>
                </a:lnTo>
                <a:lnTo>
                  <a:pt x="119921" y="63055"/>
                </a:lnTo>
                <a:lnTo>
                  <a:pt x="120000" y="60000"/>
                </a:lnTo>
                <a:lnTo>
                  <a:pt x="119921" y="56945"/>
                </a:lnTo>
                <a:lnTo>
                  <a:pt x="119686" y="53890"/>
                </a:lnTo>
                <a:lnTo>
                  <a:pt x="119295" y="50835"/>
                </a:lnTo>
                <a:lnTo>
                  <a:pt x="118746" y="47937"/>
                </a:lnTo>
                <a:lnTo>
                  <a:pt x="118119" y="45039"/>
                </a:lnTo>
                <a:lnTo>
                  <a:pt x="117258" y="42141"/>
                </a:lnTo>
                <a:lnTo>
                  <a:pt x="116318" y="39399"/>
                </a:lnTo>
                <a:lnTo>
                  <a:pt x="115300" y="36657"/>
                </a:lnTo>
                <a:lnTo>
                  <a:pt x="114047" y="33994"/>
                </a:lnTo>
                <a:lnTo>
                  <a:pt x="112715" y="31410"/>
                </a:lnTo>
                <a:lnTo>
                  <a:pt x="111305" y="28903"/>
                </a:lnTo>
                <a:lnTo>
                  <a:pt x="109739" y="26475"/>
                </a:lnTo>
                <a:lnTo>
                  <a:pt x="108093" y="24125"/>
                </a:lnTo>
                <a:lnTo>
                  <a:pt x="106292" y="21853"/>
                </a:lnTo>
                <a:lnTo>
                  <a:pt x="104412" y="19660"/>
                </a:lnTo>
                <a:lnTo>
                  <a:pt x="102375" y="17624"/>
                </a:lnTo>
                <a:lnTo>
                  <a:pt x="100339" y="15587"/>
                </a:lnTo>
                <a:lnTo>
                  <a:pt x="98146" y="13707"/>
                </a:lnTo>
                <a:lnTo>
                  <a:pt x="95874" y="11906"/>
                </a:lnTo>
                <a:lnTo>
                  <a:pt x="93524" y="10260"/>
                </a:lnTo>
                <a:lnTo>
                  <a:pt x="91096" y="8694"/>
                </a:lnTo>
                <a:lnTo>
                  <a:pt x="88589" y="7284"/>
                </a:lnTo>
                <a:lnTo>
                  <a:pt x="86005" y="5952"/>
                </a:lnTo>
                <a:lnTo>
                  <a:pt x="83342" y="4699"/>
                </a:lnTo>
                <a:lnTo>
                  <a:pt x="80600" y="3681"/>
                </a:lnTo>
                <a:lnTo>
                  <a:pt x="77858" y="2741"/>
                </a:lnTo>
                <a:lnTo>
                  <a:pt x="74960" y="1880"/>
                </a:lnTo>
                <a:lnTo>
                  <a:pt x="72062" y="1253"/>
                </a:lnTo>
                <a:lnTo>
                  <a:pt x="69164" y="704"/>
                </a:lnTo>
                <a:lnTo>
                  <a:pt x="66109" y="313"/>
                </a:lnTo>
                <a:lnTo>
                  <a:pt x="63055" y="78"/>
                </a:lnTo>
                <a:lnTo>
                  <a:pt x="6000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>
              <a:buClr>
                <a:srgbClr val="000000"/>
              </a:buClr>
            </a:pPr>
            <a:endParaRPr sz="1867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1" name="Google Shape;701;p77"/>
          <p:cNvSpPr/>
          <p:nvPr/>
        </p:nvSpPr>
        <p:spPr>
          <a:xfrm>
            <a:off x="4496019" y="4562763"/>
            <a:ext cx="198800" cy="1992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93524" y="27493"/>
                </a:moveTo>
                <a:lnTo>
                  <a:pt x="101984" y="36031"/>
                </a:lnTo>
                <a:lnTo>
                  <a:pt x="48015" y="90000"/>
                </a:lnTo>
                <a:lnTo>
                  <a:pt x="18015" y="60000"/>
                </a:lnTo>
                <a:lnTo>
                  <a:pt x="26475" y="51540"/>
                </a:lnTo>
                <a:lnTo>
                  <a:pt x="48015" y="73002"/>
                </a:lnTo>
                <a:lnTo>
                  <a:pt x="93524" y="27493"/>
                </a:lnTo>
                <a:close/>
                <a:moveTo>
                  <a:pt x="60000" y="0"/>
                </a:moveTo>
                <a:lnTo>
                  <a:pt x="56945" y="78"/>
                </a:lnTo>
                <a:lnTo>
                  <a:pt x="53890" y="313"/>
                </a:lnTo>
                <a:lnTo>
                  <a:pt x="50835" y="704"/>
                </a:lnTo>
                <a:lnTo>
                  <a:pt x="47937" y="1253"/>
                </a:lnTo>
                <a:lnTo>
                  <a:pt x="45039" y="1880"/>
                </a:lnTo>
                <a:lnTo>
                  <a:pt x="42141" y="2741"/>
                </a:lnTo>
                <a:lnTo>
                  <a:pt x="39399" y="3681"/>
                </a:lnTo>
                <a:lnTo>
                  <a:pt x="36657" y="4699"/>
                </a:lnTo>
                <a:lnTo>
                  <a:pt x="33994" y="5952"/>
                </a:lnTo>
                <a:lnTo>
                  <a:pt x="31410" y="7284"/>
                </a:lnTo>
                <a:lnTo>
                  <a:pt x="28903" y="8694"/>
                </a:lnTo>
                <a:lnTo>
                  <a:pt x="26475" y="10260"/>
                </a:lnTo>
                <a:lnTo>
                  <a:pt x="24125" y="11906"/>
                </a:lnTo>
                <a:lnTo>
                  <a:pt x="21853" y="13707"/>
                </a:lnTo>
                <a:lnTo>
                  <a:pt x="19660" y="15587"/>
                </a:lnTo>
                <a:lnTo>
                  <a:pt x="17624" y="17624"/>
                </a:lnTo>
                <a:lnTo>
                  <a:pt x="15587" y="19660"/>
                </a:lnTo>
                <a:lnTo>
                  <a:pt x="13707" y="21853"/>
                </a:lnTo>
                <a:lnTo>
                  <a:pt x="11906" y="24125"/>
                </a:lnTo>
                <a:lnTo>
                  <a:pt x="10260" y="26475"/>
                </a:lnTo>
                <a:lnTo>
                  <a:pt x="8694" y="28903"/>
                </a:lnTo>
                <a:lnTo>
                  <a:pt x="7284" y="31410"/>
                </a:lnTo>
                <a:lnTo>
                  <a:pt x="5952" y="33994"/>
                </a:lnTo>
                <a:lnTo>
                  <a:pt x="4699" y="36657"/>
                </a:lnTo>
                <a:lnTo>
                  <a:pt x="3681" y="39399"/>
                </a:lnTo>
                <a:lnTo>
                  <a:pt x="2741" y="42141"/>
                </a:lnTo>
                <a:lnTo>
                  <a:pt x="1880" y="45039"/>
                </a:lnTo>
                <a:lnTo>
                  <a:pt x="1253" y="47937"/>
                </a:lnTo>
                <a:lnTo>
                  <a:pt x="704" y="50835"/>
                </a:lnTo>
                <a:lnTo>
                  <a:pt x="313" y="53890"/>
                </a:lnTo>
                <a:lnTo>
                  <a:pt x="78" y="56945"/>
                </a:lnTo>
                <a:lnTo>
                  <a:pt x="0" y="60000"/>
                </a:lnTo>
                <a:lnTo>
                  <a:pt x="78" y="63055"/>
                </a:lnTo>
                <a:lnTo>
                  <a:pt x="313" y="66109"/>
                </a:lnTo>
                <a:lnTo>
                  <a:pt x="704" y="69164"/>
                </a:lnTo>
                <a:lnTo>
                  <a:pt x="1253" y="72062"/>
                </a:lnTo>
                <a:lnTo>
                  <a:pt x="1880" y="74960"/>
                </a:lnTo>
                <a:lnTo>
                  <a:pt x="2741" y="77858"/>
                </a:lnTo>
                <a:lnTo>
                  <a:pt x="3681" y="80600"/>
                </a:lnTo>
                <a:lnTo>
                  <a:pt x="4699" y="83342"/>
                </a:lnTo>
                <a:lnTo>
                  <a:pt x="5952" y="86005"/>
                </a:lnTo>
                <a:lnTo>
                  <a:pt x="7284" y="88589"/>
                </a:lnTo>
                <a:lnTo>
                  <a:pt x="8694" y="91096"/>
                </a:lnTo>
                <a:lnTo>
                  <a:pt x="10260" y="93524"/>
                </a:lnTo>
                <a:lnTo>
                  <a:pt x="11906" y="95874"/>
                </a:lnTo>
                <a:lnTo>
                  <a:pt x="13707" y="98146"/>
                </a:lnTo>
                <a:lnTo>
                  <a:pt x="15587" y="100339"/>
                </a:lnTo>
                <a:lnTo>
                  <a:pt x="17624" y="102375"/>
                </a:lnTo>
                <a:lnTo>
                  <a:pt x="19660" y="104412"/>
                </a:lnTo>
                <a:lnTo>
                  <a:pt x="21853" y="106292"/>
                </a:lnTo>
                <a:lnTo>
                  <a:pt x="24125" y="108093"/>
                </a:lnTo>
                <a:lnTo>
                  <a:pt x="26475" y="109739"/>
                </a:lnTo>
                <a:lnTo>
                  <a:pt x="28903" y="111305"/>
                </a:lnTo>
                <a:lnTo>
                  <a:pt x="31410" y="112715"/>
                </a:lnTo>
                <a:lnTo>
                  <a:pt x="33994" y="114047"/>
                </a:lnTo>
                <a:lnTo>
                  <a:pt x="36657" y="115300"/>
                </a:lnTo>
                <a:lnTo>
                  <a:pt x="39399" y="116318"/>
                </a:lnTo>
                <a:lnTo>
                  <a:pt x="42141" y="117258"/>
                </a:lnTo>
                <a:lnTo>
                  <a:pt x="45039" y="118119"/>
                </a:lnTo>
                <a:lnTo>
                  <a:pt x="47937" y="118746"/>
                </a:lnTo>
                <a:lnTo>
                  <a:pt x="50835" y="119295"/>
                </a:lnTo>
                <a:lnTo>
                  <a:pt x="53890" y="119686"/>
                </a:lnTo>
                <a:lnTo>
                  <a:pt x="56945" y="119921"/>
                </a:lnTo>
                <a:lnTo>
                  <a:pt x="60000" y="120000"/>
                </a:lnTo>
                <a:lnTo>
                  <a:pt x="63055" y="119921"/>
                </a:lnTo>
                <a:lnTo>
                  <a:pt x="66109" y="119686"/>
                </a:lnTo>
                <a:lnTo>
                  <a:pt x="69164" y="119295"/>
                </a:lnTo>
                <a:lnTo>
                  <a:pt x="72062" y="118746"/>
                </a:lnTo>
                <a:lnTo>
                  <a:pt x="74960" y="118119"/>
                </a:lnTo>
                <a:lnTo>
                  <a:pt x="77858" y="117258"/>
                </a:lnTo>
                <a:lnTo>
                  <a:pt x="80600" y="116318"/>
                </a:lnTo>
                <a:lnTo>
                  <a:pt x="83342" y="115300"/>
                </a:lnTo>
                <a:lnTo>
                  <a:pt x="86005" y="114047"/>
                </a:lnTo>
                <a:lnTo>
                  <a:pt x="88589" y="112715"/>
                </a:lnTo>
                <a:lnTo>
                  <a:pt x="91096" y="111305"/>
                </a:lnTo>
                <a:lnTo>
                  <a:pt x="93524" y="109739"/>
                </a:lnTo>
                <a:lnTo>
                  <a:pt x="95874" y="108093"/>
                </a:lnTo>
                <a:lnTo>
                  <a:pt x="98146" y="106292"/>
                </a:lnTo>
                <a:lnTo>
                  <a:pt x="100339" y="104412"/>
                </a:lnTo>
                <a:lnTo>
                  <a:pt x="102375" y="102375"/>
                </a:lnTo>
                <a:lnTo>
                  <a:pt x="104412" y="100339"/>
                </a:lnTo>
                <a:lnTo>
                  <a:pt x="106292" y="98146"/>
                </a:lnTo>
                <a:lnTo>
                  <a:pt x="108093" y="95874"/>
                </a:lnTo>
                <a:lnTo>
                  <a:pt x="109739" y="93524"/>
                </a:lnTo>
                <a:lnTo>
                  <a:pt x="111305" y="91096"/>
                </a:lnTo>
                <a:lnTo>
                  <a:pt x="112715" y="88589"/>
                </a:lnTo>
                <a:lnTo>
                  <a:pt x="114047" y="86005"/>
                </a:lnTo>
                <a:lnTo>
                  <a:pt x="115300" y="83342"/>
                </a:lnTo>
                <a:lnTo>
                  <a:pt x="116318" y="80600"/>
                </a:lnTo>
                <a:lnTo>
                  <a:pt x="117258" y="77858"/>
                </a:lnTo>
                <a:lnTo>
                  <a:pt x="118119" y="74960"/>
                </a:lnTo>
                <a:lnTo>
                  <a:pt x="118746" y="72062"/>
                </a:lnTo>
                <a:lnTo>
                  <a:pt x="119295" y="69164"/>
                </a:lnTo>
                <a:lnTo>
                  <a:pt x="119686" y="66109"/>
                </a:lnTo>
                <a:lnTo>
                  <a:pt x="119921" y="63055"/>
                </a:lnTo>
                <a:lnTo>
                  <a:pt x="120000" y="60000"/>
                </a:lnTo>
                <a:lnTo>
                  <a:pt x="119921" y="56945"/>
                </a:lnTo>
                <a:lnTo>
                  <a:pt x="119686" y="53890"/>
                </a:lnTo>
                <a:lnTo>
                  <a:pt x="119295" y="50835"/>
                </a:lnTo>
                <a:lnTo>
                  <a:pt x="118746" y="47937"/>
                </a:lnTo>
                <a:lnTo>
                  <a:pt x="118119" y="45039"/>
                </a:lnTo>
                <a:lnTo>
                  <a:pt x="117258" y="42141"/>
                </a:lnTo>
                <a:lnTo>
                  <a:pt x="116318" y="39399"/>
                </a:lnTo>
                <a:lnTo>
                  <a:pt x="115300" y="36657"/>
                </a:lnTo>
                <a:lnTo>
                  <a:pt x="114047" y="33994"/>
                </a:lnTo>
                <a:lnTo>
                  <a:pt x="112715" y="31410"/>
                </a:lnTo>
                <a:lnTo>
                  <a:pt x="111305" y="28903"/>
                </a:lnTo>
                <a:lnTo>
                  <a:pt x="109739" y="26475"/>
                </a:lnTo>
                <a:lnTo>
                  <a:pt x="108093" y="24125"/>
                </a:lnTo>
                <a:lnTo>
                  <a:pt x="106292" y="21853"/>
                </a:lnTo>
                <a:lnTo>
                  <a:pt x="104412" y="19660"/>
                </a:lnTo>
                <a:lnTo>
                  <a:pt x="102375" y="17624"/>
                </a:lnTo>
                <a:lnTo>
                  <a:pt x="100339" y="15587"/>
                </a:lnTo>
                <a:lnTo>
                  <a:pt x="98146" y="13707"/>
                </a:lnTo>
                <a:lnTo>
                  <a:pt x="95874" y="11906"/>
                </a:lnTo>
                <a:lnTo>
                  <a:pt x="93524" y="10260"/>
                </a:lnTo>
                <a:lnTo>
                  <a:pt x="91096" y="8694"/>
                </a:lnTo>
                <a:lnTo>
                  <a:pt x="88589" y="7284"/>
                </a:lnTo>
                <a:lnTo>
                  <a:pt x="86005" y="5952"/>
                </a:lnTo>
                <a:lnTo>
                  <a:pt x="83342" y="4699"/>
                </a:lnTo>
                <a:lnTo>
                  <a:pt x="80600" y="3681"/>
                </a:lnTo>
                <a:lnTo>
                  <a:pt x="77858" y="2741"/>
                </a:lnTo>
                <a:lnTo>
                  <a:pt x="74960" y="1880"/>
                </a:lnTo>
                <a:lnTo>
                  <a:pt x="72062" y="1253"/>
                </a:lnTo>
                <a:lnTo>
                  <a:pt x="69164" y="704"/>
                </a:lnTo>
                <a:lnTo>
                  <a:pt x="66109" y="313"/>
                </a:lnTo>
                <a:lnTo>
                  <a:pt x="63055" y="78"/>
                </a:lnTo>
                <a:lnTo>
                  <a:pt x="6000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>
              <a:buClr>
                <a:srgbClr val="000000"/>
              </a:buClr>
            </a:pPr>
            <a:endParaRPr sz="1867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2" name="Google Shape;702;p77"/>
          <p:cNvSpPr/>
          <p:nvPr/>
        </p:nvSpPr>
        <p:spPr>
          <a:xfrm>
            <a:off x="4496019" y="5115113"/>
            <a:ext cx="198800" cy="1992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93524" y="27493"/>
                </a:moveTo>
                <a:lnTo>
                  <a:pt x="101984" y="36031"/>
                </a:lnTo>
                <a:lnTo>
                  <a:pt x="48015" y="90000"/>
                </a:lnTo>
                <a:lnTo>
                  <a:pt x="18015" y="60000"/>
                </a:lnTo>
                <a:lnTo>
                  <a:pt x="26475" y="51540"/>
                </a:lnTo>
                <a:lnTo>
                  <a:pt x="48015" y="73002"/>
                </a:lnTo>
                <a:lnTo>
                  <a:pt x="93524" y="27493"/>
                </a:lnTo>
                <a:close/>
                <a:moveTo>
                  <a:pt x="60000" y="0"/>
                </a:moveTo>
                <a:lnTo>
                  <a:pt x="56945" y="78"/>
                </a:lnTo>
                <a:lnTo>
                  <a:pt x="53890" y="313"/>
                </a:lnTo>
                <a:lnTo>
                  <a:pt x="50835" y="704"/>
                </a:lnTo>
                <a:lnTo>
                  <a:pt x="47937" y="1253"/>
                </a:lnTo>
                <a:lnTo>
                  <a:pt x="45039" y="1880"/>
                </a:lnTo>
                <a:lnTo>
                  <a:pt x="42141" y="2741"/>
                </a:lnTo>
                <a:lnTo>
                  <a:pt x="39399" y="3681"/>
                </a:lnTo>
                <a:lnTo>
                  <a:pt x="36657" y="4699"/>
                </a:lnTo>
                <a:lnTo>
                  <a:pt x="33994" y="5952"/>
                </a:lnTo>
                <a:lnTo>
                  <a:pt x="31410" y="7284"/>
                </a:lnTo>
                <a:lnTo>
                  <a:pt x="28903" y="8694"/>
                </a:lnTo>
                <a:lnTo>
                  <a:pt x="26475" y="10260"/>
                </a:lnTo>
                <a:lnTo>
                  <a:pt x="24125" y="11906"/>
                </a:lnTo>
                <a:lnTo>
                  <a:pt x="21853" y="13707"/>
                </a:lnTo>
                <a:lnTo>
                  <a:pt x="19660" y="15587"/>
                </a:lnTo>
                <a:lnTo>
                  <a:pt x="17624" y="17624"/>
                </a:lnTo>
                <a:lnTo>
                  <a:pt x="15587" y="19660"/>
                </a:lnTo>
                <a:lnTo>
                  <a:pt x="13707" y="21853"/>
                </a:lnTo>
                <a:lnTo>
                  <a:pt x="11906" y="24125"/>
                </a:lnTo>
                <a:lnTo>
                  <a:pt x="10260" y="26475"/>
                </a:lnTo>
                <a:lnTo>
                  <a:pt x="8694" y="28903"/>
                </a:lnTo>
                <a:lnTo>
                  <a:pt x="7284" y="31410"/>
                </a:lnTo>
                <a:lnTo>
                  <a:pt x="5952" y="33994"/>
                </a:lnTo>
                <a:lnTo>
                  <a:pt x="4699" y="36657"/>
                </a:lnTo>
                <a:lnTo>
                  <a:pt x="3681" y="39399"/>
                </a:lnTo>
                <a:lnTo>
                  <a:pt x="2741" y="42141"/>
                </a:lnTo>
                <a:lnTo>
                  <a:pt x="1880" y="45039"/>
                </a:lnTo>
                <a:lnTo>
                  <a:pt x="1253" y="47937"/>
                </a:lnTo>
                <a:lnTo>
                  <a:pt x="704" y="50835"/>
                </a:lnTo>
                <a:lnTo>
                  <a:pt x="313" y="53890"/>
                </a:lnTo>
                <a:lnTo>
                  <a:pt x="78" y="56945"/>
                </a:lnTo>
                <a:lnTo>
                  <a:pt x="0" y="60000"/>
                </a:lnTo>
                <a:lnTo>
                  <a:pt x="78" y="63055"/>
                </a:lnTo>
                <a:lnTo>
                  <a:pt x="313" y="66109"/>
                </a:lnTo>
                <a:lnTo>
                  <a:pt x="704" y="69164"/>
                </a:lnTo>
                <a:lnTo>
                  <a:pt x="1253" y="72062"/>
                </a:lnTo>
                <a:lnTo>
                  <a:pt x="1880" y="74960"/>
                </a:lnTo>
                <a:lnTo>
                  <a:pt x="2741" y="77858"/>
                </a:lnTo>
                <a:lnTo>
                  <a:pt x="3681" y="80600"/>
                </a:lnTo>
                <a:lnTo>
                  <a:pt x="4699" y="83342"/>
                </a:lnTo>
                <a:lnTo>
                  <a:pt x="5952" y="86005"/>
                </a:lnTo>
                <a:lnTo>
                  <a:pt x="7284" y="88589"/>
                </a:lnTo>
                <a:lnTo>
                  <a:pt x="8694" y="91096"/>
                </a:lnTo>
                <a:lnTo>
                  <a:pt x="10260" y="93524"/>
                </a:lnTo>
                <a:lnTo>
                  <a:pt x="11906" y="95874"/>
                </a:lnTo>
                <a:lnTo>
                  <a:pt x="13707" y="98146"/>
                </a:lnTo>
                <a:lnTo>
                  <a:pt x="15587" y="100339"/>
                </a:lnTo>
                <a:lnTo>
                  <a:pt x="17624" y="102375"/>
                </a:lnTo>
                <a:lnTo>
                  <a:pt x="19660" y="104412"/>
                </a:lnTo>
                <a:lnTo>
                  <a:pt x="21853" y="106292"/>
                </a:lnTo>
                <a:lnTo>
                  <a:pt x="24125" y="108093"/>
                </a:lnTo>
                <a:lnTo>
                  <a:pt x="26475" y="109739"/>
                </a:lnTo>
                <a:lnTo>
                  <a:pt x="28903" y="111305"/>
                </a:lnTo>
                <a:lnTo>
                  <a:pt x="31410" y="112715"/>
                </a:lnTo>
                <a:lnTo>
                  <a:pt x="33994" y="114047"/>
                </a:lnTo>
                <a:lnTo>
                  <a:pt x="36657" y="115300"/>
                </a:lnTo>
                <a:lnTo>
                  <a:pt x="39399" y="116318"/>
                </a:lnTo>
                <a:lnTo>
                  <a:pt x="42141" y="117258"/>
                </a:lnTo>
                <a:lnTo>
                  <a:pt x="45039" y="118119"/>
                </a:lnTo>
                <a:lnTo>
                  <a:pt x="47937" y="118746"/>
                </a:lnTo>
                <a:lnTo>
                  <a:pt x="50835" y="119295"/>
                </a:lnTo>
                <a:lnTo>
                  <a:pt x="53890" y="119686"/>
                </a:lnTo>
                <a:lnTo>
                  <a:pt x="56945" y="119921"/>
                </a:lnTo>
                <a:lnTo>
                  <a:pt x="60000" y="120000"/>
                </a:lnTo>
                <a:lnTo>
                  <a:pt x="63055" y="119921"/>
                </a:lnTo>
                <a:lnTo>
                  <a:pt x="66109" y="119686"/>
                </a:lnTo>
                <a:lnTo>
                  <a:pt x="69164" y="119295"/>
                </a:lnTo>
                <a:lnTo>
                  <a:pt x="72062" y="118746"/>
                </a:lnTo>
                <a:lnTo>
                  <a:pt x="74960" y="118119"/>
                </a:lnTo>
                <a:lnTo>
                  <a:pt x="77858" y="117258"/>
                </a:lnTo>
                <a:lnTo>
                  <a:pt x="80600" y="116318"/>
                </a:lnTo>
                <a:lnTo>
                  <a:pt x="83342" y="115300"/>
                </a:lnTo>
                <a:lnTo>
                  <a:pt x="86005" y="114047"/>
                </a:lnTo>
                <a:lnTo>
                  <a:pt x="88589" y="112715"/>
                </a:lnTo>
                <a:lnTo>
                  <a:pt x="91096" y="111305"/>
                </a:lnTo>
                <a:lnTo>
                  <a:pt x="93524" y="109739"/>
                </a:lnTo>
                <a:lnTo>
                  <a:pt x="95874" y="108093"/>
                </a:lnTo>
                <a:lnTo>
                  <a:pt x="98146" y="106292"/>
                </a:lnTo>
                <a:lnTo>
                  <a:pt x="100339" y="104412"/>
                </a:lnTo>
                <a:lnTo>
                  <a:pt x="102375" y="102375"/>
                </a:lnTo>
                <a:lnTo>
                  <a:pt x="104412" y="100339"/>
                </a:lnTo>
                <a:lnTo>
                  <a:pt x="106292" y="98146"/>
                </a:lnTo>
                <a:lnTo>
                  <a:pt x="108093" y="95874"/>
                </a:lnTo>
                <a:lnTo>
                  <a:pt x="109739" y="93524"/>
                </a:lnTo>
                <a:lnTo>
                  <a:pt x="111305" y="91096"/>
                </a:lnTo>
                <a:lnTo>
                  <a:pt x="112715" y="88589"/>
                </a:lnTo>
                <a:lnTo>
                  <a:pt x="114047" y="86005"/>
                </a:lnTo>
                <a:lnTo>
                  <a:pt x="115300" y="83342"/>
                </a:lnTo>
                <a:lnTo>
                  <a:pt x="116318" y="80600"/>
                </a:lnTo>
                <a:lnTo>
                  <a:pt x="117258" y="77858"/>
                </a:lnTo>
                <a:lnTo>
                  <a:pt x="118119" y="74960"/>
                </a:lnTo>
                <a:lnTo>
                  <a:pt x="118746" y="72062"/>
                </a:lnTo>
                <a:lnTo>
                  <a:pt x="119295" y="69164"/>
                </a:lnTo>
                <a:lnTo>
                  <a:pt x="119686" y="66109"/>
                </a:lnTo>
                <a:lnTo>
                  <a:pt x="119921" y="63055"/>
                </a:lnTo>
                <a:lnTo>
                  <a:pt x="120000" y="60000"/>
                </a:lnTo>
                <a:lnTo>
                  <a:pt x="119921" y="56945"/>
                </a:lnTo>
                <a:lnTo>
                  <a:pt x="119686" y="53890"/>
                </a:lnTo>
                <a:lnTo>
                  <a:pt x="119295" y="50835"/>
                </a:lnTo>
                <a:lnTo>
                  <a:pt x="118746" y="47937"/>
                </a:lnTo>
                <a:lnTo>
                  <a:pt x="118119" y="45039"/>
                </a:lnTo>
                <a:lnTo>
                  <a:pt x="117258" y="42141"/>
                </a:lnTo>
                <a:lnTo>
                  <a:pt x="116318" y="39399"/>
                </a:lnTo>
                <a:lnTo>
                  <a:pt x="115300" y="36657"/>
                </a:lnTo>
                <a:lnTo>
                  <a:pt x="114047" y="33994"/>
                </a:lnTo>
                <a:lnTo>
                  <a:pt x="112715" y="31410"/>
                </a:lnTo>
                <a:lnTo>
                  <a:pt x="111305" y="28903"/>
                </a:lnTo>
                <a:lnTo>
                  <a:pt x="109739" y="26475"/>
                </a:lnTo>
                <a:lnTo>
                  <a:pt x="108093" y="24125"/>
                </a:lnTo>
                <a:lnTo>
                  <a:pt x="106292" y="21853"/>
                </a:lnTo>
                <a:lnTo>
                  <a:pt x="104412" y="19660"/>
                </a:lnTo>
                <a:lnTo>
                  <a:pt x="102375" y="17624"/>
                </a:lnTo>
                <a:lnTo>
                  <a:pt x="100339" y="15587"/>
                </a:lnTo>
                <a:lnTo>
                  <a:pt x="98146" y="13707"/>
                </a:lnTo>
                <a:lnTo>
                  <a:pt x="95874" y="11906"/>
                </a:lnTo>
                <a:lnTo>
                  <a:pt x="93524" y="10260"/>
                </a:lnTo>
                <a:lnTo>
                  <a:pt x="91096" y="8694"/>
                </a:lnTo>
                <a:lnTo>
                  <a:pt x="88589" y="7284"/>
                </a:lnTo>
                <a:lnTo>
                  <a:pt x="86005" y="5952"/>
                </a:lnTo>
                <a:lnTo>
                  <a:pt x="83342" y="4699"/>
                </a:lnTo>
                <a:lnTo>
                  <a:pt x="80600" y="3681"/>
                </a:lnTo>
                <a:lnTo>
                  <a:pt x="77858" y="2741"/>
                </a:lnTo>
                <a:lnTo>
                  <a:pt x="74960" y="1880"/>
                </a:lnTo>
                <a:lnTo>
                  <a:pt x="72062" y="1253"/>
                </a:lnTo>
                <a:lnTo>
                  <a:pt x="69164" y="704"/>
                </a:lnTo>
                <a:lnTo>
                  <a:pt x="66109" y="313"/>
                </a:lnTo>
                <a:lnTo>
                  <a:pt x="63055" y="78"/>
                </a:lnTo>
                <a:lnTo>
                  <a:pt x="6000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>
              <a:buClr>
                <a:srgbClr val="000000"/>
              </a:buClr>
            </a:pPr>
            <a:endParaRPr sz="1867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3" name="Google Shape;703;p77"/>
          <p:cNvSpPr/>
          <p:nvPr/>
        </p:nvSpPr>
        <p:spPr>
          <a:xfrm>
            <a:off x="5198668" y="4562763"/>
            <a:ext cx="198800" cy="1992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93524" y="27493"/>
                </a:moveTo>
                <a:lnTo>
                  <a:pt x="101984" y="36031"/>
                </a:lnTo>
                <a:lnTo>
                  <a:pt x="48015" y="90000"/>
                </a:lnTo>
                <a:lnTo>
                  <a:pt x="18015" y="60000"/>
                </a:lnTo>
                <a:lnTo>
                  <a:pt x="26475" y="51540"/>
                </a:lnTo>
                <a:lnTo>
                  <a:pt x="48015" y="73002"/>
                </a:lnTo>
                <a:lnTo>
                  <a:pt x="93524" y="27493"/>
                </a:lnTo>
                <a:close/>
                <a:moveTo>
                  <a:pt x="60000" y="0"/>
                </a:moveTo>
                <a:lnTo>
                  <a:pt x="56945" y="78"/>
                </a:lnTo>
                <a:lnTo>
                  <a:pt x="53890" y="313"/>
                </a:lnTo>
                <a:lnTo>
                  <a:pt x="50835" y="704"/>
                </a:lnTo>
                <a:lnTo>
                  <a:pt x="47937" y="1253"/>
                </a:lnTo>
                <a:lnTo>
                  <a:pt x="45039" y="1880"/>
                </a:lnTo>
                <a:lnTo>
                  <a:pt x="42141" y="2741"/>
                </a:lnTo>
                <a:lnTo>
                  <a:pt x="39399" y="3681"/>
                </a:lnTo>
                <a:lnTo>
                  <a:pt x="36657" y="4699"/>
                </a:lnTo>
                <a:lnTo>
                  <a:pt x="33994" y="5952"/>
                </a:lnTo>
                <a:lnTo>
                  <a:pt x="31410" y="7284"/>
                </a:lnTo>
                <a:lnTo>
                  <a:pt x="28903" y="8694"/>
                </a:lnTo>
                <a:lnTo>
                  <a:pt x="26475" y="10260"/>
                </a:lnTo>
                <a:lnTo>
                  <a:pt x="24125" y="11906"/>
                </a:lnTo>
                <a:lnTo>
                  <a:pt x="21853" y="13707"/>
                </a:lnTo>
                <a:lnTo>
                  <a:pt x="19660" y="15587"/>
                </a:lnTo>
                <a:lnTo>
                  <a:pt x="17624" y="17624"/>
                </a:lnTo>
                <a:lnTo>
                  <a:pt x="15587" y="19660"/>
                </a:lnTo>
                <a:lnTo>
                  <a:pt x="13707" y="21853"/>
                </a:lnTo>
                <a:lnTo>
                  <a:pt x="11906" y="24125"/>
                </a:lnTo>
                <a:lnTo>
                  <a:pt x="10260" y="26475"/>
                </a:lnTo>
                <a:lnTo>
                  <a:pt x="8694" y="28903"/>
                </a:lnTo>
                <a:lnTo>
                  <a:pt x="7284" y="31410"/>
                </a:lnTo>
                <a:lnTo>
                  <a:pt x="5952" y="33994"/>
                </a:lnTo>
                <a:lnTo>
                  <a:pt x="4699" y="36657"/>
                </a:lnTo>
                <a:lnTo>
                  <a:pt x="3681" y="39399"/>
                </a:lnTo>
                <a:lnTo>
                  <a:pt x="2741" y="42141"/>
                </a:lnTo>
                <a:lnTo>
                  <a:pt x="1880" y="45039"/>
                </a:lnTo>
                <a:lnTo>
                  <a:pt x="1253" y="47937"/>
                </a:lnTo>
                <a:lnTo>
                  <a:pt x="704" y="50835"/>
                </a:lnTo>
                <a:lnTo>
                  <a:pt x="313" y="53890"/>
                </a:lnTo>
                <a:lnTo>
                  <a:pt x="78" y="56945"/>
                </a:lnTo>
                <a:lnTo>
                  <a:pt x="0" y="60000"/>
                </a:lnTo>
                <a:lnTo>
                  <a:pt x="78" y="63055"/>
                </a:lnTo>
                <a:lnTo>
                  <a:pt x="313" y="66109"/>
                </a:lnTo>
                <a:lnTo>
                  <a:pt x="704" y="69164"/>
                </a:lnTo>
                <a:lnTo>
                  <a:pt x="1253" y="72062"/>
                </a:lnTo>
                <a:lnTo>
                  <a:pt x="1880" y="74960"/>
                </a:lnTo>
                <a:lnTo>
                  <a:pt x="2741" y="77858"/>
                </a:lnTo>
                <a:lnTo>
                  <a:pt x="3681" y="80600"/>
                </a:lnTo>
                <a:lnTo>
                  <a:pt x="4699" y="83342"/>
                </a:lnTo>
                <a:lnTo>
                  <a:pt x="5952" y="86005"/>
                </a:lnTo>
                <a:lnTo>
                  <a:pt x="7284" y="88589"/>
                </a:lnTo>
                <a:lnTo>
                  <a:pt x="8694" y="91096"/>
                </a:lnTo>
                <a:lnTo>
                  <a:pt x="10260" y="93524"/>
                </a:lnTo>
                <a:lnTo>
                  <a:pt x="11906" y="95874"/>
                </a:lnTo>
                <a:lnTo>
                  <a:pt x="13707" y="98146"/>
                </a:lnTo>
                <a:lnTo>
                  <a:pt x="15587" y="100339"/>
                </a:lnTo>
                <a:lnTo>
                  <a:pt x="17624" y="102375"/>
                </a:lnTo>
                <a:lnTo>
                  <a:pt x="19660" y="104412"/>
                </a:lnTo>
                <a:lnTo>
                  <a:pt x="21853" y="106292"/>
                </a:lnTo>
                <a:lnTo>
                  <a:pt x="24125" y="108093"/>
                </a:lnTo>
                <a:lnTo>
                  <a:pt x="26475" y="109739"/>
                </a:lnTo>
                <a:lnTo>
                  <a:pt x="28903" y="111305"/>
                </a:lnTo>
                <a:lnTo>
                  <a:pt x="31410" y="112715"/>
                </a:lnTo>
                <a:lnTo>
                  <a:pt x="33994" y="114047"/>
                </a:lnTo>
                <a:lnTo>
                  <a:pt x="36657" y="115300"/>
                </a:lnTo>
                <a:lnTo>
                  <a:pt x="39399" y="116318"/>
                </a:lnTo>
                <a:lnTo>
                  <a:pt x="42141" y="117258"/>
                </a:lnTo>
                <a:lnTo>
                  <a:pt x="45039" y="118119"/>
                </a:lnTo>
                <a:lnTo>
                  <a:pt x="47937" y="118746"/>
                </a:lnTo>
                <a:lnTo>
                  <a:pt x="50835" y="119295"/>
                </a:lnTo>
                <a:lnTo>
                  <a:pt x="53890" y="119686"/>
                </a:lnTo>
                <a:lnTo>
                  <a:pt x="56945" y="119921"/>
                </a:lnTo>
                <a:lnTo>
                  <a:pt x="60000" y="120000"/>
                </a:lnTo>
                <a:lnTo>
                  <a:pt x="63055" y="119921"/>
                </a:lnTo>
                <a:lnTo>
                  <a:pt x="66109" y="119686"/>
                </a:lnTo>
                <a:lnTo>
                  <a:pt x="69164" y="119295"/>
                </a:lnTo>
                <a:lnTo>
                  <a:pt x="72062" y="118746"/>
                </a:lnTo>
                <a:lnTo>
                  <a:pt x="74960" y="118119"/>
                </a:lnTo>
                <a:lnTo>
                  <a:pt x="77858" y="117258"/>
                </a:lnTo>
                <a:lnTo>
                  <a:pt x="80600" y="116318"/>
                </a:lnTo>
                <a:lnTo>
                  <a:pt x="83342" y="115300"/>
                </a:lnTo>
                <a:lnTo>
                  <a:pt x="86005" y="114047"/>
                </a:lnTo>
                <a:lnTo>
                  <a:pt x="88589" y="112715"/>
                </a:lnTo>
                <a:lnTo>
                  <a:pt x="91096" y="111305"/>
                </a:lnTo>
                <a:lnTo>
                  <a:pt x="93524" y="109739"/>
                </a:lnTo>
                <a:lnTo>
                  <a:pt x="95874" y="108093"/>
                </a:lnTo>
                <a:lnTo>
                  <a:pt x="98146" y="106292"/>
                </a:lnTo>
                <a:lnTo>
                  <a:pt x="100339" y="104412"/>
                </a:lnTo>
                <a:lnTo>
                  <a:pt x="102375" y="102375"/>
                </a:lnTo>
                <a:lnTo>
                  <a:pt x="104412" y="100339"/>
                </a:lnTo>
                <a:lnTo>
                  <a:pt x="106292" y="98146"/>
                </a:lnTo>
                <a:lnTo>
                  <a:pt x="108093" y="95874"/>
                </a:lnTo>
                <a:lnTo>
                  <a:pt x="109739" y="93524"/>
                </a:lnTo>
                <a:lnTo>
                  <a:pt x="111305" y="91096"/>
                </a:lnTo>
                <a:lnTo>
                  <a:pt x="112715" y="88589"/>
                </a:lnTo>
                <a:lnTo>
                  <a:pt x="114047" y="86005"/>
                </a:lnTo>
                <a:lnTo>
                  <a:pt x="115300" y="83342"/>
                </a:lnTo>
                <a:lnTo>
                  <a:pt x="116318" y="80600"/>
                </a:lnTo>
                <a:lnTo>
                  <a:pt x="117258" y="77858"/>
                </a:lnTo>
                <a:lnTo>
                  <a:pt x="118119" y="74960"/>
                </a:lnTo>
                <a:lnTo>
                  <a:pt x="118746" y="72062"/>
                </a:lnTo>
                <a:lnTo>
                  <a:pt x="119295" y="69164"/>
                </a:lnTo>
                <a:lnTo>
                  <a:pt x="119686" y="66109"/>
                </a:lnTo>
                <a:lnTo>
                  <a:pt x="119921" y="63055"/>
                </a:lnTo>
                <a:lnTo>
                  <a:pt x="120000" y="60000"/>
                </a:lnTo>
                <a:lnTo>
                  <a:pt x="119921" y="56945"/>
                </a:lnTo>
                <a:lnTo>
                  <a:pt x="119686" y="53890"/>
                </a:lnTo>
                <a:lnTo>
                  <a:pt x="119295" y="50835"/>
                </a:lnTo>
                <a:lnTo>
                  <a:pt x="118746" y="47937"/>
                </a:lnTo>
                <a:lnTo>
                  <a:pt x="118119" y="45039"/>
                </a:lnTo>
                <a:lnTo>
                  <a:pt x="117258" y="42141"/>
                </a:lnTo>
                <a:lnTo>
                  <a:pt x="116318" y="39399"/>
                </a:lnTo>
                <a:lnTo>
                  <a:pt x="115300" y="36657"/>
                </a:lnTo>
                <a:lnTo>
                  <a:pt x="114047" y="33994"/>
                </a:lnTo>
                <a:lnTo>
                  <a:pt x="112715" y="31410"/>
                </a:lnTo>
                <a:lnTo>
                  <a:pt x="111305" y="28903"/>
                </a:lnTo>
                <a:lnTo>
                  <a:pt x="109739" y="26475"/>
                </a:lnTo>
                <a:lnTo>
                  <a:pt x="108093" y="24125"/>
                </a:lnTo>
                <a:lnTo>
                  <a:pt x="106292" y="21853"/>
                </a:lnTo>
                <a:lnTo>
                  <a:pt x="104412" y="19660"/>
                </a:lnTo>
                <a:lnTo>
                  <a:pt x="102375" y="17624"/>
                </a:lnTo>
                <a:lnTo>
                  <a:pt x="100339" y="15587"/>
                </a:lnTo>
                <a:lnTo>
                  <a:pt x="98146" y="13707"/>
                </a:lnTo>
                <a:lnTo>
                  <a:pt x="95874" y="11906"/>
                </a:lnTo>
                <a:lnTo>
                  <a:pt x="93524" y="10260"/>
                </a:lnTo>
                <a:lnTo>
                  <a:pt x="91096" y="8694"/>
                </a:lnTo>
                <a:lnTo>
                  <a:pt x="88589" y="7284"/>
                </a:lnTo>
                <a:lnTo>
                  <a:pt x="86005" y="5952"/>
                </a:lnTo>
                <a:lnTo>
                  <a:pt x="83342" y="4699"/>
                </a:lnTo>
                <a:lnTo>
                  <a:pt x="80600" y="3681"/>
                </a:lnTo>
                <a:lnTo>
                  <a:pt x="77858" y="2741"/>
                </a:lnTo>
                <a:lnTo>
                  <a:pt x="74960" y="1880"/>
                </a:lnTo>
                <a:lnTo>
                  <a:pt x="72062" y="1253"/>
                </a:lnTo>
                <a:lnTo>
                  <a:pt x="69164" y="704"/>
                </a:lnTo>
                <a:lnTo>
                  <a:pt x="66109" y="313"/>
                </a:lnTo>
                <a:lnTo>
                  <a:pt x="63055" y="78"/>
                </a:lnTo>
                <a:lnTo>
                  <a:pt x="60000" y="0"/>
                </a:lnTo>
                <a:close/>
              </a:path>
            </a:pathLst>
          </a:custGeom>
          <a:solidFill>
            <a:srgbClr val="34A85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>
              <a:buClr>
                <a:srgbClr val="000000"/>
              </a:buClr>
            </a:pPr>
            <a:endParaRPr sz="1867">
              <a:solidFill>
                <a:srgbClr val="4FC3F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4" name="Google Shape;704;p77"/>
          <p:cNvSpPr/>
          <p:nvPr/>
        </p:nvSpPr>
        <p:spPr>
          <a:xfrm>
            <a:off x="5198652" y="2920696"/>
            <a:ext cx="198800" cy="1992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93524" y="27493"/>
                </a:moveTo>
                <a:lnTo>
                  <a:pt x="101984" y="36031"/>
                </a:lnTo>
                <a:lnTo>
                  <a:pt x="48015" y="90000"/>
                </a:lnTo>
                <a:lnTo>
                  <a:pt x="18015" y="60000"/>
                </a:lnTo>
                <a:lnTo>
                  <a:pt x="26475" y="51540"/>
                </a:lnTo>
                <a:lnTo>
                  <a:pt x="48015" y="73002"/>
                </a:lnTo>
                <a:lnTo>
                  <a:pt x="93524" y="27493"/>
                </a:lnTo>
                <a:close/>
                <a:moveTo>
                  <a:pt x="60000" y="0"/>
                </a:moveTo>
                <a:lnTo>
                  <a:pt x="56945" y="78"/>
                </a:lnTo>
                <a:lnTo>
                  <a:pt x="53890" y="313"/>
                </a:lnTo>
                <a:lnTo>
                  <a:pt x="50835" y="704"/>
                </a:lnTo>
                <a:lnTo>
                  <a:pt x="47937" y="1253"/>
                </a:lnTo>
                <a:lnTo>
                  <a:pt x="45039" y="1880"/>
                </a:lnTo>
                <a:lnTo>
                  <a:pt x="42141" y="2741"/>
                </a:lnTo>
                <a:lnTo>
                  <a:pt x="39399" y="3681"/>
                </a:lnTo>
                <a:lnTo>
                  <a:pt x="36657" y="4699"/>
                </a:lnTo>
                <a:lnTo>
                  <a:pt x="33994" y="5952"/>
                </a:lnTo>
                <a:lnTo>
                  <a:pt x="31410" y="7284"/>
                </a:lnTo>
                <a:lnTo>
                  <a:pt x="28903" y="8694"/>
                </a:lnTo>
                <a:lnTo>
                  <a:pt x="26475" y="10260"/>
                </a:lnTo>
                <a:lnTo>
                  <a:pt x="24125" y="11906"/>
                </a:lnTo>
                <a:lnTo>
                  <a:pt x="21853" y="13707"/>
                </a:lnTo>
                <a:lnTo>
                  <a:pt x="19660" y="15587"/>
                </a:lnTo>
                <a:lnTo>
                  <a:pt x="17624" y="17624"/>
                </a:lnTo>
                <a:lnTo>
                  <a:pt x="15587" y="19660"/>
                </a:lnTo>
                <a:lnTo>
                  <a:pt x="13707" y="21853"/>
                </a:lnTo>
                <a:lnTo>
                  <a:pt x="11906" y="24125"/>
                </a:lnTo>
                <a:lnTo>
                  <a:pt x="10260" y="26475"/>
                </a:lnTo>
                <a:lnTo>
                  <a:pt x="8694" y="28903"/>
                </a:lnTo>
                <a:lnTo>
                  <a:pt x="7284" y="31410"/>
                </a:lnTo>
                <a:lnTo>
                  <a:pt x="5952" y="33994"/>
                </a:lnTo>
                <a:lnTo>
                  <a:pt x="4699" y="36657"/>
                </a:lnTo>
                <a:lnTo>
                  <a:pt x="3681" y="39399"/>
                </a:lnTo>
                <a:lnTo>
                  <a:pt x="2741" y="42141"/>
                </a:lnTo>
                <a:lnTo>
                  <a:pt x="1880" y="45039"/>
                </a:lnTo>
                <a:lnTo>
                  <a:pt x="1253" y="47937"/>
                </a:lnTo>
                <a:lnTo>
                  <a:pt x="704" y="50835"/>
                </a:lnTo>
                <a:lnTo>
                  <a:pt x="313" y="53890"/>
                </a:lnTo>
                <a:lnTo>
                  <a:pt x="78" y="56945"/>
                </a:lnTo>
                <a:lnTo>
                  <a:pt x="0" y="60000"/>
                </a:lnTo>
                <a:lnTo>
                  <a:pt x="78" y="63055"/>
                </a:lnTo>
                <a:lnTo>
                  <a:pt x="313" y="66109"/>
                </a:lnTo>
                <a:lnTo>
                  <a:pt x="704" y="69164"/>
                </a:lnTo>
                <a:lnTo>
                  <a:pt x="1253" y="72062"/>
                </a:lnTo>
                <a:lnTo>
                  <a:pt x="1880" y="74960"/>
                </a:lnTo>
                <a:lnTo>
                  <a:pt x="2741" y="77858"/>
                </a:lnTo>
                <a:lnTo>
                  <a:pt x="3681" y="80600"/>
                </a:lnTo>
                <a:lnTo>
                  <a:pt x="4699" y="83342"/>
                </a:lnTo>
                <a:lnTo>
                  <a:pt x="5952" y="86005"/>
                </a:lnTo>
                <a:lnTo>
                  <a:pt x="7284" y="88589"/>
                </a:lnTo>
                <a:lnTo>
                  <a:pt x="8694" y="91096"/>
                </a:lnTo>
                <a:lnTo>
                  <a:pt x="10260" y="93524"/>
                </a:lnTo>
                <a:lnTo>
                  <a:pt x="11906" y="95874"/>
                </a:lnTo>
                <a:lnTo>
                  <a:pt x="13707" y="98146"/>
                </a:lnTo>
                <a:lnTo>
                  <a:pt x="15587" y="100339"/>
                </a:lnTo>
                <a:lnTo>
                  <a:pt x="17624" y="102375"/>
                </a:lnTo>
                <a:lnTo>
                  <a:pt x="19660" y="104412"/>
                </a:lnTo>
                <a:lnTo>
                  <a:pt x="21853" y="106292"/>
                </a:lnTo>
                <a:lnTo>
                  <a:pt x="24125" y="108093"/>
                </a:lnTo>
                <a:lnTo>
                  <a:pt x="26475" y="109739"/>
                </a:lnTo>
                <a:lnTo>
                  <a:pt x="28903" y="111305"/>
                </a:lnTo>
                <a:lnTo>
                  <a:pt x="31410" y="112715"/>
                </a:lnTo>
                <a:lnTo>
                  <a:pt x="33994" y="114047"/>
                </a:lnTo>
                <a:lnTo>
                  <a:pt x="36657" y="115300"/>
                </a:lnTo>
                <a:lnTo>
                  <a:pt x="39399" y="116318"/>
                </a:lnTo>
                <a:lnTo>
                  <a:pt x="42141" y="117258"/>
                </a:lnTo>
                <a:lnTo>
                  <a:pt x="45039" y="118119"/>
                </a:lnTo>
                <a:lnTo>
                  <a:pt x="47937" y="118746"/>
                </a:lnTo>
                <a:lnTo>
                  <a:pt x="50835" y="119295"/>
                </a:lnTo>
                <a:lnTo>
                  <a:pt x="53890" y="119686"/>
                </a:lnTo>
                <a:lnTo>
                  <a:pt x="56945" y="119921"/>
                </a:lnTo>
                <a:lnTo>
                  <a:pt x="60000" y="120000"/>
                </a:lnTo>
                <a:lnTo>
                  <a:pt x="63055" y="119921"/>
                </a:lnTo>
                <a:lnTo>
                  <a:pt x="66109" y="119686"/>
                </a:lnTo>
                <a:lnTo>
                  <a:pt x="69164" y="119295"/>
                </a:lnTo>
                <a:lnTo>
                  <a:pt x="72062" y="118746"/>
                </a:lnTo>
                <a:lnTo>
                  <a:pt x="74960" y="118119"/>
                </a:lnTo>
                <a:lnTo>
                  <a:pt x="77858" y="117258"/>
                </a:lnTo>
                <a:lnTo>
                  <a:pt x="80600" y="116318"/>
                </a:lnTo>
                <a:lnTo>
                  <a:pt x="83342" y="115300"/>
                </a:lnTo>
                <a:lnTo>
                  <a:pt x="86005" y="114047"/>
                </a:lnTo>
                <a:lnTo>
                  <a:pt x="88589" y="112715"/>
                </a:lnTo>
                <a:lnTo>
                  <a:pt x="91096" y="111305"/>
                </a:lnTo>
                <a:lnTo>
                  <a:pt x="93524" y="109739"/>
                </a:lnTo>
                <a:lnTo>
                  <a:pt x="95874" y="108093"/>
                </a:lnTo>
                <a:lnTo>
                  <a:pt x="98146" y="106292"/>
                </a:lnTo>
                <a:lnTo>
                  <a:pt x="100339" y="104412"/>
                </a:lnTo>
                <a:lnTo>
                  <a:pt x="102375" y="102375"/>
                </a:lnTo>
                <a:lnTo>
                  <a:pt x="104412" y="100339"/>
                </a:lnTo>
                <a:lnTo>
                  <a:pt x="106292" y="98146"/>
                </a:lnTo>
                <a:lnTo>
                  <a:pt x="108093" y="95874"/>
                </a:lnTo>
                <a:lnTo>
                  <a:pt x="109739" y="93524"/>
                </a:lnTo>
                <a:lnTo>
                  <a:pt x="111305" y="91096"/>
                </a:lnTo>
                <a:lnTo>
                  <a:pt x="112715" y="88589"/>
                </a:lnTo>
                <a:lnTo>
                  <a:pt x="114047" y="86005"/>
                </a:lnTo>
                <a:lnTo>
                  <a:pt x="115300" y="83342"/>
                </a:lnTo>
                <a:lnTo>
                  <a:pt x="116318" y="80600"/>
                </a:lnTo>
                <a:lnTo>
                  <a:pt x="117258" y="77858"/>
                </a:lnTo>
                <a:lnTo>
                  <a:pt x="118119" y="74960"/>
                </a:lnTo>
                <a:lnTo>
                  <a:pt x="118746" y="72062"/>
                </a:lnTo>
                <a:lnTo>
                  <a:pt x="119295" y="69164"/>
                </a:lnTo>
                <a:lnTo>
                  <a:pt x="119686" y="66109"/>
                </a:lnTo>
                <a:lnTo>
                  <a:pt x="119921" y="63055"/>
                </a:lnTo>
                <a:lnTo>
                  <a:pt x="120000" y="60000"/>
                </a:lnTo>
                <a:lnTo>
                  <a:pt x="119921" y="56945"/>
                </a:lnTo>
                <a:lnTo>
                  <a:pt x="119686" y="53890"/>
                </a:lnTo>
                <a:lnTo>
                  <a:pt x="119295" y="50835"/>
                </a:lnTo>
                <a:lnTo>
                  <a:pt x="118746" y="47937"/>
                </a:lnTo>
                <a:lnTo>
                  <a:pt x="118119" y="45039"/>
                </a:lnTo>
                <a:lnTo>
                  <a:pt x="117258" y="42141"/>
                </a:lnTo>
                <a:lnTo>
                  <a:pt x="116318" y="39399"/>
                </a:lnTo>
                <a:lnTo>
                  <a:pt x="115300" y="36657"/>
                </a:lnTo>
                <a:lnTo>
                  <a:pt x="114047" y="33994"/>
                </a:lnTo>
                <a:lnTo>
                  <a:pt x="112715" y="31410"/>
                </a:lnTo>
                <a:lnTo>
                  <a:pt x="111305" y="28903"/>
                </a:lnTo>
                <a:lnTo>
                  <a:pt x="109739" y="26475"/>
                </a:lnTo>
                <a:lnTo>
                  <a:pt x="108093" y="24125"/>
                </a:lnTo>
                <a:lnTo>
                  <a:pt x="106292" y="21853"/>
                </a:lnTo>
                <a:lnTo>
                  <a:pt x="104412" y="19660"/>
                </a:lnTo>
                <a:lnTo>
                  <a:pt x="102375" y="17624"/>
                </a:lnTo>
                <a:lnTo>
                  <a:pt x="100339" y="15587"/>
                </a:lnTo>
                <a:lnTo>
                  <a:pt x="98146" y="13707"/>
                </a:lnTo>
                <a:lnTo>
                  <a:pt x="95874" y="11906"/>
                </a:lnTo>
                <a:lnTo>
                  <a:pt x="93524" y="10260"/>
                </a:lnTo>
                <a:lnTo>
                  <a:pt x="91096" y="8694"/>
                </a:lnTo>
                <a:lnTo>
                  <a:pt x="88589" y="7284"/>
                </a:lnTo>
                <a:lnTo>
                  <a:pt x="86005" y="5952"/>
                </a:lnTo>
                <a:lnTo>
                  <a:pt x="83342" y="4699"/>
                </a:lnTo>
                <a:lnTo>
                  <a:pt x="80600" y="3681"/>
                </a:lnTo>
                <a:lnTo>
                  <a:pt x="77858" y="2741"/>
                </a:lnTo>
                <a:lnTo>
                  <a:pt x="74960" y="1880"/>
                </a:lnTo>
                <a:lnTo>
                  <a:pt x="72062" y="1253"/>
                </a:lnTo>
                <a:lnTo>
                  <a:pt x="69164" y="704"/>
                </a:lnTo>
                <a:lnTo>
                  <a:pt x="66109" y="313"/>
                </a:lnTo>
                <a:lnTo>
                  <a:pt x="63055" y="78"/>
                </a:lnTo>
                <a:lnTo>
                  <a:pt x="60000" y="0"/>
                </a:lnTo>
                <a:close/>
              </a:path>
            </a:pathLst>
          </a:custGeom>
          <a:solidFill>
            <a:srgbClr val="34A85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>
              <a:buClr>
                <a:srgbClr val="000000"/>
              </a:buClr>
            </a:pPr>
            <a:endParaRPr sz="1867">
              <a:solidFill>
                <a:srgbClr val="4FC3F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5" name="Google Shape;705;p77"/>
          <p:cNvSpPr/>
          <p:nvPr/>
        </p:nvSpPr>
        <p:spPr>
          <a:xfrm>
            <a:off x="5198652" y="3463047"/>
            <a:ext cx="198800" cy="1992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93524" y="27493"/>
                </a:moveTo>
                <a:lnTo>
                  <a:pt x="101984" y="36031"/>
                </a:lnTo>
                <a:lnTo>
                  <a:pt x="48015" y="90000"/>
                </a:lnTo>
                <a:lnTo>
                  <a:pt x="18015" y="60000"/>
                </a:lnTo>
                <a:lnTo>
                  <a:pt x="26475" y="51540"/>
                </a:lnTo>
                <a:lnTo>
                  <a:pt x="48015" y="73002"/>
                </a:lnTo>
                <a:lnTo>
                  <a:pt x="93524" y="27493"/>
                </a:lnTo>
                <a:close/>
                <a:moveTo>
                  <a:pt x="60000" y="0"/>
                </a:moveTo>
                <a:lnTo>
                  <a:pt x="56945" y="78"/>
                </a:lnTo>
                <a:lnTo>
                  <a:pt x="53890" y="313"/>
                </a:lnTo>
                <a:lnTo>
                  <a:pt x="50835" y="704"/>
                </a:lnTo>
                <a:lnTo>
                  <a:pt x="47937" y="1253"/>
                </a:lnTo>
                <a:lnTo>
                  <a:pt x="45039" y="1880"/>
                </a:lnTo>
                <a:lnTo>
                  <a:pt x="42141" y="2741"/>
                </a:lnTo>
                <a:lnTo>
                  <a:pt x="39399" y="3681"/>
                </a:lnTo>
                <a:lnTo>
                  <a:pt x="36657" y="4699"/>
                </a:lnTo>
                <a:lnTo>
                  <a:pt x="33994" y="5952"/>
                </a:lnTo>
                <a:lnTo>
                  <a:pt x="31410" y="7284"/>
                </a:lnTo>
                <a:lnTo>
                  <a:pt x="28903" y="8694"/>
                </a:lnTo>
                <a:lnTo>
                  <a:pt x="26475" y="10260"/>
                </a:lnTo>
                <a:lnTo>
                  <a:pt x="24125" y="11906"/>
                </a:lnTo>
                <a:lnTo>
                  <a:pt x="21853" y="13707"/>
                </a:lnTo>
                <a:lnTo>
                  <a:pt x="19660" y="15587"/>
                </a:lnTo>
                <a:lnTo>
                  <a:pt x="17624" y="17624"/>
                </a:lnTo>
                <a:lnTo>
                  <a:pt x="15587" y="19660"/>
                </a:lnTo>
                <a:lnTo>
                  <a:pt x="13707" y="21853"/>
                </a:lnTo>
                <a:lnTo>
                  <a:pt x="11906" y="24125"/>
                </a:lnTo>
                <a:lnTo>
                  <a:pt x="10260" y="26475"/>
                </a:lnTo>
                <a:lnTo>
                  <a:pt x="8694" y="28903"/>
                </a:lnTo>
                <a:lnTo>
                  <a:pt x="7284" y="31410"/>
                </a:lnTo>
                <a:lnTo>
                  <a:pt x="5952" y="33994"/>
                </a:lnTo>
                <a:lnTo>
                  <a:pt x="4699" y="36657"/>
                </a:lnTo>
                <a:lnTo>
                  <a:pt x="3681" y="39399"/>
                </a:lnTo>
                <a:lnTo>
                  <a:pt x="2741" y="42141"/>
                </a:lnTo>
                <a:lnTo>
                  <a:pt x="1880" y="45039"/>
                </a:lnTo>
                <a:lnTo>
                  <a:pt x="1253" y="47937"/>
                </a:lnTo>
                <a:lnTo>
                  <a:pt x="704" y="50835"/>
                </a:lnTo>
                <a:lnTo>
                  <a:pt x="313" y="53890"/>
                </a:lnTo>
                <a:lnTo>
                  <a:pt x="78" y="56945"/>
                </a:lnTo>
                <a:lnTo>
                  <a:pt x="0" y="60000"/>
                </a:lnTo>
                <a:lnTo>
                  <a:pt x="78" y="63055"/>
                </a:lnTo>
                <a:lnTo>
                  <a:pt x="313" y="66109"/>
                </a:lnTo>
                <a:lnTo>
                  <a:pt x="704" y="69164"/>
                </a:lnTo>
                <a:lnTo>
                  <a:pt x="1253" y="72062"/>
                </a:lnTo>
                <a:lnTo>
                  <a:pt x="1880" y="74960"/>
                </a:lnTo>
                <a:lnTo>
                  <a:pt x="2741" y="77858"/>
                </a:lnTo>
                <a:lnTo>
                  <a:pt x="3681" y="80600"/>
                </a:lnTo>
                <a:lnTo>
                  <a:pt x="4699" y="83342"/>
                </a:lnTo>
                <a:lnTo>
                  <a:pt x="5952" y="86005"/>
                </a:lnTo>
                <a:lnTo>
                  <a:pt x="7284" y="88589"/>
                </a:lnTo>
                <a:lnTo>
                  <a:pt x="8694" y="91096"/>
                </a:lnTo>
                <a:lnTo>
                  <a:pt x="10260" y="93524"/>
                </a:lnTo>
                <a:lnTo>
                  <a:pt x="11906" y="95874"/>
                </a:lnTo>
                <a:lnTo>
                  <a:pt x="13707" y="98146"/>
                </a:lnTo>
                <a:lnTo>
                  <a:pt x="15587" y="100339"/>
                </a:lnTo>
                <a:lnTo>
                  <a:pt x="17624" y="102375"/>
                </a:lnTo>
                <a:lnTo>
                  <a:pt x="19660" y="104412"/>
                </a:lnTo>
                <a:lnTo>
                  <a:pt x="21853" y="106292"/>
                </a:lnTo>
                <a:lnTo>
                  <a:pt x="24125" y="108093"/>
                </a:lnTo>
                <a:lnTo>
                  <a:pt x="26475" y="109739"/>
                </a:lnTo>
                <a:lnTo>
                  <a:pt x="28903" y="111305"/>
                </a:lnTo>
                <a:lnTo>
                  <a:pt x="31410" y="112715"/>
                </a:lnTo>
                <a:lnTo>
                  <a:pt x="33994" y="114047"/>
                </a:lnTo>
                <a:lnTo>
                  <a:pt x="36657" y="115300"/>
                </a:lnTo>
                <a:lnTo>
                  <a:pt x="39399" y="116318"/>
                </a:lnTo>
                <a:lnTo>
                  <a:pt x="42141" y="117258"/>
                </a:lnTo>
                <a:lnTo>
                  <a:pt x="45039" y="118119"/>
                </a:lnTo>
                <a:lnTo>
                  <a:pt x="47937" y="118746"/>
                </a:lnTo>
                <a:lnTo>
                  <a:pt x="50835" y="119295"/>
                </a:lnTo>
                <a:lnTo>
                  <a:pt x="53890" y="119686"/>
                </a:lnTo>
                <a:lnTo>
                  <a:pt x="56945" y="119921"/>
                </a:lnTo>
                <a:lnTo>
                  <a:pt x="60000" y="120000"/>
                </a:lnTo>
                <a:lnTo>
                  <a:pt x="63055" y="119921"/>
                </a:lnTo>
                <a:lnTo>
                  <a:pt x="66109" y="119686"/>
                </a:lnTo>
                <a:lnTo>
                  <a:pt x="69164" y="119295"/>
                </a:lnTo>
                <a:lnTo>
                  <a:pt x="72062" y="118746"/>
                </a:lnTo>
                <a:lnTo>
                  <a:pt x="74960" y="118119"/>
                </a:lnTo>
                <a:lnTo>
                  <a:pt x="77858" y="117258"/>
                </a:lnTo>
                <a:lnTo>
                  <a:pt x="80600" y="116318"/>
                </a:lnTo>
                <a:lnTo>
                  <a:pt x="83342" y="115300"/>
                </a:lnTo>
                <a:lnTo>
                  <a:pt x="86005" y="114047"/>
                </a:lnTo>
                <a:lnTo>
                  <a:pt x="88589" y="112715"/>
                </a:lnTo>
                <a:lnTo>
                  <a:pt x="91096" y="111305"/>
                </a:lnTo>
                <a:lnTo>
                  <a:pt x="93524" y="109739"/>
                </a:lnTo>
                <a:lnTo>
                  <a:pt x="95874" y="108093"/>
                </a:lnTo>
                <a:lnTo>
                  <a:pt x="98146" y="106292"/>
                </a:lnTo>
                <a:lnTo>
                  <a:pt x="100339" y="104412"/>
                </a:lnTo>
                <a:lnTo>
                  <a:pt x="102375" y="102375"/>
                </a:lnTo>
                <a:lnTo>
                  <a:pt x="104412" y="100339"/>
                </a:lnTo>
                <a:lnTo>
                  <a:pt x="106292" y="98146"/>
                </a:lnTo>
                <a:lnTo>
                  <a:pt x="108093" y="95874"/>
                </a:lnTo>
                <a:lnTo>
                  <a:pt x="109739" y="93524"/>
                </a:lnTo>
                <a:lnTo>
                  <a:pt x="111305" y="91096"/>
                </a:lnTo>
                <a:lnTo>
                  <a:pt x="112715" y="88589"/>
                </a:lnTo>
                <a:lnTo>
                  <a:pt x="114047" y="86005"/>
                </a:lnTo>
                <a:lnTo>
                  <a:pt x="115300" y="83342"/>
                </a:lnTo>
                <a:lnTo>
                  <a:pt x="116318" y="80600"/>
                </a:lnTo>
                <a:lnTo>
                  <a:pt x="117258" y="77858"/>
                </a:lnTo>
                <a:lnTo>
                  <a:pt x="118119" y="74960"/>
                </a:lnTo>
                <a:lnTo>
                  <a:pt x="118746" y="72062"/>
                </a:lnTo>
                <a:lnTo>
                  <a:pt x="119295" y="69164"/>
                </a:lnTo>
                <a:lnTo>
                  <a:pt x="119686" y="66109"/>
                </a:lnTo>
                <a:lnTo>
                  <a:pt x="119921" y="63055"/>
                </a:lnTo>
                <a:lnTo>
                  <a:pt x="120000" y="60000"/>
                </a:lnTo>
                <a:lnTo>
                  <a:pt x="119921" y="56945"/>
                </a:lnTo>
                <a:lnTo>
                  <a:pt x="119686" y="53890"/>
                </a:lnTo>
                <a:lnTo>
                  <a:pt x="119295" y="50835"/>
                </a:lnTo>
                <a:lnTo>
                  <a:pt x="118746" y="47937"/>
                </a:lnTo>
                <a:lnTo>
                  <a:pt x="118119" y="45039"/>
                </a:lnTo>
                <a:lnTo>
                  <a:pt x="117258" y="42141"/>
                </a:lnTo>
                <a:lnTo>
                  <a:pt x="116318" y="39399"/>
                </a:lnTo>
                <a:lnTo>
                  <a:pt x="115300" y="36657"/>
                </a:lnTo>
                <a:lnTo>
                  <a:pt x="114047" y="33994"/>
                </a:lnTo>
                <a:lnTo>
                  <a:pt x="112715" y="31410"/>
                </a:lnTo>
                <a:lnTo>
                  <a:pt x="111305" y="28903"/>
                </a:lnTo>
                <a:lnTo>
                  <a:pt x="109739" y="26475"/>
                </a:lnTo>
                <a:lnTo>
                  <a:pt x="108093" y="24125"/>
                </a:lnTo>
                <a:lnTo>
                  <a:pt x="106292" y="21853"/>
                </a:lnTo>
                <a:lnTo>
                  <a:pt x="104412" y="19660"/>
                </a:lnTo>
                <a:lnTo>
                  <a:pt x="102375" y="17624"/>
                </a:lnTo>
                <a:lnTo>
                  <a:pt x="100339" y="15587"/>
                </a:lnTo>
                <a:lnTo>
                  <a:pt x="98146" y="13707"/>
                </a:lnTo>
                <a:lnTo>
                  <a:pt x="95874" y="11906"/>
                </a:lnTo>
                <a:lnTo>
                  <a:pt x="93524" y="10260"/>
                </a:lnTo>
                <a:lnTo>
                  <a:pt x="91096" y="8694"/>
                </a:lnTo>
                <a:lnTo>
                  <a:pt x="88589" y="7284"/>
                </a:lnTo>
                <a:lnTo>
                  <a:pt x="86005" y="5952"/>
                </a:lnTo>
                <a:lnTo>
                  <a:pt x="83342" y="4699"/>
                </a:lnTo>
                <a:lnTo>
                  <a:pt x="80600" y="3681"/>
                </a:lnTo>
                <a:lnTo>
                  <a:pt x="77858" y="2741"/>
                </a:lnTo>
                <a:lnTo>
                  <a:pt x="74960" y="1880"/>
                </a:lnTo>
                <a:lnTo>
                  <a:pt x="72062" y="1253"/>
                </a:lnTo>
                <a:lnTo>
                  <a:pt x="69164" y="704"/>
                </a:lnTo>
                <a:lnTo>
                  <a:pt x="66109" y="313"/>
                </a:lnTo>
                <a:lnTo>
                  <a:pt x="63055" y="78"/>
                </a:lnTo>
                <a:lnTo>
                  <a:pt x="60000" y="0"/>
                </a:lnTo>
                <a:close/>
              </a:path>
            </a:pathLst>
          </a:custGeom>
          <a:solidFill>
            <a:srgbClr val="34A85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>
              <a:buClr>
                <a:srgbClr val="000000"/>
              </a:buClr>
            </a:pPr>
            <a:endParaRPr sz="1867">
              <a:solidFill>
                <a:srgbClr val="4FC3F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6" name="Google Shape;706;p77"/>
          <p:cNvSpPr/>
          <p:nvPr/>
        </p:nvSpPr>
        <p:spPr>
          <a:xfrm>
            <a:off x="5198652" y="5662513"/>
            <a:ext cx="198800" cy="1992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93524" y="27493"/>
                </a:moveTo>
                <a:lnTo>
                  <a:pt x="101984" y="36031"/>
                </a:lnTo>
                <a:lnTo>
                  <a:pt x="48015" y="90000"/>
                </a:lnTo>
                <a:lnTo>
                  <a:pt x="18015" y="60000"/>
                </a:lnTo>
                <a:lnTo>
                  <a:pt x="26475" y="51540"/>
                </a:lnTo>
                <a:lnTo>
                  <a:pt x="48015" y="73002"/>
                </a:lnTo>
                <a:lnTo>
                  <a:pt x="93524" y="27493"/>
                </a:lnTo>
                <a:close/>
                <a:moveTo>
                  <a:pt x="60000" y="0"/>
                </a:moveTo>
                <a:lnTo>
                  <a:pt x="56945" y="78"/>
                </a:lnTo>
                <a:lnTo>
                  <a:pt x="53890" y="313"/>
                </a:lnTo>
                <a:lnTo>
                  <a:pt x="50835" y="704"/>
                </a:lnTo>
                <a:lnTo>
                  <a:pt x="47937" y="1253"/>
                </a:lnTo>
                <a:lnTo>
                  <a:pt x="45039" y="1880"/>
                </a:lnTo>
                <a:lnTo>
                  <a:pt x="42141" y="2741"/>
                </a:lnTo>
                <a:lnTo>
                  <a:pt x="39399" y="3681"/>
                </a:lnTo>
                <a:lnTo>
                  <a:pt x="36657" y="4699"/>
                </a:lnTo>
                <a:lnTo>
                  <a:pt x="33994" y="5952"/>
                </a:lnTo>
                <a:lnTo>
                  <a:pt x="31410" y="7284"/>
                </a:lnTo>
                <a:lnTo>
                  <a:pt x="28903" y="8694"/>
                </a:lnTo>
                <a:lnTo>
                  <a:pt x="26475" y="10260"/>
                </a:lnTo>
                <a:lnTo>
                  <a:pt x="24125" y="11906"/>
                </a:lnTo>
                <a:lnTo>
                  <a:pt x="21853" y="13707"/>
                </a:lnTo>
                <a:lnTo>
                  <a:pt x="19660" y="15587"/>
                </a:lnTo>
                <a:lnTo>
                  <a:pt x="17624" y="17624"/>
                </a:lnTo>
                <a:lnTo>
                  <a:pt x="15587" y="19660"/>
                </a:lnTo>
                <a:lnTo>
                  <a:pt x="13707" y="21853"/>
                </a:lnTo>
                <a:lnTo>
                  <a:pt x="11906" y="24125"/>
                </a:lnTo>
                <a:lnTo>
                  <a:pt x="10260" y="26475"/>
                </a:lnTo>
                <a:lnTo>
                  <a:pt x="8694" y="28903"/>
                </a:lnTo>
                <a:lnTo>
                  <a:pt x="7284" y="31410"/>
                </a:lnTo>
                <a:lnTo>
                  <a:pt x="5952" y="33994"/>
                </a:lnTo>
                <a:lnTo>
                  <a:pt x="4699" y="36657"/>
                </a:lnTo>
                <a:lnTo>
                  <a:pt x="3681" y="39399"/>
                </a:lnTo>
                <a:lnTo>
                  <a:pt x="2741" y="42141"/>
                </a:lnTo>
                <a:lnTo>
                  <a:pt x="1880" y="45039"/>
                </a:lnTo>
                <a:lnTo>
                  <a:pt x="1253" y="47937"/>
                </a:lnTo>
                <a:lnTo>
                  <a:pt x="704" y="50835"/>
                </a:lnTo>
                <a:lnTo>
                  <a:pt x="313" y="53890"/>
                </a:lnTo>
                <a:lnTo>
                  <a:pt x="78" y="56945"/>
                </a:lnTo>
                <a:lnTo>
                  <a:pt x="0" y="60000"/>
                </a:lnTo>
                <a:lnTo>
                  <a:pt x="78" y="63055"/>
                </a:lnTo>
                <a:lnTo>
                  <a:pt x="313" y="66109"/>
                </a:lnTo>
                <a:lnTo>
                  <a:pt x="704" y="69164"/>
                </a:lnTo>
                <a:lnTo>
                  <a:pt x="1253" y="72062"/>
                </a:lnTo>
                <a:lnTo>
                  <a:pt x="1880" y="74960"/>
                </a:lnTo>
                <a:lnTo>
                  <a:pt x="2741" y="77858"/>
                </a:lnTo>
                <a:lnTo>
                  <a:pt x="3681" y="80600"/>
                </a:lnTo>
                <a:lnTo>
                  <a:pt x="4699" y="83342"/>
                </a:lnTo>
                <a:lnTo>
                  <a:pt x="5952" y="86005"/>
                </a:lnTo>
                <a:lnTo>
                  <a:pt x="7284" y="88589"/>
                </a:lnTo>
                <a:lnTo>
                  <a:pt x="8694" y="91096"/>
                </a:lnTo>
                <a:lnTo>
                  <a:pt x="10260" y="93524"/>
                </a:lnTo>
                <a:lnTo>
                  <a:pt x="11906" y="95874"/>
                </a:lnTo>
                <a:lnTo>
                  <a:pt x="13707" y="98146"/>
                </a:lnTo>
                <a:lnTo>
                  <a:pt x="15587" y="100339"/>
                </a:lnTo>
                <a:lnTo>
                  <a:pt x="17624" y="102375"/>
                </a:lnTo>
                <a:lnTo>
                  <a:pt x="19660" y="104412"/>
                </a:lnTo>
                <a:lnTo>
                  <a:pt x="21853" y="106292"/>
                </a:lnTo>
                <a:lnTo>
                  <a:pt x="24125" y="108093"/>
                </a:lnTo>
                <a:lnTo>
                  <a:pt x="26475" y="109739"/>
                </a:lnTo>
                <a:lnTo>
                  <a:pt x="28903" y="111305"/>
                </a:lnTo>
                <a:lnTo>
                  <a:pt x="31410" y="112715"/>
                </a:lnTo>
                <a:lnTo>
                  <a:pt x="33994" y="114047"/>
                </a:lnTo>
                <a:lnTo>
                  <a:pt x="36657" y="115300"/>
                </a:lnTo>
                <a:lnTo>
                  <a:pt x="39399" y="116318"/>
                </a:lnTo>
                <a:lnTo>
                  <a:pt x="42141" y="117258"/>
                </a:lnTo>
                <a:lnTo>
                  <a:pt x="45039" y="118119"/>
                </a:lnTo>
                <a:lnTo>
                  <a:pt x="47937" y="118746"/>
                </a:lnTo>
                <a:lnTo>
                  <a:pt x="50835" y="119295"/>
                </a:lnTo>
                <a:lnTo>
                  <a:pt x="53890" y="119686"/>
                </a:lnTo>
                <a:lnTo>
                  <a:pt x="56945" y="119921"/>
                </a:lnTo>
                <a:lnTo>
                  <a:pt x="60000" y="120000"/>
                </a:lnTo>
                <a:lnTo>
                  <a:pt x="63055" y="119921"/>
                </a:lnTo>
                <a:lnTo>
                  <a:pt x="66109" y="119686"/>
                </a:lnTo>
                <a:lnTo>
                  <a:pt x="69164" y="119295"/>
                </a:lnTo>
                <a:lnTo>
                  <a:pt x="72062" y="118746"/>
                </a:lnTo>
                <a:lnTo>
                  <a:pt x="74960" y="118119"/>
                </a:lnTo>
                <a:lnTo>
                  <a:pt x="77858" y="117258"/>
                </a:lnTo>
                <a:lnTo>
                  <a:pt x="80600" y="116318"/>
                </a:lnTo>
                <a:lnTo>
                  <a:pt x="83342" y="115300"/>
                </a:lnTo>
                <a:lnTo>
                  <a:pt x="86005" y="114047"/>
                </a:lnTo>
                <a:lnTo>
                  <a:pt x="88589" y="112715"/>
                </a:lnTo>
                <a:lnTo>
                  <a:pt x="91096" y="111305"/>
                </a:lnTo>
                <a:lnTo>
                  <a:pt x="93524" y="109739"/>
                </a:lnTo>
                <a:lnTo>
                  <a:pt x="95874" y="108093"/>
                </a:lnTo>
                <a:lnTo>
                  <a:pt x="98146" y="106292"/>
                </a:lnTo>
                <a:lnTo>
                  <a:pt x="100339" y="104412"/>
                </a:lnTo>
                <a:lnTo>
                  <a:pt x="102375" y="102375"/>
                </a:lnTo>
                <a:lnTo>
                  <a:pt x="104412" y="100339"/>
                </a:lnTo>
                <a:lnTo>
                  <a:pt x="106292" y="98146"/>
                </a:lnTo>
                <a:lnTo>
                  <a:pt x="108093" y="95874"/>
                </a:lnTo>
                <a:lnTo>
                  <a:pt x="109739" y="93524"/>
                </a:lnTo>
                <a:lnTo>
                  <a:pt x="111305" y="91096"/>
                </a:lnTo>
                <a:lnTo>
                  <a:pt x="112715" y="88589"/>
                </a:lnTo>
                <a:lnTo>
                  <a:pt x="114047" y="86005"/>
                </a:lnTo>
                <a:lnTo>
                  <a:pt x="115300" y="83342"/>
                </a:lnTo>
                <a:lnTo>
                  <a:pt x="116318" y="80600"/>
                </a:lnTo>
                <a:lnTo>
                  <a:pt x="117258" y="77858"/>
                </a:lnTo>
                <a:lnTo>
                  <a:pt x="118119" y="74960"/>
                </a:lnTo>
                <a:lnTo>
                  <a:pt x="118746" y="72062"/>
                </a:lnTo>
                <a:lnTo>
                  <a:pt x="119295" y="69164"/>
                </a:lnTo>
                <a:lnTo>
                  <a:pt x="119686" y="66109"/>
                </a:lnTo>
                <a:lnTo>
                  <a:pt x="119921" y="63055"/>
                </a:lnTo>
                <a:lnTo>
                  <a:pt x="120000" y="60000"/>
                </a:lnTo>
                <a:lnTo>
                  <a:pt x="119921" y="56945"/>
                </a:lnTo>
                <a:lnTo>
                  <a:pt x="119686" y="53890"/>
                </a:lnTo>
                <a:lnTo>
                  <a:pt x="119295" y="50835"/>
                </a:lnTo>
                <a:lnTo>
                  <a:pt x="118746" y="47937"/>
                </a:lnTo>
                <a:lnTo>
                  <a:pt x="118119" y="45039"/>
                </a:lnTo>
                <a:lnTo>
                  <a:pt x="117258" y="42141"/>
                </a:lnTo>
                <a:lnTo>
                  <a:pt x="116318" y="39399"/>
                </a:lnTo>
                <a:lnTo>
                  <a:pt x="115300" y="36657"/>
                </a:lnTo>
                <a:lnTo>
                  <a:pt x="114047" y="33994"/>
                </a:lnTo>
                <a:lnTo>
                  <a:pt x="112715" y="31410"/>
                </a:lnTo>
                <a:lnTo>
                  <a:pt x="111305" y="28903"/>
                </a:lnTo>
                <a:lnTo>
                  <a:pt x="109739" y="26475"/>
                </a:lnTo>
                <a:lnTo>
                  <a:pt x="108093" y="24125"/>
                </a:lnTo>
                <a:lnTo>
                  <a:pt x="106292" y="21853"/>
                </a:lnTo>
                <a:lnTo>
                  <a:pt x="104412" y="19660"/>
                </a:lnTo>
                <a:lnTo>
                  <a:pt x="102375" y="17624"/>
                </a:lnTo>
                <a:lnTo>
                  <a:pt x="100339" y="15587"/>
                </a:lnTo>
                <a:lnTo>
                  <a:pt x="98146" y="13707"/>
                </a:lnTo>
                <a:lnTo>
                  <a:pt x="95874" y="11906"/>
                </a:lnTo>
                <a:lnTo>
                  <a:pt x="93524" y="10260"/>
                </a:lnTo>
                <a:lnTo>
                  <a:pt x="91096" y="8694"/>
                </a:lnTo>
                <a:lnTo>
                  <a:pt x="88589" y="7284"/>
                </a:lnTo>
                <a:lnTo>
                  <a:pt x="86005" y="5952"/>
                </a:lnTo>
                <a:lnTo>
                  <a:pt x="83342" y="4699"/>
                </a:lnTo>
                <a:lnTo>
                  <a:pt x="80600" y="3681"/>
                </a:lnTo>
                <a:lnTo>
                  <a:pt x="77858" y="2741"/>
                </a:lnTo>
                <a:lnTo>
                  <a:pt x="74960" y="1880"/>
                </a:lnTo>
                <a:lnTo>
                  <a:pt x="72062" y="1253"/>
                </a:lnTo>
                <a:lnTo>
                  <a:pt x="69164" y="704"/>
                </a:lnTo>
                <a:lnTo>
                  <a:pt x="66109" y="313"/>
                </a:lnTo>
                <a:lnTo>
                  <a:pt x="63055" y="78"/>
                </a:lnTo>
                <a:lnTo>
                  <a:pt x="60000" y="0"/>
                </a:lnTo>
                <a:close/>
              </a:path>
            </a:pathLst>
          </a:custGeom>
          <a:solidFill>
            <a:srgbClr val="34A85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>
              <a:buClr>
                <a:srgbClr val="000000"/>
              </a:buClr>
            </a:pPr>
            <a:endParaRPr sz="1867">
              <a:solidFill>
                <a:srgbClr val="4FC3F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707" name="Google Shape;707;p77"/>
          <p:cNvGraphicFramePr/>
          <p:nvPr/>
        </p:nvGraphicFramePr>
        <p:xfrm>
          <a:off x="6467200" y="2207367"/>
          <a:ext cx="4000000" cy="400000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5993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59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46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828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00" b="1">
                          <a:latin typeface="Google Sans"/>
                          <a:ea typeface="Google Sans"/>
                          <a:cs typeface="Google Sans"/>
                          <a:sym typeface="Google Sans"/>
                        </a:rPr>
                        <a:t>Mensuração</a:t>
                      </a:r>
                      <a:endParaRPr sz="1600" b="1">
                        <a:latin typeface="Google Sans"/>
                        <a:ea typeface="Google Sans"/>
                        <a:cs typeface="Google Sans"/>
                        <a:sym typeface="Google Sans"/>
                      </a:endParaRPr>
                    </a:p>
                  </a:txBody>
                  <a:tcPr marL="121900" marR="121900" marT="121900" marB="121900" anchor="ctr">
                    <a:lnL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900"/>
                    </a:p>
                  </a:txBody>
                  <a:tcPr marL="121900" marR="121900" marT="121900" marB="121900">
                    <a:lnL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900"/>
                    </a:p>
                  </a:txBody>
                  <a:tcPr marL="121900" marR="121900" marT="121900" marB="121900">
                    <a:lnL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433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>
                          <a:solidFill>
                            <a:srgbClr val="666666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Uma visão unificada dos clientes em todos os canais de mídia pagos</a:t>
                      </a:r>
                      <a:endParaRPr sz="1100">
                        <a:solidFill>
                          <a:srgbClr val="666666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21900" marR="121900" marT="0" marB="0" anchor="ctr">
                    <a:lnL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900"/>
                    </a:p>
                  </a:txBody>
                  <a:tcPr marL="121900" marR="121900" marT="60933" marB="60933">
                    <a:lnL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900"/>
                    </a:p>
                  </a:txBody>
                  <a:tcPr marL="121900" marR="121900" marT="60933" marB="60933">
                    <a:lnL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766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>
                          <a:solidFill>
                            <a:srgbClr val="666666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Uma visão unificada dos clientes em mídia paga, mídia própria e mídia ganha</a:t>
                      </a:r>
                      <a:endParaRPr sz="1100">
                        <a:solidFill>
                          <a:srgbClr val="666666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21900" marR="121900" marT="0" marB="0" anchor="ctr">
                    <a:lnL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900"/>
                    </a:p>
                  </a:txBody>
                  <a:tcPr marL="121900" marR="121900" marT="60933" marB="60933">
                    <a:lnL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900"/>
                    </a:p>
                  </a:txBody>
                  <a:tcPr marL="121900" marR="121900" marT="60933" marB="60933">
                    <a:lnL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6433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>
                          <a:solidFill>
                            <a:srgbClr val="666666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Meça métricas específicas de mídia, como visibilidade e quartis / conclusões de vídeo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21900" marR="121900" marT="0" marB="0" anchor="ctr">
                    <a:lnL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900"/>
                    </a:p>
                  </a:txBody>
                  <a:tcPr marL="121900" marR="121900" marT="60933" marB="60933">
                    <a:lnL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900"/>
                    </a:p>
                  </a:txBody>
                  <a:tcPr marL="121900" marR="121900" marT="60933" marB="60933">
                    <a:lnL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6433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>
                          <a:solidFill>
                            <a:srgbClr val="666666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Quantifique as conversões entre dispositivos em todas as táticas de mídia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21900" marR="121900" marT="0" marB="0" anchor="ctr">
                    <a:lnL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900"/>
                    </a:p>
                  </a:txBody>
                  <a:tcPr marL="121900" marR="121900" marT="60933" marB="60933">
                    <a:lnL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900"/>
                    </a:p>
                  </a:txBody>
                  <a:tcPr marL="121900" marR="121900" marT="60933" marB="60933">
                    <a:lnL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6433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>
                          <a:solidFill>
                            <a:srgbClr val="666666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Avalie a sobreposição entre dispositivos e caminhos em pontos de contato pagos e não pagos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21900" marR="121900" marT="0" marB="0" anchor="ctr">
                    <a:lnL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900"/>
                    </a:p>
                  </a:txBody>
                  <a:tcPr marL="121900" marR="121900" marT="60933" marB="60933">
                    <a:lnL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900"/>
                    </a:p>
                  </a:txBody>
                  <a:tcPr marL="121900" marR="121900" marT="60933" marB="60933">
                    <a:lnL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766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>
                          <a:solidFill>
                            <a:srgbClr val="666666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Principais caminhos de conversão e modelos de atribuição (com base em regras + DDA)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21900" marR="121900" marT="0" marB="0" anchor="ctr">
                    <a:lnL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900"/>
                    </a:p>
                  </a:txBody>
                  <a:tcPr marL="121900" marR="121900" marT="60933" marB="60933">
                    <a:lnL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900"/>
                    </a:p>
                  </a:txBody>
                  <a:tcPr marL="121900" marR="121900" marT="60933" marB="60933">
                    <a:lnL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4766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pt-BR" sz="1100">
                          <a:solidFill>
                            <a:srgbClr val="666666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Análise conjuntos de dados agregados</a:t>
                      </a:r>
                      <a:endParaRPr sz="1200">
                        <a:solidFill>
                          <a:srgbClr val="666666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21900" marR="121900" marT="0" marB="0" anchor="ctr">
                    <a:lnL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900"/>
                    </a:p>
                  </a:txBody>
                  <a:tcPr marL="121900" marR="121900" marT="60933" marB="60933">
                    <a:lnL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900"/>
                    </a:p>
                  </a:txBody>
                  <a:tcPr marL="121900" marR="121900" marT="60933" marB="60933">
                    <a:lnL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FEF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FEFE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pSp>
        <p:nvGrpSpPr>
          <p:cNvPr id="708" name="Google Shape;708;p77"/>
          <p:cNvGrpSpPr/>
          <p:nvPr/>
        </p:nvGrpSpPr>
        <p:grpSpPr>
          <a:xfrm>
            <a:off x="10372804" y="2334872"/>
            <a:ext cx="179825" cy="199744"/>
            <a:chOff x="2970725" y="1321450"/>
            <a:chExt cx="1601775" cy="1772875"/>
          </a:xfrm>
        </p:grpSpPr>
        <p:sp>
          <p:nvSpPr>
            <p:cNvPr id="709" name="Google Shape;709;p77"/>
            <p:cNvSpPr/>
            <p:nvPr/>
          </p:nvSpPr>
          <p:spPr>
            <a:xfrm>
              <a:off x="4133550" y="1321450"/>
              <a:ext cx="438950" cy="1772875"/>
            </a:xfrm>
            <a:custGeom>
              <a:avLst/>
              <a:gdLst/>
              <a:ahLst/>
              <a:cxnLst/>
              <a:rect l="l" t="t" r="r" b="b"/>
              <a:pathLst>
                <a:path w="17558" h="70915" extrusionOk="0">
                  <a:moveTo>
                    <a:pt x="8452" y="0"/>
                  </a:moveTo>
                  <a:lnTo>
                    <a:pt x="8206" y="10"/>
                  </a:lnTo>
                  <a:lnTo>
                    <a:pt x="7960" y="31"/>
                  </a:lnTo>
                  <a:lnTo>
                    <a:pt x="7715" y="61"/>
                  </a:lnTo>
                  <a:lnTo>
                    <a:pt x="7295" y="123"/>
                  </a:lnTo>
                  <a:lnTo>
                    <a:pt x="6886" y="205"/>
                  </a:lnTo>
                  <a:lnTo>
                    <a:pt x="6487" y="297"/>
                  </a:lnTo>
                  <a:lnTo>
                    <a:pt x="6088" y="419"/>
                  </a:lnTo>
                  <a:lnTo>
                    <a:pt x="5709" y="553"/>
                  </a:lnTo>
                  <a:lnTo>
                    <a:pt x="5331" y="716"/>
                  </a:lnTo>
                  <a:lnTo>
                    <a:pt x="4973" y="890"/>
                  </a:lnTo>
                  <a:lnTo>
                    <a:pt x="4615" y="1074"/>
                  </a:lnTo>
                  <a:lnTo>
                    <a:pt x="4267" y="1279"/>
                  </a:lnTo>
                  <a:lnTo>
                    <a:pt x="3939" y="1504"/>
                  </a:lnTo>
                  <a:lnTo>
                    <a:pt x="3612" y="1739"/>
                  </a:lnTo>
                  <a:lnTo>
                    <a:pt x="3305" y="1995"/>
                  </a:lnTo>
                  <a:lnTo>
                    <a:pt x="2998" y="2261"/>
                  </a:lnTo>
                  <a:lnTo>
                    <a:pt x="2712" y="2537"/>
                  </a:lnTo>
                  <a:lnTo>
                    <a:pt x="2435" y="2834"/>
                  </a:lnTo>
                  <a:lnTo>
                    <a:pt x="2169" y="3131"/>
                  </a:lnTo>
                  <a:lnTo>
                    <a:pt x="1924" y="3448"/>
                  </a:lnTo>
                  <a:lnTo>
                    <a:pt x="1688" y="3775"/>
                  </a:lnTo>
                  <a:lnTo>
                    <a:pt x="1463" y="4113"/>
                  </a:lnTo>
                  <a:lnTo>
                    <a:pt x="1259" y="4461"/>
                  </a:lnTo>
                  <a:lnTo>
                    <a:pt x="1064" y="4819"/>
                  </a:lnTo>
                  <a:lnTo>
                    <a:pt x="880" y="5187"/>
                  </a:lnTo>
                  <a:lnTo>
                    <a:pt x="716" y="5566"/>
                  </a:lnTo>
                  <a:lnTo>
                    <a:pt x="573" y="5945"/>
                  </a:lnTo>
                  <a:lnTo>
                    <a:pt x="440" y="6333"/>
                  </a:lnTo>
                  <a:lnTo>
                    <a:pt x="328" y="6732"/>
                  </a:lnTo>
                  <a:lnTo>
                    <a:pt x="225" y="7131"/>
                  </a:lnTo>
                  <a:lnTo>
                    <a:pt x="143" y="7541"/>
                  </a:lnTo>
                  <a:lnTo>
                    <a:pt x="82" y="7960"/>
                  </a:lnTo>
                  <a:lnTo>
                    <a:pt x="31" y="8380"/>
                  </a:lnTo>
                  <a:lnTo>
                    <a:pt x="0" y="8799"/>
                  </a:lnTo>
                  <a:lnTo>
                    <a:pt x="0" y="9219"/>
                  </a:lnTo>
                  <a:lnTo>
                    <a:pt x="0" y="61686"/>
                  </a:lnTo>
                  <a:lnTo>
                    <a:pt x="0" y="62116"/>
                  </a:lnTo>
                  <a:lnTo>
                    <a:pt x="31" y="62535"/>
                  </a:lnTo>
                  <a:lnTo>
                    <a:pt x="82" y="62955"/>
                  </a:lnTo>
                  <a:lnTo>
                    <a:pt x="143" y="63364"/>
                  </a:lnTo>
                  <a:lnTo>
                    <a:pt x="225" y="63773"/>
                  </a:lnTo>
                  <a:lnTo>
                    <a:pt x="328" y="64172"/>
                  </a:lnTo>
                  <a:lnTo>
                    <a:pt x="440" y="64571"/>
                  </a:lnTo>
                  <a:lnTo>
                    <a:pt x="573" y="64960"/>
                  </a:lnTo>
                  <a:lnTo>
                    <a:pt x="716" y="65349"/>
                  </a:lnTo>
                  <a:lnTo>
                    <a:pt x="880" y="65717"/>
                  </a:lnTo>
                  <a:lnTo>
                    <a:pt x="1064" y="66086"/>
                  </a:lnTo>
                  <a:lnTo>
                    <a:pt x="1259" y="66444"/>
                  </a:lnTo>
                  <a:lnTo>
                    <a:pt x="1463" y="66792"/>
                  </a:lnTo>
                  <a:lnTo>
                    <a:pt x="1688" y="67129"/>
                  </a:lnTo>
                  <a:lnTo>
                    <a:pt x="1924" y="67457"/>
                  </a:lnTo>
                  <a:lnTo>
                    <a:pt x="2169" y="67774"/>
                  </a:lnTo>
                  <a:lnTo>
                    <a:pt x="2435" y="68081"/>
                  </a:lnTo>
                  <a:lnTo>
                    <a:pt x="2712" y="68367"/>
                  </a:lnTo>
                  <a:lnTo>
                    <a:pt x="2998" y="68654"/>
                  </a:lnTo>
                  <a:lnTo>
                    <a:pt x="3305" y="68920"/>
                  </a:lnTo>
                  <a:lnTo>
                    <a:pt x="3612" y="69165"/>
                  </a:lnTo>
                  <a:lnTo>
                    <a:pt x="3939" y="69401"/>
                  </a:lnTo>
                  <a:lnTo>
                    <a:pt x="4267" y="69626"/>
                  </a:lnTo>
                  <a:lnTo>
                    <a:pt x="4615" y="69830"/>
                  </a:lnTo>
                  <a:lnTo>
                    <a:pt x="4973" y="70025"/>
                  </a:lnTo>
                  <a:lnTo>
                    <a:pt x="5331" y="70199"/>
                  </a:lnTo>
                  <a:lnTo>
                    <a:pt x="5709" y="70352"/>
                  </a:lnTo>
                  <a:lnTo>
                    <a:pt x="6088" y="70485"/>
                  </a:lnTo>
                  <a:lnTo>
                    <a:pt x="6487" y="70608"/>
                  </a:lnTo>
                  <a:lnTo>
                    <a:pt x="6886" y="70710"/>
                  </a:lnTo>
                  <a:lnTo>
                    <a:pt x="7295" y="70792"/>
                  </a:lnTo>
                  <a:lnTo>
                    <a:pt x="7705" y="70854"/>
                  </a:lnTo>
                  <a:lnTo>
                    <a:pt x="7960" y="70874"/>
                  </a:lnTo>
                  <a:lnTo>
                    <a:pt x="8206" y="70895"/>
                  </a:lnTo>
                  <a:lnTo>
                    <a:pt x="8452" y="70905"/>
                  </a:lnTo>
                  <a:lnTo>
                    <a:pt x="8697" y="70915"/>
                  </a:lnTo>
                  <a:lnTo>
                    <a:pt x="8943" y="70915"/>
                  </a:lnTo>
                  <a:lnTo>
                    <a:pt x="9178" y="70905"/>
                  </a:lnTo>
                  <a:lnTo>
                    <a:pt x="9424" y="70895"/>
                  </a:lnTo>
                  <a:lnTo>
                    <a:pt x="9659" y="70864"/>
                  </a:lnTo>
                  <a:lnTo>
                    <a:pt x="9894" y="70843"/>
                  </a:lnTo>
                  <a:lnTo>
                    <a:pt x="10130" y="70813"/>
                  </a:lnTo>
                  <a:lnTo>
                    <a:pt x="10365" y="70772"/>
                  </a:lnTo>
                  <a:lnTo>
                    <a:pt x="10600" y="70721"/>
                  </a:lnTo>
                  <a:lnTo>
                    <a:pt x="10825" y="70669"/>
                  </a:lnTo>
                  <a:lnTo>
                    <a:pt x="11050" y="70618"/>
                  </a:lnTo>
                  <a:lnTo>
                    <a:pt x="11275" y="70547"/>
                  </a:lnTo>
                  <a:lnTo>
                    <a:pt x="11490" y="70485"/>
                  </a:lnTo>
                  <a:lnTo>
                    <a:pt x="11715" y="70403"/>
                  </a:lnTo>
                  <a:lnTo>
                    <a:pt x="11930" y="70322"/>
                  </a:lnTo>
                  <a:lnTo>
                    <a:pt x="12350" y="70148"/>
                  </a:lnTo>
                  <a:lnTo>
                    <a:pt x="12769" y="69943"/>
                  </a:lnTo>
                  <a:lnTo>
                    <a:pt x="13168" y="69728"/>
                  </a:lnTo>
                  <a:lnTo>
                    <a:pt x="13557" y="69493"/>
                  </a:lnTo>
                  <a:lnTo>
                    <a:pt x="13925" y="69227"/>
                  </a:lnTo>
                  <a:lnTo>
                    <a:pt x="14284" y="68951"/>
                  </a:lnTo>
                  <a:lnTo>
                    <a:pt x="14631" y="68654"/>
                  </a:lnTo>
                  <a:lnTo>
                    <a:pt x="14959" y="68347"/>
                  </a:lnTo>
                  <a:lnTo>
                    <a:pt x="15276" y="68009"/>
                  </a:lnTo>
                  <a:lnTo>
                    <a:pt x="15563" y="67672"/>
                  </a:lnTo>
                  <a:lnTo>
                    <a:pt x="15849" y="67303"/>
                  </a:lnTo>
                  <a:lnTo>
                    <a:pt x="16105" y="66935"/>
                  </a:lnTo>
                  <a:lnTo>
                    <a:pt x="16340" y="66546"/>
                  </a:lnTo>
                  <a:lnTo>
                    <a:pt x="16565" y="66147"/>
                  </a:lnTo>
                  <a:lnTo>
                    <a:pt x="16770" y="65728"/>
                  </a:lnTo>
                  <a:lnTo>
                    <a:pt x="16944" y="65298"/>
                  </a:lnTo>
                  <a:lnTo>
                    <a:pt x="17108" y="64868"/>
                  </a:lnTo>
                  <a:lnTo>
                    <a:pt x="17179" y="64643"/>
                  </a:lnTo>
                  <a:lnTo>
                    <a:pt x="17241" y="64418"/>
                  </a:lnTo>
                  <a:lnTo>
                    <a:pt x="17302" y="64193"/>
                  </a:lnTo>
                  <a:lnTo>
                    <a:pt x="17353" y="63958"/>
                  </a:lnTo>
                  <a:lnTo>
                    <a:pt x="17394" y="63732"/>
                  </a:lnTo>
                  <a:lnTo>
                    <a:pt x="17435" y="63497"/>
                  </a:lnTo>
                  <a:lnTo>
                    <a:pt x="17476" y="63262"/>
                  </a:lnTo>
                  <a:lnTo>
                    <a:pt x="17507" y="63016"/>
                  </a:lnTo>
                  <a:lnTo>
                    <a:pt x="17527" y="62781"/>
                  </a:lnTo>
                  <a:lnTo>
                    <a:pt x="17547" y="62535"/>
                  </a:lnTo>
                  <a:lnTo>
                    <a:pt x="17558" y="62290"/>
                  </a:lnTo>
                  <a:lnTo>
                    <a:pt x="17558" y="62044"/>
                  </a:lnTo>
                  <a:lnTo>
                    <a:pt x="17558" y="8861"/>
                  </a:lnTo>
                  <a:lnTo>
                    <a:pt x="17558" y="8615"/>
                  </a:lnTo>
                  <a:lnTo>
                    <a:pt x="17547" y="8369"/>
                  </a:lnTo>
                  <a:lnTo>
                    <a:pt x="17527" y="8134"/>
                  </a:lnTo>
                  <a:lnTo>
                    <a:pt x="17507" y="7889"/>
                  </a:lnTo>
                  <a:lnTo>
                    <a:pt x="17476" y="7653"/>
                  </a:lnTo>
                  <a:lnTo>
                    <a:pt x="17435" y="7418"/>
                  </a:lnTo>
                  <a:lnTo>
                    <a:pt x="17394" y="7183"/>
                  </a:lnTo>
                  <a:lnTo>
                    <a:pt x="17353" y="6947"/>
                  </a:lnTo>
                  <a:lnTo>
                    <a:pt x="17302" y="6722"/>
                  </a:lnTo>
                  <a:lnTo>
                    <a:pt x="17241" y="6497"/>
                  </a:lnTo>
                  <a:lnTo>
                    <a:pt x="17179" y="6272"/>
                  </a:lnTo>
                  <a:lnTo>
                    <a:pt x="17108" y="6047"/>
                  </a:lnTo>
                  <a:lnTo>
                    <a:pt x="16944" y="5607"/>
                  </a:lnTo>
                  <a:lnTo>
                    <a:pt x="16770" y="5177"/>
                  </a:lnTo>
                  <a:lnTo>
                    <a:pt x="16565" y="4768"/>
                  </a:lnTo>
                  <a:lnTo>
                    <a:pt x="16340" y="4369"/>
                  </a:lnTo>
                  <a:lnTo>
                    <a:pt x="16105" y="3980"/>
                  </a:lnTo>
                  <a:lnTo>
                    <a:pt x="15849" y="3602"/>
                  </a:lnTo>
                  <a:lnTo>
                    <a:pt x="15563" y="3243"/>
                  </a:lnTo>
                  <a:lnTo>
                    <a:pt x="15276" y="2896"/>
                  </a:lnTo>
                  <a:lnTo>
                    <a:pt x="14959" y="2568"/>
                  </a:lnTo>
                  <a:lnTo>
                    <a:pt x="14631" y="2251"/>
                  </a:lnTo>
                  <a:lnTo>
                    <a:pt x="14284" y="1954"/>
                  </a:lnTo>
                  <a:lnTo>
                    <a:pt x="13925" y="1678"/>
                  </a:lnTo>
                  <a:lnTo>
                    <a:pt x="13557" y="1422"/>
                  </a:lnTo>
                  <a:lnTo>
                    <a:pt x="13168" y="1187"/>
                  </a:lnTo>
                  <a:lnTo>
                    <a:pt x="12769" y="962"/>
                  </a:lnTo>
                  <a:lnTo>
                    <a:pt x="12350" y="767"/>
                  </a:lnTo>
                  <a:lnTo>
                    <a:pt x="11930" y="583"/>
                  </a:lnTo>
                  <a:lnTo>
                    <a:pt x="11715" y="501"/>
                  </a:lnTo>
                  <a:lnTo>
                    <a:pt x="11490" y="430"/>
                  </a:lnTo>
                  <a:lnTo>
                    <a:pt x="11275" y="358"/>
                  </a:lnTo>
                  <a:lnTo>
                    <a:pt x="11050" y="297"/>
                  </a:lnTo>
                  <a:lnTo>
                    <a:pt x="10825" y="235"/>
                  </a:lnTo>
                  <a:lnTo>
                    <a:pt x="10600" y="184"/>
                  </a:lnTo>
                  <a:lnTo>
                    <a:pt x="10365" y="143"/>
                  </a:lnTo>
                  <a:lnTo>
                    <a:pt x="10130" y="102"/>
                  </a:lnTo>
                  <a:lnTo>
                    <a:pt x="9894" y="72"/>
                  </a:lnTo>
                  <a:lnTo>
                    <a:pt x="9659" y="41"/>
                  </a:lnTo>
                  <a:lnTo>
                    <a:pt x="9424" y="20"/>
                  </a:lnTo>
                  <a:lnTo>
                    <a:pt x="9188" y="10"/>
                  </a:lnTo>
                  <a:lnTo>
                    <a:pt x="8943" y="0"/>
                  </a:lnTo>
                  <a:close/>
                </a:path>
              </a:pathLst>
            </a:custGeom>
            <a:solidFill>
              <a:srgbClr val="F9AB0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710" name="Google Shape;710;p77"/>
            <p:cNvSpPr/>
            <p:nvPr/>
          </p:nvSpPr>
          <p:spPr>
            <a:xfrm>
              <a:off x="2970725" y="2655375"/>
              <a:ext cx="438950" cy="438950"/>
            </a:xfrm>
            <a:custGeom>
              <a:avLst/>
              <a:gdLst/>
              <a:ahLst/>
              <a:cxnLst/>
              <a:rect l="l" t="t" r="r" b="b"/>
              <a:pathLst>
                <a:path w="17558" h="17558" extrusionOk="0">
                  <a:moveTo>
                    <a:pt x="8779" y="1"/>
                  </a:moveTo>
                  <a:lnTo>
                    <a:pt x="8329" y="11"/>
                  </a:lnTo>
                  <a:lnTo>
                    <a:pt x="7889" y="42"/>
                  </a:lnTo>
                  <a:lnTo>
                    <a:pt x="7449" y="93"/>
                  </a:lnTo>
                  <a:lnTo>
                    <a:pt x="7009" y="175"/>
                  </a:lnTo>
                  <a:lnTo>
                    <a:pt x="6589" y="277"/>
                  </a:lnTo>
                  <a:lnTo>
                    <a:pt x="6170" y="389"/>
                  </a:lnTo>
                  <a:lnTo>
                    <a:pt x="5760" y="533"/>
                  </a:lnTo>
                  <a:lnTo>
                    <a:pt x="5361" y="686"/>
                  </a:lnTo>
                  <a:lnTo>
                    <a:pt x="4973" y="860"/>
                  </a:lnTo>
                  <a:lnTo>
                    <a:pt x="4594" y="1054"/>
                  </a:lnTo>
                  <a:lnTo>
                    <a:pt x="4226" y="1269"/>
                  </a:lnTo>
                  <a:lnTo>
                    <a:pt x="3878" y="1494"/>
                  </a:lnTo>
                  <a:lnTo>
                    <a:pt x="3530" y="1740"/>
                  </a:lnTo>
                  <a:lnTo>
                    <a:pt x="3192" y="2006"/>
                  </a:lnTo>
                  <a:lnTo>
                    <a:pt x="2875" y="2272"/>
                  </a:lnTo>
                  <a:lnTo>
                    <a:pt x="2578" y="2569"/>
                  </a:lnTo>
                  <a:lnTo>
                    <a:pt x="2282" y="2876"/>
                  </a:lnTo>
                  <a:lnTo>
                    <a:pt x="2005" y="3193"/>
                  </a:lnTo>
                  <a:lnTo>
                    <a:pt x="1750" y="3520"/>
                  </a:lnTo>
                  <a:lnTo>
                    <a:pt x="1504" y="3868"/>
                  </a:lnTo>
                  <a:lnTo>
                    <a:pt x="1269" y="4226"/>
                  </a:lnTo>
                  <a:lnTo>
                    <a:pt x="1064" y="4595"/>
                  </a:lnTo>
                  <a:lnTo>
                    <a:pt x="870" y="4973"/>
                  </a:lnTo>
                  <a:lnTo>
                    <a:pt x="696" y="5362"/>
                  </a:lnTo>
                  <a:lnTo>
                    <a:pt x="532" y="5761"/>
                  </a:lnTo>
                  <a:lnTo>
                    <a:pt x="399" y="6170"/>
                  </a:lnTo>
                  <a:lnTo>
                    <a:pt x="276" y="6580"/>
                  </a:lnTo>
                  <a:lnTo>
                    <a:pt x="184" y="7009"/>
                  </a:lnTo>
                  <a:lnTo>
                    <a:pt x="102" y="7439"/>
                  </a:lnTo>
                  <a:lnTo>
                    <a:pt x="51" y="7879"/>
                  </a:lnTo>
                  <a:lnTo>
                    <a:pt x="10" y="8329"/>
                  </a:lnTo>
                  <a:lnTo>
                    <a:pt x="0" y="8779"/>
                  </a:lnTo>
                  <a:lnTo>
                    <a:pt x="10" y="9230"/>
                  </a:lnTo>
                  <a:lnTo>
                    <a:pt x="51" y="9669"/>
                  </a:lnTo>
                  <a:lnTo>
                    <a:pt x="102" y="10109"/>
                  </a:lnTo>
                  <a:lnTo>
                    <a:pt x="184" y="10549"/>
                  </a:lnTo>
                  <a:lnTo>
                    <a:pt x="276" y="10969"/>
                  </a:lnTo>
                  <a:lnTo>
                    <a:pt x="399" y="11388"/>
                  </a:lnTo>
                  <a:lnTo>
                    <a:pt x="532" y="11798"/>
                  </a:lnTo>
                  <a:lnTo>
                    <a:pt x="696" y="12197"/>
                  </a:lnTo>
                  <a:lnTo>
                    <a:pt x="870" y="12585"/>
                  </a:lnTo>
                  <a:lnTo>
                    <a:pt x="1064" y="12964"/>
                  </a:lnTo>
                  <a:lnTo>
                    <a:pt x="1269" y="13332"/>
                  </a:lnTo>
                  <a:lnTo>
                    <a:pt x="1504" y="13690"/>
                  </a:lnTo>
                  <a:lnTo>
                    <a:pt x="1750" y="14028"/>
                  </a:lnTo>
                  <a:lnTo>
                    <a:pt x="2005" y="14366"/>
                  </a:lnTo>
                  <a:lnTo>
                    <a:pt x="2282" y="14683"/>
                  </a:lnTo>
                  <a:lnTo>
                    <a:pt x="2578" y="14990"/>
                  </a:lnTo>
                  <a:lnTo>
                    <a:pt x="2875" y="15276"/>
                  </a:lnTo>
                  <a:lnTo>
                    <a:pt x="3192" y="15553"/>
                  </a:lnTo>
                  <a:lnTo>
                    <a:pt x="3530" y="15808"/>
                  </a:lnTo>
                  <a:lnTo>
                    <a:pt x="3878" y="16054"/>
                  </a:lnTo>
                  <a:lnTo>
                    <a:pt x="4226" y="16289"/>
                  </a:lnTo>
                  <a:lnTo>
                    <a:pt x="4594" y="16494"/>
                  </a:lnTo>
                  <a:lnTo>
                    <a:pt x="4973" y="16688"/>
                  </a:lnTo>
                  <a:lnTo>
                    <a:pt x="5361" y="16862"/>
                  </a:lnTo>
                  <a:lnTo>
                    <a:pt x="5760" y="17026"/>
                  </a:lnTo>
                  <a:lnTo>
                    <a:pt x="6170" y="17159"/>
                  </a:lnTo>
                  <a:lnTo>
                    <a:pt x="6589" y="17282"/>
                  </a:lnTo>
                  <a:lnTo>
                    <a:pt x="7009" y="17374"/>
                  </a:lnTo>
                  <a:lnTo>
                    <a:pt x="7449" y="17456"/>
                  </a:lnTo>
                  <a:lnTo>
                    <a:pt x="7889" y="17507"/>
                  </a:lnTo>
                  <a:lnTo>
                    <a:pt x="8329" y="17548"/>
                  </a:lnTo>
                  <a:lnTo>
                    <a:pt x="8779" y="17558"/>
                  </a:lnTo>
                  <a:lnTo>
                    <a:pt x="9239" y="17548"/>
                  </a:lnTo>
                  <a:lnTo>
                    <a:pt x="9679" y="17507"/>
                  </a:lnTo>
                  <a:lnTo>
                    <a:pt x="10119" y="17456"/>
                  </a:lnTo>
                  <a:lnTo>
                    <a:pt x="10549" y="17374"/>
                  </a:lnTo>
                  <a:lnTo>
                    <a:pt x="10979" y="17282"/>
                  </a:lnTo>
                  <a:lnTo>
                    <a:pt x="11398" y="17159"/>
                  </a:lnTo>
                  <a:lnTo>
                    <a:pt x="11797" y="17026"/>
                  </a:lnTo>
                  <a:lnTo>
                    <a:pt x="12196" y="16862"/>
                  </a:lnTo>
                  <a:lnTo>
                    <a:pt x="12585" y="16688"/>
                  </a:lnTo>
                  <a:lnTo>
                    <a:pt x="12964" y="16494"/>
                  </a:lnTo>
                  <a:lnTo>
                    <a:pt x="13332" y="16289"/>
                  </a:lnTo>
                  <a:lnTo>
                    <a:pt x="13690" y="16054"/>
                  </a:lnTo>
                  <a:lnTo>
                    <a:pt x="14038" y="15808"/>
                  </a:lnTo>
                  <a:lnTo>
                    <a:pt x="14365" y="15553"/>
                  </a:lnTo>
                  <a:lnTo>
                    <a:pt x="14682" y="15276"/>
                  </a:lnTo>
                  <a:lnTo>
                    <a:pt x="14989" y="14990"/>
                  </a:lnTo>
                  <a:lnTo>
                    <a:pt x="15286" y="14683"/>
                  </a:lnTo>
                  <a:lnTo>
                    <a:pt x="15562" y="14366"/>
                  </a:lnTo>
                  <a:lnTo>
                    <a:pt x="15818" y="14028"/>
                  </a:lnTo>
                  <a:lnTo>
                    <a:pt x="16064" y="13690"/>
                  </a:lnTo>
                  <a:lnTo>
                    <a:pt x="16289" y="13332"/>
                  </a:lnTo>
                  <a:lnTo>
                    <a:pt x="16504" y="12964"/>
                  </a:lnTo>
                  <a:lnTo>
                    <a:pt x="16698" y="12585"/>
                  </a:lnTo>
                  <a:lnTo>
                    <a:pt x="16872" y="12197"/>
                  </a:lnTo>
                  <a:lnTo>
                    <a:pt x="17025" y="11798"/>
                  </a:lnTo>
                  <a:lnTo>
                    <a:pt x="17169" y="11388"/>
                  </a:lnTo>
                  <a:lnTo>
                    <a:pt x="17281" y="10969"/>
                  </a:lnTo>
                  <a:lnTo>
                    <a:pt x="17384" y="10549"/>
                  </a:lnTo>
                  <a:lnTo>
                    <a:pt x="17465" y="10109"/>
                  </a:lnTo>
                  <a:lnTo>
                    <a:pt x="17517" y="9669"/>
                  </a:lnTo>
                  <a:lnTo>
                    <a:pt x="17547" y="9230"/>
                  </a:lnTo>
                  <a:lnTo>
                    <a:pt x="17558" y="8779"/>
                  </a:lnTo>
                  <a:lnTo>
                    <a:pt x="17547" y="8329"/>
                  </a:lnTo>
                  <a:lnTo>
                    <a:pt x="17517" y="7879"/>
                  </a:lnTo>
                  <a:lnTo>
                    <a:pt x="17465" y="7439"/>
                  </a:lnTo>
                  <a:lnTo>
                    <a:pt x="17384" y="7009"/>
                  </a:lnTo>
                  <a:lnTo>
                    <a:pt x="17281" y="6580"/>
                  </a:lnTo>
                  <a:lnTo>
                    <a:pt x="17169" y="6170"/>
                  </a:lnTo>
                  <a:lnTo>
                    <a:pt x="17025" y="5761"/>
                  </a:lnTo>
                  <a:lnTo>
                    <a:pt x="16872" y="5362"/>
                  </a:lnTo>
                  <a:lnTo>
                    <a:pt x="16698" y="4973"/>
                  </a:lnTo>
                  <a:lnTo>
                    <a:pt x="16504" y="4595"/>
                  </a:lnTo>
                  <a:lnTo>
                    <a:pt x="16289" y="4226"/>
                  </a:lnTo>
                  <a:lnTo>
                    <a:pt x="16064" y="3868"/>
                  </a:lnTo>
                  <a:lnTo>
                    <a:pt x="15818" y="3520"/>
                  </a:lnTo>
                  <a:lnTo>
                    <a:pt x="15562" y="3193"/>
                  </a:lnTo>
                  <a:lnTo>
                    <a:pt x="15286" y="2876"/>
                  </a:lnTo>
                  <a:lnTo>
                    <a:pt x="14989" y="2569"/>
                  </a:lnTo>
                  <a:lnTo>
                    <a:pt x="14682" y="2272"/>
                  </a:lnTo>
                  <a:lnTo>
                    <a:pt x="14365" y="2006"/>
                  </a:lnTo>
                  <a:lnTo>
                    <a:pt x="14038" y="1740"/>
                  </a:lnTo>
                  <a:lnTo>
                    <a:pt x="13690" y="1494"/>
                  </a:lnTo>
                  <a:lnTo>
                    <a:pt x="13332" y="1269"/>
                  </a:lnTo>
                  <a:lnTo>
                    <a:pt x="12964" y="1054"/>
                  </a:lnTo>
                  <a:lnTo>
                    <a:pt x="12585" y="860"/>
                  </a:lnTo>
                  <a:lnTo>
                    <a:pt x="12196" y="686"/>
                  </a:lnTo>
                  <a:lnTo>
                    <a:pt x="11797" y="533"/>
                  </a:lnTo>
                  <a:lnTo>
                    <a:pt x="11398" y="389"/>
                  </a:lnTo>
                  <a:lnTo>
                    <a:pt x="10979" y="277"/>
                  </a:lnTo>
                  <a:lnTo>
                    <a:pt x="10549" y="175"/>
                  </a:lnTo>
                  <a:lnTo>
                    <a:pt x="10119" y="93"/>
                  </a:lnTo>
                  <a:lnTo>
                    <a:pt x="9679" y="42"/>
                  </a:lnTo>
                  <a:lnTo>
                    <a:pt x="9239" y="11"/>
                  </a:lnTo>
                  <a:lnTo>
                    <a:pt x="8779" y="1"/>
                  </a:lnTo>
                  <a:close/>
                </a:path>
              </a:pathLst>
            </a:custGeom>
            <a:solidFill>
              <a:srgbClr val="E3740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711" name="Google Shape;711;p77"/>
            <p:cNvSpPr/>
            <p:nvPr/>
          </p:nvSpPr>
          <p:spPr>
            <a:xfrm>
              <a:off x="3554425" y="1989550"/>
              <a:ext cx="439225" cy="1104775"/>
            </a:xfrm>
            <a:custGeom>
              <a:avLst/>
              <a:gdLst/>
              <a:ahLst/>
              <a:cxnLst/>
              <a:rect l="l" t="t" r="r" b="b"/>
              <a:pathLst>
                <a:path w="17569" h="44191" extrusionOk="0">
                  <a:moveTo>
                    <a:pt x="8554" y="1"/>
                  </a:moveTo>
                  <a:lnTo>
                    <a:pt x="8104" y="21"/>
                  </a:lnTo>
                  <a:lnTo>
                    <a:pt x="7664" y="72"/>
                  </a:lnTo>
                  <a:lnTo>
                    <a:pt x="7224" y="144"/>
                  </a:lnTo>
                  <a:lnTo>
                    <a:pt x="6794" y="236"/>
                  </a:lnTo>
                  <a:lnTo>
                    <a:pt x="6385" y="349"/>
                  </a:lnTo>
                  <a:lnTo>
                    <a:pt x="5966" y="482"/>
                  </a:lnTo>
                  <a:lnTo>
                    <a:pt x="5567" y="645"/>
                  </a:lnTo>
                  <a:lnTo>
                    <a:pt x="5178" y="819"/>
                  </a:lnTo>
                  <a:lnTo>
                    <a:pt x="4799" y="1014"/>
                  </a:lnTo>
                  <a:lnTo>
                    <a:pt x="4431" y="1218"/>
                  </a:lnTo>
                  <a:lnTo>
                    <a:pt x="4073" y="1454"/>
                  </a:lnTo>
                  <a:lnTo>
                    <a:pt x="3725" y="1699"/>
                  </a:lnTo>
                  <a:lnTo>
                    <a:pt x="3387" y="1965"/>
                  </a:lnTo>
                  <a:lnTo>
                    <a:pt x="3070" y="2242"/>
                  </a:lnTo>
                  <a:lnTo>
                    <a:pt x="2763" y="2538"/>
                  </a:lnTo>
                  <a:lnTo>
                    <a:pt x="2466" y="2845"/>
                  </a:lnTo>
                  <a:lnTo>
                    <a:pt x="2190" y="3173"/>
                  </a:lnTo>
                  <a:lnTo>
                    <a:pt x="1924" y="3510"/>
                  </a:lnTo>
                  <a:lnTo>
                    <a:pt x="1668" y="3858"/>
                  </a:lnTo>
                  <a:lnTo>
                    <a:pt x="1433" y="4216"/>
                  </a:lnTo>
                  <a:lnTo>
                    <a:pt x="1218" y="4595"/>
                  </a:lnTo>
                  <a:lnTo>
                    <a:pt x="1014" y="4973"/>
                  </a:lnTo>
                  <a:lnTo>
                    <a:pt x="829" y="5362"/>
                  </a:lnTo>
                  <a:lnTo>
                    <a:pt x="655" y="5771"/>
                  </a:lnTo>
                  <a:lnTo>
                    <a:pt x="512" y="6181"/>
                  </a:lnTo>
                  <a:lnTo>
                    <a:pt x="379" y="6600"/>
                  </a:lnTo>
                  <a:lnTo>
                    <a:pt x="267" y="7030"/>
                  </a:lnTo>
                  <a:lnTo>
                    <a:pt x="175" y="7460"/>
                  </a:lnTo>
                  <a:lnTo>
                    <a:pt x="103" y="7900"/>
                  </a:lnTo>
                  <a:lnTo>
                    <a:pt x="52" y="8340"/>
                  </a:lnTo>
                  <a:lnTo>
                    <a:pt x="11" y="8790"/>
                  </a:lnTo>
                  <a:lnTo>
                    <a:pt x="1" y="9250"/>
                  </a:lnTo>
                  <a:lnTo>
                    <a:pt x="1" y="32875"/>
                  </a:lnTo>
                  <a:lnTo>
                    <a:pt x="11" y="33468"/>
                  </a:lnTo>
                  <a:lnTo>
                    <a:pt x="31" y="34041"/>
                  </a:lnTo>
                  <a:lnTo>
                    <a:pt x="72" y="34604"/>
                  </a:lnTo>
                  <a:lnTo>
                    <a:pt x="134" y="35157"/>
                  </a:lnTo>
                  <a:lnTo>
                    <a:pt x="205" y="35689"/>
                  </a:lnTo>
                  <a:lnTo>
                    <a:pt x="287" y="36210"/>
                  </a:lnTo>
                  <a:lnTo>
                    <a:pt x="389" y="36712"/>
                  </a:lnTo>
                  <a:lnTo>
                    <a:pt x="512" y="37193"/>
                  </a:lnTo>
                  <a:lnTo>
                    <a:pt x="635" y="37673"/>
                  </a:lnTo>
                  <a:lnTo>
                    <a:pt x="789" y="38124"/>
                  </a:lnTo>
                  <a:lnTo>
                    <a:pt x="942" y="38564"/>
                  </a:lnTo>
                  <a:lnTo>
                    <a:pt x="1116" y="38993"/>
                  </a:lnTo>
                  <a:lnTo>
                    <a:pt x="1300" y="39392"/>
                  </a:lnTo>
                  <a:lnTo>
                    <a:pt x="1494" y="39791"/>
                  </a:lnTo>
                  <a:lnTo>
                    <a:pt x="1709" y="40170"/>
                  </a:lnTo>
                  <a:lnTo>
                    <a:pt x="1934" y="40528"/>
                  </a:lnTo>
                  <a:lnTo>
                    <a:pt x="2170" y="40866"/>
                  </a:lnTo>
                  <a:lnTo>
                    <a:pt x="2415" y="41193"/>
                  </a:lnTo>
                  <a:lnTo>
                    <a:pt x="2671" y="41510"/>
                  </a:lnTo>
                  <a:lnTo>
                    <a:pt x="2937" y="41797"/>
                  </a:lnTo>
                  <a:lnTo>
                    <a:pt x="3224" y="42083"/>
                  </a:lnTo>
                  <a:lnTo>
                    <a:pt x="3510" y="42339"/>
                  </a:lnTo>
                  <a:lnTo>
                    <a:pt x="3817" y="42585"/>
                  </a:lnTo>
                  <a:lnTo>
                    <a:pt x="4124" y="42810"/>
                  </a:lnTo>
                  <a:lnTo>
                    <a:pt x="4451" y="43025"/>
                  </a:lnTo>
                  <a:lnTo>
                    <a:pt x="4779" y="43209"/>
                  </a:lnTo>
                  <a:lnTo>
                    <a:pt x="5116" y="43393"/>
                  </a:lnTo>
                  <a:lnTo>
                    <a:pt x="5464" y="43546"/>
                  </a:lnTo>
                  <a:lnTo>
                    <a:pt x="5822" y="43690"/>
                  </a:lnTo>
                  <a:lnTo>
                    <a:pt x="6191" y="43812"/>
                  </a:lnTo>
                  <a:lnTo>
                    <a:pt x="6569" y="43915"/>
                  </a:lnTo>
                  <a:lnTo>
                    <a:pt x="6948" y="44007"/>
                  </a:lnTo>
                  <a:lnTo>
                    <a:pt x="7214" y="44048"/>
                  </a:lnTo>
                  <a:lnTo>
                    <a:pt x="7480" y="44099"/>
                  </a:lnTo>
                  <a:lnTo>
                    <a:pt x="7746" y="44130"/>
                  </a:lnTo>
                  <a:lnTo>
                    <a:pt x="8002" y="44160"/>
                  </a:lnTo>
                  <a:lnTo>
                    <a:pt x="8258" y="44171"/>
                  </a:lnTo>
                  <a:lnTo>
                    <a:pt x="8524" y="44181"/>
                  </a:lnTo>
                  <a:lnTo>
                    <a:pt x="8779" y="44191"/>
                  </a:lnTo>
                  <a:lnTo>
                    <a:pt x="9025" y="44191"/>
                  </a:lnTo>
                  <a:lnTo>
                    <a:pt x="9281" y="44171"/>
                  </a:lnTo>
                  <a:lnTo>
                    <a:pt x="9537" y="44160"/>
                  </a:lnTo>
                  <a:lnTo>
                    <a:pt x="9782" y="44130"/>
                  </a:lnTo>
                  <a:lnTo>
                    <a:pt x="10028" y="44099"/>
                  </a:lnTo>
                  <a:lnTo>
                    <a:pt x="10273" y="44058"/>
                  </a:lnTo>
                  <a:lnTo>
                    <a:pt x="10519" y="44017"/>
                  </a:lnTo>
                  <a:lnTo>
                    <a:pt x="10754" y="43966"/>
                  </a:lnTo>
                  <a:lnTo>
                    <a:pt x="10989" y="43905"/>
                  </a:lnTo>
                  <a:lnTo>
                    <a:pt x="11225" y="43843"/>
                  </a:lnTo>
                  <a:lnTo>
                    <a:pt x="11460" y="43772"/>
                  </a:lnTo>
                  <a:lnTo>
                    <a:pt x="11685" y="43690"/>
                  </a:lnTo>
                  <a:lnTo>
                    <a:pt x="11921" y="43608"/>
                  </a:lnTo>
                  <a:lnTo>
                    <a:pt x="12146" y="43516"/>
                  </a:lnTo>
                  <a:lnTo>
                    <a:pt x="12361" y="43424"/>
                  </a:lnTo>
                  <a:lnTo>
                    <a:pt x="12575" y="43321"/>
                  </a:lnTo>
                  <a:lnTo>
                    <a:pt x="12790" y="43219"/>
                  </a:lnTo>
                  <a:lnTo>
                    <a:pt x="13005" y="43106"/>
                  </a:lnTo>
                  <a:lnTo>
                    <a:pt x="13210" y="42984"/>
                  </a:lnTo>
                  <a:lnTo>
                    <a:pt x="13414" y="42861"/>
                  </a:lnTo>
                  <a:lnTo>
                    <a:pt x="13619" y="42728"/>
                  </a:lnTo>
                  <a:lnTo>
                    <a:pt x="13813" y="42595"/>
                  </a:lnTo>
                  <a:lnTo>
                    <a:pt x="14008" y="42462"/>
                  </a:lnTo>
                  <a:lnTo>
                    <a:pt x="14192" y="42319"/>
                  </a:lnTo>
                  <a:lnTo>
                    <a:pt x="14376" y="42165"/>
                  </a:lnTo>
                  <a:lnTo>
                    <a:pt x="14560" y="42012"/>
                  </a:lnTo>
                  <a:lnTo>
                    <a:pt x="14734" y="41848"/>
                  </a:lnTo>
                  <a:lnTo>
                    <a:pt x="14908" y="41684"/>
                  </a:lnTo>
                  <a:lnTo>
                    <a:pt x="15072" y="41521"/>
                  </a:lnTo>
                  <a:lnTo>
                    <a:pt x="15236" y="41347"/>
                  </a:lnTo>
                  <a:lnTo>
                    <a:pt x="15389" y="41173"/>
                  </a:lnTo>
                  <a:lnTo>
                    <a:pt x="15543" y="40989"/>
                  </a:lnTo>
                  <a:lnTo>
                    <a:pt x="15696" y="40804"/>
                  </a:lnTo>
                  <a:lnTo>
                    <a:pt x="15839" y="40610"/>
                  </a:lnTo>
                  <a:lnTo>
                    <a:pt x="15983" y="40416"/>
                  </a:lnTo>
                  <a:lnTo>
                    <a:pt x="16116" y="40221"/>
                  </a:lnTo>
                  <a:lnTo>
                    <a:pt x="16238" y="40017"/>
                  </a:lnTo>
                  <a:lnTo>
                    <a:pt x="16361" y="39812"/>
                  </a:lnTo>
                  <a:lnTo>
                    <a:pt x="16484" y="39607"/>
                  </a:lnTo>
                  <a:lnTo>
                    <a:pt x="16596" y="39392"/>
                  </a:lnTo>
                  <a:lnTo>
                    <a:pt x="16699" y="39178"/>
                  </a:lnTo>
                  <a:lnTo>
                    <a:pt x="16801" y="38963"/>
                  </a:lnTo>
                  <a:lnTo>
                    <a:pt x="16893" y="38738"/>
                  </a:lnTo>
                  <a:lnTo>
                    <a:pt x="16985" y="38512"/>
                  </a:lnTo>
                  <a:lnTo>
                    <a:pt x="17067" y="38287"/>
                  </a:lnTo>
                  <a:lnTo>
                    <a:pt x="17149" y="38052"/>
                  </a:lnTo>
                  <a:lnTo>
                    <a:pt x="17221" y="37817"/>
                  </a:lnTo>
                  <a:lnTo>
                    <a:pt x="17282" y="37581"/>
                  </a:lnTo>
                  <a:lnTo>
                    <a:pt x="17343" y="37346"/>
                  </a:lnTo>
                  <a:lnTo>
                    <a:pt x="17395" y="37101"/>
                  </a:lnTo>
                  <a:lnTo>
                    <a:pt x="17435" y="36855"/>
                  </a:lnTo>
                  <a:lnTo>
                    <a:pt x="17476" y="36609"/>
                  </a:lnTo>
                  <a:lnTo>
                    <a:pt x="17507" y="36364"/>
                  </a:lnTo>
                  <a:lnTo>
                    <a:pt x="17528" y="36118"/>
                  </a:lnTo>
                  <a:lnTo>
                    <a:pt x="17548" y="35863"/>
                  </a:lnTo>
                  <a:lnTo>
                    <a:pt x="17558" y="35607"/>
                  </a:lnTo>
                  <a:lnTo>
                    <a:pt x="17568" y="35351"/>
                  </a:lnTo>
                  <a:lnTo>
                    <a:pt x="17568" y="8841"/>
                  </a:lnTo>
                  <a:lnTo>
                    <a:pt x="17548" y="8370"/>
                  </a:lnTo>
                  <a:lnTo>
                    <a:pt x="17517" y="7920"/>
                  </a:lnTo>
                  <a:lnTo>
                    <a:pt x="17456" y="7470"/>
                  </a:lnTo>
                  <a:lnTo>
                    <a:pt x="17384" y="7030"/>
                  </a:lnTo>
                  <a:lnTo>
                    <a:pt x="17282" y="6590"/>
                  </a:lnTo>
                  <a:lnTo>
                    <a:pt x="17159" y="6170"/>
                  </a:lnTo>
                  <a:lnTo>
                    <a:pt x="17016" y="5751"/>
                  </a:lnTo>
                  <a:lnTo>
                    <a:pt x="16852" y="5342"/>
                  </a:lnTo>
                  <a:lnTo>
                    <a:pt x="16668" y="4953"/>
                  </a:lnTo>
                  <a:lnTo>
                    <a:pt x="16474" y="4564"/>
                  </a:lnTo>
                  <a:lnTo>
                    <a:pt x="16259" y="4196"/>
                  </a:lnTo>
                  <a:lnTo>
                    <a:pt x="16023" y="3827"/>
                  </a:lnTo>
                  <a:lnTo>
                    <a:pt x="15768" y="3480"/>
                  </a:lnTo>
                  <a:lnTo>
                    <a:pt x="15502" y="3142"/>
                  </a:lnTo>
                  <a:lnTo>
                    <a:pt x="15215" y="2825"/>
                  </a:lnTo>
                  <a:lnTo>
                    <a:pt x="14918" y="2508"/>
                  </a:lnTo>
                  <a:lnTo>
                    <a:pt x="14601" y="2221"/>
                  </a:lnTo>
                  <a:lnTo>
                    <a:pt x="14274" y="1945"/>
                  </a:lnTo>
                  <a:lnTo>
                    <a:pt x="13936" y="1679"/>
                  </a:lnTo>
                  <a:lnTo>
                    <a:pt x="13578" y="1433"/>
                  </a:lnTo>
                  <a:lnTo>
                    <a:pt x="13220" y="1208"/>
                  </a:lnTo>
                  <a:lnTo>
                    <a:pt x="12841" y="993"/>
                  </a:lnTo>
                  <a:lnTo>
                    <a:pt x="12453" y="799"/>
                  </a:lnTo>
                  <a:lnTo>
                    <a:pt x="12054" y="635"/>
                  </a:lnTo>
                  <a:lnTo>
                    <a:pt x="11644" y="482"/>
                  </a:lnTo>
                  <a:lnTo>
                    <a:pt x="11225" y="349"/>
                  </a:lnTo>
                  <a:lnTo>
                    <a:pt x="10795" y="236"/>
                  </a:lnTo>
                  <a:lnTo>
                    <a:pt x="10365" y="144"/>
                  </a:lnTo>
                  <a:lnTo>
                    <a:pt x="9915" y="72"/>
                  </a:lnTo>
                  <a:lnTo>
                    <a:pt x="9475" y="21"/>
                  </a:lnTo>
                  <a:lnTo>
                    <a:pt x="9015" y="1"/>
                  </a:lnTo>
                  <a:close/>
                </a:path>
              </a:pathLst>
            </a:custGeom>
            <a:solidFill>
              <a:srgbClr val="E3740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</p:grpSp>
      <p:pic>
        <p:nvPicPr>
          <p:cNvPr id="712" name="Google Shape;712;p7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037615" y="2306941"/>
            <a:ext cx="255325" cy="255564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77"/>
          <p:cNvSpPr/>
          <p:nvPr/>
        </p:nvSpPr>
        <p:spPr>
          <a:xfrm>
            <a:off x="11065868" y="2920696"/>
            <a:ext cx="198800" cy="1992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93524" y="27493"/>
                </a:moveTo>
                <a:lnTo>
                  <a:pt x="101984" y="36031"/>
                </a:lnTo>
                <a:lnTo>
                  <a:pt x="48015" y="90000"/>
                </a:lnTo>
                <a:lnTo>
                  <a:pt x="18015" y="60000"/>
                </a:lnTo>
                <a:lnTo>
                  <a:pt x="26475" y="51540"/>
                </a:lnTo>
                <a:lnTo>
                  <a:pt x="48015" y="73002"/>
                </a:lnTo>
                <a:lnTo>
                  <a:pt x="93524" y="27493"/>
                </a:lnTo>
                <a:close/>
                <a:moveTo>
                  <a:pt x="60000" y="0"/>
                </a:moveTo>
                <a:lnTo>
                  <a:pt x="56945" y="78"/>
                </a:lnTo>
                <a:lnTo>
                  <a:pt x="53890" y="313"/>
                </a:lnTo>
                <a:lnTo>
                  <a:pt x="50835" y="704"/>
                </a:lnTo>
                <a:lnTo>
                  <a:pt x="47937" y="1253"/>
                </a:lnTo>
                <a:lnTo>
                  <a:pt x="45039" y="1880"/>
                </a:lnTo>
                <a:lnTo>
                  <a:pt x="42141" y="2741"/>
                </a:lnTo>
                <a:lnTo>
                  <a:pt x="39399" y="3681"/>
                </a:lnTo>
                <a:lnTo>
                  <a:pt x="36657" y="4699"/>
                </a:lnTo>
                <a:lnTo>
                  <a:pt x="33994" y="5952"/>
                </a:lnTo>
                <a:lnTo>
                  <a:pt x="31410" y="7284"/>
                </a:lnTo>
                <a:lnTo>
                  <a:pt x="28903" y="8694"/>
                </a:lnTo>
                <a:lnTo>
                  <a:pt x="26475" y="10260"/>
                </a:lnTo>
                <a:lnTo>
                  <a:pt x="24125" y="11906"/>
                </a:lnTo>
                <a:lnTo>
                  <a:pt x="21853" y="13707"/>
                </a:lnTo>
                <a:lnTo>
                  <a:pt x="19660" y="15587"/>
                </a:lnTo>
                <a:lnTo>
                  <a:pt x="17624" y="17624"/>
                </a:lnTo>
                <a:lnTo>
                  <a:pt x="15587" y="19660"/>
                </a:lnTo>
                <a:lnTo>
                  <a:pt x="13707" y="21853"/>
                </a:lnTo>
                <a:lnTo>
                  <a:pt x="11906" y="24125"/>
                </a:lnTo>
                <a:lnTo>
                  <a:pt x="10260" y="26475"/>
                </a:lnTo>
                <a:lnTo>
                  <a:pt x="8694" y="28903"/>
                </a:lnTo>
                <a:lnTo>
                  <a:pt x="7284" y="31410"/>
                </a:lnTo>
                <a:lnTo>
                  <a:pt x="5952" y="33994"/>
                </a:lnTo>
                <a:lnTo>
                  <a:pt x="4699" y="36657"/>
                </a:lnTo>
                <a:lnTo>
                  <a:pt x="3681" y="39399"/>
                </a:lnTo>
                <a:lnTo>
                  <a:pt x="2741" y="42141"/>
                </a:lnTo>
                <a:lnTo>
                  <a:pt x="1880" y="45039"/>
                </a:lnTo>
                <a:lnTo>
                  <a:pt x="1253" y="47937"/>
                </a:lnTo>
                <a:lnTo>
                  <a:pt x="704" y="50835"/>
                </a:lnTo>
                <a:lnTo>
                  <a:pt x="313" y="53890"/>
                </a:lnTo>
                <a:lnTo>
                  <a:pt x="78" y="56945"/>
                </a:lnTo>
                <a:lnTo>
                  <a:pt x="0" y="60000"/>
                </a:lnTo>
                <a:lnTo>
                  <a:pt x="78" y="63055"/>
                </a:lnTo>
                <a:lnTo>
                  <a:pt x="313" y="66109"/>
                </a:lnTo>
                <a:lnTo>
                  <a:pt x="704" y="69164"/>
                </a:lnTo>
                <a:lnTo>
                  <a:pt x="1253" y="72062"/>
                </a:lnTo>
                <a:lnTo>
                  <a:pt x="1880" y="74960"/>
                </a:lnTo>
                <a:lnTo>
                  <a:pt x="2741" y="77858"/>
                </a:lnTo>
                <a:lnTo>
                  <a:pt x="3681" y="80600"/>
                </a:lnTo>
                <a:lnTo>
                  <a:pt x="4699" y="83342"/>
                </a:lnTo>
                <a:lnTo>
                  <a:pt x="5952" y="86005"/>
                </a:lnTo>
                <a:lnTo>
                  <a:pt x="7284" y="88589"/>
                </a:lnTo>
                <a:lnTo>
                  <a:pt x="8694" y="91096"/>
                </a:lnTo>
                <a:lnTo>
                  <a:pt x="10260" y="93524"/>
                </a:lnTo>
                <a:lnTo>
                  <a:pt x="11906" y="95874"/>
                </a:lnTo>
                <a:lnTo>
                  <a:pt x="13707" y="98146"/>
                </a:lnTo>
                <a:lnTo>
                  <a:pt x="15587" y="100339"/>
                </a:lnTo>
                <a:lnTo>
                  <a:pt x="17624" y="102375"/>
                </a:lnTo>
                <a:lnTo>
                  <a:pt x="19660" y="104412"/>
                </a:lnTo>
                <a:lnTo>
                  <a:pt x="21853" y="106292"/>
                </a:lnTo>
                <a:lnTo>
                  <a:pt x="24125" y="108093"/>
                </a:lnTo>
                <a:lnTo>
                  <a:pt x="26475" y="109739"/>
                </a:lnTo>
                <a:lnTo>
                  <a:pt x="28903" y="111305"/>
                </a:lnTo>
                <a:lnTo>
                  <a:pt x="31410" y="112715"/>
                </a:lnTo>
                <a:lnTo>
                  <a:pt x="33994" y="114047"/>
                </a:lnTo>
                <a:lnTo>
                  <a:pt x="36657" y="115300"/>
                </a:lnTo>
                <a:lnTo>
                  <a:pt x="39399" y="116318"/>
                </a:lnTo>
                <a:lnTo>
                  <a:pt x="42141" y="117258"/>
                </a:lnTo>
                <a:lnTo>
                  <a:pt x="45039" y="118119"/>
                </a:lnTo>
                <a:lnTo>
                  <a:pt x="47937" y="118746"/>
                </a:lnTo>
                <a:lnTo>
                  <a:pt x="50835" y="119295"/>
                </a:lnTo>
                <a:lnTo>
                  <a:pt x="53890" y="119686"/>
                </a:lnTo>
                <a:lnTo>
                  <a:pt x="56945" y="119921"/>
                </a:lnTo>
                <a:lnTo>
                  <a:pt x="60000" y="120000"/>
                </a:lnTo>
                <a:lnTo>
                  <a:pt x="63055" y="119921"/>
                </a:lnTo>
                <a:lnTo>
                  <a:pt x="66109" y="119686"/>
                </a:lnTo>
                <a:lnTo>
                  <a:pt x="69164" y="119295"/>
                </a:lnTo>
                <a:lnTo>
                  <a:pt x="72062" y="118746"/>
                </a:lnTo>
                <a:lnTo>
                  <a:pt x="74960" y="118119"/>
                </a:lnTo>
                <a:lnTo>
                  <a:pt x="77858" y="117258"/>
                </a:lnTo>
                <a:lnTo>
                  <a:pt x="80600" y="116318"/>
                </a:lnTo>
                <a:lnTo>
                  <a:pt x="83342" y="115300"/>
                </a:lnTo>
                <a:lnTo>
                  <a:pt x="86005" y="114047"/>
                </a:lnTo>
                <a:lnTo>
                  <a:pt x="88589" y="112715"/>
                </a:lnTo>
                <a:lnTo>
                  <a:pt x="91096" y="111305"/>
                </a:lnTo>
                <a:lnTo>
                  <a:pt x="93524" y="109739"/>
                </a:lnTo>
                <a:lnTo>
                  <a:pt x="95874" y="108093"/>
                </a:lnTo>
                <a:lnTo>
                  <a:pt x="98146" y="106292"/>
                </a:lnTo>
                <a:lnTo>
                  <a:pt x="100339" y="104412"/>
                </a:lnTo>
                <a:lnTo>
                  <a:pt x="102375" y="102375"/>
                </a:lnTo>
                <a:lnTo>
                  <a:pt x="104412" y="100339"/>
                </a:lnTo>
                <a:lnTo>
                  <a:pt x="106292" y="98146"/>
                </a:lnTo>
                <a:lnTo>
                  <a:pt x="108093" y="95874"/>
                </a:lnTo>
                <a:lnTo>
                  <a:pt x="109739" y="93524"/>
                </a:lnTo>
                <a:lnTo>
                  <a:pt x="111305" y="91096"/>
                </a:lnTo>
                <a:lnTo>
                  <a:pt x="112715" y="88589"/>
                </a:lnTo>
                <a:lnTo>
                  <a:pt x="114047" y="86005"/>
                </a:lnTo>
                <a:lnTo>
                  <a:pt x="115300" y="83342"/>
                </a:lnTo>
                <a:lnTo>
                  <a:pt x="116318" y="80600"/>
                </a:lnTo>
                <a:lnTo>
                  <a:pt x="117258" y="77858"/>
                </a:lnTo>
                <a:lnTo>
                  <a:pt x="118119" y="74960"/>
                </a:lnTo>
                <a:lnTo>
                  <a:pt x="118746" y="72062"/>
                </a:lnTo>
                <a:lnTo>
                  <a:pt x="119295" y="69164"/>
                </a:lnTo>
                <a:lnTo>
                  <a:pt x="119686" y="66109"/>
                </a:lnTo>
                <a:lnTo>
                  <a:pt x="119921" y="63055"/>
                </a:lnTo>
                <a:lnTo>
                  <a:pt x="120000" y="60000"/>
                </a:lnTo>
                <a:lnTo>
                  <a:pt x="119921" y="56945"/>
                </a:lnTo>
                <a:lnTo>
                  <a:pt x="119686" y="53890"/>
                </a:lnTo>
                <a:lnTo>
                  <a:pt x="119295" y="50835"/>
                </a:lnTo>
                <a:lnTo>
                  <a:pt x="118746" y="47937"/>
                </a:lnTo>
                <a:lnTo>
                  <a:pt x="118119" y="45039"/>
                </a:lnTo>
                <a:lnTo>
                  <a:pt x="117258" y="42141"/>
                </a:lnTo>
                <a:lnTo>
                  <a:pt x="116318" y="39399"/>
                </a:lnTo>
                <a:lnTo>
                  <a:pt x="115300" y="36657"/>
                </a:lnTo>
                <a:lnTo>
                  <a:pt x="114047" y="33994"/>
                </a:lnTo>
                <a:lnTo>
                  <a:pt x="112715" y="31410"/>
                </a:lnTo>
                <a:lnTo>
                  <a:pt x="111305" y="28903"/>
                </a:lnTo>
                <a:lnTo>
                  <a:pt x="109739" y="26475"/>
                </a:lnTo>
                <a:lnTo>
                  <a:pt x="108093" y="24125"/>
                </a:lnTo>
                <a:lnTo>
                  <a:pt x="106292" y="21853"/>
                </a:lnTo>
                <a:lnTo>
                  <a:pt x="104412" y="19660"/>
                </a:lnTo>
                <a:lnTo>
                  <a:pt x="102375" y="17624"/>
                </a:lnTo>
                <a:lnTo>
                  <a:pt x="100339" y="15587"/>
                </a:lnTo>
                <a:lnTo>
                  <a:pt x="98146" y="13707"/>
                </a:lnTo>
                <a:lnTo>
                  <a:pt x="95874" y="11906"/>
                </a:lnTo>
                <a:lnTo>
                  <a:pt x="93524" y="10260"/>
                </a:lnTo>
                <a:lnTo>
                  <a:pt x="91096" y="8694"/>
                </a:lnTo>
                <a:lnTo>
                  <a:pt x="88589" y="7284"/>
                </a:lnTo>
                <a:lnTo>
                  <a:pt x="86005" y="5952"/>
                </a:lnTo>
                <a:lnTo>
                  <a:pt x="83342" y="4699"/>
                </a:lnTo>
                <a:lnTo>
                  <a:pt x="80600" y="3681"/>
                </a:lnTo>
                <a:lnTo>
                  <a:pt x="77858" y="2741"/>
                </a:lnTo>
                <a:lnTo>
                  <a:pt x="74960" y="1880"/>
                </a:lnTo>
                <a:lnTo>
                  <a:pt x="72062" y="1253"/>
                </a:lnTo>
                <a:lnTo>
                  <a:pt x="69164" y="704"/>
                </a:lnTo>
                <a:lnTo>
                  <a:pt x="66109" y="313"/>
                </a:lnTo>
                <a:lnTo>
                  <a:pt x="63055" y="78"/>
                </a:lnTo>
                <a:lnTo>
                  <a:pt x="60000" y="0"/>
                </a:lnTo>
                <a:close/>
              </a:path>
            </a:pathLst>
          </a:custGeom>
          <a:solidFill>
            <a:srgbClr val="34A85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>
              <a:buClr>
                <a:srgbClr val="000000"/>
              </a:buClr>
            </a:pPr>
            <a:endParaRPr sz="1867">
              <a:solidFill>
                <a:srgbClr val="4FC3F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4" name="Google Shape;714;p77"/>
          <p:cNvSpPr/>
          <p:nvPr/>
        </p:nvSpPr>
        <p:spPr>
          <a:xfrm>
            <a:off x="10363301" y="3342092"/>
            <a:ext cx="198800" cy="1992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93524" y="27493"/>
                </a:moveTo>
                <a:lnTo>
                  <a:pt x="101984" y="36031"/>
                </a:lnTo>
                <a:lnTo>
                  <a:pt x="48015" y="90000"/>
                </a:lnTo>
                <a:lnTo>
                  <a:pt x="18015" y="60000"/>
                </a:lnTo>
                <a:lnTo>
                  <a:pt x="26475" y="51540"/>
                </a:lnTo>
                <a:lnTo>
                  <a:pt x="48015" y="73002"/>
                </a:lnTo>
                <a:lnTo>
                  <a:pt x="93524" y="27493"/>
                </a:lnTo>
                <a:close/>
                <a:moveTo>
                  <a:pt x="60000" y="0"/>
                </a:moveTo>
                <a:lnTo>
                  <a:pt x="56945" y="78"/>
                </a:lnTo>
                <a:lnTo>
                  <a:pt x="53890" y="313"/>
                </a:lnTo>
                <a:lnTo>
                  <a:pt x="50835" y="704"/>
                </a:lnTo>
                <a:lnTo>
                  <a:pt x="47937" y="1253"/>
                </a:lnTo>
                <a:lnTo>
                  <a:pt x="45039" y="1880"/>
                </a:lnTo>
                <a:lnTo>
                  <a:pt x="42141" y="2741"/>
                </a:lnTo>
                <a:lnTo>
                  <a:pt x="39399" y="3681"/>
                </a:lnTo>
                <a:lnTo>
                  <a:pt x="36657" y="4699"/>
                </a:lnTo>
                <a:lnTo>
                  <a:pt x="33994" y="5952"/>
                </a:lnTo>
                <a:lnTo>
                  <a:pt x="31410" y="7284"/>
                </a:lnTo>
                <a:lnTo>
                  <a:pt x="28903" y="8694"/>
                </a:lnTo>
                <a:lnTo>
                  <a:pt x="26475" y="10260"/>
                </a:lnTo>
                <a:lnTo>
                  <a:pt x="24125" y="11906"/>
                </a:lnTo>
                <a:lnTo>
                  <a:pt x="21853" y="13707"/>
                </a:lnTo>
                <a:lnTo>
                  <a:pt x="19660" y="15587"/>
                </a:lnTo>
                <a:lnTo>
                  <a:pt x="17624" y="17624"/>
                </a:lnTo>
                <a:lnTo>
                  <a:pt x="15587" y="19660"/>
                </a:lnTo>
                <a:lnTo>
                  <a:pt x="13707" y="21853"/>
                </a:lnTo>
                <a:lnTo>
                  <a:pt x="11906" y="24125"/>
                </a:lnTo>
                <a:lnTo>
                  <a:pt x="10260" y="26475"/>
                </a:lnTo>
                <a:lnTo>
                  <a:pt x="8694" y="28903"/>
                </a:lnTo>
                <a:lnTo>
                  <a:pt x="7284" y="31410"/>
                </a:lnTo>
                <a:lnTo>
                  <a:pt x="5952" y="33994"/>
                </a:lnTo>
                <a:lnTo>
                  <a:pt x="4699" y="36657"/>
                </a:lnTo>
                <a:lnTo>
                  <a:pt x="3681" y="39399"/>
                </a:lnTo>
                <a:lnTo>
                  <a:pt x="2741" y="42141"/>
                </a:lnTo>
                <a:lnTo>
                  <a:pt x="1880" y="45039"/>
                </a:lnTo>
                <a:lnTo>
                  <a:pt x="1253" y="47937"/>
                </a:lnTo>
                <a:lnTo>
                  <a:pt x="704" y="50835"/>
                </a:lnTo>
                <a:lnTo>
                  <a:pt x="313" y="53890"/>
                </a:lnTo>
                <a:lnTo>
                  <a:pt x="78" y="56945"/>
                </a:lnTo>
                <a:lnTo>
                  <a:pt x="0" y="60000"/>
                </a:lnTo>
                <a:lnTo>
                  <a:pt x="78" y="63055"/>
                </a:lnTo>
                <a:lnTo>
                  <a:pt x="313" y="66109"/>
                </a:lnTo>
                <a:lnTo>
                  <a:pt x="704" y="69164"/>
                </a:lnTo>
                <a:lnTo>
                  <a:pt x="1253" y="72062"/>
                </a:lnTo>
                <a:lnTo>
                  <a:pt x="1880" y="74960"/>
                </a:lnTo>
                <a:lnTo>
                  <a:pt x="2741" y="77858"/>
                </a:lnTo>
                <a:lnTo>
                  <a:pt x="3681" y="80600"/>
                </a:lnTo>
                <a:lnTo>
                  <a:pt x="4699" y="83342"/>
                </a:lnTo>
                <a:lnTo>
                  <a:pt x="5952" y="86005"/>
                </a:lnTo>
                <a:lnTo>
                  <a:pt x="7284" y="88589"/>
                </a:lnTo>
                <a:lnTo>
                  <a:pt x="8694" y="91096"/>
                </a:lnTo>
                <a:lnTo>
                  <a:pt x="10260" y="93524"/>
                </a:lnTo>
                <a:lnTo>
                  <a:pt x="11906" y="95874"/>
                </a:lnTo>
                <a:lnTo>
                  <a:pt x="13707" y="98146"/>
                </a:lnTo>
                <a:lnTo>
                  <a:pt x="15587" y="100339"/>
                </a:lnTo>
                <a:lnTo>
                  <a:pt x="17624" y="102375"/>
                </a:lnTo>
                <a:lnTo>
                  <a:pt x="19660" y="104412"/>
                </a:lnTo>
                <a:lnTo>
                  <a:pt x="21853" y="106292"/>
                </a:lnTo>
                <a:lnTo>
                  <a:pt x="24125" y="108093"/>
                </a:lnTo>
                <a:lnTo>
                  <a:pt x="26475" y="109739"/>
                </a:lnTo>
                <a:lnTo>
                  <a:pt x="28903" y="111305"/>
                </a:lnTo>
                <a:lnTo>
                  <a:pt x="31410" y="112715"/>
                </a:lnTo>
                <a:lnTo>
                  <a:pt x="33994" y="114047"/>
                </a:lnTo>
                <a:lnTo>
                  <a:pt x="36657" y="115300"/>
                </a:lnTo>
                <a:lnTo>
                  <a:pt x="39399" y="116318"/>
                </a:lnTo>
                <a:lnTo>
                  <a:pt x="42141" y="117258"/>
                </a:lnTo>
                <a:lnTo>
                  <a:pt x="45039" y="118119"/>
                </a:lnTo>
                <a:lnTo>
                  <a:pt x="47937" y="118746"/>
                </a:lnTo>
                <a:lnTo>
                  <a:pt x="50835" y="119295"/>
                </a:lnTo>
                <a:lnTo>
                  <a:pt x="53890" y="119686"/>
                </a:lnTo>
                <a:lnTo>
                  <a:pt x="56945" y="119921"/>
                </a:lnTo>
                <a:lnTo>
                  <a:pt x="60000" y="120000"/>
                </a:lnTo>
                <a:lnTo>
                  <a:pt x="63055" y="119921"/>
                </a:lnTo>
                <a:lnTo>
                  <a:pt x="66109" y="119686"/>
                </a:lnTo>
                <a:lnTo>
                  <a:pt x="69164" y="119295"/>
                </a:lnTo>
                <a:lnTo>
                  <a:pt x="72062" y="118746"/>
                </a:lnTo>
                <a:lnTo>
                  <a:pt x="74960" y="118119"/>
                </a:lnTo>
                <a:lnTo>
                  <a:pt x="77858" y="117258"/>
                </a:lnTo>
                <a:lnTo>
                  <a:pt x="80600" y="116318"/>
                </a:lnTo>
                <a:lnTo>
                  <a:pt x="83342" y="115300"/>
                </a:lnTo>
                <a:lnTo>
                  <a:pt x="86005" y="114047"/>
                </a:lnTo>
                <a:lnTo>
                  <a:pt x="88589" y="112715"/>
                </a:lnTo>
                <a:lnTo>
                  <a:pt x="91096" y="111305"/>
                </a:lnTo>
                <a:lnTo>
                  <a:pt x="93524" y="109739"/>
                </a:lnTo>
                <a:lnTo>
                  <a:pt x="95874" y="108093"/>
                </a:lnTo>
                <a:lnTo>
                  <a:pt x="98146" y="106292"/>
                </a:lnTo>
                <a:lnTo>
                  <a:pt x="100339" y="104412"/>
                </a:lnTo>
                <a:lnTo>
                  <a:pt x="102375" y="102375"/>
                </a:lnTo>
                <a:lnTo>
                  <a:pt x="104412" y="100339"/>
                </a:lnTo>
                <a:lnTo>
                  <a:pt x="106292" y="98146"/>
                </a:lnTo>
                <a:lnTo>
                  <a:pt x="108093" y="95874"/>
                </a:lnTo>
                <a:lnTo>
                  <a:pt x="109739" y="93524"/>
                </a:lnTo>
                <a:lnTo>
                  <a:pt x="111305" y="91096"/>
                </a:lnTo>
                <a:lnTo>
                  <a:pt x="112715" y="88589"/>
                </a:lnTo>
                <a:lnTo>
                  <a:pt x="114047" y="86005"/>
                </a:lnTo>
                <a:lnTo>
                  <a:pt x="115300" y="83342"/>
                </a:lnTo>
                <a:lnTo>
                  <a:pt x="116318" y="80600"/>
                </a:lnTo>
                <a:lnTo>
                  <a:pt x="117258" y="77858"/>
                </a:lnTo>
                <a:lnTo>
                  <a:pt x="118119" y="74960"/>
                </a:lnTo>
                <a:lnTo>
                  <a:pt x="118746" y="72062"/>
                </a:lnTo>
                <a:lnTo>
                  <a:pt x="119295" y="69164"/>
                </a:lnTo>
                <a:lnTo>
                  <a:pt x="119686" y="66109"/>
                </a:lnTo>
                <a:lnTo>
                  <a:pt x="119921" y="63055"/>
                </a:lnTo>
                <a:lnTo>
                  <a:pt x="120000" y="60000"/>
                </a:lnTo>
                <a:lnTo>
                  <a:pt x="119921" y="56945"/>
                </a:lnTo>
                <a:lnTo>
                  <a:pt x="119686" y="53890"/>
                </a:lnTo>
                <a:lnTo>
                  <a:pt x="119295" y="50835"/>
                </a:lnTo>
                <a:lnTo>
                  <a:pt x="118746" y="47937"/>
                </a:lnTo>
                <a:lnTo>
                  <a:pt x="118119" y="45039"/>
                </a:lnTo>
                <a:lnTo>
                  <a:pt x="117258" y="42141"/>
                </a:lnTo>
                <a:lnTo>
                  <a:pt x="116318" y="39399"/>
                </a:lnTo>
                <a:lnTo>
                  <a:pt x="115300" y="36657"/>
                </a:lnTo>
                <a:lnTo>
                  <a:pt x="114047" y="33994"/>
                </a:lnTo>
                <a:lnTo>
                  <a:pt x="112715" y="31410"/>
                </a:lnTo>
                <a:lnTo>
                  <a:pt x="111305" y="28903"/>
                </a:lnTo>
                <a:lnTo>
                  <a:pt x="109739" y="26475"/>
                </a:lnTo>
                <a:lnTo>
                  <a:pt x="108093" y="24125"/>
                </a:lnTo>
                <a:lnTo>
                  <a:pt x="106292" y="21853"/>
                </a:lnTo>
                <a:lnTo>
                  <a:pt x="104412" y="19660"/>
                </a:lnTo>
                <a:lnTo>
                  <a:pt x="102375" y="17624"/>
                </a:lnTo>
                <a:lnTo>
                  <a:pt x="100339" y="15587"/>
                </a:lnTo>
                <a:lnTo>
                  <a:pt x="98146" y="13707"/>
                </a:lnTo>
                <a:lnTo>
                  <a:pt x="95874" y="11906"/>
                </a:lnTo>
                <a:lnTo>
                  <a:pt x="93524" y="10260"/>
                </a:lnTo>
                <a:lnTo>
                  <a:pt x="91096" y="8694"/>
                </a:lnTo>
                <a:lnTo>
                  <a:pt x="88589" y="7284"/>
                </a:lnTo>
                <a:lnTo>
                  <a:pt x="86005" y="5952"/>
                </a:lnTo>
                <a:lnTo>
                  <a:pt x="83342" y="4699"/>
                </a:lnTo>
                <a:lnTo>
                  <a:pt x="80600" y="3681"/>
                </a:lnTo>
                <a:lnTo>
                  <a:pt x="77858" y="2741"/>
                </a:lnTo>
                <a:lnTo>
                  <a:pt x="74960" y="1880"/>
                </a:lnTo>
                <a:lnTo>
                  <a:pt x="72062" y="1253"/>
                </a:lnTo>
                <a:lnTo>
                  <a:pt x="69164" y="704"/>
                </a:lnTo>
                <a:lnTo>
                  <a:pt x="66109" y="313"/>
                </a:lnTo>
                <a:lnTo>
                  <a:pt x="63055" y="78"/>
                </a:lnTo>
                <a:lnTo>
                  <a:pt x="6000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>
              <a:buClr>
                <a:srgbClr val="000000"/>
              </a:buClr>
            </a:pPr>
            <a:endParaRPr sz="1867">
              <a:solidFill>
                <a:srgbClr val="4FC3F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5" name="Google Shape;715;p77"/>
          <p:cNvSpPr/>
          <p:nvPr/>
        </p:nvSpPr>
        <p:spPr>
          <a:xfrm>
            <a:off x="11065868" y="3820929"/>
            <a:ext cx="198800" cy="1992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93524" y="27493"/>
                </a:moveTo>
                <a:lnTo>
                  <a:pt x="101984" y="36031"/>
                </a:lnTo>
                <a:lnTo>
                  <a:pt x="48015" y="90000"/>
                </a:lnTo>
                <a:lnTo>
                  <a:pt x="18015" y="60000"/>
                </a:lnTo>
                <a:lnTo>
                  <a:pt x="26475" y="51540"/>
                </a:lnTo>
                <a:lnTo>
                  <a:pt x="48015" y="73002"/>
                </a:lnTo>
                <a:lnTo>
                  <a:pt x="93524" y="27493"/>
                </a:lnTo>
                <a:close/>
                <a:moveTo>
                  <a:pt x="60000" y="0"/>
                </a:moveTo>
                <a:lnTo>
                  <a:pt x="56945" y="78"/>
                </a:lnTo>
                <a:lnTo>
                  <a:pt x="53890" y="313"/>
                </a:lnTo>
                <a:lnTo>
                  <a:pt x="50835" y="704"/>
                </a:lnTo>
                <a:lnTo>
                  <a:pt x="47937" y="1253"/>
                </a:lnTo>
                <a:lnTo>
                  <a:pt x="45039" y="1880"/>
                </a:lnTo>
                <a:lnTo>
                  <a:pt x="42141" y="2741"/>
                </a:lnTo>
                <a:lnTo>
                  <a:pt x="39399" y="3681"/>
                </a:lnTo>
                <a:lnTo>
                  <a:pt x="36657" y="4699"/>
                </a:lnTo>
                <a:lnTo>
                  <a:pt x="33994" y="5952"/>
                </a:lnTo>
                <a:lnTo>
                  <a:pt x="31410" y="7284"/>
                </a:lnTo>
                <a:lnTo>
                  <a:pt x="28903" y="8694"/>
                </a:lnTo>
                <a:lnTo>
                  <a:pt x="26475" y="10260"/>
                </a:lnTo>
                <a:lnTo>
                  <a:pt x="24125" y="11906"/>
                </a:lnTo>
                <a:lnTo>
                  <a:pt x="21853" y="13707"/>
                </a:lnTo>
                <a:lnTo>
                  <a:pt x="19660" y="15587"/>
                </a:lnTo>
                <a:lnTo>
                  <a:pt x="17624" y="17624"/>
                </a:lnTo>
                <a:lnTo>
                  <a:pt x="15587" y="19660"/>
                </a:lnTo>
                <a:lnTo>
                  <a:pt x="13707" y="21853"/>
                </a:lnTo>
                <a:lnTo>
                  <a:pt x="11906" y="24125"/>
                </a:lnTo>
                <a:lnTo>
                  <a:pt x="10260" y="26475"/>
                </a:lnTo>
                <a:lnTo>
                  <a:pt x="8694" y="28903"/>
                </a:lnTo>
                <a:lnTo>
                  <a:pt x="7284" y="31410"/>
                </a:lnTo>
                <a:lnTo>
                  <a:pt x="5952" y="33994"/>
                </a:lnTo>
                <a:lnTo>
                  <a:pt x="4699" y="36657"/>
                </a:lnTo>
                <a:lnTo>
                  <a:pt x="3681" y="39399"/>
                </a:lnTo>
                <a:lnTo>
                  <a:pt x="2741" y="42141"/>
                </a:lnTo>
                <a:lnTo>
                  <a:pt x="1880" y="45039"/>
                </a:lnTo>
                <a:lnTo>
                  <a:pt x="1253" y="47937"/>
                </a:lnTo>
                <a:lnTo>
                  <a:pt x="704" y="50835"/>
                </a:lnTo>
                <a:lnTo>
                  <a:pt x="313" y="53890"/>
                </a:lnTo>
                <a:lnTo>
                  <a:pt x="78" y="56945"/>
                </a:lnTo>
                <a:lnTo>
                  <a:pt x="0" y="60000"/>
                </a:lnTo>
                <a:lnTo>
                  <a:pt x="78" y="63055"/>
                </a:lnTo>
                <a:lnTo>
                  <a:pt x="313" y="66109"/>
                </a:lnTo>
                <a:lnTo>
                  <a:pt x="704" y="69164"/>
                </a:lnTo>
                <a:lnTo>
                  <a:pt x="1253" y="72062"/>
                </a:lnTo>
                <a:lnTo>
                  <a:pt x="1880" y="74960"/>
                </a:lnTo>
                <a:lnTo>
                  <a:pt x="2741" y="77858"/>
                </a:lnTo>
                <a:lnTo>
                  <a:pt x="3681" y="80600"/>
                </a:lnTo>
                <a:lnTo>
                  <a:pt x="4699" y="83342"/>
                </a:lnTo>
                <a:lnTo>
                  <a:pt x="5952" y="86005"/>
                </a:lnTo>
                <a:lnTo>
                  <a:pt x="7284" y="88589"/>
                </a:lnTo>
                <a:lnTo>
                  <a:pt x="8694" y="91096"/>
                </a:lnTo>
                <a:lnTo>
                  <a:pt x="10260" y="93524"/>
                </a:lnTo>
                <a:lnTo>
                  <a:pt x="11906" y="95874"/>
                </a:lnTo>
                <a:lnTo>
                  <a:pt x="13707" y="98146"/>
                </a:lnTo>
                <a:lnTo>
                  <a:pt x="15587" y="100339"/>
                </a:lnTo>
                <a:lnTo>
                  <a:pt x="17624" y="102375"/>
                </a:lnTo>
                <a:lnTo>
                  <a:pt x="19660" y="104412"/>
                </a:lnTo>
                <a:lnTo>
                  <a:pt x="21853" y="106292"/>
                </a:lnTo>
                <a:lnTo>
                  <a:pt x="24125" y="108093"/>
                </a:lnTo>
                <a:lnTo>
                  <a:pt x="26475" y="109739"/>
                </a:lnTo>
                <a:lnTo>
                  <a:pt x="28903" y="111305"/>
                </a:lnTo>
                <a:lnTo>
                  <a:pt x="31410" y="112715"/>
                </a:lnTo>
                <a:lnTo>
                  <a:pt x="33994" y="114047"/>
                </a:lnTo>
                <a:lnTo>
                  <a:pt x="36657" y="115300"/>
                </a:lnTo>
                <a:lnTo>
                  <a:pt x="39399" y="116318"/>
                </a:lnTo>
                <a:lnTo>
                  <a:pt x="42141" y="117258"/>
                </a:lnTo>
                <a:lnTo>
                  <a:pt x="45039" y="118119"/>
                </a:lnTo>
                <a:lnTo>
                  <a:pt x="47937" y="118746"/>
                </a:lnTo>
                <a:lnTo>
                  <a:pt x="50835" y="119295"/>
                </a:lnTo>
                <a:lnTo>
                  <a:pt x="53890" y="119686"/>
                </a:lnTo>
                <a:lnTo>
                  <a:pt x="56945" y="119921"/>
                </a:lnTo>
                <a:lnTo>
                  <a:pt x="60000" y="120000"/>
                </a:lnTo>
                <a:lnTo>
                  <a:pt x="63055" y="119921"/>
                </a:lnTo>
                <a:lnTo>
                  <a:pt x="66109" y="119686"/>
                </a:lnTo>
                <a:lnTo>
                  <a:pt x="69164" y="119295"/>
                </a:lnTo>
                <a:lnTo>
                  <a:pt x="72062" y="118746"/>
                </a:lnTo>
                <a:lnTo>
                  <a:pt x="74960" y="118119"/>
                </a:lnTo>
                <a:lnTo>
                  <a:pt x="77858" y="117258"/>
                </a:lnTo>
                <a:lnTo>
                  <a:pt x="80600" y="116318"/>
                </a:lnTo>
                <a:lnTo>
                  <a:pt x="83342" y="115300"/>
                </a:lnTo>
                <a:lnTo>
                  <a:pt x="86005" y="114047"/>
                </a:lnTo>
                <a:lnTo>
                  <a:pt x="88589" y="112715"/>
                </a:lnTo>
                <a:lnTo>
                  <a:pt x="91096" y="111305"/>
                </a:lnTo>
                <a:lnTo>
                  <a:pt x="93524" y="109739"/>
                </a:lnTo>
                <a:lnTo>
                  <a:pt x="95874" y="108093"/>
                </a:lnTo>
                <a:lnTo>
                  <a:pt x="98146" y="106292"/>
                </a:lnTo>
                <a:lnTo>
                  <a:pt x="100339" y="104412"/>
                </a:lnTo>
                <a:lnTo>
                  <a:pt x="102375" y="102375"/>
                </a:lnTo>
                <a:lnTo>
                  <a:pt x="104412" y="100339"/>
                </a:lnTo>
                <a:lnTo>
                  <a:pt x="106292" y="98146"/>
                </a:lnTo>
                <a:lnTo>
                  <a:pt x="108093" y="95874"/>
                </a:lnTo>
                <a:lnTo>
                  <a:pt x="109739" y="93524"/>
                </a:lnTo>
                <a:lnTo>
                  <a:pt x="111305" y="91096"/>
                </a:lnTo>
                <a:lnTo>
                  <a:pt x="112715" y="88589"/>
                </a:lnTo>
                <a:lnTo>
                  <a:pt x="114047" y="86005"/>
                </a:lnTo>
                <a:lnTo>
                  <a:pt x="115300" y="83342"/>
                </a:lnTo>
                <a:lnTo>
                  <a:pt x="116318" y="80600"/>
                </a:lnTo>
                <a:lnTo>
                  <a:pt x="117258" y="77858"/>
                </a:lnTo>
                <a:lnTo>
                  <a:pt x="118119" y="74960"/>
                </a:lnTo>
                <a:lnTo>
                  <a:pt x="118746" y="72062"/>
                </a:lnTo>
                <a:lnTo>
                  <a:pt x="119295" y="69164"/>
                </a:lnTo>
                <a:lnTo>
                  <a:pt x="119686" y="66109"/>
                </a:lnTo>
                <a:lnTo>
                  <a:pt x="119921" y="63055"/>
                </a:lnTo>
                <a:lnTo>
                  <a:pt x="120000" y="60000"/>
                </a:lnTo>
                <a:lnTo>
                  <a:pt x="119921" y="56945"/>
                </a:lnTo>
                <a:lnTo>
                  <a:pt x="119686" y="53890"/>
                </a:lnTo>
                <a:lnTo>
                  <a:pt x="119295" y="50835"/>
                </a:lnTo>
                <a:lnTo>
                  <a:pt x="118746" y="47937"/>
                </a:lnTo>
                <a:lnTo>
                  <a:pt x="118119" y="45039"/>
                </a:lnTo>
                <a:lnTo>
                  <a:pt x="117258" y="42141"/>
                </a:lnTo>
                <a:lnTo>
                  <a:pt x="116318" y="39399"/>
                </a:lnTo>
                <a:lnTo>
                  <a:pt x="115300" y="36657"/>
                </a:lnTo>
                <a:lnTo>
                  <a:pt x="114047" y="33994"/>
                </a:lnTo>
                <a:lnTo>
                  <a:pt x="112715" y="31410"/>
                </a:lnTo>
                <a:lnTo>
                  <a:pt x="111305" y="28903"/>
                </a:lnTo>
                <a:lnTo>
                  <a:pt x="109739" y="26475"/>
                </a:lnTo>
                <a:lnTo>
                  <a:pt x="108093" y="24125"/>
                </a:lnTo>
                <a:lnTo>
                  <a:pt x="106292" y="21853"/>
                </a:lnTo>
                <a:lnTo>
                  <a:pt x="104412" y="19660"/>
                </a:lnTo>
                <a:lnTo>
                  <a:pt x="102375" y="17624"/>
                </a:lnTo>
                <a:lnTo>
                  <a:pt x="100339" y="15587"/>
                </a:lnTo>
                <a:lnTo>
                  <a:pt x="98146" y="13707"/>
                </a:lnTo>
                <a:lnTo>
                  <a:pt x="95874" y="11906"/>
                </a:lnTo>
                <a:lnTo>
                  <a:pt x="93524" y="10260"/>
                </a:lnTo>
                <a:lnTo>
                  <a:pt x="91096" y="8694"/>
                </a:lnTo>
                <a:lnTo>
                  <a:pt x="88589" y="7284"/>
                </a:lnTo>
                <a:lnTo>
                  <a:pt x="86005" y="5952"/>
                </a:lnTo>
                <a:lnTo>
                  <a:pt x="83342" y="4699"/>
                </a:lnTo>
                <a:lnTo>
                  <a:pt x="80600" y="3681"/>
                </a:lnTo>
                <a:lnTo>
                  <a:pt x="77858" y="2741"/>
                </a:lnTo>
                <a:lnTo>
                  <a:pt x="74960" y="1880"/>
                </a:lnTo>
                <a:lnTo>
                  <a:pt x="72062" y="1253"/>
                </a:lnTo>
                <a:lnTo>
                  <a:pt x="69164" y="704"/>
                </a:lnTo>
                <a:lnTo>
                  <a:pt x="66109" y="313"/>
                </a:lnTo>
                <a:lnTo>
                  <a:pt x="63055" y="78"/>
                </a:lnTo>
                <a:lnTo>
                  <a:pt x="60000" y="0"/>
                </a:lnTo>
                <a:close/>
              </a:path>
            </a:pathLst>
          </a:custGeom>
          <a:solidFill>
            <a:srgbClr val="34A85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>
              <a:buClr>
                <a:srgbClr val="000000"/>
              </a:buClr>
            </a:pPr>
            <a:endParaRPr sz="1867">
              <a:solidFill>
                <a:srgbClr val="4FC3F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6" name="Google Shape;716;p77"/>
          <p:cNvSpPr/>
          <p:nvPr/>
        </p:nvSpPr>
        <p:spPr>
          <a:xfrm>
            <a:off x="11065868" y="4315429"/>
            <a:ext cx="198800" cy="1992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93524" y="27493"/>
                </a:moveTo>
                <a:lnTo>
                  <a:pt x="101984" y="36031"/>
                </a:lnTo>
                <a:lnTo>
                  <a:pt x="48015" y="90000"/>
                </a:lnTo>
                <a:lnTo>
                  <a:pt x="18015" y="60000"/>
                </a:lnTo>
                <a:lnTo>
                  <a:pt x="26475" y="51540"/>
                </a:lnTo>
                <a:lnTo>
                  <a:pt x="48015" y="73002"/>
                </a:lnTo>
                <a:lnTo>
                  <a:pt x="93524" y="27493"/>
                </a:lnTo>
                <a:close/>
                <a:moveTo>
                  <a:pt x="60000" y="0"/>
                </a:moveTo>
                <a:lnTo>
                  <a:pt x="56945" y="78"/>
                </a:lnTo>
                <a:lnTo>
                  <a:pt x="53890" y="313"/>
                </a:lnTo>
                <a:lnTo>
                  <a:pt x="50835" y="704"/>
                </a:lnTo>
                <a:lnTo>
                  <a:pt x="47937" y="1253"/>
                </a:lnTo>
                <a:lnTo>
                  <a:pt x="45039" y="1880"/>
                </a:lnTo>
                <a:lnTo>
                  <a:pt x="42141" y="2741"/>
                </a:lnTo>
                <a:lnTo>
                  <a:pt x="39399" y="3681"/>
                </a:lnTo>
                <a:lnTo>
                  <a:pt x="36657" y="4699"/>
                </a:lnTo>
                <a:lnTo>
                  <a:pt x="33994" y="5952"/>
                </a:lnTo>
                <a:lnTo>
                  <a:pt x="31410" y="7284"/>
                </a:lnTo>
                <a:lnTo>
                  <a:pt x="28903" y="8694"/>
                </a:lnTo>
                <a:lnTo>
                  <a:pt x="26475" y="10260"/>
                </a:lnTo>
                <a:lnTo>
                  <a:pt x="24125" y="11906"/>
                </a:lnTo>
                <a:lnTo>
                  <a:pt x="21853" y="13707"/>
                </a:lnTo>
                <a:lnTo>
                  <a:pt x="19660" y="15587"/>
                </a:lnTo>
                <a:lnTo>
                  <a:pt x="17624" y="17624"/>
                </a:lnTo>
                <a:lnTo>
                  <a:pt x="15587" y="19660"/>
                </a:lnTo>
                <a:lnTo>
                  <a:pt x="13707" y="21853"/>
                </a:lnTo>
                <a:lnTo>
                  <a:pt x="11906" y="24125"/>
                </a:lnTo>
                <a:lnTo>
                  <a:pt x="10260" y="26475"/>
                </a:lnTo>
                <a:lnTo>
                  <a:pt x="8694" y="28903"/>
                </a:lnTo>
                <a:lnTo>
                  <a:pt x="7284" y="31410"/>
                </a:lnTo>
                <a:lnTo>
                  <a:pt x="5952" y="33994"/>
                </a:lnTo>
                <a:lnTo>
                  <a:pt x="4699" y="36657"/>
                </a:lnTo>
                <a:lnTo>
                  <a:pt x="3681" y="39399"/>
                </a:lnTo>
                <a:lnTo>
                  <a:pt x="2741" y="42141"/>
                </a:lnTo>
                <a:lnTo>
                  <a:pt x="1880" y="45039"/>
                </a:lnTo>
                <a:lnTo>
                  <a:pt x="1253" y="47937"/>
                </a:lnTo>
                <a:lnTo>
                  <a:pt x="704" y="50835"/>
                </a:lnTo>
                <a:lnTo>
                  <a:pt x="313" y="53890"/>
                </a:lnTo>
                <a:lnTo>
                  <a:pt x="78" y="56945"/>
                </a:lnTo>
                <a:lnTo>
                  <a:pt x="0" y="60000"/>
                </a:lnTo>
                <a:lnTo>
                  <a:pt x="78" y="63055"/>
                </a:lnTo>
                <a:lnTo>
                  <a:pt x="313" y="66109"/>
                </a:lnTo>
                <a:lnTo>
                  <a:pt x="704" y="69164"/>
                </a:lnTo>
                <a:lnTo>
                  <a:pt x="1253" y="72062"/>
                </a:lnTo>
                <a:lnTo>
                  <a:pt x="1880" y="74960"/>
                </a:lnTo>
                <a:lnTo>
                  <a:pt x="2741" y="77858"/>
                </a:lnTo>
                <a:lnTo>
                  <a:pt x="3681" y="80600"/>
                </a:lnTo>
                <a:lnTo>
                  <a:pt x="4699" y="83342"/>
                </a:lnTo>
                <a:lnTo>
                  <a:pt x="5952" y="86005"/>
                </a:lnTo>
                <a:lnTo>
                  <a:pt x="7284" y="88589"/>
                </a:lnTo>
                <a:lnTo>
                  <a:pt x="8694" y="91096"/>
                </a:lnTo>
                <a:lnTo>
                  <a:pt x="10260" y="93524"/>
                </a:lnTo>
                <a:lnTo>
                  <a:pt x="11906" y="95874"/>
                </a:lnTo>
                <a:lnTo>
                  <a:pt x="13707" y="98146"/>
                </a:lnTo>
                <a:lnTo>
                  <a:pt x="15587" y="100339"/>
                </a:lnTo>
                <a:lnTo>
                  <a:pt x="17624" y="102375"/>
                </a:lnTo>
                <a:lnTo>
                  <a:pt x="19660" y="104412"/>
                </a:lnTo>
                <a:lnTo>
                  <a:pt x="21853" y="106292"/>
                </a:lnTo>
                <a:lnTo>
                  <a:pt x="24125" y="108093"/>
                </a:lnTo>
                <a:lnTo>
                  <a:pt x="26475" y="109739"/>
                </a:lnTo>
                <a:lnTo>
                  <a:pt x="28903" y="111305"/>
                </a:lnTo>
                <a:lnTo>
                  <a:pt x="31410" y="112715"/>
                </a:lnTo>
                <a:lnTo>
                  <a:pt x="33994" y="114047"/>
                </a:lnTo>
                <a:lnTo>
                  <a:pt x="36657" y="115300"/>
                </a:lnTo>
                <a:lnTo>
                  <a:pt x="39399" y="116318"/>
                </a:lnTo>
                <a:lnTo>
                  <a:pt x="42141" y="117258"/>
                </a:lnTo>
                <a:lnTo>
                  <a:pt x="45039" y="118119"/>
                </a:lnTo>
                <a:lnTo>
                  <a:pt x="47937" y="118746"/>
                </a:lnTo>
                <a:lnTo>
                  <a:pt x="50835" y="119295"/>
                </a:lnTo>
                <a:lnTo>
                  <a:pt x="53890" y="119686"/>
                </a:lnTo>
                <a:lnTo>
                  <a:pt x="56945" y="119921"/>
                </a:lnTo>
                <a:lnTo>
                  <a:pt x="60000" y="120000"/>
                </a:lnTo>
                <a:lnTo>
                  <a:pt x="63055" y="119921"/>
                </a:lnTo>
                <a:lnTo>
                  <a:pt x="66109" y="119686"/>
                </a:lnTo>
                <a:lnTo>
                  <a:pt x="69164" y="119295"/>
                </a:lnTo>
                <a:lnTo>
                  <a:pt x="72062" y="118746"/>
                </a:lnTo>
                <a:lnTo>
                  <a:pt x="74960" y="118119"/>
                </a:lnTo>
                <a:lnTo>
                  <a:pt x="77858" y="117258"/>
                </a:lnTo>
                <a:lnTo>
                  <a:pt x="80600" y="116318"/>
                </a:lnTo>
                <a:lnTo>
                  <a:pt x="83342" y="115300"/>
                </a:lnTo>
                <a:lnTo>
                  <a:pt x="86005" y="114047"/>
                </a:lnTo>
                <a:lnTo>
                  <a:pt x="88589" y="112715"/>
                </a:lnTo>
                <a:lnTo>
                  <a:pt x="91096" y="111305"/>
                </a:lnTo>
                <a:lnTo>
                  <a:pt x="93524" y="109739"/>
                </a:lnTo>
                <a:lnTo>
                  <a:pt x="95874" y="108093"/>
                </a:lnTo>
                <a:lnTo>
                  <a:pt x="98146" y="106292"/>
                </a:lnTo>
                <a:lnTo>
                  <a:pt x="100339" y="104412"/>
                </a:lnTo>
                <a:lnTo>
                  <a:pt x="102375" y="102375"/>
                </a:lnTo>
                <a:lnTo>
                  <a:pt x="104412" y="100339"/>
                </a:lnTo>
                <a:lnTo>
                  <a:pt x="106292" y="98146"/>
                </a:lnTo>
                <a:lnTo>
                  <a:pt x="108093" y="95874"/>
                </a:lnTo>
                <a:lnTo>
                  <a:pt x="109739" y="93524"/>
                </a:lnTo>
                <a:lnTo>
                  <a:pt x="111305" y="91096"/>
                </a:lnTo>
                <a:lnTo>
                  <a:pt x="112715" y="88589"/>
                </a:lnTo>
                <a:lnTo>
                  <a:pt x="114047" y="86005"/>
                </a:lnTo>
                <a:lnTo>
                  <a:pt x="115300" y="83342"/>
                </a:lnTo>
                <a:lnTo>
                  <a:pt x="116318" y="80600"/>
                </a:lnTo>
                <a:lnTo>
                  <a:pt x="117258" y="77858"/>
                </a:lnTo>
                <a:lnTo>
                  <a:pt x="118119" y="74960"/>
                </a:lnTo>
                <a:lnTo>
                  <a:pt x="118746" y="72062"/>
                </a:lnTo>
                <a:lnTo>
                  <a:pt x="119295" y="69164"/>
                </a:lnTo>
                <a:lnTo>
                  <a:pt x="119686" y="66109"/>
                </a:lnTo>
                <a:lnTo>
                  <a:pt x="119921" y="63055"/>
                </a:lnTo>
                <a:lnTo>
                  <a:pt x="120000" y="60000"/>
                </a:lnTo>
                <a:lnTo>
                  <a:pt x="119921" y="56945"/>
                </a:lnTo>
                <a:lnTo>
                  <a:pt x="119686" y="53890"/>
                </a:lnTo>
                <a:lnTo>
                  <a:pt x="119295" y="50835"/>
                </a:lnTo>
                <a:lnTo>
                  <a:pt x="118746" y="47937"/>
                </a:lnTo>
                <a:lnTo>
                  <a:pt x="118119" y="45039"/>
                </a:lnTo>
                <a:lnTo>
                  <a:pt x="117258" y="42141"/>
                </a:lnTo>
                <a:lnTo>
                  <a:pt x="116318" y="39399"/>
                </a:lnTo>
                <a:lnTo>
                  <a:pt x="115300" y="36657"/>
                </a:lnTo>
                <a:lnTo>
                  <a:pt x="114047" y="33994"/>
                </a:lnTo>
                <a:lnTo>
                  <a:pt x="112715" y="31410"/>
                </a:lnTo>
                <a:lnTo>
                  <a:pt x="111305" y="28903"/>
                </a:lnTo>
                <a:lnTo>
                  <a:pt x="109739" y="26475"/>
                </a:lnTo>
                <a:lnTo>
                  <a:pt x="108093" y="24125"/>
                </a:lnTo>
                <a:lnTo>
                  <a:pt x="106292" y="21853"/>
                </a:lnTo>
                <a:lnTo>
                  <a:pt x="104412" y="19660"/>
                </a:lnTo>
                <a:lnTo>
                  <a:pt x="102375" y="17624"/>
                </a:lnTo>
                <a:lnTo>
                  <a:pt x="100339" y="15587"/>
                </a:lnTo>
                <a:lnTo>
                  <a:pt x="98146" y="13707"/>
                </a:lnTo>
                <a:lnTo>
                  <a:pt x="95874" y="11906"/>
                </a:lnTo>
                <a:lnTo>
                  <a:pt x="93524" y="10260"/>
                </a:lnTo>
                <a:lnTo>
                  <a:pt x="91096" y="8694"/>
                </a:lnTo>
                <a:lnTo>
                  <a:pt x="88589" y="7284"/>
                </a:lnTo>
                <a:lnTo>
                  <a:pt x="86005" y="5952"/>
                </a:lnTo>
                <a:lnTo>
                  <a:pt x="83342" y="4699"/>
                </a:lnTo>
                <a:lnTo>
                  <a:pt x="80600" y="3681"/>
                </a:lnTo>
                <a:lnTo>
                  <a:pt x="77858" y="2741"/>
                </a:lnTo>
                <a:lnTo>
                  <a:pt x="74960" y="1880"/>
                </a:lnTo>
                <a:lnTo>
                  <a:pt x="72062" y="1253"/>
                </a:lnTo>
                <a:lnTo>
                  <a:pt x="69164" y="704"/>
                </a:lnTo>
                <a:lnTo>
                  <a:pt x="66109" y="313"/>
                </a:lnTo>
                <a:lnTo>
                  <a:pt x="63055" y="78"/>
                </a:lnTo>
                <a:lnTo>
                  <a:pt x="60000" y="0"/>
                </a:lnTo>
                <a:close/>
              </a:path>
            </a:pathLst>
          </a:custGeom>
          <a:solidFill>
            <a:srgbClr val="34A85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>
              <a:buClr>
                <a:srgbClr val="000000"/>
              </a:buClr>
            </a:pPr>
            <a:endParaRPr sz="1867">
              <a:solidFill>
                <a:srgbClr val="4FC3F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7" name="Google Shape;717;p77"/>
          <p:cNvSpPr/>
          <p:nvPr/>
        </p:nvSpPr>
        <p:spPr>
          <a:xfrm>
            <a:off x="11065868" y="5710163"/>
            <a:ext cx="198800" cy="1992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93524" y="27493"/>
                </a:moveTo>
                <a:lnTo>
                  <a:pt x="101984" y="36031"/>
                </a:lnTo>
                <a:lnTo>
                  <a:pt x="48015" y="90000"/>
                </a:lnTo>
                <a:lnTo>
                  <a:pt x="18015" y="60000"/>
                </a:lnTo>
                <a:lnTo>
                  <a:pt x="26475" y="51540"/>
                </a:lnTo>
                <a:lnTo>
                  <a:pt x="48015" y="73002"/>
                </a:lnTo>
                <a:lnTo>
                  <a:pt x="93524" y="27493"/>
                </a:lnTo>
                <a:close/>
                <a:moveTo>
                  <a:pt x="60000" y="0"/>
                </a:moveTo>
                <a:lnTo>
                  <a:pt x="56945" y="78"/>
                </a:lnTo>
                <a:lnTo>
                  <a:pt x="53890" y="313"/>
                </a:lnTo>
                <a:lnTo>
                  <a:pt x="50835" y="704"/>
                </a:lnTo>
                <a:lnTo>
                  <a:pt x="47937" y="1253"/>
                </a:lnTo>
                <a:lnTo>
                  <a:pt x="45039" y="1880"/>
                </a:lnTo>
                <a:lnTo>
                  <a:pt x="42141" y="2741"/>
                </a:lnTo>
                <a:lnTo>
                  <a:pt x="39399" y="3681"/>
                </a:lnTo>
                <a:lnTo>
                  <a:pt x="36657" y="4699"/>
                </a:lnTo>
                <a:lnTo>
                  <a:pt x="33994" y="5952"/>
                </a:lnTo>
                <a:lnTo>
                  <a:pt x="31410" y="7284"/>
                </a:lnTo>
                <a:lnTo>
                  <a:pt x="28903" y="8694"/>
                </a:lnTo>
                <a:lnTo>
                  <a:pt x="26475" y="10260"/>
                </a:lnTo>
                <a:lnTo>
                  <a:pt x="24125" y="11906"/>
                </a:lnTo>
                <a:lnTo>
                  <a:pt x="21853" y="13707"/>
                </a:lnTo>
                <a:lnTo>
                  <a:pt x="19660" y="15587"/>
                </a:lnTo>
                <a:lnTo>
                  <a:pt x="17624" y="17624"/>
                </a:lnTo>
                <a:lnTo>
                  <a:pt x="15587" y="19660"/>
                </a:lnTo>
                <a:lnTo>
                  <a:pt x="13707" y="21853"/>
                </a:lnTo>
                <a:lnTo>
                  <a:pt x="11906" y="24125"/>
                </a:lnTo>
                <a:lnTo>
                  <a:pt x="10260" y="26475"/>
                </a:lnTo>
                <a:lnTo>
                  <a:pt x="8694" y="28903"/>
                </a:lnTo>
                <a:lnTo>
                  <a:pt x="7284" y="31410"/>
                </a:lnTo>
                <a:lnTo>
                  <a:pt x="5952" y="33994"/>
                </a:lnTo>
                <a:lnTo>
                  <a:pt x="4699" y="36657"/>
                </a:lnTo>
                <a:lnTo>
                  <a:pt x="3681" y="39399"/>
                </a:lnTo>
                <a:lnTo>
                  <a:pt x="2741" y="42141"/>
                </a:lnTo>
                <a:lnTo>
                  <a:pt x="1880" y="45039"/>
                </a:lnTo>
                <a:lnTo>
                  <a:pt x="1253" y="47937"/>
                </a:lnTo>
                <a:lnTo>
                  <a:pt x="704" y="50835"/>
                </a:lnTo>
                <a:lnTo>
                  <a:pt x="313" y="53890"/>
                </a:lnTo>
                <a:lnTo>
                  <a:pt x="78" y="56945"/>
                </a:lnTo>
                <a:lnTo>
                  <a:pt x="0" y="60000"/>
                </a:lnTo>
                <a:lnTo>
                  <a:pt x="78" y="63055"/>
                </a:lnTo>
                <a:lnTo>
                  <a:pt x="313" y="66109"/>
                </a:lnTo>
                <a:lnTo>
                  <a:pt x="704" y="69164"/>
                </a:lnTo>
                <a:lnTo>
                  <a:pt x="1253" y="72062"/>
                </a:lnTo>
                <a:lnTo>
                  <a:pt x="1880" y="74960"/>
                </a:lnTo>
                <a:lnTo>
                  <a:pt x="2741" y="77858"/>
                </a:lnTo>
                <a:lnTo>
                  <a:pt x="3681" y="80600"/>
                </a:lnTo>
                <a:lnTo>
                  <a:pt x="4699" y="83342"/>
                </a:lnTo>
                <a:lnTo>
                  <a:pt x="5952" y="86005"/>
                </a:lnTo>
                <a:lnTo>
                  <a:pt x="7284" y="88589"/>
                </a:lnTo>
                <a:lnTo>
                  <a:pt x="8694" y="91096"/>
                </a:lnTo>
                <a:lnTo>
                  <a:pt x="10260" y="93524"/>
                </a:lnTo>
                <a:lnTo>
                  <a:pt x="11906" y="95874"/>
                </a:lnTo>
                <a:lnTo>
                  <a:pt x="13707" y="98146"/>
                </a:lnTo>
                <a:lnTo>
                  <a:pt x="15587" y="100339"/>
                </a:lnTo>
                <a:lnTo>
                  <a:pt x="17624" y="102375"/>
                </a:lnTo>
                <a:lnTo>
                  <a:pt x="19660" y="104412"/>
                </a:lnTo>
                <a:lnTo>
                  <a:pt x="21853" y="106292"/>
                </a:lnTo>
                <a:lnTo>
                  <a:pt x="24125" y="108093"/>
                </a:lnTo>
                <a:lnTo>
                  <a:pt x="26475" y="109739"/>
                </a:lnTo>
                <a:lnTo>
                  <a:pt x="28903" y="111305"/>
                </a:lnTo>
                <a:lnTo>
                  <a:pt x="31410" y="112715"/>
                </a:lnTo>
                <a:lnTo>
                  <a:pt x="33994" y="114047"/>
                </a:lnTo>
                <a:lnTo>
                  <a:pt x="36657" y="115300"/>
                </a:lnTo>
                <a:lnTo>
                  <a:pt x="39399" y="116318"/>
                </a:lnTo>
                <a:lnTo>
                  <a:pt x="42141" y="117258"/>
                </a:lnTo>
                <a:lnTo>
                  <a:pt x="45039" y="118119"/>
                </a:lnTo>
                <a:lnTo>
                  <a:pt x="47937" y="118746"/>
                </a:lnTo>
                <a:lnTo>
                  <a:pt x="50835" y="119295"/>
                </a:lnTo>
                <a:lnTo>
                  <a:pt x="53890" y="119686"/>
                </a:lnTo>
                <a:lnTo>
                  <a:pt x="56945" y="119921"/>
                </a:lnTo>
                <a:lnTo>
                  <a:pt x="60000" y="120000"/>
                </a:lnTo>
                <a:lnTo>
                  <a:pt x="63055" y="119921"/>
                </a:lnTo>
                <a:lnTo>
                  <a:pt x="66109" y="119686"/>
                </a:lnTo>
                <a:lnTo>
                  <a:pt x="69164" y="119295"/>
                </a:lnTo>
                <a:lnTo>
                  <a:pt x="72062" y="118746"/>
                </a:lnTo>
                <a:lnTo>
                  <a:pt x="74960" y="118119"/>
                </a:lnTo>
                <a:lnTo>
                  <a:pt x="77858" y="117258"/>
                </a:lnTo>
                <a:lnTo>
                  <a:pt x="80600" y="116318"/>
                </a:lnTo>
                <a:lnTo>
                  <a:pt x="83342" y="115300"/>
                </a:lnTo>
                <a:lnTo>
                  <a:pt x="86005" y="114047"/>
                </a:lnTo>
                <a:lnTo>
                  <a:pt x="88589" y="112715"/>
                </a:lnTo>
                <a:lnTo>
                  <a:pt x="91096" y="111305"/>
                </a:lnTo>
                <a:lnTo>
                  <a:pt x="93524" y="109739"/>
                </a:lnTo>
                <a:lnTo>
                  <a:pt x="95874" y="108093"/>
                </a:lnTo>
                <a:lnTo>
                  <a:pt x="98146" y="106292"/>
                </a:lnTo>
                <a:lnTo>
                  <a:pt x="100339" y="104412"/>
                </a:lnTo>
                <a:lnTo>
                  <a:pt x="102375" y="102375"/>
                </a:lnTo>
                <a:lnTo>
                  <a:pt x="104412" y="100339"/>
                </a:lnTo>
                <a:lnTo>
                  <a:pt x="106292" y="98146"/>
                </a:lnTo>
                <a:lnTo>
                  <a:pt x="108093" y="95874"/>
                </a:lnTo>
                <a:lnTo>
                  <a:pt x="109739" y="93524"/>
                </a:lnTo>
                <a:lnTo>
                  <a:pt x="111305" y="91096"/>
                </a:lnTo>
                <a:lnTo>
                  <a:pt x="112715" y="88589"/>
                </a:lnTo>
                <a:lnTo>
                  <a:pt x="114047" y="86005"/>
                </a:lnTo>
                <a:lnTo>
                  <a:pt x="115300" y="83342"/>
                </a:lnTo>
                <a:lnTo>
                  <a:pt x="116318" y="80600"/>
                </a:lnTo>
                <a:lnTo>
                  <a:pt x="117258" y="77858"/>
                </a:lnTo>
                <a:lnTo>
                  <a:pt x="118119" y="74960"/>
                </a:lnTo>
                <a:lnTo>
                  <a:pt x="118746" y="72062"/>
                </a:lnTo>
                <a:lnTo>
                  <a:pt x="119295" y="69164"/>
                </a:lnTo>
                <a:lnTo>
                  <a:pt x="119686" y="66109"/>
                </a:lnTo>
                <a:lnTo>
                  <a:pt x="119921" y="63055"/>
                </a:lnTo>
                <a:lnTo>
                  <a:pt x="120000" y="60000"/>
                </a:lnTo>
                <a:lnTo>
                  <a:pt x="119921" y="56945"/>
                </a:lnTo>
                <a:lnTo>
                  <a:pt x="119686" y="53890"/>
                </a:lnTo>
                <a:lnTo>
                  <a:pt x="119295" y="50835"/>
                </a:lnTo>
                <a:lnTo>
                  <a:pt x="118746" y="47937"/>
                </a:lnTo>
                <a:lnTo>
                  <a:pt x="118119" y="45039"/>
                </a:lnTo>
                <a:lnTo>
                  <a:pt x="117258" y="42141"/>
                </a:lnTo>
                <a:lnTo>
                  <a:pt x="116318" y="39399"/>
                </a:lnTo>
                <a:lnTo>
                  <a:pt x="115300" y="36657"/>
                </a:lnTo>
                <a:lnTo>
                  <a:pt x="114047" y="33994"/>
                </a:lnTo>
                <a:lnTo>
                  <a:pt x="112715" y="31410"/>
                </a:lnTo>
                <a:lnTo>
                  <a:pt x="111305" y="28903"/>
                </a:lnTo>
                <a:lnTo>
                  <a:pt x="109739" y="26475"/>
                </a:lnTo>
                <a:lnTo>
                  <a:pt x="108093" y="24125"/>
                </a:lnTo>
                <a:lnTo>
                  <a:pt x="106292" y="21853"/>
                </a:lnTo>
                <a:lnTo>
                  <a:pt x="104412" y="19660"/>
                </a:lnTo>
                <a:lnTo>
                  <a:pt x="102375" y="17624"/>
                </a:lnTo>
                <a:lnTo>
                  <a:pt x="100339" y="15587"/>
                </a:lnTo>
                <a:lnTo>
                  <a:pt x="98146" y="13707"/>
                </a:lnTo>
                <a:lnTo>
                  <a:pt x="95874" y="11906"/>
                </a:lnTo>
                <a:lnTo>
                  <a:pt x="93524" y="10260"/>
                </a:lnTo>
                <a:lnTo>
                  <a:pt x="91096" y="8694"/>
                </a:lnTo>
                <a:lnTo>
                  <a:pt x="88589" y="7284"/>
                </a:lnTo>
                <a:lnTo>
                  <a:pt x="86005" y="5952"/>
                </a:lnTo>
                <a:lnTo>
                  <a:pt x="83342" y="4699"/>
                </a:lnTo>
                <a:lnTo>
                  <a:pt x="80600" y="3681"/>
                </a:lnTo>
                <a:lnTo>
                  <a:pt x="77858" y="2741"/>
                </a:lnTo>
                <a:lnTo>
                  <a:pt x="74960" y="1880"/>
                </a:lnTo>
                <a:lnTo>
                  <a:pt x="72062" y="1253"/>
                </a:lnTo>
                <a:lnTo>
                  <a:pt x="69164" y="704"/>
                </a:lnTo>
                <a:lnTo>
                  <a:pt x="66109" y="313"/>
                </a:lnTo>
                <a:lnTo>
                  <a:pt x="63055" y="78"/>
                </a:lnTo>
                <a:lnTo>
                  <a:pt x="60000" y="0"/>
                </a:lnTo>
                <a:close/>
              </a:path>
            </a:pathLst>
          </a:custGeom>
          <a:solidFill>
            <a:srgbClr val="34A85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>
              <a:buClr>
                <a:srgbClr val="000000"/>
              </a:buClr>
            </a:pPr>
            <a:endParaRPr sz="1867">
              <a:solidFill>
                <a:srgbClr val="4FC3F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8" name="Google Shape;718;p77"/>
          <p:cNvSpPr/>
          <p:nvPr/>
        </p:nvSpPr>
        <p:spPr>
          <a:xfrm>
            <a:off x="11065868" y="5233063"/>
            <a:ext cx="198800" cy="1992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93524" y="27493"/>
                </a:moveTo>
                <a:lnTo>
                  <a:pt x="101984" y="36031"/>
                </a:lnTo>
                <a:lnTo>
                  <a:pt x="48015" y="90000"/>
                </a:lnTo>
                <a:lnTo>
                  <a:pt x="18015" y="60000"/>
                </a:lnTo>
                <a:lnTo>
                  <a:pt x="26475" y="51540"/>
                </a:lnTo>
                <a:lnTo>
                  <a:pt x="48015" y="73002"/>
                </a:lnTo>
                <a:lnTo>
                  <a:pt x="93524" y="27493"/>
                </a:lnTo>
                <a:close/>
                <a:moveTo>
                  <a:pt x="60000" y="0"/>
                </a:moveTo>
                <a:lnTo>
                  <a:pt x="56945" y="78"/>
                </a:lnTo>
                <a:lnTo>
                  <a:pt x="53890" y="313"/>
                </a:lnTo>
                <a:lnTo>
                  <a:pt x="50835" y="704"/>
                </a:lnTo>
                <a:lnTo>
                  <a:pt x="47937" y="1253"/>
                </a:lnTo>
                <a:lnTo>
                  <a:pt x="45039" y="1880"/>
                </a:lnTo>
                <a:lnTo>
                  <a:pt x="42141" y="2741"/>
                </a:lnTo>
                <a:lnTo>
                  <a:pt x="39399" y="3681"/>
                </a:lnTo>
                <a:lnTo>
                  <a:pt x="36657" y="4699"/>
                </a:lnTo>
                <a:lnTo>
                  <a:pt x="33994" y="5952"/>
                </a:lnTo>
                <a:lnTo>
                  <a:pt x="31410" y="7284"/>
                </a:lnTo>
                <a:lnTo>
                  <a:pt x="28903" y="8694"/>
                </a:lnTo>
                <a:lnTo>
                  <a:pt x="26475" y="10260"/>
                </a:lnTo>
                <a:lnTo>
                  <a:pt x="24125" y="11906"/>
                </a:lnTo>
                <a:lnTo>
                  <a:pt x="21853" y="13707"/>
                </a:lnTo>
                <a:lnTo>
                  <a:pt x="19660" y="15587"/>
                </a:lnTo>
                <a:lnTo>
                  <a:pt x="17624" y="17624"/>
                </a:lnTo>
                <a:lnTo>
                  <a:pt x="15587" y="19660"/>
                </a:lnTo>
                <a:lnTo>
                  <a:pt x="13707" y="21853"/>
                </a:lnTo>
                <a:lnTo>
                  <a:pt x="11906" y="24125"/>
                </a:lnTo>
                <a:lnTo>
                  <a:pt x="10260" y="26475"/>
                </a:lnTo>
                <a:lnTo>
                  <a:pt x="8694" y="28903"/>
                </a:lnTo>
                <a:lnTo>
                  <a:pt x="7284" y="31410"/>
                </a:lnTo>
                <a:lnTo>
                  <a:pt x="5952" y="33994"/>
                </a:lnTo>
                <a:lnTo>
                  <a:pt x="4699" y="36657"/>
                </a:lnTo>
                <a:lnTo>
                  <a:pt x="3681" y="39399"/>
                </a:lnTo>
                <a:lnTo>
                  <a:pt x="2741" y="42141"/>
                </a:lnTo>
                <a:lnTo>
                  <a:pt x="1880" y="45039"/>
                </a:lnTo>
                <a:lnTo>
                  <a:pt x="1253" y="47937"/>
                </a:lnTo>
                <a:lnTo>
                  <a:pt x="704" y="50835"/>
                </a:lnTo>
                <a:lnTo>
                  <a:pt x="313" y="53890"/>
                </a:lnTo>
                <a:lnTo>
                  <a:pt x="78" y="56945"/>
                </a:lnTo>
                <a:lnTo>
                  <a:pt x="0" y="60000"/>
                </a:lnTo>
                <a:lnTo>
                  <a:pt x="78" y="63055"/>
                </a:lnTo>
                <a:lnTo>
                  <a:pt x="313" y="66109"/>
                </a:lnTo>
                <a:lnTo>
                  <a:pt x="704" y="69164"/>
                </a:lnTo>
                <a:lnTo>
                  <a:pt x="1253" y="72062"/>
                </a:lnTo>
                <a:lnTo>
                  <a:pt x="1880" y="74960"/>
                </a:lnTo>
                <a:lnTo>
                  <a:pt x="2741" y="77858"/>
                </a:lnTo>
                <a:lnTo>
                  <a:pt x="3681" y="80600"/>
                </a:lnTo>
                <a:lnTo>
                  <a:pt x="4699" y="83342"/>
                </a:lnTo>
                <a:lnTo>
                  <a:pt x="5952" y="86005"/>
                </a:lnTo>
                <a:lnTo>
                  <a:pt x="7284" y="88589"/>
                </a:lnTo>
                <a:lnTo>
                  <a:pt x="8694" y="91096"/>
                </a:lnTo>
                <a:lnTo>
                  <a:pt x="10260" y="93524"/>
                </a:lnTo>
                <a:lnTo>
                  <a:pt x="11906" y="95874"/>
                </a:lnTo>
                <a:lnTo>
                  <a:pt x="13707" y="98146"/>
                </a:lnTo>
                <a:lnTo>
                  <a:pt x="15587" y="100339"/>
                </a:lnTo>
                <a:lnTo>
                  <a:pt x="17624" y="102375"/>
                </a:lnTo>
                <a:lnTo>
                  <a:pt x="19660" y="104412"/>
                </a:lnTo>
                <a:lnTo>
                  <a:pt x="21853" y="106292"/>
                </a:lnTo>
                <a:lnTo>
                  <a:pt x="24125" y="108093"/>
                </a:lnTo>
                <a:lnTo>
                  <a:pt x="26475" y="109739"/>
                </a:lnTo>
                <a:lnTo>
                  <a:pt x="28903" y="111305"/>
                </a:lnTo>
                <a:lnTo>
                  <a:pt x="31410" y="112715"/>
                </a:lnTo>
                <a:lnTo>
                  <a:pt x="33994" y="114047"/>
                </a:lnTo>
                <a:lnTo>
                  <a:pt x="36657" y="115300"/>
                </a:lnTo>
                <a:lnTo>
                  <a:pt x="39399" y="116318"/>
                </a:lnTo>
                <a:lnTo>
                  <a:pt x="42141" y="117258"/>
                </a:lnTo>
                <a:lnTo>
                  <a:pt x="45039" y="118119"/>
                </a:lnTo>
                <a:lnTo>
                  <a:pt x="47937" y="118746"/>
                </a:lnTo>
                <a:lnTo>
                  <a:pt x="50835" y="119295"/>
                </a:lnTo>
                <a:lnTo>
                  <a:pt x="53890" y="119686"/>
                </a:lnTo>
                <a:lnTo>
                  <a:pt x="56945" y="119921"/>
                </a:lnTo>
                <a:lnTo>
                  <a:pt x="60000" y="120000"/>
                </a:lnTo>
                <a:lnTo>
                  <a:pt x="63055" y="119921"/>
                </a:lnTo>
                <a:lnTo>
                  <a:pt x="66109" y="119686"/>
                </a:lnTo>
                <a:lnTo>
                  <a:pt x="69164" y="119295"/>
                </a:lnTo>
                <a:lnTo>
                  <a:pt x="72062" y="118746"/>
                </a:lnTo>
                <a:lnTo>
                  <a:pt x="74960" y="118119"/>
                </a:lnTo>
                <a:lnTo>
                  <a:pt x="77858" y="117258"/>
                </a:lnTo>
                <a:lnTo>
                  <a:pt x="80600" y="116318"/>
                </a:lnTo>
                <a:lnTo>
                  <a:pt x="83342" y="115300"/>
                </a:lnTo>
                <a:lnTo>
                  <a:pt x="86005" y="114047"/>
                </a:lnTo>
                <a:lnTo>
                  <a:pt x="88589" y="112715"/>
                </a:lnTo>
                <a:lnTo>
                  <a:pt x="91096" y="111305"/>
                </a:lnTo>
                <a:lnTo>
                  <a:pt x="93524" y="109739"/>
                </a:lnTo>
                <a:lnTo>
                  <a:pt x="95874" y="108093"/>
                </a:lnTo>
                <a:lnTo>
                  <a:pt x="98146" y="106292"/>
                </a:lnTo>
                <a:lnTo>
                  <a:pt x="100339" y="104412"/>
                </a:lnTo>
                <a:lnTo>
                  <a:pt x="102375" y="102375"/>
                </a:lnTo>
                <a:lnTo>
                  <a:pt x="104412" y="100339"/>
                </a:lnTo>
                <a:lnTo>
                  <a:pt x="106292" y="98146"/>
                </a:lnTo>
                <a:lnTo>
                  <a:pt x="108093" y="95874"/>
                </a:lnTo>
                <a:lnTo>
                  <a:pt x="109739" y="93524"/>
                </a:lnTo>
                <a:lnTo>
                  <a:pt x="111305" y="91096"/>
                </a:lnTo>
                <a:lnTo>
                  <a:pt x="112715" y="88589"/>
                </a:lnTo>
                <a:lnTo>
                  <a:pt x="114047" y="86005"/>
                </a:lnTo>
                <a:lnTo>
                  <a:pt x="115300" y="83342"/>
                </a:lnTo>
                <a:lnTo>
                  <a:pt x="116318" y="80600"/>
                </a:lnTo>
                <a:lnTo>
                  <a:pt x="117258" y="77858"/>
                </a:lnTo>
                <a:lnTo>
                  <a:pt x="118119" y="74960"/>
                </a:lnTo>
                <a:lnTo>
                  <a:pt x="118746" y="72062"/>
                </a:lnTo>
                <a:lnTo>
                  <a:pt x="119295" y="69164"/>
                </a:lnTo>
                <a:lnTo>
                  <a:pt x="119686" y="66109"/>
                </a:lnTo>
                <a:lnTo>
                  <a:pt x="119921" y="63055"/>
                </a:lnTo>
                <a:lnTo>
                  <a:pt x="120000" y="60000"/>
                </a:lnTo>
                <a:lnTo>
                  <a:pt x="119921" y="56945"/>
                </a:lnTo>
                <a:lnTo>
                  <a:pt x="119686" y="53890"/>
                </a:lnTo>
                <a:lnTo>
                  <a:pt x="119295" y="50835"/>
                </a:lnTo>
                <a:lnTo>
                  <a:pt x="118746" y="47937"/>
                </a:lnTo>
                <a:lnTo>
                  <a:pt x="118119" y="45039"/>
                </a:lnTo>
                <a:lnTo>
                  <a:pt x="117258" y="42141"/>
                </a:lnTo>
                <a:lnTo>
                  <a:pt x="116318" y="39399"/>
                </a:lnTo>
                <a:lnTo>
                  <a:pt x="115300" y="36657"/>
                </a:lnTo>
                <a:lnTo>
                  <a:pt x="114047" y="33994"/>
                </a:lnTo>
                <a:lnTo>
                  <a:pt x="112715" y="31410"/>
                </a:lnTo>
                <a:lnTo>
                  <a:pt x="111305" y="28903"/>
                </a:lnTo>
                <a:lnTo>
                  <a:pt x="109739" y="26475"/>
                </a:lnTo>
                <a:lnTo>
                  <a:pt x="108093" y="24125"/>
                </a:lnTo>
                <a:lnTo>
                  <a:pt x="106292" y="21853"/>
                </a:lnTo>
                <a:lnTo>
                  <a:pt x="104412" y="19660"/>
                </a:lnTo>
                <a:lnTo>
                  <a:pt x="102375" y="17624"/>
                </a:lnTo>
                <a:lnTo>
                  <a:pt x="100339" y="15587"/>
                </a:lnTo>
                <a:lnTo>
                  <a:pt x="98146" y="13707"/>
                </a:lnTo>
                <a:lnTo>
                  <a:pt x="95874" y="11906"/>
                </a:lnTo>
                <a:lnTo>
                  <a:pt x="93524" y="10260"/>
                </a:lnTo>
                <a:lnTo>
                  <a:pt x="91096" y="8694"/>
                </a:lnTo>
                <a:lnTo>
                  <a:pt x="88589" y="7284"/>
                </a:lnTo>
                <a:lnTo>
                  <a:pt x="86005" y="5952"/>
                </a:lnTo>
                <a:lnTo>
                  <a:pt x="83342" y="4699"/>
                </a:lnTo>
                <a:lnTo>
                  <a:pt x="80600" y="3681"/>
                </a:lnTo>
                <a:lnTo>
                  <a:pt x="77858" y="2741"/>
                </a:lnTo>
                <a:lnTo>
                  <a:pt x="74960" y="1880"/>
                </a:lnTo>
                <a:lnTo>
                  <a:pt x="72062" y="1253"/>
                </a:lnTo>
                <a:lnTo>
                  <a:pt x="69164" y="704"/>
                </a:lnTo>
                <a:lnTo>
                  <a:pt x="66109" y="313"/>
                </a:lnTo>
                <a:lnTo>
                  <a:pt x="63055" y="78"/>
                </a:lnTo>
                <a:lnTo>
                  <a:pt x="60000" y="0"/>
                </a:lnTo>
                <a:close/>
              </a:path>
            </a:pathLst>
          </a:custGeom>
          <a:solidFill>
            <a:srgbClr val="34A85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>
              <a:buClr>
                <a:srgbClr val="000000"/>
              </a:buClr>
            </a:pPr>
            <a:endParaRPr sz="1867">
              <a:solidFill>
                <a:srgbClr val="4FC3F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9" name="Google Shape;719;p77"/>
          <p:cNvSpPr/>
          <p:nvPr/>
        </p:nvSpPr>
        <p:spPr>
          <a:xfrm>
            <a:off x="10363301" y="5233059"/>
            <a:ext cx="198800" cy="1992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93524" y="27493"/>
                </a:moveTo>
                <a:lnTo>
                  <a:pt x="101984" y="36031"/>
                </a:lnTo>
                <a:lnTo>
                  <a:pt x="48015" y="90000"/>
                </a:lnTo>
                <a:lnTo>
                  <a:pt x="18015" y="60000"/>
                </a:lnTo>
                <a:lnTo>
                  <a:pt x="26475" y="51540"/>
                </a:lnTo>
                <a:lnTo>
                  <a:pt x="48015" y="73002"/>
                </a:lnTo>
                <a:lnTo>
                  <a:pt x="93524" y="27493"/>
                </a:lnTo>
                <a:close/>
                <a:moveTo>
                  <a:pt x="60000" y="0"/>
                </a:moveTo>
                <a:lnTo>
                  <a:pt x="56945" y="78"/>
                </a:lnTo>
                <a:lnTo>
                  <a:pt x="53890" y="313"/>
                </a:lnTo>
                <a:lnTo>
                  <a:pt x="50835" y="704"/>
                </a:lnTo>
                <a:lnTo>
                  <a:pt x="47937" y="1253"/>
                </a:lnTo>
                <a:lnTo>
                  <a:pt x="45039" y="1880"/>
                </a:lnTo>
                <a:lnTo>
                  <a:pt x="42141" y="2741"/>
                </a:lnTo>
                <a:lnTo>
                  <a:pt x="39399" y="3681"/>
                </a:lnTo>
                <a:lnTo>
                  <a:pt x="36657" y="4699"/>
                </a:lnTo>
                <a:lnTo>
                  <a:pt x="33994" y="5952"/>
                </a:lnTo>
                <a:lnTo>
                  <a:pt x="31410" y="7284"/>
                </a:lnTo>
                <a:lnTo>
                  <a:pt x="28903" y="8694"/>
                </a:lnTo>
                <a:lnTo>
                  <a:pt x="26475" y="10260"/>
                </a:lnTo>
                <a:lnTo>
                  <a:pt x="24125" y="11906"/>
                </a:lnTo>
                <a:lnTo>
                  <a:pt x="21853" y="13707"/>
                </a:lnTo>
                <a:lnTo>
                  <a:pt x="19660" y="15587"/>
                </a:lnTo>
                <a:lnTo>
                  <a:pt x="17624" y="17624"/>
                </a:lnTo>
                <a:lnTo>
                  <a:pt x="15587" y="19660"/>
                </a:lnTo>
                <a:lnTo>
                  <a:pt x="13707" y="21853"/>
                </a:lnTo>
                <a:lnTo>
                  <a:pt x="11906" y="24125"/>
                </a:lnTo>
                <a:lnTo>
                  <a:pt x="10260" y="26475"/>
                </a:lnTo>
                <a:lnTo>
                  <a:pt x="8694" y="28903"/>
                </a:lnTo>
                <a:lnTo>
                  <a:pt x="7284" y="31410"/>
                </a:lnTo>
                <a:lnTo>
                  <a:pt x="5952" y="33994"/>
                </a:lnTo>
                <a:lnTo>
                  <a:pt x="4699" y="36657"/>
                </a:lnTo>
                <a:lnTo>
                  <a:pt x="3681" y="39399"/>
                </a:lnTo>
                <a:lnTo>
                  <a:pt x="2741" y="42141"/>
                </a:lnTo>
                <a:lnTo>
                  <a:pt x="1880" y="45039"/>
                </a:lnTo>
                <a:lnTo>
                  <a:pt x="1253" y="47937"/>
                </a:lnTo>
                <a:lnTo>
                  <a:pt x="704" y="50835"/>
                </a:lnTo>
                <a:lnTo>
                  <a:pt x="313" y="53890"/>
                </a:lnTo>
                <a:lnTo>
                  <a:pt x="78" y="56945"/>
                </a:lnTo>
                <a:lnTo>
                  <a:pt x="0" y="60000"/>
                </a:lnTo>
                <a:lnTo>
                  <a:pt x="78" y="63055"/>
                </a:lnTo>
                <a:lnTo>
                  <a:pt x="313" y="66109"/>
                </a:lnTo>
                <a:lnTo>
                  <a:pt x="704" y="69164"/>
                </a:lnTo>
                <a:lnTo>
                  <a:pt x="1253" y="72062"/>
                </a:lnTo>
                <a:lnTo>
                  <a:pt x="1880" y="74960"/>
                </a:lnTo>
                <a:lnTo>
                  <a:pt x="2741" y="77858"/>
                </a:lnTo>
                <a:lnTo>
                  <a:pt x="3681" y="80600"/>
                </a:lnTo>
                <a:lnTo>
                  <a:pt x="4699" y="83342"/>
                </a:lnTo>
                <a:lnTo>
                  <a:pt x="5952" y="86005"/>
                </a:lnTo>
                <a:lnTo>
                  <a:pt x="7284" y="88589"/>
                </a:lnTo>
                <a:lnTo>
                  <a:pt x="8694" y="91096"/>
                </a:lnTo>
                <a:lnTo>
                  <a:pt x="10260" y="93524"/>
                </a:lnTo>
                <a:lnTo>
                  <a:pt x="11906" y="95874"/>
                </a:lnTo>
                <a:lnTo>
                  <a:pt x="13707" y="98146"/>
                </a:lnTo>
                <a:lnTo>
                  <a:pt x="15587" y="100339"/>
                </a:lnTo>
                <a:lnTo>
                  <a:pt x="17624" y="102375"/>
                </a:lnTo>
                <a:lnTo>
                  <a:pt x="19660" y="104412"/>
                </a:lnTo>
                <a:lnTo>
                  <a:pt x="21853" y="106292"/>
                </a:lnTo>
                <a:lnTo>
                  <a:pt x="24125" y="108093"/>
                </a:lnTo>
                <a:lnTo>
                  <a:pt x="26475" y="109739"/>
                </a:lnTo>
                <a:lnTo>
                  <a:pt x="28903" y="111305"/>
                </a:lnTo>
                <a:lnTo>
                  <a:pt x="31410" y="112715"/>
                </a:lnTo>
                <a:lnTo>
                  <a:pt x="33994" y="114047"/>
                </a:lnTo>
                <a:lnTo>
                  <a:pt x="36657" y="115300"/>
                </a:lnTo>
                <a:lnTo>
                  <a:pt x="39399" y="116318"/>
                </a:lnTo>
                <a:lnTo>
                  <a:pt x="42141" y="117258"/>
                </a:lnTo>
                <a:lnTo>
                  <a:pt x="45039" y="118119"/>
                </a:lnTo>
                <a:lnTo>
                  <a:pt x="47937" y="118746"/>
                </a:lnTo>
                <a:lnTo>
                  <a:pt x="50835" y="119295"/>
                </a:lnTo>
                <a:lnTo>
                  <a:pt x="53890" y="119686"/>
                </a:lnTo>
                <a:lnTo>
                  <a:pt x="56945" y="119921"/>
                </a:lnTo>
                <a:lnTo>
                  <a:pt x="60000" y="120000"/>
                </a:lnTo>
                <a:lnTo>
                  <a:pt x="63055" y="119921"/>
                </a:lnTo>
                <a:lnTo>
                  <a:pt x="66109" y="119686"/>
                </a:lnTo>
                <a:lnTo>
                  <a:pt x="69164" y="119295"/>
                </a:lnTo>
                <a:lnTo>
                  <a:pt x="72062" y="118746"/>
                </a:lnTo>
                <a:lnTo>
                  <a:pt x="74960" y="118119"/>
                </a:lnTo>
                <a:lnTo>
                  <a:pt x="77858" y="117258"/>
                </a:lnTo>
                <a:lnTo>
                  <a:pt x="80600" y="116318"/>
                </a:lnTo>
                <a:lnTo>
                  <a:pt x="83342" y="115300"/>
                </a:lnTo>
                <a:lnTo>
                  <a:pt x="86005" y="114047"/>
                </a:lnTo>
                <a:lnTo>
                  <a:pt x="88589" y="112715"/>
                </a:lnTo>
                <a:lnTo>
                  <a:pt x="91096" y="111305"/>
                </a:lnTo>
                <a:lnTo>
                  <a:pt x="93524" y="109739"/>
                </a:lnTo>
                <a:lnTo>
                  <a:pt x="95874" y="108093"/>
                </a:lnTo>
                <a:lnTo>
                  <a:pt x="98146" y="106292"/>
                </a:lnTo>
                <a:lnTo>
                  <a:pt x="100339" y="104412"/>
                </a:lnTo>
                <a:lnTo>
                  <a:pt x="102375" y="102375"/>
                </a:lnTo>
                <a:lnTo>
                  <a:pt x="104412" y="100339"/>
                </a:lnTo>
                <a:lnTo>
                  <a:pt x="106292" y="98146"/>
                </a:lnTo>
                <a:lnTo>
                  <a:pt x="108093" y="95874"/>
                </a:lnTo>
                <a:lnTo>
                  <a:pt x="109739" y="93524"/>
                </a:lnTo>
                <a:lnTo>
                  <a:pt x="111305" y="91096"/>
                </a:lnTo>
                <a:lnTo>
                  <a:pt x="112715" y="88589"/>
                </a:lnTo>
                <a:lnTo>
                  <a:pt x="114047" y="86005"/>
                </a:lnTo>
                <a:lnTo>
                  <a:pt x="115300" y="83342"/>
                </a:lnTo>
                <a:lnTo>
                  <a:pt x="116318" y="80600"/>
                </a:lnTo>
                <a:lnTo>
                  <a:pt x="117258" y="77858"/>
                </a:lnTo>
                <a:lnTo>
                  <a:pt x="118119" y="74960"/>
                </a:lnTo>
                <a:lnTo>
                  <a:pt x="118746" y="72062"/>
                </a:lnTo>
                <a:lnTo>
                  <a:pt x="119295" y="69164"/>
                </a:lnTo>
                <a:lnTo>
                  <a:pt x="119686" y="66109"/>
                </a:lnTo>
                <a:lnTo>
                  <a:pt x="119921" y="63055"/>
                </a:lnTo>
                <a:lnTo>
                  <a:pt x="120000" y="60000"/>
                </a:lnTo>
                <a:lnTo>
                  <a:pt x="119921" y="56945"/>
                </a:lnTo>
                <a:lnTo>
                  <a:pt x="119686" y="53890"/>
                </a:lnTo>
                <a:lnTo>
                  <a:pt x="119295" y="50835"/>
                </a:lnTo>
                <a:lnTo>
                  <a:pt x="118746" y="47937"/>
                </a:lnTo>
                <a:lnTo>
                  <a:pt x="118119" y="45039"/>
                </a:lnTo>
                <a:lnTo>
                  <a:pt x="117258" y="42141"/>
                </a:lnTo>
                <a:lnTo>
                  <a:pt x="116318" y="39399"/>
                </a:lnTo>
                <a:lnTo>
                  <a:pt x="115300" y="36657"/>
                </a:lnTo>
                <a:lnTo>
                  <a:pt x="114047" y="33994"/>
                </a:lnTo>
                <a:lnTo>
                  <a:pt x="112715" y="31410"/>
                </a:lnTo>
                <a:lnTo>
                  <a:pt x="111305" y="28903"/>
                </a:lnTo>
                <a:lnTo>
                  <a:pt x="109739" y="26475"/>
                </a:lnTo>
                <a:lnTo>
                  <a:pt x="108093" y="24125"/>
                </a:lnTo>
                <a:lnTo>
                  <a:pt x="106292" y="21853"/>
                </a:lnTo>
                <a:lnTo>
                  <a:pt x="104412" y="19660"/>
                </a:lnTo>
                <a:lnTo>
                  <a:pt x="102375" y="17624"/>
                </a:lnTo>
                <a:lnTo>
                  <a:pt x="100339" y="15587"/>
                </a:lnTo>
                <a:lnTo>
                  <a:pt x="98146" y="13707"/>
                </a:lnTo>
                <a:lnTo>
                  <a:pt x="95874" y="11906"/>
                </a:lnTo>
                <a:lnTo>
                  <a:pt x="93524" y="10260"/>
                </a:lnTo>
                <a:lnTo>
                  <a:pt x="91096" y="8694"/>
                </a:lnTo>
                <a:lnTo>
                  <a:pt x="88589" y="7284"/>
                </a:lnTo>
                <a:lnTo>
                  <a:pt x="86005" y="5952"/>
                </a:lnTo>
                <a:lnTo>
                  <a:pt x="83342" y="4699"/>
                </a:lnTo>
                <a:lnTo>
                  <a:pt x="80600" y="3681"/>
                </a:lnTo>
                <a:lnTo>
                  <a:pt x="77858" y="2741"/>
                </a:lnTo>
                <a:lnTo>
                  <a:pt x="74960" y="1880"/>
                </a:lnTo>
                <a:lnTo>
                  <a:pt x="72062" y="1253"/>
                </a:lnTo>
                <a:lnTo>
                  <a:pt x="69164" y="704"/>
                </a:lnTo>
                <a:lnTo>
                  <a:pt x="66109" y="313"/>
                </a:lnTo>
                <a:lnTo>
                  <a:pt x="63055" y="78"/>
                </a:lnTo>
                <a:lnTo>
                  <a:pt x="6000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>
              <a:buClr>
                <a:srgbClr val="000000"/>
              </a:buClr>
            </a:pPr>
            <a:endParaRPr sz="1867">
              <a:solidFill>
                <a:srgbClr val="4FC3F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0" name="Google Shape;720;p77"/>
          <p:cNvSpPr/>
          <p:nvPr/>
        </p:nvSpPr>
        <p:spPr>
          <a:xfrm>
            <a:off x="10363301" y="5719859"/>
            <a:ext cx="198800" cy="1992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93524" y="27493"/>
                </a:moveTo>
                <a:lnTo>
                  <a:pt x="101984" y="36031"/>
                </a:lnTo>
                <a:lnTo>
                  <a:pt x="48015" y="90000"/>
                </a:lnTo>
                <a:lnTo>
                  <a:pt x="18015" y="60000"/>
                </a:lnTo>
                <a:lnTo>
                  <a:pt x="26475" y="51540"/>
                </a:lnTo>
                <a:lnTo>
                  <a:pt x="48015" y="73002"/>
                </a:lnTo>
                <a:lnTo>
                  <a:pt x="93524" y="27493"/>
                </a:lnTo>
                <a:close/>
                <a:moveTo>
                  <a:pt x="60000" y="0"/>
                </a:moveTo>
                <a:lnTo>
                  <a:pt x="56945" y="78"/>
                </a:lnTo>
                <a:lnTo>
                  <a:pt x="53890" y="313"/>
                </a:lnTo>
                <a:lnTo>
                  <a:pt x="50835" y="704"/>
                </a:lnTo>
                <a:lnTo>
                  <a:pt x="47937" y="1253"/>
                </a:lnTo>
                <a:lnTo>
                  <a:pt x="45039" y="1880"/>
                </a:lnTo>
                <a:lnTo>
                  <a:pt x="42141" y="2741"/>
                </a:lnTo>
                <a:lnTo>
                  <a:pt x="39399" y="3681"/>
                </a:lnTo>
                <a:lnTo>
                  <a:pt x="36657" y="4699"/>
                </a:lnTo>
                <a:lnTo>
                  <a:pt x="33994" y="5952"/>
                </a:lnTo>
                <a:lnTo>
                  <a:pt x="31410" y="7284"/>
                </a:lnTo>
                <a:lnTo>
                  <a:pt x="28903" y="8694"/>
                </a:lnTo>
                <a:lnTo>
                  <a:pt x="26475" y="10260"/>
                </a:lnTo>
                <a:lnTo>
                  <a:pt x="24125" y="11906"/>
                </a:lnTo>
                <a:lnTo>
                  <a:pt x="21853" y="13707"/>
                </a:lnTo>
                <a:lnTo>
                  <a:pt x="19660" y="15587"/>
                </a:lnTo>
                <a:lnTo>
                  <a:pt x="17624" y="17624"/>
                </a:lnTo>
                <a:lnTo>
                  <a:pt x="15587" y="19660"/>
                </a:lnTo>
                <a:lnTo>
                  <a:pt x="13707" y="21853"/>
                </a:lnTo>
                <a:lnTo>
                  <a:pt x="11906" y="24125"/>
                </a:lnTo>
                <a:lnTo>
                  <a:pt x="10260" y="26475"/>
                </a:lnTo>
                <a:lnTo>
                  <a:pt x="8694" y="28903"/>
                </a:lnTo>
                <a:lnTo>
                  <a:pt x="7284" y="31410"/>
                </a:lnTo>
                <a:lnTo>
                  <a:pt x="5952" y="33994"/>
                </a:lnTo>
                <a:lnTo>
                  <a:pt x="4699" y="36657"/>
                </a:lnTo>
                <a:lnTo>
                  <a:pt x="3681" y="39399"/>
                </a:lnTo>
                <a:lnTo>
                  <a:pt x="2741" y="42141"/>
                </a:lnTo>
                <a:lnTo>
                  <a:pt x="1880" y="45039"/>
                </a:lnTo>
                <a:lnTo>
                  <a:pt x="1253" y="47937"/>
                </a:lnTo>
                <a:lnTo>
                  <a:pt x="704" y="50835"/>
                </a:lnTo>
                <a:lnTo>
                  <a:pt x="313" y="53890"/>
                </a:lnTo>
                <a:lnTo>
                  <a:pt x="78" y="56945"/>
                </a:lnTo>
                <a:lnTo>
                  <a:pt x="0" y="60000"/>
                </a:lnTo>
                <a:lnTo>
                  <a:pt x="78" y="63055"/>
                </a:lnTo>
                <a:lnTo>
                  <a:pt x="313" y="66109"/>
                </a:lnTo>
                <a:lnTo>
                  <a:pt x="704" y="69164"/>
                </a:lnTo>
                <a:lnTo>
                  <a:pt x="1253" y="72062"/>
                </a:lnTo>
                <a:lnTo>
                  <a:pt x="1880" y="74960"/>
                </a:lnTo>
                <a:lnTo>
                  <a:pt x="2741" y="77858"/>
                </a:lnTo>
                <a:lnTo>
                  <a:pt x="3681" y="80600"/>
                </a:lnTo>
                <a:lnTo>
                  <a:pt x="4699" y="83342"/>
                </a:lnTo>
                <a:lnTo>
                  <a:pt x="5952" y="86005"/>
                </a:lnTo>
                <a:lnTo>
                  <a:pt x="7284" y="88589"/>
                </a:lnTo>
                <a:lnTo>
                  <a:pt x="8694" y="91096"/>
                </a:lnTo>
                <a:lnTo>
                  <a:pt x="10260" y="93524"/>
                </a:lnTo>
                <a:lnTo>
                  <a:pt x="11906" y="95874"/>
                </a:lnTo>
                <a:lnTo>
                  <a:pt x="13707" y="98146"/>
                </a:lnTo>
                <a:lnTo>
                  <a:pt x="15587" y="100339"/>
                </a:lnTo>
                <a:lnTo>
                  <a:pt x="17624" y="102375"/>
                </a:lnTo>
                <a:lnTo>
                  <a:pt x="19660" y="104412"/>
                </a:lnTo>
                <a:lnTo>
                  <a:pt x="21853" y="106292"/>
                </a:lnTo>
                <a:lnTo>
                  <a:pt x="24125" y="108093"/>
                </a:lnTo>
                <a:lnTo>
                  <a:pt x="26475" y="109739"/>
                </a:lnTo>
                <a:lnTo>
                  <a:pt x="28903" y="111305"/>
                </a:lnTo>
                <a:lnTo>
                  <a:pt x="31410" y="112715"/>
                </a:lnTo>
                <a:lnTo>
                  <a:pt x="33994" y="114047"/>
                </a:lnTo>
                <a:lnTo>
                  <a:pt x="36657" y="115300"/>
                </a:lnTo>
                <a:lnTo>
                  <a:pt x="39399" y="116318"/>
                </a:lnTo>
                <a:lnTo>
                  <a:pt x="42141" y="117258"/>
                </a:lnTo>
                <a:lnTo>
                  <a:pt x="45039" y="118119"/>
                </a:lnTo>
                <a:lnTo>
                  <a:pt x="47937" y="118746"/>
                </a:lnTo>
                <a:lnTo>
                  <a:pt x="50835" y="119295"/>
                </a:lnTo>
                <a:lnTo>
                  <a:pt x="53890" y="119686"/>
                </a:lnTo>
                <a:lnTo>
                  <a:pt x="56945" y="119921"/>
                </a:lnTo>
                <a:lnTo>
                  <a:pt x="60000" y="120000"/>
                </a:lnTo>
                <a:lnTo>
                  <a:pt x="63055" y="119921"/>
                </a:lnTo>
                <a:lnTo>
                  <a:pt x="66109" y="119686"/>
                </a:lnTo>
                <a:lnTo>
                  <a:pt x="69164" y="119295"/>
                </a:lnTo>
                <a:lnTo>
                  <a:pt x="72062" y="118746"/>
                </a:lnTo>
                <a:lnTo>
                  <a:pt x="74960" y="118119"/>
                </a:lnTo>
                <a:lnTo>
                  <a:pt x="77858" y="117258"/>
                </a:lnTo>
                <a:lnTo>
                  <a:pt x="80600" y="116318"/>
                </a:lnTo>
                <a:lnTo>
                  <a:pt x="83342" y="115300"/>
                </a:lnTo>
                <a:lnTo>
                  <a:pt x="86005" y="114047"/>
                </a:lnTo>
                <a:lnTo>
                  <a:pt x="88589" y="112715"/>
                </a:lnTo>
                <a:lnTo>
                  <a:pt x="91096" y="111305"/>
                </a:lnTo>
                <a:lnTo>
                  <a:pt x="93524" y="109739"/>
                </a:lnTo>
                <a:lnTo>
                  <a:pt x="95874" y="108093"/>
                </a:lnTo>
                <a:lnTo>
                  <a:pt x="98146" y="106292"/>
                </a:lnTo>
                <a:lnTo>
                  <a:pt x="100339" y="104412"/>
                </a:lnTo>
                <a:lnTo>
                  <a:pt x="102375" y="102375"/>
                </a:lnTo>
                <a:lnTo>
                  <a:pt x="104412" y="100339"/>
                </a:lnTo>
                <a:lnTo>
                  <a:pt x="106292" y="98146"/>
                </a:lnTo>
                <a:lnTo>
                  <a:pt x="108093" y="95874"/>
                </a:lnTo>
                <a:lnTo>
                  <a:pt x="109739" y="93524"/>
                </a:lnTo>
                <a:lnTo>
                  <a:pt x="111305" y="91096"/>
                </a:lnTo>
                <a:lnTo>
                  <a:pt x="112715" y="88589"/>
                </a:lnTo>
                <a:lnTo>
                  <a:pt x="114047" y="86005"/>
                </a:lnTo>
                <a:lnTo>
                  <a:pt x="115300" y="83342"/>
                </a:lnTo>
                <a:lnTo>
                  <a:pt x="116318" y="80600"/>
                </a:lnTo>
                <a:lnTo>
                  <a:pt x="117258" y="77858"/>
                </a:lnTo>
                <a:lnTo>
                  <a:pt x="118119" y="74960"/>
                </a:lnTo>
                <a:lnTo>
                  <a:pt x="118746" y="72062"/>
                </a:lnTo>
                <a:lnTo>
                  <a:pt x="119295" y="69164"/>
                </a:lnTo>
                <a:lnTo>
                  <a:pt x="119686" y="66109"/>
                </a:lnTo>
                <a:lnTo>
                  <a:pt x="119921" y="63055"/>
                </a:lnTo>
                <a:lnTo>
                  <a:pt x="120000" y="60000"/>
                </a:lnTo>
                <a:lnTo>
                  <a:pt x="119921" y="56945"/>
                </a:lnTo>
                <a:lnTo>
                  <a:pt x="119686" y="53890"/>
                </a:lnTo>
                <a:lnTo>
                  <a:pt x="119295" y="50835"/>
                </a:lnTo>
                <a:lnTo>
                  <a:pt x="118746" y="47937"/>
                </a:lnTo>
                <a:lnTo>
                  <a:pt x="118119" y="45039"/>
                </a:lnTo>
                <a:lnTo>
                  <a:pt x="117258" y="42141"/>
                </a:lnTo>
                <a:lnTo>
                  <a:pt x="116318" y="39399"/>
                </a:lnTo>
                <a:lnTo>
                  <a:pt x="115300" y="36657"/>
                </a:lnTo>
                <a:lnTo>
                  <a:pt x="114047" y="33994"/>
                </a:lnTo>
                <a:lnTo>
                  <a:pt x="112715" y="31410"/>
                </a:lnTo>
                <a:lnTo>
                  <a:pt x="111305" y="28903"/>
                </a:lnTo>
                <a:lnTo>
                  <a:pt x="109739" y="26475"/>
                </a:lnTo>
                <a:lnTo>
                  <a:pt x="108093" y="24125"/>
                </a:lnTo>
                <a:lnTo>
                  <a:pt x="106292" y="21853"/>
                </a:lnTo>
                <a:lnTo>
                  <a:pt x="104412" y="19660"/>
                </a:lnTo>
                <a:lnTo>
                  <a:pt x="102375" y="17624"/>
                </a:lnTo>
                <a:lnTo>
                  <a:pt x="100339" y="15587"/>
                </a:lnTo>
                <a:lnTo>
                  <a:pt x="98146" y="13707"/>
                </a:lnTo>
                <a:lnTo>
                  <a:pt x="95874" y="11906"/>
                </a:lnTo>
                <a:lnTo>
                  <a:pt x="93524" y="10260"/>
                </a:lnTo>
                <a:lnTo>
                  <a:pt x="91096" y="8694"/>
                </a:lnTo>
                <a:lnTo>
                  <a:pt x="88589" y="7284"/>
                </a:lnTo>
                <a:lnTo>
                  <a:pt x="86005" y="5952"/>
                </a:lnTo>
                <a:lnTo>
                  <a:pt x="83342" y="4699"/>
                </a:lnTo>
                <a:lnTo>
                  <a:pt x="80600" y="3681"/>
                </a:lnTo>
                <a:lnTo>
                  <a:pt x="77858" y="2741"/>
                </a:lnTo>
                <a:lnTo>
                  <a:pt x="74960" y="1880"/>
                </a:lnTo>
                <a:lnTo>
                  <a:pt x="72062" y="1253"/>
                </a:lnTo>
                <a:lnTo>
                  <a:pt x="69164" y="704"/>
                </a:lnTo>
                <a:lnTo>
                  <a:pt x="66109" y="313"/>
                </a:lnTo>
                <a:lnTo>
                  <a:pt x="63055" y="78"/>
                </a:lnTo>
                <a:lnTo>
                  <a:pt x="6000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>
              <a:buClr>
                <a:srgbClr val="000000"/>
              </a:buClr>
            </a:pPr>
            <a:endParaRPr sz="1867">
              <a:solidFill>
                <a:srgbClr val="4FC3F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1" name="Google Shape;721;p77"/>
          <p:cNvSpPr/>
          <p:nvPr/>
        </p:nvSpPr>
        <p:spPr>
          <a:xfrm>
            <a:off x="10363301" y="4805859"/>
            <a:ext cx="198800" cy="1992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93524" y="27493"/>
                </a:moveTo>
                <a:lnTo>
                  <a:pt x="101984" y="36031"/>
                </a:lnTo>
                <a:lnTo>
                  <a:pt x="48015" y="90000"/>
                </a:lnTo>
                <a:lnTo>
                  <a:pt x="18015" y="60000"/>
                </a:lnTo>
                <a:lnTo>
                  <a:pt x="26475" y="51540"/>
                </a:lnTo>
                <a:lnTo>
                  <a:pt x="48015" y="73002"/>
                </a:lnTo>
                <a:lnTo>
                  <a:pt x="93524" y="27493"/>
                </a:lnTo>
                <a:close/>
                <a:moveTo>
                  <a:pt x="60000" y="0"/>
                </a:moveTo>
                <a:lnTo>
                  <a:pt x="56945" y="78"/>
                </a:lnTo>
                <a:lnTo>
                  <a:pt x="53890" y="313"/>
                </a:lnTo>
                <a:lnTo>
                  <a:pt x="50835" y="704"/>
                </a:lnTo>
                <a:lnTo>
                  <a:pt x="47937" y="1253"/>
                </a:lnTo>
                <a:lnTo>
                  <a:pt x="45039" y="1880"/>
                </a:lnTo>
                <a:lnTo>
                  <a:pt x="42141" y="2741"/>
                </a:lnTo>
                <a:lnTo>
                  <a:pt x="39399" y="3681"/>
                </a:lnTo>
                <a:lnTo>
                  <a:pt x="36657" y="4699"/>
                </a:lnTo>
                <a:lnTo>
                  <a:pt x="33994" y="5952"/>
                </a:lnTo>
                <a:lnTo>
                  <a:pt x="31410" y="7284"/>
                </a:lnTo>
                <a:lnTo>
                  <a:pt x="28903" y="8694"/>
                </a:lnTo>
                <a:lnTo>
                  <a:pt x="26475" y="10260"/>
                </a:lnTo>
                <a:lnTo>
                  <a:pt x="24125" y="11906"/>
                </a:lnTo>
                <a:lnTo>
                  <a:pt x="21853" y="13707"/>
                </a:lnTo>
                <a:lnTo>
                  <a:pt x="19660" y="15587"/>
                </a:lnTo>
                <a:lnTo>
                  <a:pt x="17624" y="17624"/>
                </a:lnTo>
                <a:lnTo>
                  <a:pt x="15587" y="19660"/>
                </a:lnTo>
                <a:lnTo>
                  <a:pt x="13707" y="21853"/>
                </a:lnTo>
                <a:lnTo>
                  <a:pt x="11906" y="24125"/>
                </a:lnTo>
                <a:lnTo>
                  <a:pt x="10260" y="26475"/>
                </a:lnTo>
                <a:lnTo>
                  <a:pt x="8694" y="28903"/>
                </a:lnTo>
                <a:lnTo>
                  <a:pt x="7284" y="31410"/>
                </a:lnTo>
                <a:lnTo>
                  <a:pt x="5952" y="33994"/>
                </a:lnTo>
                <a:lnTo>
                  <a:pt x="4699" y="36657"/>
                </a:lnTo>
                <a:lnTo>
                  <a:pt x="3681" y="39399"/>
                </a:lnTo>
                <a:lnTo>
                  <a:pt x="2741" y="42141"/>
                </a:lnTo>
                <a:lnTo>
                  <a:pt x="1880" y="45039"/>
                </a:lnTo>
                <a:lnTo>
                  <a:pt x="1253" y="47937"/>
                </a:lnTo>
                <a:lnTo>
                  <a:pt x="704" y="50835"/>
                </a:lnTo>
                <a:lnTo>
                  <a:pt x="313" y="53890"/>
                </a:lnTo>
                <a:lnTo>
                  <a:pt x="78" y="56945"/>
                </a:lnTo>
                <a:lnTo>
                  <a:pt x="0" y="60000"/>
                </a:lnTo>
                <a:lnTo>
                  <a:pt x="78" y="63055"/>
                </a:lnTo>
                <a:lnTo>
                  <a:pt x="313" y="66109"/>
                </a:lnTo>
                <a:lnTo>
                  <a:pt x="704" y="69164"/>
                </a:lnTo>
                <a:lnTo>
                  <a:pt x="1253" y="72062"/>
                </a:lnTo>
                <a:lnTo>
                  <a:pt x="1880" y="74960"/>
                </a:lnTo>
                <a:lnTo>
                  <a:pt x="2741" y="77858"/>
                </a:lnTo>
                <a:lnTo>
                  <a:pt x="3681" y="80600"/>
                </a:lnTo>
                <a:lnTo>
                  <a:pt x="4699" y="83342"/>
                </a:lnTo>
                <a:lnTo>
                  <a:pt x="5952" y="86005"/>
                </a:lnTo>
                <a:lnTo>
                  <a:pt x="7284" y="88589"/>
                </a:lnTo>
                <a:lnTo>
                  <a:pt x="8694" y="91096"/>
                </a:lnTo>
                <a:lnTo>
                  <a:pt x="10260" y="93524"/>
                </a:lnTo>
                <a:lnTo>
                  <a:pt x="11906" y="95874"/>
                </a:lnTo>
                <a:lnTo>
                  <a:pt x="13707" y="98146"/>
                </a:lnTo>
                <a:lnTo>
                  <a:pt x="15587" y="100339"/>
                </a:lnTo>
                <a:lnTo>
                  <a:pt x="17624" y="102375"/>
                </a:lnTo>
                <a:lnTo>
                  <a:pt x="19660" y="104412"/>
                </a:lnTo>
                <a:lnTo>
                  <a:pt x="21853" y="106292"/>
                </a:lnTo>
                <a:lnTo>
                  <a:pt x="24125" y="108093"/>
                </a:lnTo>
                <a:lnTo>
                  <a:pt x="26475" y="109739"/>
                </a:lnTo>
                <a:lnTo>
                  <a:pt x="28903" y="111305"/>
                </a:lnTo>
                <a:lnTo>
                  <a:pt x="31410" y="112715"/>
                </a:lnTo>
                <a:lnTo>
                  <a:pt x="33994" y="114047"/>
                </a:lnTo>
                <a:lnTo>
                  <a:pt x="36657" y="115300"/>
                </a:lnTo>
                <a:lnTo>
                  <a:pt x="39399" y="116318"/>
                </a:lnTo>
                <a:lnTo>
                  <a:pt x="42141" y="117258"/>
                </a:lnTo>
                <a:lnTo>
                  <a:pt x="45039" y="118119"/>
                </a:lnTo>
                <a:lnTo>
                  <a:pt x="47937" y="118746"/>
                </a:lnTo>
                <a:lnTo>
                  <a:pt x="50835" y="119295"/>
                </a:lnTo>
                <a:lnTo>
                  <a:pt x="53890" y="119686"/>
                </a:lnTo>
                <a:lnTo>
                  <a:pt x="56945" y="119921"/>
                </a:lnTo>
                <a:lnTo>
                  <a:pt x="60000" y="120000"/>
                </a:lnTo>
                <a:lnTo>
                  <a:pt x="63055" y="119921"/>
                </a:lnTo>
                <a:lnTo>
                  <a:pt x="66109" y="119686"/>
                </a:lnTo>
                <a:lnTo>
                  <a:pt x="69164" y="119295"/>
                </a:lnTo>
                <a:lnTo>
                  <a:pt x="72062" y="118746"/>
                </a:lnTo>
                <a:lnTo>
                  <a:pt x="74960" y="118119"/>
                </a:lnTo>
                <a:lnTo>
                  <a:pt x="77858" y="117258"/>
                </a:lnTo>
                <a:lnTo>
                  <a:pt x="80600" y="116318"/>
                </a:lnTo>
                <a:lnTo>
                  <a:pt x="83342" y="115300"/>
                </a:lnTo>
                <a:lnTo>
                  <a:pt x="86005" y="114047"/>
                </a:lnTo>
                <a:lnTo>
                  <a:pt x="88589" y="112715"/>
                </a:lnTo>
                <a:lnTo>
                  <a:pt x="91096" y="111305"/>
                </a:lnTo>
                <a:lnTo>
                  <a:pt x="93524" y="109739"/>
                </a:lnTo>
                <a:lnTo>
                  <a:pt x="95874" y="108093"/>
                </a:lnTo>
                <a:lnTo>
                  <a:pt x="98146" y="106292"/>
                </a:lnTo>
                <a:lnTo>
                  <a:pt x="100339" y="104412"/>
                </a:lnTo>
                <a:lnTo>
                  <a:pt x="102375" y="102375"/>
                </a:lnTo>
                <a:lnTo>
                  <a:pt x="104412" y="100339"/>
                </a:lnTo>
                <a:lnTo>
                  <a:pt x="106292" y="98146"/>
                </a:lnTo>
                <a:lnTo>
                  <a:pt x="108093" y="95874"/>
                </a:lnTo>
                <a:lnTo>
                  <a:pt x="109739" y="93524"/>
                </a:lnTo>
                <a:lnTo>
                  <a:pt x="111305" y="91096"/>
                </a:lnTo>
                <a:lnTo>
                  <a:pt x="112715" y="88589"/>
                </a:lnTo>
                <a:lnTo>
                  <a:pt x="114047" y="86005"/>
                </a:lnTo>
                <a:lnTo>
                  <a:pt x="115300" y="83342"/>
                </a:lnTo>
                <a:lnTo>
                  <a:pt x="116318" y="80600"/>
                </a:lnTo>
                <a:lnTo>
                  <a:pt x="117258" y="77858"/>
                </a:lnTo>
                <a:lnTo>
                  <a:pt x="118119" y="74960"/>
                </a:lnTo>
                <a:lnTo>
                  <a:pt x="118746" y="72062"/>
                </a:lnTo>
                <a:lnTo>
                  <a:pt x="119295" y="69164"/>
                </a:lnTo>
                <a:lnTo>
                  <a:pt x="119686" y="66109"/>
                </a:lnTo>
                <a:lnTo>
                  <a:pt x="119921" y="63055"/>
                </a:lnTo>
                <a:lnTo>
                  <a:pt x="120000" y="60000"/>
                </a:lnTo>
                <a:lnTo>
                  <a:pt x="119921" y="56945"/>
                </a:lnTo>
                <a:lnTo>
                  <a:pt x="119686" y="53890"/>
                </a:lnTo>
                <a:lnTo>
                  <a:pt x="119295" y="50835"/>
                </a:lnTo>
                <a:lnTo>
                  <a:pt x="118746" y="47937"/>
                </a:lnTo>
                <a:lnTo>
                  <a:pt x="118119" y="45039"/>
                </a:lnTo>
                <a:lnTo>
                  <a:pt x="117258" y="42141"/>
                </a:lnTo>
                <a:lnTo>
                  <a:pt x="116318" y="39399"/>
                </a:lnTo>
                <a:lnTo>
                  <a:pt x="115300" y="36657"/>
                </a:lnTo>
                <a:lnTo>
                  <a:pt x="114047" y="33994"/>
                </a:lnTo>
                <a:lnTo>
                  <a:pt x="112715" y="31410"/>
                </a:lnTo>
                <a:lnTo>
                  <a:pt x="111305" y="28903"/>
                </a:lnTo>
                <a:lnTo>
                  <a:pt x="109739" y="26475"/>
                </a:lnTo>
                <a:lnTo>
                  <a:pt x="108093" y="24125"/>
                </a:lnTo>
                <a:lnTo>
                  <a:pt x="106292" y="21853"/>
                </a:lnTo>
                <a:lnTo>
                  <a:pt x="104412" y="19660"/>
                </a:lnTo>
                <a:lnTo>
                  <a:pt x="102375" y="17624"/>
                </a:lnTo>
                <a:lnTo>
                  <a:pt x="100339" y="15587"/>
                </a:lnTo>
                <a:lnTo>
                  <a:pt x="98146" y="13707"/>
                </a:lnTo>
                <a:lnTo>
                  <a:pt x="95874" y="11906"/>
                </a:lnTo>
                <a:lnTo>
                  <a:pt x="93524" y="10260"/>
                </a:lnTo>
                <a:lnTo>
                  <a:pt x="91096" y="8694"/>
                </a:lnTo>
                <a:lnTo>
                  <a:pt x="88589" y="7284"/>
                </a:lnTo>
                <a:lnTo>
                  <a:pt x="86005" y="5952"/>
                </a:lnTo>
                <a:lnTo>
                  <a:pt x="83342" y="4699"/>
                </a:lnTo>
                <a:lnTo>
                  <a:pt x="80600" y="3681"/>
                </a:lnTo>
                <a:lnTo>
                  <a:pt x="77858" y="2741"/>
                </a:lnTo>
                <a:lnTo>
                  <a:pt x="74960" y="1880"/>
                </a:lnTo>
                <a:lnTo>
                  <a:pt x="72062" y="1253"/>
                </a:lnTo>
                <a:lnTo>
                  <a:pt x="69164" y="704"/>
                </a:lnTo>
                <a:lnTo>
                  <a:pt x="66109" y="313"/>
                </a:lnTo>
                <a:lnTo>
                  <a:pt x="63055" y="78"/>
                </a:lnTo>
                <a:lnTo>
                  <a:pt x="6000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>
              <a:buClr>
                <a:srgbClr val="000000"/>
              </a:buClr>
            </a:pPr>
            <a:endParaRPr sz="1867">
              <a:solidFill>
                <a:srgbClr val="4FC3F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2" name="Google Shape;722;p77"/>
          <p:cNvSpPr txBox="1">
            <a:spLocks noGrp="1"/>
          </p:cNvSpPr>
          <p:nvPr>
            <p:ph type="title" idx="4294967295"/>
          </p:nvPr>
        </p:nvSpPr>
        <p:spPr>
          <a:xfrm>
            <a:off x="638100" y="132867"/>
            <a:ext cx="100540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 fontScale="90000"/>
          </a:bodyPr>
          <a:lstStyle/>
          <a:p>
            <a:pPr>
              <a:spcBef>
                <a:spcPts val="0"/>
              </a:spcBef>
            </a:pPr>
            <a:r>
              <a:rPr lang="pt-BR" sz="2667">
                <a:highlight>
                  <a:srgbClr val="FFFFFF"/>
                </a:highlight>
                <a:latin typeface="Century Gothic"/>
                <a:ea typeface="Century Gothic"/>
                <a:cs typeface="Century Gothic"/>
                <a:sym typeface="Century Gothic"/>
              </a:rPr>
              <a:t>AdOps - Campaign Manager floodlights vs Google Analytics</a:t>
            </a:r>
            <a:endParaRPr sz="2667"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cxnSp>
        <p:nvCxnSpPr>
          <p:cNvPr id="723" name="Google Shape;723;p77"/>
          <p:cNvCxnSpPr/>
          <p:nvPr/>
        </p:nvCxnSpPr>
        <p:spPr>
          <a:xfrm>
            <a:off x="638100" y="-2600"/>
            <a:ext cx="0" cy="6876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24" name="Google Shape;724;p77"/>
          <p:cNvSpPr txBox="1"/>
          <p:nvPr/>
        </p:nvSpPr>
        <p:spPr>
          <a:xfrm>
            <a:off x="376664" y="1053063"/>
            <a:ext cx="11416000" cy="6564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r>
              <a:rPr lang="pt-BR" sz="1333" i="1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 Campaign Manager é uma solução de gerenciamento e veiculação de anúncios e ajuda no gerenciamento de todo o escopo </a:t>
            </a:r>
            <a:endParaRPr sz="1333" i="1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r>
              <a:rPr lang="pt-BR" sz="1333" i="1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relacionado a publicidade digital. Ele fornecerá uma medição de mídia abrangente e com métricas detalhadas.</a:t>
            </a:r>
            <a:endParaRPr sz="16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p79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r"/>
            <a:fld id="{00000000-1234-1234-1234-123412341234}" type="slidenum">
              <a:rPr lang="pt-BR"/>
              <a:pPr algn="r"/>
              <a:t>11</a:t>
            </a:fld>
            <a:endParaRPr/>
          </a:p>
        </p:txBody>
      </p:sp>
      <p:pic>
        <p:nvPicPr>
          <p:cNvPr id="741" name="Google Shape;741;p7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95500" y="6049234"/>
            <a:ext cx="1408233" cy="638733"/>
          </a:xfrm>
          <a:prstGeom prst="rect">
            <a:avLst/>
          </a:prstGeom>
          <a:noFill/>
          <a:ln>
            <a:noFill/>
          </a:ln>
        </p:spPr>
      </p:pic>
      <p:sp>
        <p:nvSpPr>
          <p:cNvPr id="742" name="Google Shape;742;p79"/>
          <p:cNvSpPr/>
          <p:nvPr/>
        </p:nvSpPr>
        <p:spPr>
          <a:xfrm>
            <a:off x="3399597" y="1318885"/>
            <a:ext cx="3060000" cy="5400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spcFirstLastPara="1" wrap="square" lIns="180000" tIns="180000" rIns="180000" bIns="180000" anchor="ctr" anchorCtr="0">
            <a:noAutofit/>
          </a:bodyPr>
          <a:lstStyle/>
          <a:p>
            <a:pPr algn="ctr"/>
            <a:r>
              <a:rPr lang="pt-BR" sz="933">
                <a:latin typeface="Montserrat Medium"/>
                <a:ea typeface="Montserrat Medium"/>
                <a:cs typeface="Montserrat Medium"/>
                <a:sym typeface="Montserrat Medium"/>
              </a:rPr>
              <a:t>Plano da campanha é aprovado</a:t>
            </a:r>
            <a:endParaRPr sz="933"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743" name="Google Shape;743;p79"/>
          <p:cNvSpPr/>
          <p:nvPr/>
        </p:nvSpPr>
        <p:spPr>
          <a:xfrm>
            <a:off x="715871" y="2666191"/>
            <a:ext cx="3060000" cy="5400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spcFirstLastPara="1" wrap="square" lIns="180000" tIns="180000" rIns="180000" bIns="180000" anchor="ctr" anchorCtr="0">
            <a:noAutofit/>
          </a:bodyPr>
          <a:lstStyle/>
          <a:p>
            <a:pPr algn="ctr"/>
            <a:r>
              <a:rPr lang="pt-BR" sz="933">
                <a:latin typeface="Montserrat Medium"/>
                <a:ea typeface="Montserrat Medium"/>
                <a:cs typeface="Montserrat Medium"/>
                <a:sym typeface="Montserrat Medium"/>
              </a:rPr>
              <a:t>AdOps é sinalizado sobre nova campanha</a:t>
            </a:r>
            <a:endParaRPr sz="933"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744" name="Google Shape;744;p79"/>
          <p:cNvSpPr/>
          <p:nvPr/>
        </p:nvSpPr>
        <p:spPr>
          <a:xfrm>
            <a:off x="8584776" y="3312895"/>
            <a:ext cx="3060000" cy="5400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spcFirstLastPara="1" wrap="square" lIns="180000" tIns="180000" rIns="180000" bIns="180000" anchor="ctr" anchorCtr="0">
            <a:noAutofit/>
          </a:bodyPr>
          <a:lstStyle/>
          <a:p>
            <a:pPr algn="ctr"/>
            <a:r>
              <a:rPr lang="pt-BR" sz="933">
                <a:latin typeface="Montserrat Medium"/>
                <a:ea typeface="Montserrat Medium"/>
                <a:cs typeface="Montserrat Medium"/>
                <a:sym typeface="Montserrat Medium"/>
              </a:rPr>
              <a:t>Preenche ADP e enviar peças para o time de AdOps</a:t>
            </a:r>
            <a:endParaRPr sz="933"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745" name="Google Shape;745;p79"/>
          <p:cNvSpPr/>
          <p:nvPr/>
        </p:nvSpPr>
        <p:spPr>
          <a:xfrm>
            <a:off x="724075" y="4363947"/>
            <a:ext cx="3060000" cy="5400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spcFirstLastPara="1" wrap="square" lIns="180000" tIns="180000" rIns="180000" bIns="180000" anchor="ctr" anchorCtr="0">
            <a:noAutofit/>
          </a:bodyPr>
          <a:lstStyle/>
          <a:p>
            <a:pPr algn="ctr"/>
            <a:r>
              <a:rPr lang="pt-BR" sz="933">
                <a:latin typeface="Montserrat Medium"/>
                <a:ea typeface="Montserrat Medium"/>
                <a:cs typeface="Montserrat Medium"/>
                <a:sym typeface="Montserrat Medium"/>
              </a:rPr>
              <a:t>Cria o pedido de material</a:t>
            </a:r>
            <a:endParaRPr sz="933"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algn="ctr"/>
            <a:r>
              <a:rPr lang="pt-BR" sz="933">
                <a:latin typeface="Montserrat Medium"/>
                <a:ea typeface="Montserrat Medium"/>
                <a:cs typeface="Montserrat Medium"/>
                <a:sym typeface="Montserrat Medium"/>
              </a:rPr>
              <a:t> e solicita a produção das peças</a:t>
            </a:r>
            <a:endParaRPr sz="933"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746" name="Google Shape;746;p79"/>
          <p:cNvSpPr/>
          <p:nvPr/>
        </p:nvSpPr>
        <p:spPr>
          <a:xfrm>
            <a:off x="4171432" y="5651895"/>
            <a:ext cx="3060000" cy="5400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spcFirstLastPara="1" wrap="square" lIns="180000" tIns="180000" rIns="180000" bIns="180000" anchor="ctr" anchorCtr="0">
            <a:noAutofit/>
          </a:bodyPr>
          <a:lstStyle/>
          <a:p>
            <a:pPr algn="ctr"/>
            <a:r>
              <a:rPr lang="pt-BR" sz="933">
                <a:latin typeface="Montserrat Medium"/>
                <a:ea typeface="Montserrat Medium"/>
                <a:cs typeface="Montserrat Medium"/>
                <a:sym typeface="Montserrat Medium"/>
              </a:rPr>
              <a:t>Recebe as peças nomeadas conforme a planilha de produção</a:t>
            </a:r>
            <a:endParaRPr sz="933"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747" name="Google Shape;747;p79"/>
          <p:cNvSpPr/>
          <p:nvPr/>
        </p:nvSpPr>
        <p:spPr>
          <a:xfrm>
            <a:off x="8031428" y="4756097"/>
            <a:ext cx="3060000" cy="5400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spcFirstLastPara="1" wrap="square" lIns="180000" tIns="180000" rIns="180000" bIns="180000" anchor="ctr" anchorCtr="0">
            <a:noAutofit/>
          </a:bodyPr>
          <a:lstStyle/>
          <a:p>
            <a:pPr algn="ctr"/>
            <a:r>
              <a:rPr lang="pt-BR" sz="933">
                <a:latin typeface="Montserrat Medium"/>
                <a:ea typeface="Montserrat Medium"/>
                <a:cs typeface="Montserrat Medium"/>
                <a:sym typeface="Montserrat Medium"/>
              </a:rPr>
              <a:t>Organiza a entrega na rede e encaminha para AdOps</a:t>
            </a:r>
            <a:endParaRPr sz="933"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pic>
        <p:nvPicPr>
          <p:cNvPr id="748" name="Google Shape;748;p7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723703" y="2260512"/>
            <a:ext cx="2793099" cy="279309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79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6060532" flipH="1">
            <a:off x="2711006" y="2101205"/>
            <a:ext cx="336047" cy="296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750" name="Google Shape;750;p79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3737235" flipH="1">
            <a:off x="2376981" y="3605140"/>
            <a:ext cx="336047" cy="296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751" name="Google Shape;751;p79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-164109" flipH="1">
            <a:off x="3054066" y="5455700"/>
            <a:ext cx="336047" cy="296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752" name="Google Shape;752;p79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-7795370" flipH="1">
            <a:off x="9375571" y="2647635"/>
            <a:ext cx="336047" cy="296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753" name="Google Shape;753;p79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-6307476" flipH="1">
            <a:off x="9345893" y="4251840"/>
            <a:ext cx="336047" cy="296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754" name="Google Shape;754;p79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-3957571" flipH="1">
            <a:off x="8148515" y="5596931"/>
            <a:ext cx="336047" cy="296280"/>
          </a:xfrm>
          <a:prstGeom prst="rect">
            <a:avLst/>
          </a:prstGeom>
          <a:noFill/>
          <a:ln>
            <a:noFill/>
          </a:ln>
        </p:spPr>
      </p:pic>
      <p:sp>
        <p:nvSpPr>
          <p:cNvPr id="755" name="Google Shape;755;p79"/>
          <p:cNvSpPr/>
          <p:nvPr/>
        </p:nvSpPr>
        <p:spPr>
          <a:xfrm>
            <a:off x="7657533" y="1765208"/>
            <a:ext cx="3060000" cy="5400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spcFirstLastPara="1" wrap="square" lIns="180000" tIns="180000" rIns="180000" bIns="180000" anchor="ctr" anchorCtr="0">
            <a:noAutofit/>
          </a:bodyPr>
          <a:lstStyle/>
          <a:p>
            <a:pPr algn="ctr"/>
            <a:r>
              <a:rPr lang="pt-BR" sz="933">
                <a:latin typeface="Montserrat Medium"/>
                <a:ea typeface="Montserrat Medium"/>
                <a:cs typeface="Montserrat Medium"/>
                <a:sym typeface="Montserrat Medium"/>
              </a:rPr>
              <a:t>Recebimento do material criado pelo time de AdOps</a:t>
            </a:r>
            <a:endParaRPr sz="933"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756" name="Google Shape;756;p79"/>
          <p:cNvSpPr txBox="1">
            <a:spLocks noGrp="1"/>
          </p:cNvSpPr>
          <p:nvPr>
            <p:ph type="title" idx="4294967295"/>
          </p:nvPr>
        </p:nvSpPr>
        <p:spPr>
          <a:xfrm>
            <a:off x="638100" y="132867"/>
            <a:ext cx="78468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/>
          </a:bodyPr>
          <a:lstStyle/>
          <a:p>
            <a:pPr>
              <a:spcBef>
                <a:spcPts val="0"/>
              </a:spcBef>
            </a:pPr>
            <a:r>
              <a:rPr lang="pt-BR" sz="2667">
                <a:highlight>
                  <a:srgbClr val="FFFFFF"/>
                </a:highlight>
                <a:latin typeface="Century Gothic"/>
                <a:ea typeface="Century Gothic"/>
                <a:cs typeface="Century Gothic"/>
                <a:sym typeface="Century Gothic"/>
              </a:rPr>
              <a:t>Processos da área de Mídia/ Agências</a:t>
            </a:r>
            <a:endParaRPr sz="2667">
              <a:highlight>
                <a:srgbClr val="FFFFFF"/>
              </a:highlight>
              <a:latin typeface="Century Gothic"/>
              <a:ea typeface="Century Gothic"/>
              <a:cs typeface="Century Gothic"/>
              <a:sym typeface="Century Gothic"/>
            </a:endParaRPr>
          </a:p>
          <a:p>
            <a:pPr>
              <a:spcBef>
                <a:spcPts val="0"/>
              </a:spcBef>
            </a:pPr>
            <a:endParaRPr sz="2667">
              <a:highlight>
                <a:srgbClr val="FFFFFF"/>
              </a:highlight>
              <a:latin typeface="Century Gothic"/>
              <a:ea typeface="Century Gothic"/>
              <a:cs typeface="Century Gothic"/>
              <a:sym typeface="Century Gothic"/>
            </a:endParaRPr>
          </a:p>
          <a:p>
            <a:pPr>
              <a:spcBef>
                <a:spcPts val="0"/>
              </a:spcBef>
            </a:pPr>
            <a:endParaRPr sz="2667">
              <a:highlight>
                <a:srgbClr val="FFFFFF"/>
              </a:highlight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cxnSp>
        <p:nvCxnSpPr>
          <p:cNvPr id="757" name="Google Shape;757;p79"/>
          <p:cNvCxnSpPr/>
          <p:nvPr/>
        </p:nvCxnSpPr>
        <p:spPr>
          <a:xfrm>
            <a:off x="638100" y="-2600"/>
            <a:ext cx="0" cy="6876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80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r"/>
            <a:fld id="{00000000-1234-1234-1234-123412341234}" type="slidenum">
              <a:rPr lang="pt-BR"/>
              <a:pPr algn="r"/>
              <a:t>12</a:t>
            </a:fld>
            <a:endParaRPr/>
          </a:p>
        </p:txBody>
      </p:sp>
      <p:pic>
        <p:nvPicPr>
          <p:cNvPr id="763" name="Google Shape;763;p8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95500" y="6049234"/>
            <a:ext cx="1408233" cy="638733"/>
          </a:xfrm>
          <a:prstGeom prst="rect">
            <a:avLst/>
          </a:prstGeom>
          <a:noFill/>
          <a:ln>
            <a:noFill/>
          </a:ln>
        </p:spPr>
      </p:pic>
      <p:sp>
        <p:nvSpPr>
          <p:cNvPr id="764" name="Google Shape;764;p80"/>
          <p:cNvSpPr txBox="1"/>
          <p:nvPr/>
        </p:nvSpPr>
        <p:spPr>
          <a:xfrm>
            <a:off x="576000" y="932900"/>
            <a:ext cx="110400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5700" tIns="35700" rIns="35700" bIns="35700" anchor="t" anchorCtr="0">
            <a:noAutofit/>
          </a:bodyPr>
          <a:lstStyle/>
          <a:p>
            <a:pPr>
              <a:buClr>
                <a:schemeClr val="dk1"/>
              </a:buClr>
              <a:buSzPts val="1100"/>
            </a:pPr>
            <a:endParaRPr sz="2933" b="1">
              <a:solidFill>
                <a:srgbClr val="242424"/>
              </a:solidFill>
              <a:latin typeface="Spectral"/>
              <a:ea typeface="Spectral"/>
              <a:cs typeface="Spectral"/>
              <a:sym typeface="Spectral"/>
            </a:endParaRPr>
          </a:p>
        </p:txBody>
      </p:sp>
      <p:sp>
        <p:nvSpPr>
          <p:cNvPr id="765" name="Google Shape;765;p80"/>
          <p:cNvSpPr/>
          <p:nvPr/>
        </p:nvSpPr>
        <p:spPr>
          <a:xfrm>
            <a:off x="1530479" y="1916297"/>
            <a:ext cx="3060000" cy="5400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spcFirstLastPara="1" wrap="square" lIns="180000" tIns="180000" rIns="180000" bIns="180000" anchor="ctr" anchorCtr="0">
            <a:noAutofit/>
          </a:bodyPr>
          <a:lstStyle/>
          <a:p>
            <a:pPr algn="ctr"/>
            <a:r>
              <a:rPr lang="pt-BR" sz="933">
                <a:latin typeface="Montserrat Medium"/>
                <a:ea typeface="Montserrat Medium"/>
                <a:cs typeface="Montserrat Medium"/>
                <a:sym typeface="Montserrat Medium"/>
              </a:rPr>
              <a:t>Recebimento ADP e Peças</a:t>
            </a:r>
            <a:endParaRPr sz="933"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766" name="Google Shape;766;p80"/>
          <p:cNvSpPr/>
          <p:nvPr/>
        </p:nvSpPr>
        <p:spPr>
          <a:xfrm>
            <a:off x="4590479" y="1172897"/>
            <a:ext cx="3060000" cy="5400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spcFirstLastPara="1" wrap="square" lIns="180000" tIns="180000" rIns="180000" bIns="180000" anchor="ctr" anchorCtr="0">
            <a:noAutofit/>
          </a:bodyPr>
          <a:lstStyle/>
          <a:p>
            <a:pPr algn="ctr"/>
            <a:r>
              <a:rPr lang="pt-BR" sz="933">
                <a:latin typeface="Montserrat Medium"/>
                <a:ea typeface="Montserrat Medium"/>
                <a:cs typeface="Montserrat Medium"/>
                <a:sym typeface="Montserrat Medium"/>
              </a:rPr>
              <a:t>AdOps é sinalizado sobre nova campanha</a:t>
            </a:r>
            <a:endParaRPr sz="933"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767" name="Google Shape;767;p80"/>
          <p:cNvSpPr/>
          <p:nvPr/>
        </p:nvSpPr>
        <p:spPr>
          <a:xfrm>
            <a:off x="974529" y="2926395"/>
            <a:ext cx="3060000" cy="5400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spcFirstLastPara="1" wrap="square" lIns="180000" tIns="180000" rIns="180000" bIns="180000" anchor="ctr" anchorCtr="0">
            <a:noAutofit/>
          </a:bodyPr>
          <a:lstStyle/>
          <a:p>
            <a:pPr algn="ctr"/>
            <a:r>
              <a:rPr lang="pt-BR" sz="933">
                <a:latin typeface="Montserrat Medium"/>
                <a:ea typeface="Montserrat Medium"/>
                <a:cs typeface="Montserrat Medium"/>
                <a:sym typeface="Montserrat Medium"/>
              </a:rPr>
              <a:t>Validação material / ADP</a:t>
            </a:r>
            <a:endParaRPr sz="933"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768" name="Google Shape;768;p80"/>
          <p:cNvSpPr/>
          <p:nvPr/>
        </p:nvSpPr>
        <p:spPr>
          <a:xfrm>
            <a:off x="974529" y="3936497"/>
            <a:ext cx="3060000" cy="5400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spcFirstLastPara="1" wrap="square" lIns="180000" tIns="180000" rIns="180000" bIns="180000" anchor="ctr" anchorCtr="0">
            <a:noAutofit/>
          </a:bodyPr>
          <a:lstStyle/>
          <a:p>
            <a:pPr algn="ctr"/>
            <a:r>
              <a:rPr lang="pt-BR" sz="933">
                <a:latin typeface="Montserrat Medium"/>
                <a:ea typeface="Montserrat Medium"/>
                <a:cs typeface="Montserrat Medium"/>
                <a:sym typeface="Montserrat Medium"/>
              </a:rPr>
              <a:t>Cadastro na plataforma</a:t>
            </a:r>
            <a:endParaRPr sz="933"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769" name="Google Shape;769;p80"/>
          <p:cNvSpPr/>
          <p:nvPr/>
        </p:nvSpPr>
        <p:spPr>
          <a:xfrm>
            <a:off x="4590479" y="5651895"/>
            <a:ext cx="3060000" cy="5400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spcFirstLastPara="1" wrap="square" lIns="180000" tIns="180000" rIns="180000" bIns="180000" anchor="ctr" anchorCtr="0">
            <a:noAutofit/>
          </a:bodyPr>
          <a:lstStyle/>
          <a:p>
            <a:pPr algn="ctr"/>
            <a:r>
              <a:rPr lang="pt-BR" sz="933">
                <a:latin typeface="Montserrat Medium"/>
                <a:ea typeface="Montserrat Medium"/>
                <a:cs typeface="Montserrat Medium"/>
                <a:sym typeface="Montserrat Medium"/>
              </a:rPr>
              <a:t>Homologação de campanha</a:t>
            </a:r>
            <a:endParaRPr sz="933"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770" name="Google Shape;770;p80"/>
          <p:cNvSpPr/>
          <p:nvPr/>
        </p:nvSpPr>
        <p:spPr>
          <a:xfrm>
            <a:off x="1530479" y="4946597"/>
            <a:ext cx="3060000" cy="5400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spcFirstLastPara="1" wrap="square" lIns="180000" tIns="180000" rIns="180000" bIns="180000" anchor="ctr" anchorCtr="0">
            <a:noAutofit/>
          </a:bodyPr>
          <a:lstStyle/>
          <a:p>
            <a:pPr algn="ctr"/>
            <a:r>
              <a:rPr lang="pt-BR" sz="933">
                <a:latin typeface="Montserrat Medium"/>
                <a:ea typeface="Montserrat Medium"/>
                <a:cs typeface="Montserrat Medium"/>
                <a:sym typeface="Montserrat Medium"/>
              </a:rPr>
              <a:t>Envio para veículos / mídia responsável</a:t>
            </a:r>
            <a:endParaRPr sz="933"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771" name="Google Shape;771;p80"/>
          <p:cNvSpPr/>
          <p:nvPr/>
        </p:nvSpPr>
        <p:spPr>
          <a:xfrm>
            <a:off x="7688573" y="4946597"/>
            <a:ext cx="3060000" cy="5400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spcFirstLastPara="1" wrap="square" lIns="180000" tIns="180000" rIns="180000" bIns="180000" anchor="ctr" anchorCtr="0">
            <a:noAutofit/>
          </a:bodyPr>
          <a:lstStyle/>
          <a:p>
            <a:pPr algn="ctr"/>
            <a:r>
              <a:rPr lang="pt-BR" sz="933">
                <a:latin typeface="Montserrat Medium"/>
                <a:ea typeface="Montserrat Medium"/>
                <a:cs typeface="Montserrat Medium"/>
                <a:sym typeface="Montserrat Medium"/>
              </a:rPr>
              <a:t>Acompanhamento de campanha</a:t>
            </a:r>
            <a:endParaRPr sz="933"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algn="ctr"/>
            <a:r>
              <a:rPr lang="pt-BR" sz="933">
                <a:latin typeface="Montserrat Medium"/>
                <a:ea typeface="Montserrat Medium"/>
                <a:cs typeface="Montserrat Medium"/>
                <a:sym typeface="Montserrat Medium"/>
              </a:rPr>
              <a:t>UxO / discrepância</a:t>
            </a:r>
            <a:endParaRPr sz="933"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772" name="Google Shape;772;p80"/>
          <p:cNvSpPr/>
          <p:nvPr/>
        </p:nvSpPr>
        <p:spPr>
          <a:xfrm>
            <a:off x="8157424" y="3974597"/>
            <a:ext cx="3060000" cy="5400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spcFirstLastPara="1" wrap="square" lIns="180000" tIns="180000" rIns="180000" bIns="180000" anchor="ctr" anchorCtr="0">
            <a:noAutofit/>
          </a:bodyPr>
          <a:lstStyle/>
          <a:p>
            <a:pPr algn="ctr"/>
            <a:r>
              <a:rPr lang="pt-BR" sz="933" i="1">
                <a:latin typeface="Montserrat Medium"/>
                <a:ea typeface="Montserrat Medium"/>
                <a:cs typeface="Montserrat Medium"/>
                <a:sym typeface="Montserrat Medium"/>
              </a:rPr>
              <a:t>Report viewabiity</a:t>
            </a:r>
            <a:r>
              <a:rPr lang="pt-BR" sz="933">
                <a:latin typeface="Montserrat Medium"/>
                <a:ea typeface="Montserrat Medium"/>
                <a:cs typeface="Montserrat Medium"/>
                <a:sym typeface="Montserrat Medium"/>
              </a:rPr>
              <a:t> / verificação de fraudes</a:t>
            </a:r>
            <a:endParaRPr sz="933"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773" name="Google Shape;773;p80"/>
          <p:cNvSpPr/>
          <p:nvPr/>
        </p:nvSpPr>
        <p:spPr>
          <a:xfrm>
            <a:off x="8157424" y="2964495"/>
            <a:ext cx="3060000" cy="5400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spcFirstLastPara="1" wrap="square" lIns="180000" tIns="180000" rIns="180000" bIns="180000" anchor="ctr" anchorCtr="0">
            <a:noAutofit/>
          </a:bodyPr>
          <a:lstStyle/>
          <a:p>
            <a:pPr algn="ctr"/>
            <a:endParaRPr sz="933"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algn="ctr"/>
            <a:r>
              <a:rPr lang="pt-BR" sz="933">
                <a:latin typeface="Montserrat Medium"/>
                <a:ea typeface="Montserrat Medium"/>
                <a:cs typeface="Montserrat Medium"/>
                <a:sym typeface="Montserrat Medium"/>
              </a:rPr>
              <a:t>Envio de custos da ferramenta / AdOps para mídia</a:t>
            </a:r>
            <a:endParaRPr sz="933"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endParaRPr sz="933"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774" name="Google Shape;774;p80"/>
          <p:cNvSpPr/>
          <p:nvPr/>
        </p:nvSpPr>
        <p:spPr>
          <a:xfrm>
            <a:off x="7688573" y="1954397"/>
            <a:ext cx="3060000" cy="5400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spcFirstLastPara="1" wrap="square" lIns="180000" tIns="180000" rIns="180000" bIns="180000" anchor="ctr" anchorCtr="0">
            <a:noAutofit/>
          </a:bodyPr>
          <a:lstStyle/>
          <a:p>
            <a:pPr algn="ctr"/>
            <a:r>
              <a:rPr lang="pt-BR" sz="933">
                <a:latin typeface="Montserrat Medium"/>
                <a:ea typeface="Montserrat Medium"/>
                <a:cs typeface="Montserrat Medium"/>
                <a:sym typeface="Montserrat Medium"/>
              </a:rPr>
              <a:t>------------</a:t>
            </a:r>
            <a:endParaRPr sz="933"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endParaRPr sz="933"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pic>
        <p:nvPicPr>
          <p:cNvPr id="775" name="Google Shape;775;p8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723703" y="2260512"/>
            <a:ext cx="2793099" cy="2793099"/>
          </a:xfrm>
          <a:prstGeom prst="rect">
            <a:avLst/>
          </a:prstGeom>
          <a:noFill/>
          <a:ln>
            <a:noFill/>
          </a:ln>
        </p:spPr>
      </p:pic>
      <p:pic>
        <p:nvPicPr>
          <p:cNvPr id="776" name="Google Shape;776;p8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6789957" flipH="1">
            <a:off x="3664195" y="1564783"/>
            <a:ext cx="336047" cy="296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777" name="Google Shape;777;p8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5635908" flipH="1">
            <a:off x="2863593" y="2563565"/>
            <a:ext cx="336047" cy="296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778" name="Google Shape;778;p8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4009555" flipH="1">
            <a:off x="2535965" y="3539495"/>
            <a:ext cx="336047" cy="296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779" name="Google Shape;779;p8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936170" flipH="1">
            <a:off x="2829463" y="4556652"/>
            <a:ext cx="336047" cy="296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780" name="Google Shape;780;p8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-297897" flipH="1">
            <a:off x="3642121" y="5520737"/>
            <a:ext cx="336047" cy="296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781" name="Google Shape;781;p8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-8668174" flipH="1">
            <a:off x="9045482" y="2563544"/>
            <a:ext cx="336047" cy="296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782" name="Google Shape;782;p8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-7416584" flipH="1">
            <a:off x="9407343" y="3577575"/>
            <a:ext cx="336047" cy="296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783" name="Google Shape;783;p8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-6307476" flipH="1">
            <a:off x="9117322" y="4556640"/>
            <a:ext cx="336047" cy="296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784" name="Google Shape;784;p8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-3957571" flipH="1">
            <a:off x="8262801" y="5520731"/>
            <a:ext cx="336047" cy="296280"/>
          </a:xfrm>
          <a:prstGeom prst="rect">
            <a:avLst/>
          </a:prstGeom>
          <a:noFill/>
          <a:ln>
            <a:noFill/>
          </a:ln>
        </p:spPr>
      </p:pic>
      <p:sp>
        <p:nvSpPr>
          <p:cNvPr id="785" name="Google Shape;785;p80"/>
          <p:cNvSpPr txBox="1">
            <a:spLocks noGrp="1"/>
          </p:cNvSpPr>
          <p:nvPr>
            <p:ph type="title" idx="4294967295"/>
          </p:nvPr>
        </p:nvSpPr>
        <p:spPr>
          <a:xfrm>
            <a:off x="638100" y="132867"/>
            <a:ext cx="78468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/>
          </a:bodyPr>
          <a:lstStyle/>
          <a:p>
            <a:pPr>
              <a:spcBef>
                <a:spcPts val="0"/>
              </a:spcBef>
            </a:pPr>
            <a:r>
              <a:rPr lang="pt-BR" sz="2667">
                <a:highlight>
                  <a:srgbClr val="FFFFFF"/>
                </a:highlight>
                <a:latin typeface="Century Gothic"/>
                <a:ea typeface="Century Gothic"/>
                <a:cs typeface="Century Gothic"/>
                <a:sym typeface="Century Gothic"/>
              </a:rPr>
              <a:t>Processos da área de AdOps</a:t>
            </a:r>
            <a:endParaRPr sz="2667">
              <a:highlight>
                <a:srgbClr val="FFFFFF"/>
              </a:highlight>
              <a:latin typeface="Century Gothic"/>
              <a:ea typeface="Century Gothic"/>
              <a:cs typeface="Century Gothic"/>
              <a:sym typeface="Century Gothic"/>
            </a:endParaRPr>
          </a:p>
          <a:p>
            <a:pPr>
              <a:spcBef>
                <a:spcPts val="0"/>
              </a:spcBef>
            </a:pPr>
            <a:endParaRPr sz="2667">
              <a:highlight>
                <a:srgbClr val="FFFFFF"/>
              </a:highlight>
              <a:latin typeface="Century Gothic"/>
              <a:ea typeface="Century Gothic"/>
              <a:cs typeface="Century Gothic"/>
              <a:sym typeface="Century Gothic"/>
            </a:endParaRPr>
          </a:p>
          <a:p>
            <a:pPr>
              <a:spcBef>
                <a:spcPts val="0"/>
              </a:spcBef>
            </a:pPr>
            <a:endParaRPr sz="2667">
              <a:highlight>
                <a:srgbClr val="FFFFFF"/>
              </a:highlight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cxnSp>
        <p:nvCxnSpPr>
          <p:cNvPr id="786" name="Google Shape;786;p80"/>
          <p:cNvCxnSpPr/>
          <p:nvPr/>
        </p:nvCxnSpPr>
        <p:spPr>
          <a:xfrm>
            <a:off x="638100" y="-2600"/>
            <a:ext cx="0" cy="6876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" name="Google Shape;791;p81"/>
          <p:cNvSpPr/>
          <p:nvPr/>
        </p:nvSpPr>
        <p:spPr>
          <a:xfrm>
            <a:off x="0" y="2060875"/>
            <a:ext cx="12192000" cy="6608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endParaRPr sz="2400"/>
          </a:p>
        </p:txBody>
      </p:sp>
      <p:sp>
        <p:nvSpPr>
          <p:cNvPr id="792" name="Google Shape;792;p8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r"/>
            <a:fld id="{00000000-1234-1234-1234-123412341234}" type="slidenum">
              <a:rPr lang="pt-BR"/>
              <a:pPr algn="r"/>
              <a:t>13</a:t>
            </a:fld>
            <a:endParaRPr/>
          </a:p>
        </p:txBody>
      </p:sp>
      <p:pic>
        <p:nvPicPr>
          <p:cNvPr id="793" name="Google Shape;793;p8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866925" y="6049234"/>
            <a:ext cx="1408233" cy="63873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94" name="Google Shape;794;p81"/>
          <p:cNvGrpSpPr/>
          <p:nvPr/>
        </p:nvGrpSpPr>
        <p:grpSpPr>
          <a:xfrm>
            <a:off x="5201064" y="1707312"/>
            <a:ext cx="1439725" cy="1547971"/>
            <a:chOff x="1448990" y="4007438"/>
            <a:chExt cx="1776853" cy="2040742"/>
          </a:xfrm>
        </p:grpSpPr>
        <p:pic>
          <p:nvPicPr>
            <p:cNvPr id="795" name="Google Shape;795;p81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448990" y="4007438"/>
              <a:ext cx="1776853" cy="2040742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96" name="Google Shape;796;p81"/>
            <p:cNvSpPr/>
            <p:nvPr/>
          </p:nvSpPr>
          <p:spPr>
            <a:xfrm>
              <a:off x="1572592" y="4135272"/>
              <a:ext cx="1529700" cy="1529100"/>
            </a:xfrm>
            <a:prstGeom prst="ellipse">
              <a:avLst/>
            </a:prstGeom>
            <a:solidFill>
              <a:srgbClr val="008598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algn="ctr"/>
              <a:r>
                <a:rPr lang="pt-BR" sz="1067" b="1">
                  <a:solidFill>
                    <a:srgbClr val="F2F2F2"/>
                  </a:solidFill>
                  <a:latin typeface="Montserrat"/>
                  <a:ea typeface="Montserrat"/>
                  <a:cs typeface="Montserrat"/>
                  <a:sym typeface="Montserrat"/>
                </a:rPr>
                <a:t>VIDEO &amp; AUDIO</a:t>
              </a:r>
              <a:endParaRPr sz="1067">
                <a:solidFill>
                  <a:srgbClr val="FFFFFE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797" name="Google Shape;797;p81"/>
          <p:cNvSpPr/>
          <p:nvPr/>
        </p:nvSpPr>
        <p:spPr>
          <a:xfrm>
            <a:off x="5021113" y="3671508"/>
            <a:ext cx="1799600" cy="6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43833" tIns="121867" rIns="243833" bIns="121867" anchor="t" anchorCtr="0">
            <a:noAutofit/>
          </a:bodyPr>
          <a:lstStyle/>
          <a:p>
            <a:pPr algn="ctr"/>
            <a:r>
              <a:rPr lang="pt-BR" sz="1333">
                <a:solidFill>
                  <a:srgbClr val="666666"/>
                </a:solidFill>
                <a:latin typeface="Montserrat"/>
                <a:ea typeface="Montserrat"/>
                <a:cs typeface="Montserrat"/>
                <a:sym typeface="Montserrat"/>
              </a:rPr>
              <a:t>Esse tipo de formato podemos usar via </a:t>
            </a:r>
            <a:r>
              <a:rPr lang="pt-BR" sz="1333" b="1">
                <a:solidFill>
                  <a:srgbClr val="666666"/>
                </a:solidFill>
                <a:latin typeface="Montserrat"/>
                <a:ea typeface="Montserrat"/>
                <a:cs typeface="Montserrat"/>
                <a:sym typeface="Montserrat"/>
              </a:rPr>
              <a:t>Standard</a:t>
            </a:r>
            <a:r>
              <a:rPr lang="pt-BR" sz="1333">
                <a:solidFill>
                  <a:srgbClr val="666666"/>
                </a:solidFill>
                <a:latin typeface="Montserrat"/>
                <a:ea typeface="Montserrat"/>
                <a:cs typeface="Montserrat"/>
                <a:sym typeface="Montserrat"/>
              </a:rPr>
              <a:t> e </a:t>
            </a:r>
            <a:r>
              <a:rPr lang="pt-BR" sz="1333" b="1">
                <a:solidFill>
                  <a:srgbClr val="666666"/>
                </a:solidFill>
                <a:latin typeface="Montserrat"/>
                <a:ea typeface="Montserrat"/>
                <a:cs typeface="Montserrat"/>
                <a:sym typeface="Montserrat"/>
              </a:rPr>
              <a:t>Rich Media</a:t>
            </a:r>
            <a:endParaRPr sz="1333" b="1">
              <a:solidFill>
                <a:srgbClr val="666666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798" name="Google Shape;798;p81"/>
          <p:cNvGrpSpPr/>
          <p:nvPr/>
        </p:nvGrpSpPr>
        <p:grpSpPr>
          <a:xfrm>
            <a:off x="7357016" y="1700396"/>
            <a:ext cx="1439725" cy="1547971"/>
            <a:chOff x="1448990" y="4007438"/>
            <a:chExt cx="1776853" cy="2040742"/>
          </a:xfrm>
        </p:grpSpPr>
        <p:pic>
          <p:nvPicPr>
            <p:cNvPr id="799" name="Google Shape;799;p81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448990" y="4007438"/>
              <a:ext cx="1776853" cy="2040742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800" name="Google Shape;800;p81"/>
            <p:cNvSpPr/>
            <p:nvPr/>
          </p:nvSpPr>
          <p:spPr>
            <a:xfrm>
              <a:off x="1572592" y="4135272"/>
              <a:ext cx="1529700" cy="1529100"/>
            </a:xfrm>
            <a:prstGeom prst="ellipse">
              <a:avLst/>
            </a:prstGeom>
            <a:solidFill>
              <a:srgbClr val="008598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algn="ctr"/>
              <a:r>
                <a:rPr lang="pt-BR" sz="1067" b="1">
                  <a:solidFill>
                    <a:srgbClr val="F2F2F2"/>
                  </a:solidFill>
                  <a:latin typeface="Montserrat"/>
                  <a:ea typeface="Montserrat"/>
                  <a:cs typeface="Montserrat"/>
                  <a:sym typeface="Montserrat"/>
                </a:rPr>
                <a:t>CRIATIVOS</a:t>
              </a:r>
              <a:endParaRPr sz="1067">
                <a:latin typeface="Montserrat"/>
                <a:ea typeface="Montserrat"/>
                <a:cs typeface="Montserrat"/>
                <a:sym typeface="Montserrat"/>
              </a:endParaRPr>
            </a:p>
            <a:p>
              <a:pPr algn="ctr"/>
              <a:r>
                <a:rPr lang="pt-BR" sz="1067" b="1">
                  <a:solidFill>
                    <a:srgbClr val="F2F2F2"/>
                  </a:solidFill>
                  <a:latin typeface="Montserrat"/>
                  <a:ea typeface="Montserrat"/>
                  <a:cs typeface="Montserrat"/>
                  <a:sym typeface="Montserrat"/>
                </a:rPr>
                <a:t>DINÂMICOS</a:t>
              </a:r>
              <a:endParaRPr sz="1067">
                <a:solidFill>
                  <a:srgbClr val="FFFFFE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801" name="Google Shape;801;p81"/>
          <p:cNvSpPr/>
          <p:nvPr/>
        </p:nvSpPr>
        <p:spPr>
          <a:xfrm>
            <a:off x="7177064" y="3671508"/>
            <a:ext cx="1799600" cy="6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43833" tIns="121867" rIns="243833" bIns="121867" anchor="t" anchorCtr="0">
            <a:noAutofit/>
          </a:bodyPr>
          <a:lstStyle/>
          <a:p>
            <a:pPr algn="ctr"/>
            <a:r>
              <a:rPr lang="pt-BR" sz="1333">
                <a:solidFill>
                  <a:srgbClr val="666666"/>
                </a:solidFill>
                <a:latin typeface="Montserrat"/>
                <a:ea typeface="Montserrat"/>
                <a:cs typeface="Montserrat"/>
                <a:sym typeface="Montserrat"/>
              </a:rPr>
              <a:t>A partir de um </a:t>
            </a:r>
            <a:r>
              <a:rPr lang="pt-BR" sz="1333" b="1">
                <a:solidFill>
                  <a:srgbClr val="666666"/>
                </a:solidFill>
                <a:latin typeface="Montserrat"/>
                <a:ea typeface="Montserrat"/>
                <a:cs typeface="Montserrat"/>
                <a:sym typeface="Montserrat"/>
              </a:rPr>
              <a:t>mesmo template</a:t>
            </a:r>
            <a:r>
              <a:rPr lang="pt-BR" sz="1333">
                <a:solidFill>
                  <a:srgbClr val="666666"/>
                </a:solidFill>
                <a:latin typeface="Montserrat"/>
                <a:ea typeface="Montserrat"/>
                <a:cs typeface="Montserrat"/>
                <a:sym typeface="Montserrat"/>
              </a:rPr>
              <a:t>, permite trocar as informações de forma dinâmica</a:t>
            </a:r>
            <a:endParaRPr sz="1333">
              <a:solidFill>
                <a:srgbClr val="666666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802" name="Google Shape;802;p81"/>
          <p:cNvGrpSpPr/>
          <p:nvPr/>
        </p:nvGrpSpPr>
        <p:grpSpPr>
          <a:xfrm>
            <a:off x="9512968" y="1714165"/>
            <a:ext cx="1439725" cy="1547971"/>
            <a:chOff x="1448990" y="4007438"/>
            <a:chExt cx="1776853" cy="2040742"/>
          </a:xfrm>
        </p:grpSpPr>
        <p:pic>
          <p:nvPicPr>
            <p:cNvPr id="803" name="Google Shape;803;p81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448990" y="4007438"/>
              <a:ext cx="1776853" cy="2040742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804" name="Google Shape;804;p81"/>
            <p:cNvSpPr/>
            <p:nvPr/>
          </p:nvSpPr>
          <p:spPr>
            <a:xfrm>
              <a:off x="1572592" y="4135272"/>
              <a:ext cx="1529700" cy="1529100"/>
            </a:xfrm>
            <a:prstGeom prst="ellipse">
              <a:avLst/>
            </a:prstGeom>
            <a:solidFill>
              <a:srgbClr val="008598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algn="ctr"/>
              <a:r>
                <a:rPr lang="pt-BR" sz="1067" b="1">
                  <a:solidFill>
                    <a:srgbClr val="F2F2F2"/>
                  </a:solidFill>
                  <a:latin typeface="Montserrat"/>
                  <a:ea typeface="Montserrat"/>
                  <a:cs typeface="Montserrat"/>
                  <a:sym typeface="Montserrat"/>
                </a:rPr>
                <a:t>RICH</a:t>
              </a:r>
              <a:endParaRPr sz="1067">
                <a:latin typeface="Montserrat"/>
                <a:ea typeface="Montserrat"/>
                <a:cs typeface="Montserrat"/>
                <a:sym typeface="Montserrat"/>
              </a:endParaRPr>
            </a:p>
            <a:p>
              <a:pPr algn="ctr"/>
              <a:r>
                <a:rPr lang="pt-BR" sz="1067" b="1">
                  <a:solidFill>
                    <a:srgbClr val="F2F2F2"/>
                  </a:solidFill>
                  <a:latin typeface="Montserrat"/>
                  <a:ea typeface="Montserrat"/>
                  <a:cs typeface="Montserrat"/>
                  <a:sym typeface="Montserrat"/>
                </a:rPr>
                <a:t>MEDIA</a:t>
              </a:r>
              <a:endParaRPr sz="1067">
                <a:solidFill>
                  <a:srgbClr val="FFFFFE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805" name="Google Shape;805;p81"/>
          <p:cNvSpPr/>
          <p:nvPr/>
        </p:nvSpPr>
        <p:spPr>
          <a:xfrm>
            <a:off x="9333015" y="3671508"/>
            <a:ext cx="1799600" cy="6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43833" tIns="121867" rIns="243833" bIns="121867" anchor="t" anchorCtr="0">
            <a:noAutofit/>
          </a:bodyPr>
          <a:lstStyle/>
          <a:p>
            <a:pPr algn="ctr"/>
            <a:r>
              <a:rPr lang="pt-BR" sz="1333">
                <a:solidFill>
                  <a:srgbClr val="666666"/>
                </a:solidFill>
                <a:latin typeface="Montserrat"/>
                <a:ea typeface="Montserrat"/>
                <a:cs typeface="Montserrat"/>
                <a:sym typeface="Montserrat"/>
              </a:rPr>
              <a:t>Permite uma </a:t>
            </a:r>
            <a:r>
              <a:rPr lang="pt-BR" sz="1333" b="1">
                <a:solidFill>
                  <a:srgbClr val="666666"/>
                </a:solidFill>
                <a:latin typeface="Montserrat"/>
                <a:ea typeface="Montserrat"/>
                <a:cs typeface="Montserrat"/>
                <a:sym typeface="Montserrat"/>
              </a:rPr>
              <a:t>maior interação</a:t>
            </a:r>
            <a:r>
              <a:rPr lang="pt-BR" sz="1333">
                <a:solidFill>
                  <a:srgbClr val="666666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  <a:br>
              <a:rPr lang="pt-BR" sz="1333">
                <a:solidFill>
                  <a:srgbClr val="666666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pt-BR" sz="1333">
                <a:solidFill>
                  <a:srgbClr val="666666"/>
                </a:solidFill>
                <a:latin typeface="Montserrat"/>
                <a:ea typeface="Montserrat"/>
                <a:cs typeface="Montserrat"/>
                <a:sym typeface="Montserrat"/>
              </a:rPr>
              <a:t>Formatos Expansíveis ou Flutuantes</a:t>
            </a:r>
            <a:endParaRPr sz="1333">
              <a:solidFill>
                <a:srgbClr val="666666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806" name="Google Shape;806;p81"/>
          <p:cNvGrpSpPr/>
          <p:nvPr/>
        </p:nvGrpSpPr>
        <p:grpSpPr>
          <a:xfrm>
            <a:off x="1002310" y="1693381"/>
            <a:ext cx="1439725" cy="1547971"/>
            <a:chOff x="1448990" y="4007438"/>
            <a:chExt cx="1776853" cy="2040742"/>
          </a:xfrm>
        </p:grpSpPr>
        <p:pic>
          <p:nvPicPr>
            <p:cNvPr id="807" name="Google Shape;807;p81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448990" y="4007438"/>
              <a:ext cx="1776853" cy="2040742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808" name="Google Shape;808;p81"/>
            <p:cNvSpPr/>
            <p:nvPr/>
          </p:nvSpPr>
          <p:spPr>
            <a:xfrm>
              <a:off x="1572592" y="4135272"/>
              <a:ext cx="1529700" cy="1529100"/>
            </a:xfrm>
            <a:prstGeom prst="ellipse">
              <a:avLst/>
            </a:prstGeom>
            <a:solidFill>
              <a:srgbClr val="008598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algn="ctr"/>
              <a:r>
                <a:rPr lang="pt-BR" sz="1067" b="1">
                  <a:solidFill>
                    <a:srgbClr val="F2F2F2"/>
                  </a:solidFill>
                  <a:latin typeface="Montserrat"/>
                  <a:ea typeface="Montserrat"/>
                  <a:cs typeface="Montserrat"/>
                  <a:sym typeface="Montserrat"/>
                </a:rPr>
                <a:t>TRACKING PIXEL </a:t>
              </a:r>
              <a:endParaRPr sz="1067">
                <a:latin typeface="Montserrat"/>
                <a:ea typeface="Montserrat"/>
                <a:cs typeface="Montserrat"/>
                <a:sym typeface="Montserrat"/>
              </a:endParaRPr>
            </a:p>
            <a:p>
              <a:pPr algn="ctr"/>
              <a:r>
                <a:rPr lang="pt-BR" sz="1067" b="1">
                  <a:solidFill>
                    <a:srgbClr val="F2F2F2"/>
                  </a:solidFill>
                  <a:latin typeface="Montserrat"/>
                  <a:ea typeface="Montserrat"/>
                  <a:cs typeface="Montserrat"/>
                  <a:sym typeface="Montserrat"/>
                </a:rPr>
                <a:t>&amp; CLICK</a:t>
              </a:r>
              <a:endParaRPr sz="1067">
                <a:solidFill>
                  <a:srgbClr val="FFFFFE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809" name="Google Shape;809;p81"/>
          <p:cNvSpPr/>
          <p:nvPr/>
        </p:nvSpPr>
        <p:spPr>
          <a:xfrm>
            <a:off x="822355" y="3671508"/>
            <a:ext cx="1799600" cy="6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43833" tIns="121867" rIns="243833" bIns="121867" anchor="t" anchorCtr="0">
            <a:noAutofit/>
          </a:bodyPr>
          <a:lstStyle/>
          <a:p>
            <a:pPr algn="ctr"/>
            <a:r>
              <a:rPr lang="pt-BR" sz="1333">
                <a:solidFill>
                  <a:srgbClr val="666666"/>
                </a:solidFill>
                <a:latin typeface="Montserrat"/>
                <a:ea typeface="Montserrat"/>
                <a:cs typeface="Montserrat"/>
                <a:sym typeface="Montserrat"/>
              </a:rPr>
              <a:t>Linhas de código que permitem a contabilização de </a:t>
            </a:r>
            <a:r>
              <a:rPr lang="pt-BR" sz="1333" b="1">
                <a:solidFill>
                  <a:srgbClr val="666666"/>
                </a:solidFill>
                <a:latin typeface="Montserrat"/>
                <a:ea typeface="Montserrat"/>
                <a:cs typeface="Montserrat"/>
                <a:sym typeface="Montserrat"/>
              </a:rPr>
              <a:t>impressões</a:t>
            </a:r>
            <a:r>
              <a:rPr lang="pt-BR" sz="1333">
                <a:solidFill>
                  <a:srgbClr val="666666"/>
                </a:solidFill>
                <a:latin typeface="Montserrat"/>
                <a:ea typeface="Montserrat"/>
                <a:cs typeface="Montserrat"/>
                <a:sym typeface="Montserrat"/>
              </a:rPr>
              <a:t> e </a:t>
            </a:r>
            <a:r>
              <a:rPr lang="pt-BR" sz="1333" b="1">
                <a:solidFill>
                  <a:srgbClr val="666666"/>
                </a:solidFill>
                <a:latin typeface="Montserrat"/>
                <a:ea typeface="Montserrat"/>
                <a:cs typeface="Montserrat"/>
                <a:sym typeface="Montserrat"/>
              </a:rPr>
              <a:t>clicks</a:t>
            </a:r>
            <a:r>
              <a:rPr lang="pt-BR" sz="1333">
                <a:solidFill>
                  <a:srgbClr val="666666"/>
                </a:solidFill>
                <a:latin typeface="Montserrat"/>
                <a:ea typeface="Montserrat"/>
                <a:cs typeface="Montserrat"/>
                <a:sym typeface="Montserrat"/>
              </a:rPr>
              <a:t> que acompanham o criativo</a:t>
            </a:r>
            <a:endParaRPr sz="1333">
              <a:solidFill>
                <a:srgbClr val="666666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810" name="Google Shape;810;p81"/>
          <p:cNvGrpSpPr/>
          <p:nvPr/>
        </p:nvGrpSpPr>
        <p:grpSpPr>
          <a:xfrm>
            <a:off x="3045112" y="1723591"/>
            <a:ext cx="1439725" cy="1547971"/>
            <a:chOff x="1448990" y="4007438"/>
            <a:chExt cx="1776853" cy="2040742"/>
          </a:xfrm>
        </p:grpSpPr>
        <p:pic>
          <p:nvPicPr>
            <p:cNvPr id="811" name="Google Shape;811;p81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448990" y="4007438"/>
              <a:ext cx="1776853" cy="2040742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812" name="Google Shape;812;p81"/>
            <p:cNvSpPr/>
            <p:nvPr/>
          </p:nvSpPr>
          <p:spPr>
            <a:xfrm>
              <a:off x="1572592" y="4135272"/>
              <a:ext cx="1529700" cy="1529100"/>
            </a:xfrm>
            <a:prstGeom prst="ellipse">
              <a:avLst/>
            </a:prstGeom>
            <a:solidFill>
              <a:srgbClr val="008598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algn="ctr"/>
              <a:r>
                <a:rPr lang="pt-BR" sz="1067" b="1">
                  <a:solidFill>
                    <a:srgbClr val="F2F2F2"/>
                  </a:solidFill>
                  <a:latin typeface="Montserrat"/>
                  <a:ea typeface="Montserrat"/>
                  <a:cs typeface="Montserrat"/>
                  <a:sym typeface="Montserrat"/>
                </a:rPr>
                <a:t>STANDARD</a:t>
              </a:r>
              <a:endParaRPr sz="1067">
                <a:latin typeface="Montserrat"/>
                <a:ea typeface="Montserrat"/>
                <a:cs typeface="Montserrat"/>
                <a:sym typeface="Montserrat"/>
              </a:endParaRPr>
            </a:p>
            <a:p>
              <a:pPr algn="ctr"/>
              <a:r>
                <a:rPr lang="pt-BR" sz="1067" b="1">
                  <a:solidFill>
                    <a:srgbClr val="F2F2F2"/>
                  </a:solidFill>
                  <a:latin typeface="Montserrat"/>
                  <a:ea typeface="Montserrat"/>
                  <a:cs typeface="Montserrat"/>
                  <a:sym typeface="Montserrat"/>
                </a:rPr>
                <a:t>DISPLAY</a:t>
              </a:r>
              <a:endParaRPr sz="1067">
                <a:solidFill>
                  <a:srgbClr val="FFFFFE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813" name="Google Shape;813;p81"/>
          <p:cNvSpPr/>
          <p:nvPr/>
        </p:nvSpPr>
        <p:spPr>
          <a:xfrm>
            <a:off x="2865163" y="3671508"/>
            <a:ext cx="1799600" cy="6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43833" tIns="121867" rIns="243833" bIns="121867" anchor="t" anchorCtr="0">
            <a:noAutofit/>
          </a:bodyPr>
          <a:lstStyle/>
          <a:p>
            <a:pPr algn="ctr"/>
            <a:r>
              <a:rPr lang="pt-BR" sz="1333">
                <a:solidFill>
                  <a:srgbClr val="666666"/>
                </a:solidFill>
                <a:latin typeface="Montserrat"/>
                <a:ea typeface="Montserrat"/>
                <a:cs typeface="Montserrat"/>
                <a:sym typeface="Montserrat"/>
              </a:rPr>
              <a:t>Utiliza criativos </a:t>
            </a:r>
            <a:r>
              <a:rPr lang="pt-BR" sz="1333" b="1">
                <a:solidFill>
                  <a:srgbClr val="666666"/>
                </a:solidFill>
                <a:latin typeface="Montserrat"/>
                <a:ea typeface="Montserrat"/>
                <a:cs typeface="Montserrat"/>
                <a:sym typeface="Montserrat"/>
              </a:rPr>
              <a:t>estáticos</a:t>
            </a:r>
            <a:r>
              <a:rPr lang="pt-BR" sz="1333">
                <a:solidFill>
                  <a:srgbClr val="666666"/>
                </a:solidFill>
                <a:latin typeface="Montserrat"/>
                <a:ea typeface="Montserrat"/>
                <a:cs typeface="Montserrat"/>
                <a:sym typeface="Montserrat"/>
              </a:rPr>
              <a:t> e </a:t>
            </a:r>
            <a:r>
              <a:rPr lang="pt-BR" sz="1333" b="1">
                <a:solidFill>
                  <a:srgbClr val="666666"/>
                </a:solidFill>
                <a:latin typeface="Montserrat"/>
                <a:ea typeface="Montserrat"/>
                <a:cs typeface="Montserrat"/>
                <a:sym typeface="Montserrat"/>
              </a:rPr>
              <a:t>animados</a:t>
            </a:r>
            <a:r>
              <a:rPr lang="pt-BR" sz="1333">
                <a:solidFill>
                  <a:srgbClr val="666666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sz="1333">
              <a:solidFill>
                <a:srgbClr val="666666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algn="ctr"/>
            <a:r>
              <a:rPr lang="pt-BR" sz="1333">
                <a:solidFill>
                  <a:srgbClr val="666666"/>
                </a:solidFill>
                <a:latin typeface="Montserrat"/>
                <a:ea typeface="Montserrat"/>
                <a:cs typeface="Montserrat"/>
                <a:sym typeface="Montserrat"/>
              </a:rPr>
              <a:t>para vender</a:t>
            </a:r>
            <a:endParaRPr sz="1333">
              <a:solidFill>
                <a:srgbClr val="666666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14" name="Google Shape;814;p81"/>
          <p:cNvSpPr txBox="1">
            <a:spLocks noGrp="1"/>
          </p:cNvSpPr>
          <p:nvPr>
            <p:ph type="title" idx="4294967295"/>
          </p:nvPr>
        </p:nvSpPr>
        <p:spPr>
          <a:xfrm>
            <a:off x="638100" y="132867"/>
            <a:ext cx="78468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/>
          </a:bodyPr>
          <a:lstStyle/>
          <a:p>
            <a:pPr>
              <a:spcBef>
                <a:spcPts val="0"/>
              </a:spcBef>
            </a:pPr>
            <a:r>
              <a:rPr lang="pt-BR" sz="2667">
                <a:highlight>
                  <a:srgbClr val="FFFFFF"/>
                </a:highlight>
                <a:latin typeface="Century Gothic"/>
                <a:ea typeface="Century Gothic"/>
                <a:cs typeface="Century Gothic"/>
                <a:sym typeface="Century Gothic"/>
              </a:rPr>
              <a:t>Formato que podemos subir no adserver.</a:t>
            </a:r>
            <a:endParaRPr sz="2667">
              <a:highlight>
                <a:srgbClr val="FFFFFF"/>
              </a:highlight>
              <a:latin typeface="Century Gothic"/>
              <a:ea typeface="Century Gothic"/>
              <a:cs typeface="Century Gothic"/>
              <a:sym typeface="Century Gothic"/>
            </a:endParaRPr>
          </a:p>
          <a:p>
            <a:pPr>
              <a:spcBef>
                <a:spcPts val="0"/>
              </a:spcBef>
            </a:pPr>
            <a:endParaRPr sz="2667">
              <a:highlight>
                <a:srgbClr val="FFFFFF"/>
              </a:highlight>
              <a:latin typeface="Century Gothic"/>
              <a:ea typeface="Century Gothic"/>
              <a:cs typeface="Century Gothic"/>
              <a:sym typeface="Century Gothic"/>
            </a:endParaRPr>
          </a:p>
          <a:p>
            <a:pPr>
              <a:spcBef>
                <a:spcPts val="0"/>
              </a:spcBef>
            </a:pPr>
            <a:endParaRPr sz="2667">
              <a:highlight>
                <a:srgbClr val="FFFFFF"/>
              </a:highlight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cxnSp>
        <p:nvCxnSpPr>
          <p:cNvPr id="815" name="Google Shape;815;p81"/>
          <p:cNvCxnSpPr/>
          <p:nvPr/>
        </p:nvCxnSpPr>
        <p:spPr>
          <a:xfrm>
            <a:off x="638100" y="-2600"/>
            <a:ext cx="0" cy="6876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Google Shape;874;p8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r"/>
            <a:fld id="{00000000-1234-1234-1234-123412341234}" type="slidenum">
              <a:rPr lang="pt-BR"/>
              <a:pPr algn="r"/>
              <a:t>14</a:t>
            </a:fld>
            <a:endParaRPr/>
          </a:p>
        </p:txBody>
      </p:sp>
      <p:pic>
        <p:nvPicPr>
          <p:cNvPr id="875" name="Google Shape;875;p8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95500" y="6049234"/>
            <a:ext cx="1408233" cy="638733"/>
          </a:xfrm>
          <a:prstGeom prst="rect">
            <a:avLst/>
          </a:prstGeom>
          <a:noFill/>
          <a:ln>
            <a:noFill/>
          </a:ln>
        </p:spPr>
      </p:pic>
      <p:sp>
        <p:nvSpPr>
          <p:cNvPr id="876" name="Google Shape;876;p84"/>
          <p:cNvSpPr txBox="1"/>
          <p:nvPr/>
        </p:nvSpPr>
        <p:spPr>
          <a:xfrm>
            <a:off x="690648" y="1867125"/>
            <a:ext cx="5081200" cy="30191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>
              <a:lnSpc>
                <a:spcPct val="115000"/>
              </a:lnSpc>
              <a:spcBef>
                <a:spcPts val="533"/>
              </a:spcBef>
            </a:pPr>
            <a:r>
              <a:rPr lang="pt-BR" sz="800">
                <a:solidFill>
                  <a:schemeClr val="dk1"/>
                </a:solidFill>
              </a:rPr>
              <a:t>Exemplo de Mídia, BI ou Atendimento à AdOps</a:t>
            </a:r>
            <a:endParaRPr sz="800">
              <a:solidFill>
                <a:schemeClr val="dk1"/>
              </a:solidFill>
            </a:endParaRPr>
          </a:p>
          <a:p>
            <a:pPr>
              <a:lnSpc>
                <a:spcPct val="115000"/>
              </a:lnSpc>
              <a:spcBef>
                <a:spcPts val="533"/>
              </a:spcBef>
            </a:pPr>
            <a:r>
              <a:rPr lang="pt-BR" sz="800">
                <a:solidFill>
                  <a:schemeClr val="dk1"/>
                </a:solidFill>
              </a:rPr>
              <a:t> </a:t>
            </a:r>
            <a:endParaRPr sz="800">
              <a:solidFill>
                <a:schemeClr val="dk1"/>
              </a:solidFill>
            </a:endParaRPr>
          </a:p>
          <a:p>
            <a:pPr>
              <a:lnSpc>
                <a:spcPct val="115000"/>
              </a:lnSpc>
              <a:spcBef>
                <a:spcPts val="533"/>
              </a:spcBef>
            </a:pPr>
            <a:r>
              <a:rPr lang="pt-BR" sz="933" b="1" i="1">
                <a:solidFill>
                  <a:schemeClr val="dk1"/>
                </a:solidFill>
              </a:rPr>
              <a:t>Cliente | Campanha | Produto | Ação</a:t>
            </a:r>
            <a:endParaRPr sz="933" b="1" i="1">
              <a:solidFill>
                <a:schemeClr val="dk1"/>
              </a:solidFill>
            </a:endParaRPr>
          </a:p>
          <a:p>
            <a:pPr>
              <a:lnSpc>
                <a:spcPct val="115000"/>
              </a:lnSpc>
              <a:spcBef>
                <a:spcPts val="533"/>
              </a:spcBef>
            </a:pPr>
            <a:r>
              <a:rPr lang="pt-BR" sz="933" b="1" i="1">
                <a:solidFill>
                  <a:schemeClr val="dk1"/>
                </a:solidFill>
              </a:rPr>
              <a:t>(Urgente) | Cliente | Campanha | Produto | Ação</a:t>
            </a:r>
            <a:endParaRPr sz="933" b="1" i="1">
              <a:solidFill>
                <a:schemeClr val="dk1"/>
              </a:solidFill>
            </a:endParaRPr>
          </a:p>
          <a:p>
            <a:pPr>
              <a:lnSpc>
                <a:spcPct val="115000"/>
              </a:lnSpc>
              <a:spcBef>
                <a:spcPts val="533"/>
              </a:spcBef>
            </a:pPr>
            <a:r>
              <a:rPr lang="pt-BR" sz="800">
                <a:solidFill>
                  <a:schemeClr val="dk1"/>
                </a:solidFill>
              </a:rPr>
              <a:t> </a:t>
            </a:r>
            <a:endParaRPr sz="800">
              <a:solidFill>
                <a:schemeClr val="dk1"/>
              </a:solidFill>
            </a:endParaRPr>
          </a:p>
          <a:p>
            <a:pPr>
              <a:lnSpc>
                <a:spcPct val="115000"/>
              </a:lnSpc>
              <a:spcBef>
                <a:spcPts val="533"/>
              </a:spcBef>
            </a:pPr>
            <a:r>
              <a:rPr lang="pt-BR" sz="800" i="1">
                <a:solidFill>
                  <a:schemeClr val="dk1"/>
                </a:solidFill>
              </a:rPr>
              <a:t>As </a:t>
            </a:r>
            <a:r>
              <a:rPr lang="pt-BR" sz="800" b="1" i="1">
                <a:solidFill>
                  <a:schemeClr val="dk1"/>
                </a:solidFill>
              </a:rPr>
              <a:t>ações</a:t>
            </a:r>
            <a:r>
              <a:rPr lang="pt-BR" sz="800" i="1">
                <a:solidFill>
                  <a:schemeClr val="dk1"/>
                </a:solidFill>
              </a:rPr>
              <a:t> que temos listadas são:</a:t>
            </a:r>
            <a:r>
              <a:rPr lang="pt-BR" sz="800" b="1" i="1">
                <a:solidFill>
                  <a:schemeClr val="dk1"/>
                </a:solidFill>
              </a:rPr>
              <a:t> </a:t>
            </a:r>
            <a:endParaRPr sz="800" b="1" i="1">
              <a:solidFill>
                <a:schemeClr val="dk1"/>
              </a:solidFill>
            </a:endParaRPr>
          </a:p>
          <a:p>
            <a:pPr>
              <a:lnSpc>
                <a:spcPct val="115000"/>
              </a:lnSpc>
              <a:spcBef>
                <a:spcPts val="533"/>
              </a:spcBef>
            </a:pPr>
            <a:r>
              <a:rPr lang="pt-BR" sz="800" b="1">
                <a:solidFill>
                  <a:schemeClr val="dk1"/>
                </a:solidFill>
              </a:rPr>
              <a:t>Nova Campanha</a:t>
            </a:r>
            <a:r>
              <a:rPr lang="pt-BR" sz="800">
                <a:solidFill>
                  <a:schemeClr val="dk1"/>
                </a:solidFill>
              </a:rPr>
              <a:t>: Para campanhas novas;</a:t>
            </a:r>
            <a:endParaRPr sz="800">
              <a:solidFill>
                <a:schemeClr val="dk1"/>
              </a:solidFill>
            </a:endParaRPr>
          </a:p>
          <a:p>
            <a:pPr>
              <a:lnSpc>
                <a:spcPct val="115000"/>
              </a:lnSpc>
              <a:spcBef>
                <a:spcPts val="533"/>
              </a:spcBef>
            </a:pPr>
            <a:r>
              <a:rPr lang="pt-BR" sz="800" b="1">
                <a:solidFill>
                  <a:schemeClr val="dk1"/>
                </a:solidFill>
              </a:rPr>
              <a:t>Inserção de Placement</a:t>
            </a:r>
            <a:r>
              <a:rPr lang="pt-BR" sz="800">
                <a:solidFill>
                  <a:schemeClr val="dk1"/>
                </a:solidFill>
              </a:rPr>
              <a:t>: Para a inserção de placements novos em campanhas já implementadas;</a:t>
            </a:r>
            <a:endParaRPr sz="800">
              <a:solidFill>
                <a:schemeClr val="dk1"/>
              </a:solidFill>
            </a:endParaRPr>
          </a:p>
          <a:p>
            <a:pPr>
              <a:lnSpc>
                <a:spcPct val="115000"/>
              </a:lnSpc>
              <a:spcBef>
                <a:spcPts val="533"/>
              </a:spcBef>
            </a:pPr>
            <a:r>
              <a:rPr lang="pt-BR" sz="800" b="1">
                <a:solidFill>
                  <a:schemeClr val="dk1"/>
                </a:solidFill>
              </a:rPr>
              <a:t>Inserção de Criativos</a:t>
            </a:r>
            <a:r>
              <a:rPr lang="pt-BR" sz="800">
                <a:solidFill>
                  <a:schemeClr val="dk1"/>
                </a:solidFill>
              </a:rPr>
              <a:t>: Para a inserção de criativos em placements já existentes;</a:t>
            </a:r>
            <a:endParaRPr sz="800">
              <a:solidFill>
                <a:schemeClr val="dk1"/>
              </a:solidFill>
            </a:endParaRPr>
          </a:p>
          <a:p>
            <a:pPr>
              <a:lnSpc>
                <a:spcPct val="115000"/>
              </a:lnSpc>
              <a:spcBef>
                <a:spcPts val="533"/>
              </a:spcBef>
            </a:pPr>
            <a:r>
              <a:rPr lang="pt-BR" sz="800" b="1">
                <a:solidFill>
                  <a:schemeClr val="dk1"/>
                </a:solidFill>
              </a:rPr>
              <a:t>Troca de Criativos</a:t>
            </a:r>
            <a:r>
              <a:rPr lang="pt-BR" sz="800">
                <a:solidFill>
                  <a:schemeClr val="dk1"/>
                </a:solidFill>
              </a:rPr>
              <a:t>: Para a troca de criativos “velhos” por “novos” em um mesmo placement;</a:t>
            </a:r>
            <a:endParaRPr sz="800">
              <a:solidFill>
                <a:schemeClr val="dk1"/>
              </a:solidFill>
            </a:endParaRPr>
          </a:p>
          <a:p>
            <a:pPr>
              <a:lnSpc>
                <a:spcPct val="115000"/>
              </a:lnSpc>
              <a:spcBef>
                <a:spcPts val="533"/>
              </a:spcBef>
            </a:pPr>
            <a:r>
              <a:rPr lang="pt-BR" sz="800" b="1">
                <a:solidFill>
                  <a:schemeClr val="dk1"/>
                </a:solidFill>
              </a:rPr>
              <a:t>Pack</a:t>
            </a:r>
            <a:r>
              <a:rPr lang="pt-BR" sz="800">
                <a:solidFill>
                  <a:schemeClr val="dk1"/>
                </a:solidFill>
              </a:rPr>
              <a:t>: Envio de material.</a:t>
            </a:r>
            <a:endParaRPr sz="800">
              <a:solidFill>
                <a:schemeClr val="dk1"/>
              </a:solidFill>
            </a:endParaRPr>
          </a:p>
          <a:p>
            <a:pPr>
              <a:lnSpc>
                <a:spcPct val="115000"/>
              </a:lnSpc>
              <a:spcBef>
                <a:spcPts val="533"/>
              </a:spcBef>
            </a:pPr>
            <a:r>
              <a:rPr lang="pt-BR" sz="800" b="1">
                <a:solidFill>
                  <a:schemeClr val="dk1"/>
                </a:solidFill>
              </a:rPr>
              <a:t>Troca de url</a:t>
            </a:r>
            <a:r>
              <a:rPr lang="pt-BR" sz="800">
                <a:solidFill>
                  <a:schemeClr val="dk1"/>
                </a:solidFill>
              </a:rPr>
              <a:t>: Para a troca de url “velhas” por “novas” em um mesmo criativo;</a:t>
            </a:r>
            <a:endParaRPr sz="800">
              <a:solidFill>
                <a:schemeClr val="dk1"/>
              </a:solidFill>
            </a:endParaRPr>
          </a:p>
          <a:p>
            <a:pPr>
              <a:lnSpc>
                <a:spcPct val="115000"/>
              </a:lnSpc>
              <a:spcBef>
                <a:spcPts val="533"/>
              </a:spcBef>
              <a:spcAft>
                <a:spcPts val="533"/>
              </a:spcAft>
            </a:pPr>
            <a:r>
              <a:rPr lang="pt-BR" sz="800" b="1">
                <a:solidFill>
                  <a:schemeClr val="dk1"/>
                </a:solidFill>
              </a:rPr>
              <a:t>Alteração:</a:t>
            </a:r>
            <a:r>
              <a:rPr lang="pt-BR" sz="800">
                <a:solidFill>
                  <a:schemeClr val="dk1"/>
                </a:solidFill>
              </a:rPr>
              <a:t> Para ajustes de dados de placement ou campanha (Ex.: Nomenclatura, impressão etc) informando os dados de “Antes” e “Depois” (De -&gt; Para).</a:t>
            </a:r>
            <a:endParaRPr sz="800">
              <a:solidFill>
                <a:schemeClr val="dk1"/>
              </a:solidFill>
            </a:endParaRPr>
          </a:p>
        </p:txBody>
      </p:sp>
      <p:sp>
        <p:nvSpPr>
          <p:cNvPr id="877" name="Google Shape;877;p84"/>
          <p:cNvSpPr txBox="1"/>
          <p:nvPr/>
        </p:nvSpPr>
        <p:spPr>
          <a:xfrm>
            <a:off x="6389980" y="1867125"/>
            <a:ext cx="4474800" cy="1026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>
              <a:lnSpc>
                <a:spcPct val="115000"/>
              </a:lnSpc>
              <a:spcBef>
                <a:spcPts val="533"/>
              </a:spcBef>
            </a:pPr>
            <a:r>
              <a:rPr lang="pt-BR" sz="800">
                <a:solidFill>
                  <a:schemeClr val="dk1"/>
                </a:solidFill>
              </a:rPr>
              <a:t>Exemplo de </a:t>
            </a:r>
            <a:r>
              <a:rPr lang="pt-BR" sz="800" i="1">
                <a:solidFill>
                  <a:schemeClr val="dk1"/>
                </a:solidFill>
              </a:rPr>
              <a:t>subjetcs </a:t>
            </a:r>
            <a:r>
              <a:rPr lang="pt-BR" sz="800" b="1">
                <a:solidFill>
                  <a:schemeClr val="dk1"/>
                </a:solidFill>
              </a:rPr>
              <a:t>Adops</a:t>
            </a:r>
            <a:r>
              <a:rPr lang="pt-BR" sz="800">
                <a:solidFill>
                  <a:schemeClr val="dk1"/>
                </a:solidFill>
              </a:rPr>
              <a:t> à </a:t>
            </a:r>
            <a:r>
              <a:rPr lang="pt-BR" sz="800" b="1">
                <a:solidFill>
                  <a:schemeClr val="dk1"/>
                </a:solidFill>
              </a:rPr>
              <a:t>Veiculo</a:t>
            </a:r>
            <a:r>
              <a:rPr lang="pt-BR" sz="800">
                <a:solidFill>
                  <a:schemeClr val="dk1"/>
                </a:solidFill>
              </a:rPr>
              <a:t> ou </a:t>
            </a:r>
            <a:r>
              <a:rPr lang="pt-BR" sz="800" b="1">
                <a:solidFill>
                  <a:schemeClr val="dk1"/>
                </a:solidFill>
              </a:rPr>
              <a:t>Mídia</a:t>
            </a:r>
            <a:endParaRPr sz="800" b="1">
              <a:solidFill>
                <a:schemeClr val="dk1"/>
              </a:solidFill>
            </a:endParaRPr>
          </a:p>
          <a:p>
            <a:pPr>
              <a:lnSpc>
                <a:spcPct val="115000"/>
              </a:lnSpc>
              <a:spcBef>
                <a:spcPts val="533"/>
              </a:spcBef>
            </a:pPr>
            <a:r>
              <a:rPr lang="pt-BR" sz="800">
                <a:solidFill>
                  <a:schemeClr val="dk1"/>
                </a:solidFill>
              </a:rPr>
              <a:t> </a:t>
            </a:r>
            <a:endParaRPr sz="800">
              <a:solidFill>
                <a:schemeClr val="dk1"/>
              </a:solidFill>
            </a:endParaRPr>
          </a:p>
          <a:p>
            <a:pPr>
              <a:lnSpc>
                <a:spcPct val="115000"/>
              </a:lnSpc>
              <a:spcBef>
                <a:spcPts val="533"/>
              </a:spcBef>
            </a:pPr>
            <a:r>
              <a:rPr lang="pt-BR" sz="933" b="1" i="1">
                <a:solidFill>
                  <a:schemeClr val="dk1"/>
                </a:solidFill>
              </a:rPr>
              <a:t>Agência | Cliente | Campanha | Produto | Veículo | Envio</a:t>
            </a:r>
            <a:endParaRPr sz="933" b="1" i="1">
              <a:solidFill>
                <a:schemeClr val="dk1"/>
              </a:solidFill>
            </a:endParaRPr>
          </a:p>
          <a:p>
            <a:pPr>
              <a:lnSpc>
                <a:spcPct val="115000"/>
              </a:lnSpc>
              <a:spcBef>
                <a:spcPts val="533"/>
              </a:spcBef>
              <a:spcAft>
                <a:spcPts val="533"/>
              </a:spcAft>
            </a:pPr>
            <a:r>
              <a:rPr lang="pt-BR" sz="933" b="1" i="1">
                <a:solidFill>
                  <a:schemeClr val="dk1"/>
                </a:solidFill>
              </a:rPr>
              <a:t>Agência | Cliente | Campanha | Produto | Veículo | Envio (Diária)</a:t>
            </a:r>
            <a:endParaRPr sz="933" b="1" i="1">
              <a:solidFill>
                <a:schemeClr val="dk1"/>
              </a:solidFill>
            </a:endParaRPr>
          </a:p>
        </p:txBody>
      </p:sp>
      <p:sp>
        <p:nvSpPr>
          <p:cNvPr id="878" name="Google Shape;878;p84"/>
          <p:cNvSpPr/>
          <p:nvPr/>
        </p:nvSpPr>
        <p:spPr>
          <a:xfrm>
            <a:off x="-11169" y="1155017"/>
            <a:ext cx="12214400" cy="5068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>
              <a:lnSpc>
                <a:spcPct val="115000"/>
              </a:lnSpc>
              <a:spcBef>
                <a:spcPts val="533"/>
              </a:spcBef>
              <a:spcAft>
                <a:spcPts val="533"/>
              </a:spcAft>
              <a:buClr>
                <a:schemeClr val="dk1"/>
              </a:buClr>
              <a:buSzPts val="400"/>
            </a:pPr>
            <a:r>
              <a:rPr lang="pt-BR" sz="1200">
                <a:solidFill>
                  <a:schemeClr val="dk1"/>
                </a:solidFill>
              </a:rPr>
              <a:t>       Para facilitar o dia a dia e a organização dos clientes, é necessário que o padrão de </a:t>
            </a:r>
            <a:r>
              <a:rPr lang="pt-BR" sz="1200" b="1">
                <a:solidFill>
                  <a:schemeClr val="dk1"/>
                </a:solidFill>
              </a:rPr>
              <a:t>subject</a:t>
            </a:r>
            <a:r>
              <a:rPr lang="pt-BR" sz="1200">
                <a:solidFill>
                  <a:schemeClr val="dk1"/>
                </a:solidFill>
              </a:rPr>
              <a:t> seja seguido conforme exemplos abaixo:</a:t>
            </a:r>
            <a:endParaRPr sz="1200">
              <a:solidFill>
                <a:srgbClr val="43434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79" name="Google Shape;879;p84"/>
          <p:cNvSpPr txBox="1"/>
          <p:nvPr/>
        </p:nvSpPr>
        <p:spPr>
          <a:xfrm>
            <a:off x="286125" y="5288288"/>
            <a:ext cx="11927200" cy="773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>
              <a:lnSpc>
                <a:spcPct val="115000"/>
              </a:lnSpc>
              <a:spcBef>
                <a:spcPts val="533"/>
              </a:spcBef>
            </a:pPr>
            <a:r>
              <a:rPr lang="pt-BR" sz="800" i="1">
                <a:solidFill>
                  <a:schemeClr val="dk1"/>
                </a:solidFill>
              </a:rPr>
              <a:t>Além disso, por favor, sempre copiem o email: </a:t>
            </a:r>
            <a:r>
              <a:rPr lang="pt-BR" sz="800" b="1" i="1">
                <a:solidFill>
                  <a:schemeClr val="dk1"/>
                </a:solidFill>
              </a:rPr>
              <a:t>adopsbrazil@essencemediacom.com.</a:t>
            </a:r>
            <a:r>
              <a:rPr lang="pt-BR" sz="800" i="1">
                <a:solidFill>
                  <a:schemeClr val="dk1"/>
                </a:solidFill>
              </a:rPr>
              <a:t> Esse email é a única garantia que a equipe de AdOps irá receber o que foi solicitado.</a:t>
            </a:r>
            <a:endParaRPr sz="800" i="1">
              <a:solidFill>
                <a:schemeClr val="dk1"/>
              </a:solidFill>
            </a:endParaRPr>
          </a:p>
          <a:p>
            <a:pPr>
              <a:lnSpc>
                <a:spcPct val="115000"/>
              </a:lnSpc>
              <a:spcBef>
                <a:spcPts val="533"/>
              </a:spcBef>
            </a:pPr>
            <a:r>
              <a:rPr lang="pt-BR" sz="800" i="1">
                <a:solidFill>
                  <a:schemeClr val="dk1"/>
                </a:solidFill>
              </a:rPr>
              <a:t> </a:t>
            </a:r>
            <a:endParaRPr sz="800" i="1">
              <a:solidFill>
                <a:schemeClr val="dk1"/>
              </a:solidFill>
            </a:endParaRPr>
          </a:p>
          <a:p>
            <a:pPr>
              <a:lnSpc>
                <a:spcPct val="115000"/>
              </a:lnSpc>
              <a:spcBef>
                <a:spcPts val="533"/>
              </a:spcBef>
              <a:spcAft>
                <a:spcPts val="533"/>
              </a:spcAft>
            </a:pPr>
            <a:r>
              <a:rPr lang="pt-BR" sz="800" i="1">
                <a:solidFill>
                  <a:schemeClr val="dk1"/>
                </a:solidFill>
              </a:rPr>
              <a:t>Essas medidas são para melhorar a nossa organização e permitir que possamos absorver mais tarefas e mais clientes.</a:t>
            </a:r>
            <a:endParaRPr sz="800" i="1">
              <a:solidFill>
                <a:schemeClr val="dk1"/>
              </a:solidFill>
            </a:endParaRPr>
          </a:p>
        </p:txBody>
      </p:sp>
      <p:cxnSp>
        <p:nvCxnSpPr>
          <p:cNvPr id="880" name="Google Shape;880;p84"/>
          <p:cNvCxnSpPr/>
          <p:nvPr/>
        </p:nvCxnSpPr>
        <p:spPr>
          <a:xfrm>
            <a:off x="5771811" y="1894588"/>
            <a:ext cx="29600" cy="3009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81" name="Google Shape;881;p84"/>
          <p:cNvSpPr txBox="1">
            <a:spLocks noGrp="1"/>
          </p:cNvSpPr>
          <p:nvPr>
            <p:ph type="title" idx="4294967295"/>
          </p:nvPr>
        </p:nvSpPr>
        <p:spPr>
          <a:xfrm>
            <a:off x="638100" y="132867"/>
            <a:ext cx="78468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/>
          </a:bodyPr>
          <a:lstStyle/>
          <a:p>
            <a:pPr>
              <a:spcBef>
                <a:spcPts val="0"/>
              </a:spcBef>
            </a:pPr>
            <a:r>
              <a:rPr lang="pt-BR" sz="2667">
                <a:highlight>
                  <a:srgbClr val="FFFFFF"/>
                </a:highlight>
                <a:latin typeface="Century Gothic"/>
                <a:ea typeface="Century Gothic"/>
                <a:cs typeface="Century Gothic"/>
                <a:sym typeface="Century Gothic"/>
              </a:rPr>
              <a:t>Padrões de Solicitações via e-mail</a:t>
            </a:r>
            <a:endParaRPr sz="2667">
              <a:highlight>
                <a:srgbClr val="FFFFFF"/>
              </a:highlight>
              <a:latin typeface="Century Gothic"/>
              <a:ea typeface="Century Gothic"/>
              <a:cs typeface="Century Gothic"/>
              <a:sym typeface="Century Gothic"/>
            </a:endParaRPr>
          </a:p>
          <a:p>
            <a:pPr>
              <a:spcBef>
                <a:spcPts val="0"/>
              </a:spcBef>
            </a:pPr>
            <a:endParaRPr sz="2667">
              <a:highlight>
                <a:srgbClr val="FFFFFF"/>
              </a:highlight>
              <a:latin typeface="Century Gothic"/>
              <a:ea typeface="Century Gothic"/>
              <a:cs typeface="Century Gothic"/>
              <a:sym typeface="Century Gothic"/>
            </a:endParaRPr>
          </a:p>
          <a:p>
            <a:pPr>
              <a:spcBef>
                <a:spcPts val="0"/>
              </a:spcBef>
            </a:pPr>
            <a:endParaRPr sz="2667">
              <a:highlight>
                <a:srgbClr val="FFFFFF"/>
              </a:highlight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cxnSp>
        <p:nvCxnSpPr>
          <p:cNvPr id="882" name="Google Shape;882;p84"/>
          <p:cNvCxnSpPr/>
          <p:nvPr/>
        </p:nvCxnSpPr>
        <p:spPr>
          <a:xfrm>
            <a:off x="638100" y="-2600"/>
            <a:ext cx="0" cy="6876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07C89D8-F472-3A70-A53D-530C2A8461D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A0DBAEA-A844-2329-F2A9-D036C6BFF47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15</a:t>
            </a:fld>
            <a:endParaRPr lang="en-GB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FEC4E6A-3A0B-0ADC-3A3A-2D14C4ABECA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GB"/>
              <a:t>Section two</a:t>
            </a:r>
          </a:p>
          <a:p>
            <a:pPr lvl="1"/>
            <a:r>
              <a:rPr lang="en-GB"/>
              <a:t>Exemplos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B7E3A4-39AF-3798-6B10-66DBFF7B0FD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90E8977-A842-5960-D47B-7453C391771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GB"/>
              <a:t>02</a:t>
            </a:r>
          </a:p>
        </p:txBody>
      </p:sp>
      <p:pic>
        <p:nvPicPr>
          <p:cNvPr id="11" name="Picture Placeholder 10">
            <a:extLst>
              <a:ext uri="{FF2B5EF4-FFF2-40B4-BE49-F238E27FC236}">
                <a16:creationId xmlns:a16="http://schemas.microsoft.com/office/drawing/2014/main" id="{88C1E2E9-01DE-8762-2FDD-E9DE365E24C8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 r:embed="rId2"/>
          <a:srcRect l="3133" r="3133"/>
          <a:stretch>
            <a:fillRect/>
          </a:stretch>
        </p:blipFill>
        <p:spPr/>
      </p:pic>
      <p:pic>
        <p:nvPicPr>
          <p:cNvPr id="15" name="Picture Placeholder 14">
            <a:extLst>
              <a:ext uri="{FF2B5EF4-FFF2-40B4-BE49-F238E27FC236}">
                <a16:creationId xmlns:a16="http://schemas.microsoft.com/office/drawing/2014/main" id="{15B45410-FB8B-B7CC-8A63-EFBCE6BB29D2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3135" r="3135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2164541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4D8A935-5E6F-2F7B-9C1C-EF22D4E3637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569497C-F799-26F1-C22A-FEC59389A8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Creating breakthroughs for brands </a:t>
            </a:r>
            <a:br>
              <a:rPr lang="en-GB"/>
            </a:br>
            <a:r>
              <a:rPr lang="en-GB"/>
              <a:t>in an age of new possibilities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4E88CE-4890-2BAA-56F8-B3B7613E54B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pPr lvl="1"/>
            <a:r>
              <a:rPr lang="en-GB"/>
              <a:t>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eu</a:t>
            </a:r>
            <a:r>
              <a:rPr lang="en-GB"/>
              <a:t> solum </a:t>
            </a:r>
            <a:r>
              <a:rPr lang="en-GB" err="1"/>
              <a:t>idque</a:t>
            </a:r>
            <a:r>
              <a:rPr lang="en-GB"/>
              <a:t> </a:t>
            </a:r>
            <a:r>
              <a:rPr lang="en-GB" err="1"/>
              <a:t>erant</a:t>
            </a:r>
            <a:r>
              <a:rPr lang="en-GB"/>
              <a:t> </a:t>
            </a:r>
            <a:r>
              <a:rPr lang="en-GB" err="1"/>
              <a:t>eos</a:t>
            </a:r>
            <a:r>
              <a:rPr lang="en-GB"/>
              <a:t>. </a:t>
            </a:r>
            <a:r>
              <a:rPr lang="en-GB" err="1"/>
              <a:t>Numquam</a:t>
            </a:r>
            <a:r>
              <a:rPr lang="en-GB"/>
              <a:t> </a:t>
            </a:r>
            <a:r>
              <a:rPr lang="en-GB" err="1"/>
              <a:t>consulatu</a:t>
            </a:r>
            <a:r>
              <a:rPr lang="en-GB"/>
              <a:t> </a:t>
            </a:r>
            <a:r>
              <a:rPr lang="en-GB" err="1"/>
              <a:t>sed</a:t>
            </a:r>
            <a:r>
              <a:rPr lang="en-GB"/>
              <a:t> </a:t>
            </a:r>
            <a:r>
              <a:rPr lang="en-GB" err="1"/>
              <a:t>eu</a:t>
            </a:r>
            <a:r>
              <a:rPr lang="en-GB"/>
              <a:t>, dicta </a:t>
            </a:r>
            <a:r>
              <a:rPr lang="en-GB" err="1"/>
              <a:t>facilisis</a:t>
            </a:r>
            <a:r>
              <a:rPr lang="en-GB"/>
              <a:t> </a:t>
            </a:r>
            <a:r>
              <a:rPr lang="en-GB" err="1"/>
              <a:t>eu</a:t>
            </a:r>
            <a:r>
              <a:rPr lang="en-GB"/>
              <a:t> vis. Et </a:t>
            </a:r>
            <a:r>
              <a:rPr lang="en-GB" err="1"/>
              <a:t>melius</a:t>
            </a:r>
            <a:r>
              <a:rPr lang="en-GB"/>
              <a:t> </a:t>
            </a:r>
            <a:r>
              <a:rPr lang="en-GB" err="1"/>
              <a:t>delenit</a:t>
            </a:r>
            <a:r>
              <a:rPr lang="en-GB"/>
              <a:t> </a:t>
            </a:r>
            <a:r>
              <a:rPr lang="en-GB" err="1"/>
              <a:t>denique</a:t>
            </a:r>
            <a:r>
              <a:rPr lang="en-GB"/>
              <a:t> vis, </a:t>
            </a:r>
            <a:r>
              <a:rPr lang="en-GB" err="1"/>
              <a:t>ea</a:t>
            </a:r>
            <a:r>
              <a:rPr lang="en-GB"/>
              <a:t> pro </a:t>
            </a:r>
            <a:r>
              <a:rPr lang="en-GB" err="1"/>
              <a:t>erat</a:t>
            </a:r>
            <a:r>
              <a:rPr lang="en-GB"/>
              <a:t> </a:t>
            </a:r>
            <a:r>
              <a:rPr lang="en-GB" err="1"/>
              <a:t>aeterno</a:t>
            </a:r>
            <a:r>
              <a:rPr lang="en-GB"/>
              <a:t>. </a:t>
            </a:r>
            <a:r>
              <a:rPr lang="en-GB" err="1"/>
              <a:t>Mea</a:t>
            </a:r>
            <a:r>
              <a:rPr lang="en-GB"/>
              <a:t> </a:t>
            </a:r>
            <a:r>
              <a:rPr lang="en-GB" err="1"/>
              <a:t>ei</a:t>
            </a:r>
            <a:r>
              <a:rPr lang="en-GB"/>
              <a:t> </a:t>
            </a:r>
            <a:r>
              <a:rPr lang="en-GB" err="1"/>
              <a:t>propriae</a:t>
            </a:r>
            <a:r>
              <a:rPr lang="en-GB"/>
              <a:t> </a:t>
            </a:r>
            <a:r>
              <a:rPr lang="en-GB" err="1"/>
              <a:t>conclusionemque</a:t>
            </a:r>
            <a:r>
              <a:rPr lang="en-GB"/>
              <a:t>.</a:t>
            </a:r>
          </a:p>
          <a:p>
            <a:r>
              <a:rPr lang="en-GB" err="1"/>
              <a:t>Atqui</a:t>
            </a:r>
            <a:r>
              <a:rPr lang="en-GB"/>
              <a:t> </a:t>
            </a:r>
            <a:r>
              <a:rPr lang="en-GB" err="1"/>
              <a:t>feugait</a:t>
            </a:r>
            <a:r>
              <a:rPr lang="en-GB"/>
              <a:t> </a:t>
            </a:r>
            <a:r>
              <a:rPr lang="en-GB" err="1"/>
              <a:t>eloquentiam</a:t>
            </a:r>
            <a:r>
              <a:rPr lang="en-GB"/>
              <a:t> </a:t>
            </a:r>
            <a:r>
              <a:rPr lang="en-GB" err="1"/>
              <a:t>vel</a:t>
            </a:r>
            <a:r>
              <a:rPr lang="en-GB"/>
              <a:t> ex, duo at </a:t>
            </a:r>
            <a:r>
              <a:rPr lang="en-GB" err="1"/>
              <a:t>wisi</a:t>
            </a:r>
            <a:r>
              <a:rPr lang="en-GB"/>
              <a:t> </a:t>
            </a:r>
            <a:r>
              <a:rPr lang="en-GB" err="1"/>
              <a:t>blandit</a:t>
            </a:r>
            <a:r>
              <a:rPr lang="en-GB"/>
              <a:t>. Has </a:t>
            </a:r>
            <a:r>
              <a:rPr lang="en-GB" err="1"/>
              <a:t>dolor</a:t>
            </a:r>
            <a:r>
              <a:rPr lang="en-GB"/>
              <a:t> </a:t>
            </a:r>
            <a:r>
              <a:rPr lang="en-GB" err="1"/>
              <a:t>contentiones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, et nostro </a:t>
            </a:r>
            <a:r>
              <a:rPr lang="en-GB" err="1"/>
              <a:t>forensibus</a:t>
            </a:r>
            <a:r>
              <a:rPr lang="en-GB"/>
              <a:t> quo. </a:t>
            </a:r>
            <a:r>
              <a:rPr lang="en-GB" err="1"/>
              <a:t>Ei</a:t>
            </a:r>
            <a:r>
              <a:rPr lang="en-GB"/>
              <a:t> </a:t>
            </a:r>
            <a:r>
              <a:rPr lang="en-GB" err="1"/>
              <a:t>mel</a:t>
            </a:r>
            <a:r>
              <a:rPr lang="en-GB"/>
              <a:t> dicta </a:t>
            </a:r>
            <a:r>
              <a:rPr lang="en-GB" err="1"/>
              <a:t>utinam</a:t>
            </a:r>
            <a:r>
              <a:rPr lang="en-GB"/>
              <a:t> </a:t>
            </a:r>
            <a:r>
              <a:rPr lang="en-GB" err="1"/>
              <a:t>appellantur</a:t>
            </a:r>
            <a:r>
              <a:rPr lang="en-GB"/>
              <a:t>. </a:t>
            </a:r>
            <a:r>
              <a:rPr lang="en-GB" err="1"/>
              <a:t>Dico</a:t>
            </a:r>
            <a:r>
              <a:rPr lang="en-GB"/>
              <a:t> prima </a:t>
            </a:r>
            <a:r>
              <a:rPr lang="en-GB" err="1"/>
              <a:t>efficiantur</a:t>
            </a:r>
            <a:r>
              <a:rPr lang="en-GB"/>
              <a:t> </a:t>
            </a:r>
            <a:r>
              <a:rPr lang="en-GB" err="1"/>
              <a:t>sed</a:t>
            </a:r>
            <a:r>
              <a:rPr lang="en-GB"/>
              <a:t> cu, ne utroque </a:t>
            </a:r>
            <a:r>
              <a:rPr lang="en-GB" err="1"/>
              <a:t>recusabo</a:t>
            </a:r>
            <a:r>
              <a:rPr lang="en-GB"/>
              <a:t> </a:t>
            </a:r>
            <a:r>
              <a:rPr lang="en-GB" err="1"/>
              <a:t>pri</a:t>
            </a:r>
            <a:r>
              <a:rPr lang="en-GB"/>
              <a:t>. </a:t>
            </a:r>
          </a:p>
          <a:p>
            <a:r>
              <a:rPr lang="en-GB"/>
              <a:t>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eu</a:t>
            </a:r>
            <a:r>
              <a:rPr lang="en-GB"/>
              <a:t> solum </a:t>
            </a:r>
            <a:r>
              <a:rPr lang="en-GB" err="1"/>
              <a:t>idque</a:t>
            </a:r>
            <a:r>
              <a:rPr lang="en-GB"/>
              <a:t> </a:t>
            </a:r>
            <a:r>
              <a:rPr lang="en-GB" err="1"/>
              <a:t>erant</a:t>
            </a:r>
            <a:r>
              <a:rPr lang="en-GB"/>
              <a:t> </a:t>
            </a:r>
            <a:r>
              <a:rPr lang="en-GB" err="1"/>
              <a:t>eos</a:t>
            </a:r>
            <a:r>
              <a:rPr lang="en-GB"/>
              <a:t>. Et </a:t>
            </a:r>
            <a:r>
              <a:rPr lang="en-GB" err="1"/>
              <a:t>melius</a:t>
            </a:r>
            <a:r>
              <a:rPr lang="en-GB"/>
              <a:t> </a:t>
            </a:r>
            <a:r>
              <a:rPr lang="en-GB" err="1"/>
              <a:t>delenit</a:t>
            </a:r>
            <a:r>
              <a:rPr lang="en-GB"/>
              <a:t> </a:t>
            </a:r>
            <a:r>
              <a:rPr lang="en-GB" err="1"/>
              <a:t>denique</a:t>
            </a:r>
            <a:r>
              <a:rPr lang="en-GB"/>
              <a:t> vis, </a:t>
            </a:r>
            <a:r>
              <a:rPr lang="en-GB" err="1"/>
              <a:t>ea</a:t>
            </a:r>
            <a:r>
              <a:rPr lang="en-GB"/>
              <a:t> pro </a:t>
            </a:r>
            <a:r>
              <a:rPr lang="en-GB" err="1"/>
              <a:t>erat</a:t>
            </a:r>
            <a:r>
              <a:rPr lang="en-GB"/>
              <a:t> </a:t>
            </a:r>
            <a:r>
              <a:rPr lang="en-GB" err="1"/>
              <a:t>aeterno</a:t>
            </a:r>
            <a:r>
              <a:rPr lang="en-GB"/>
              <a:t>. </a:t>
            </a:r>
            <a:r>
              <a:rPr lang="en-GB" err="1"/>
              <a:t>Mea</a:t>
            </a:r>
            <a:r>
              <a:rPr lang="en-GB"/>
              <a:t> </a:t>
            </a:r>
            <a:r>
              <a:rPr lang="en-GB" err="1"/>
              <a:t>ei</a:t>
            </a:r>
            <a:r>
              <a:rPr lang="en-GB"/>
              <a:t> </a:t>
            </a:r>
            <a:r>
              <a:rPr lang="en-GB" err="1"/>
              <a:t>propriae</a:t>
            </a:r>
            <a:r>
              <a:rPr lang="en-GB"/>
              <a:t> </a:t>
            </a:r>
            <a:r>
              <a:rPr lang="en-GB" err="1"/>
              <a:t>conclusionemque</a:t>
            </a:r>
            <a:r>
              <a:rPr lang="en-GB"/>
              <a:t>.</a:t>
            </a:r>
          </a:p>
          <a:p>
            <a:r>
              <a:rPr lang="en-GB" err="1"/>
              <a:t>Atqui</a:t>
            </a:r>
            <a:r>
              <a:rPr lang="en-GB"/>
              <a:t> </a:t>
            </a:r>
            <a:r>
              <a:rPr lang="en-GB" err="1"/>
              <a:t>feugait</a:t>
            </a:r>
            <a:r>
              <a:rPr lang="en-GB"/>
              <a:t> </a:t>
            </a:r>
            <a:r>
              <a:rPr lang="en-GB" err="1"/>
              <a:t>eloquentiam</a:t>
            </a:r>
            <a:r>
              <a:rPr lang="en-GB"/>
              <a:t> </a:t>
            </a:r>
            <a:r>
              <a:rPr lang="en-GB" err="1"/>
              <a:t>vel</a:t>
            </a:r>
            <a:r>
              <a:rPr lang="en-GB"/>
              <a:t> ex, duo at </a:t>
            </a:r>
            <a:r>
              <a:rPr lang="en-GB" err="1"/>
              <a:t>wisi</a:t>
            </a:r>
            <a:r>
              <a:rPr lang="en-GB"/>
              <a:t> </a:t>
            </a:r>
            <a:r>
              <a:rPr lang="en-GB" err="1"/>
              <a:t>blandit</a:t>
            </a:r>
            <a:r>
              <a:rPr lang="en-GB"/>
              <a:t>. Has </a:t>
            </a:r>
            <a:r>
              <a:rPr lang="en-GB" err="1"/>
              <a:t>dolor</a:t>
            </a:r>
            <a:r>
              <a:rPr lang="en-GB"/>
              <a:t> </a:t>
            </a:r>
            <a:r>
              <a:rPr lang="en-GB" err="1"/>
              <a:t>contentiones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, et nostro </a:t>
            </a:r>
            <a:r>
              <a:rPr lang="en-GB" err="1"/>
              <a:t>forensibus</a:t>
            </a:r>
            <a:r>
              <a:rPr lang="en-GB"/>
              <a:t> quo. </a:t>
            </a:r>
            <a:r>
              <a:rPr lang="en-GB" err="1"/>
              <a:t>Ei</a:t>
            </a:r>
            <a:r>
              <a:rPr lang="en-GB"/>
              <a:t> </a:t>
            </a:r>
            <a:r>
              <a:rPr lang="en-GB" err="1"/>
              <a:t>mel</a:t>
            </a:r>
            <a:r>
              <a:rPr lang="en-GB"/>
              <a:t> dicta </a:t>
            </a:r>
            <a:r>
              <a:rPr lang="en-GB" err="1"/>
              <a:t>utinam</a:t>
            </a:r>
            <a:r>
              <a:rPr lang="en-GB"/>
              <a:t> </a:t>
            </a:r>
            <a:r>
              <a:rPr lang="en-GB" err="1"/>
              <a:t>appellantur</a:t>
            </a:r>
            <a:r>
              <a:rPr lang="en-GB"/>
              <a:t>. </a:t>
            </a:r>
          </a:p>
          <a:p>
            <a:r>
              <a:rPr lang="en-GB" err="1"/>
              <a:t>Dico</a:t>
            </a:r>
            <a:r>
              <a:rPr lang="en-GB"/>
              <a:t> prima </a:t>
            </a:r>
            <a:r>
              <a:rPr lang="en-GB" err="1"/>
              <a:t>efficiantur</a:t>
            </a:r>
            <a:r>
              <a:rPr lang="en-GB"/>
              <a:t> </a:t>
            </a:r>
            <a:r>
              <a:rPr lang="en-GB" err="1"/>
              <a:t>sed</a:t>
            </a:r>
            <a:r>
              <a:rPr lang="en-GB"/>
              <a:t> cu, ne utroque </a:t>
            </a:r>
            <a:r>
              <a:rPr lang="en-GB" err="1"/>
              <a:t>recusabo</a:t>
            </a:r>
            <a:r>
              <a:rPr lang="en-GB"/>
              <a:t> </a:t>
            </a:r>
            <a:r>
              <a:rPr lang="en-GB" err="1"/>
              <a:t>pri</a:t>
            </a:r>
            <a:r>
              <a:rPr lang="en-GB"/>
              <a:t>. Mel </a:t>
            </a:r>
            <a:r>
              <a:rPr lang="en-GB" err="1"/>
              <a:t>eu</a:t>
            </a:r>
            <a:r>
              <a:rPr lang="en-GB"/>
              <a:t> </a:t>
            </a:r>
            <a:r>
              <a:rPr lang="en-GB" err="1"/>
              <a:t>ornatus</a:t>
            </a:r>
            <a:r>
              <a:rPr lang="en-GB"/>
              <a:t> </a:t>
            </a:r>
            <a:r>
              <a:rPr lang="en-GB" err="1"/>
              <a:t>mnesarchum</a:t>
            </a:r>
            <a:r>
              <a:rPr lang="en-GB"/>
              <a:t>, </a:t>
            </a:r>
            <a:r>
              <a:rPr lang="en-GB" err="1"/>
              <a:t>eum</a:t>
            </a:r>
            <a:r>
              <a:rPr lang="en-GB"/>
              <a:t> </a:t>
            </a:r>
            <a:r>
              <a:rPr lang="en-GB" err="1"/>
              <a:t>adversarium</a:t>
            </a:r>
            <a:r>
              <a:rPr lang="en-GB"/>
              <a:t> </a:t>
            </a:r>
            <a:r>
              <a:rPr lang="en-GB" err="1"/>
              <a:t>definitiones</a:t>
            </a:r>
            <a:r>
              <a:rPr lang="en-GB"/>
              <a:t> no has </a:t>
            </a:r>
            <a:r>
              <a:rPr lang="en-GB" err="1"/>
              <a:t>dolor</a:t>
            </a:r>
            <a:r>
              <a:rPr lang="en-GB"/>
              <a:t> </a:t>
            </a:r>
            <a:r>
              <a:rPr lang="en-GB" err="1"/>
              <a:t>contentiones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, et nostro.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37A03D-B0F9-6061-A82B-A1D2815EC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43657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07C89D8-F472-3A70-A53D-530C2A8461D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FEC4E6A-3A0B-0ADC-3A3A-2D14C4ABECA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GB"/>
              <a:t>Section three</a:t>
            </a:r>
          </a:p>
          <a:p>
            <a:pPr lvl="1"/>
            <a:r>
              <a:rPr lang="en-GB"/>
              <a:t>Building new possibilities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80A7B73-61B8-D706-8DCE-BE26832D0ED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90E8977-A842-5960-D47B-7453C391771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GB"/>
              <a:t>03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A0DBAEA-A844-2329-F2A9-D036C6BFF47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17</a:t>
            </a:fld>
            <a:endParaRPr lang="en-GB"/>
          </a:p>
        </p:txBody>
      </p:sp>
      <p:pic>
        <p:nvPicPr>
          <p:cNvPr id="11" name="Picture Placeholder 10">
            <a:extLst>
              <a:ext uri="{FF2B5EF4-FFF2-40B4-BE49-F238E27FC236}">
                <a16:creationId xmlns:a16="http://schemas.microsoft.com/office/drawing/2014/main" id="{5A2C5284-2550-5483-B95C-F6D8F0011F5B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 r:embed="rId2"/>
          <a:srcRect l="3133" r="3133"/>
          <a:stretch>
            <a:fillRect/>
          </a:stretch>
        </p:blipFill>
        <p:spPr/>
      </p:pic>
      <p:pic>
        <p:nvPicPr>
          <p:cNvPr id="15" name="Picture Placeholder 14">
            <a:extLst>
              <a:ext uri="{FF2B5EF4-FFF2-40B4-BE49-F238E27FC236}">
                <a16:creationId xmlns:a16="http://schemas.microsoft.com/office/drawing/2014/main" id="{B384A1E4-A4FE-195F-B88B-1340B71ED8A2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3135" r="3135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1083845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7A9591E4-FDD0-36E4-B7B6-E9F28E4DB085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 rotWithShape="1">
          <a:blip r:embed="rId2"/>
          <a:srcRect l="54" r="54"/>
          <a:stretch/>
        </p:blipFill>
        <p:spPr/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9922DB2B-D1D1-5142-6B41-F92FA639202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C24F0107-52D6-7975-12F1-2027392ACF9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09FFC7B7-72FC-90EA-FA09-84CAB16A12B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4166EFD-D47F-BBC6-C5E4-FE22887A206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B42047F8-37B3-6FE0-B048-C3F5C9F6F1B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04BFB3C-99E8-088F-7B92-F81743B9C7D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GB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33651885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6FD665F-A595-62D7-2679-7AE9D7ACDD6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BD74990C-9623-1A5E-7BC0-7D3EC4124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Image left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241387C-4209-6583-6004-26AE7DCD7B5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pPr lvl="1"/>
            <a:r>
              <a:rPr lang="en-GB"/>
              <a:t>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eu</a:t>
            </a:r>
            <a:r>
              <a:rPr lang="en-GB"/>
              <a:t> solum </a:t>
            </a:r>
            <a:r>
              <a:rPr lang="en-GB" err="1"/>
              <a:t>idque</a:t>
            </a:r>
            <a:r>
              <a:rPr lang="en-GB"/>
              <a:t> </a:t>
            </a:r>
            <a:r>
              <a:rPr lang="en-GB" err="1"/>
              <a:t>erant</a:t>
            </a:r>
            <a:r>
              <a:rPr lang="en-GB"/>
              <a:t> </a:t>
            </a:r>
            <a:r>
              <a:rPr lang="en-GB" err="1"/>
              <a:t>eos</a:t>
            </a:r>
            <a:r>
              <a:rPr lang="en-GB"/>
              <a:t>. </a:t>
            </a:r>
            <a:r>
              <a:rPr lang="en-GB" err="1"/>
              <a:t>Numquam</a:t>
            </a:r>
            <a:r>
              <a:rPr lang="en-GB"/>
              <a:t> </a:t>
            </a:r>
            <a:r>
              <a:rPr lang="en-GB" err="1"/>
              <a:t>consulatu</a:t>
            </a:r>
            <a:r>
              <a:rPr lang="en-GB"/>
              <a:t> </a:t>
            </a:r>
            <a:r>
              <a:rPr lang="en-GB" err="1"/>
              <a:t>sed</a:t>
            </a:r>
            <a:r>
              <a:rPr lang="en-GB"/>
              <a:t> </a:t>
            </a:r>
            <a:r>
              <a:rPr lang="en-GB" err="1"/>
              <a:t>eu</a:t>
            </a:r>
            <a:r>
              <a:rPr lang="en-GB"/>
              <a:t>, dicta </a:t>
            </a:r>
            <a:r>
              <a:rPr lang="en-GB" err="1"/>
              <a:t>facilisis</a:t>
            </a:r>
            <a:r>
              <a:rPr lang="en-GB"/>
              <a:t> </a:t>
            </a:r>
            <a:r>
              <a:rPr lang="en-GB" err="1"/>
              <a:t>eu</a:t>
            </a:r>
            <a:r>
              <a:rPr lang="en-GB"/>
              <a:t> vis. </a:t>
            </a:r>
          </a:p>
          <a:p>
            <a:r>
              <a:rPr lang="en-GB"/>
              <a:t>Et </a:t>
            </a:r>
            <a:r>
              <a:rPr lang="en-GB" err="1"/>
              <a:t>melius</a:t>
            </a:r>
            <a:r>
              <a:rPr lang="en-GB"/>
              <a:t> </a:t>
            </a:r>
            <a:r>
              <a:rPr lang="en-GB" err="1"/>
              <a:t>delenit</a:t>
            </a:r>
            <a:r>
              <a:rPr lang="en-GB"/>
              <a:t> </a:t>
            </a:r>
            <a:r>
              <a:rPr lang="en-GB" err="1"/>
              <a:t>denique</a:t>
            </a:r>
            <a:r>
              <a:rPr lang="en-GB"/>
              <a:t> vis, </a:t>
            </a:r>
            <a:r>
              <a:rPr lang="en-GB" err="1"/>
              <a:t>ea</a:t>
            </a:r>
            <a:r>
              <a:rPr lang="en-GB"/>
              <a:t> pro </a:t>
            </a:r>
            <a:r>
              <a:rPr lang="en-GB" err="1"/>
              <a:t>erat</a:t>
            </a:r>
            <a:r>
              <a:rPr lang="en-GB"/>
              <a:t> </a:t>
            </a:r>
            <a:r>
              <a:rPr lang="en-GB" err="1"/>
              <a:t>aeterno</a:t>
            </a:r>
            <a:r>
              <a:rPr lang="en-GB"/>
              <a:t>. </a:t>
            </a:r>
            <a:r>
              <a:rPr lang="en-GB" err="1"/>
              <a:t>Mea</a:t>
            </a:r>
            <a:r>
              <a:rPr lang="en-GB"/>
              <a:t> </a:t>
            </a:r>
            <a:r>
              <a:rPr lang="en-GB" err="1"/>
              <a:t>ei</a:t>
            </a:r>
            <a:r>
              <a:rPr lang="en-GB"/>
              <a:t> </a:t>
            </a:r>
            <a:r>
              <a:rPr lang="en-GB" err="1"/>
              <a:t>propriae</a:t>
            </a:r>
            <a:r>
              <a:rPr lang="en-GB"/>
              <a:t> </a:t>
            </a:r>
            <a:r>
              <a:rPr lang="en-GB" err="1"/>
              <a:t>conclusionemque</a:t>
            </a:r>
            <a:r>
              <a:rPr lang="en-GB"/>
              <a:t>.</a:t>
            </a:r>
          </a:p>
          <a:p>
            <a:r>
              <a:rPr lang="en-GB" err="1"/>
              <a:t>Atqui</a:t>
            </a:r>
            <a:r>
              <a:rPr lang="en-GB"/>
              <a:t> </a:t>
            </a:r>
            <a:r>
              <a:rPr lang="en-GB" err="1"/>
              <a:t>feugait</a:t>
            </a:r>
            <a:r>
              <a:rPr lang="en-GB"/>
              <a:t> </a:t>
            </a:r>
            <a:r>
              <a:rPr lang="en-GB" err="1"/>
              <a:t>eloquentiam</a:t>
            </a:r>
            <a:r>
              <a:rPr lang="en-GB"/>
              <a:t> </a:t>
            </a:r>
            <a:r>
              <a:rPr lang="en-GB" err="1"/>
              <a:t>vel</a:t>
            </a:r>
            <a:r>
              <a:rPr lang="en-GB"/>
              <a:t> ex, duo at </a:t>
            </a:r>
            <a:r>
              <a:rPr lang="en-GB" err="1"/>
              <a:t>wisi</a:t>
            </a:r>
            <a:r>
              <a:rPr lang="en-GB"/>
              <a:t> </a:t>
            </a:r>
            <a:r>
              <a:rPr lang="en-GB" err="1"/>
              <a:t>blandit</a:t>
            </a:r>
            <a:r>
              <a:rPr lang="en-GB"/>
              <a:t>. Has </a:t>
            </a:r>
            <a:r>
              <a:rPr lang="en-GB" err="1"/>
              <a:t>dolor</a:t>
            </a:r>
            <a:r>
              <a:rPr lang="en-GB"/>
              <a:t> </a:t>
            </a:r>
            <a:r>
              <a:rPr lang="en-GB" err="1"/>
              <a:t>contentiones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, et nostro </a:t>
            </a:r>
            <a:r>
              <a:rPr lang="en-GB" err="1"/>
              <a:t>forensibus</a:t>
            </a:r>
            <a:r>
              <a:rPr lang="en-GB"/>
              <a:t> quo. </a:t>
            </a:r>
            <a:r>
              <a:rPr lang="en-GB" err="1"/>
              <a:t>Ei</a:t>
            </a:r>
            <a:r>
              <a:rPr lang="en-GB"/>
              <a:t> </a:t>
            </a:r>
            <a:r>
              <a:rPr lang="en-GB" err="1"/>
              <a:t>mel</a:t>
            </a:r>
            <a:r>
              <a:rPr lang="en-GB"/>
              <a:t> dicta </a:t>
            </a:r>
            <a:r>
              <a:rPr lang="en-GB" err="1"/>
              <a:t>utinam</a:t>
            </a:r>
            <a:r>
              <a:rPr lang="en-GB"/>
              <a:t> </a:t>
            </a:r>
            <a:r>
              <a:rPr lang="en-GB" err="1"/>
              <a:t>appellantur</a:t>
            </a:r>
            <a:r>
              <a:rPr lang="en-GB"/>
              <a:t>. </a:t>
            </a:r>
            <a:r>
              <a:rPr lang="en-GB" err="1"/>
              <a:t>Dico</a:t>
            </a:r>
            <a:r>
              <a:rPr lang="en-GB"/>
              <a:t> prima </a:t>
            </a:r>
            <a:r>
              <a:rPr lang="en-GB" err="1"/>
              <a:t>efficiantur</a:t>
            </a:r>
            <a:r>
              <a:rPr lang="en-GB"/>
              <a:t> </a:t>
            </a:r>
            <a:r>
              <a:rPr lang="en-GB" err="1"/>
              <a:t>sed</a:t>
            </a:r>
            <a:r>
              <a:rPr lang="en-GB"/>
              <a:t> cu, ne utroque </a:t>
            </a:r>
            <a:r>
              <a:rPr lang="en-GB" err="1"/>
              <a:t>recusabo</a:t>
            </a:r>
            <a:r>
              <a:rPr lang="en-GB"/>
              <a:t> </a:t>
            </a:r>
            <a:r>
              <a:rPr lang="en-GB" err="1"/>
              <a:t>pri</a:t>
            </a:r>
            <a:r>
              <a:rPr lang="en-GB"/>
              <a:t>.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B758B7-F18A-433F-6620-026EF39DD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19</a:t>
            </a:fld>
            <a:endParaRPr lang="en-GB"/>
          </a:p>
        </p:txBody>
      </p:sp>
      <p:pic>
        <p:nvPicPr>
          <p:cNvPr id="10" name="Picture Placeholder 9">
            <a:extLst>
              <a:ext uri="{FF2B5EF4-FFF2-40B4-BE49-F238E27FC236}">
                <a16:creationId xmlns:a16="http://schemas.microsoft.com/office/drawing/2014/main" id="{0B414838-0BCC-4346-3F72-0BC9C5454027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2"/>
          <a:srcRect t="176" b="176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4074392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B5A2BC4D-AB3B-7048-ED02-9A3E011EA20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059556F-9181-0076-8440-2E518D67E74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85813" y="1677117"/>
            <a:ext cx="8196262" cy="4108450"/>
          </a:xfrm>
        </p:spPr>
        <p:txBody>
          <a:bodyPr/>
          <a:lstStyle/>
          <a:p>
            <a:pPr lvl="1"/>
            <a:r>
              <a:rPr lang="en-GB"/>
              <a:t>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eu</a:t>
            </a:r>
            <a:r>
              <a:rPr lang="en-GB"/>
              <a:t> solum </a:t>
            </a:r>
            <a:r>
              <a:rPr lang="en-GB" err="1"/>
              <a:t>idque</a:t>
            </a:r>
            <a:r>
              <a:rPr lang="en-GB"/>
              <a:t> </a:t>
            </a:r>
            <a:r>
              <a:rPr lang="en-GB" err="1"/>
              <a:t>erant</a:t>
            </a:r>
            <a:r>
              <a:rPr lang="en-GB"/>
              <a:t> </a:t>
            </a:r>
            <a:r>
              <a:rPr lang="en-GB" err="1"/>
              <a:t>eos</a:t>
            </a:r>
            <a:r>
              <a:rPr lang="en-GB"/>
              <a:t>. </a:t>
            </a:r>
            <a:r>
              <a:rPr lang="en-GB" err="1"/>
              <a:t>Numquam</a:t>
            </a:r>
            <a:r>
              <a:rPr lang="en-GB"/>
              <a:t> </a:t>
            </a:r>
            <a:r>
              <a:rPr lang="en-GB" err="1"/>
              <a:t>consulatu</a:t>
            </a:r>
            <a:r>
              <a:rPr lang="en-GB"/>
              <a:t> </a:t>
            </a:r>
            <a:r>
              <a:rPr lang="en-GB" err="1"/>
              <a:t>sed</a:t>
            </a:r>
            <a:r>
              <a:rPr lang="en-GB"/>
              <a:t> </a:t>
            </a:r>
            <a:r>
              <a:rPr lang="en-GB" err="1"/>
              <a:t>eu</a:t>
            </a:r>
            <a:r>
              <a:rPr lang="en-GB"/>
              <a:t>, dicta </a:t>
            </a:r>
            <a:r>
              <a:rPr lang="en-GB" err="1"/>
              <a:t>facilisis</a:t>
            </a:r>
            <a:r>
              <a:rPr lang="en-GB"/>
              <a:t> </a:t>
            </a:r>
            <a:r>
              <a:rPr lang="en-GB" err="1"/>
              <a:t>eu</a:t>
            </a:r>
            <a:r>
              <a:rPr lang="en-GB"/>
              <a:t> vis. Et </a:t>
            </a:r>
            <a:r>
              <a:rPr lang="en-GB" err="1"/>
              <a:t>melius</a:t>
            </a:r>
            <a:r>
              <a:rPr lang="en-GB"/>
              <a:t> </a:t>
            </a:r>
            <a:r>
              <a:rPr lang="en-GB" err="1"/>
              <a:t>delenit</a:t>
            </a:r>
            <a:r>
              <a:rPr lang="en-GB"/>
              <a:t> </a:t>
            </a:r>
            <a:r>
              <a:rPr lang="en-GB" err="1"/>
              <a:t>denique</a:t>
            </a:r>
            <a:r>
              <a:rPr lang="en-GB"/>
              <a:t> vis, </a:t>
            </a:r>
            <a:r>
              <a:rPr lang="en-GB" err="1"/>
              <a:t>ea</a:t>
            </a:r>
            <a:r>
              <a:rPr lang="en-GB"/>
              <a:t> pro </a:t>
            </a:r>
            <a:r>
              <a:rPr lang="en-GB" err="1"/>
              <a:t>erat</a:t>
            </a:r>
            <a:r>
              <a:rPr lang="en-GB"/>
              <a:t> </a:t>
            </a:r>
            <a:r>
              <a:rPr lang="en-GB" err="1"/>
              <a:t>aeterno</a:t>
            </a:r>
            <a:r>
              <a:rPr lang="en-GB"/>
              <a:t>. </a:t>
            </a:r>
            <a:r>
              <a:rPr lang="en-GB" err="1"/>
              <a:t>Mea</a:t>
            </a:r>
            <a:r>
              <a:rPr lang="en-GB"/>
              <a:t> </a:t>
            </a:r>
            <a:r>
              <a:rPr lang="en-GB" err="1"/>
              <a:t>ei</a:t>
            </a:r>
            <a:r>
              <a:rPr lang="en-GB"/>
              <a:t> </a:t>
            </a:r>
            <a:r>
              <a:rPr lang="en-GB" err="1"/>
              <a:t>propriae</a:t>
            </a:r>
            <a:r>
              <a:rPr lang="en-GB"/>
              <a:t> </a:t>
            </a:r>
            <a:r>
              <a:rPr lang="en-GB" err="1"/>
              <a:t>conclusionemque</a:t>
            </a:r>
            <a:r>
              <a:rPr lang="en-GB"/>
              <a:t>.</a:t>
            </a:r>
          </a:p>
          <a:p>
            <a:r>
              <a:rPr lang="en-GB" err="1"/>
              <a:t>Atqui</a:t>
            </a:r>
            <a:r>
              <a:rPr lang="en-GB"/>
              <a:t> </a:t>
            </a:r>
            <a:r>
              <a:rPr lang="en-GB" err="1"/>
              <a:t>feugait</a:t>
            </a:r>
            <a:r>
              <a:rPr lang="en-GB"/>
              <a:t> </a:t>
            </a:r>
            <a:r>
              <a:rPr lang="en-GB" err="1"/>
              <a:t>eloquentiam</a:t>
            </a:r>
            <a:r>
              <a:rPr lang="en-GB"/>
              <a:t> </a:t>
            </a:r>
            <a:r>
              <a:rPr lang="en-GB" err="1"/>
              <a:t>vel</a:t>
            </a:r>
            <a:r>
              <a:rPr lang="en-GB"/>
              <a:t> ex, duo at </a:t>
            </a:r>
            <a:r>
              <a:rPr lang="en-GB" err="1"/>
              <a:t>wisi</a:t>
            </a:r>
            <a:r>
              <a:rPr lang="en-GB"/>
              <a:t> </a:t>
            </a:r>
            <a:r>
              <a:rPr lang="en-GB" err="1"/>
              <a:t>blandit</a:t>
            </a:r>
            <a:r>
              <a:rPr lang="en-GB"/>
              <a:t>. Has </a:t>
            </a:r>
            <a:r>
              <a:rPr lang="en-GB" err="1"/>
              <a:t>dolor</a:t>
            </a:r>
            <a:r>
              <a:rPr lang="en-GB"/>
              <a:t> </a:t>
            </a:r>
            <a:r>
              <a:rPr lang="en-GB" err="1"/>
              <a:t>contentiones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, et nostro </a:t>
            </a:r>
            <a:r>
              <a:rPr lang="en-GB" err="1"/>
              <a:t>forensibus</a:t>
            </a:r>
            <a:r>
              <a:rPr lang="en-GB"/>
              <a:t> quo. </a:t>
            </a:r>
            <a:r>
              <a:rPr lang="en-GB" err="1"/>
              <a:t>Ei</a:t>
            </a:r>
            <a:r>
              <a:rPr lang="en-GB"/>
              <a:t> </a:t>
            </a:r>
            <a:r>
              <a:rPr lang="en-GB" err="1"/>
              <a:t>mel</a:t>
            </a:r>
            <a:r>
              <a:rPr lang="en-GB"/>
              <a:t> dicta </a:t>
            </a:r>
            <a:r>
              <a:rPr lang="en-GB" err="1"/>
              <a:t>utinam</a:t>
            </a:r>
            <a:r>
              <a:rPr lang="en-GB"/>
              <a:t> </a:t>
            </a:r>
            <a:r>
              <a:rPr lang="en-GB" err="1"/>
              <a:t>appellantur</a:t>
            </a:r>
            <a:r>
              <a:rPr lang="en-GB"/>
              <a:t>. </a:t>
            </a:r>
            <a:r>
              <a:rPr lang="en-GB" err="1"/>
              <a:t>Dico</a:t>
            </a:r>
            <a:r>
              <a:rPr lang="en-GB"/>
              <a:t> prima </a:t>
            </a:r>
            <a:r>
              <a:rPr lang="en-GB" err="1"/>
              <a:t>efficiantur</a:t>
            </a:r>
            <a:r>
              <a:rPr lang="en-GB"/>
              <a:t> </a:t>
            </a:r>
            <a:r>
              <a:rPr lang="en-GB" err="1"/>
              <a:t>sed</a:t>
            </a:r>
            <a:r>
              <a:rPr lang="en-GB"/>
              <a:t> cu, ne utroque </a:t>
            </a:r>
            <a:r>
              <a:rPr lang="en-GB" err="1"/>
              <a:t>recusabo</a:t>
            </a:r>
            <a:r>
              <a:rPr lang="en-GB"/>
              <a:t> </a:t>
            </a:r>
            <a:r>
              <a:rPr lang="en-GB" err="1"/>
              <a:t>pri</a:t>
            </a:r>
            <a:r>
              <a:rPr lang="en-GB"/>
              <a:t>. </a:t>
            </a:r>
          </a:p>
          <a:p>
            <a:r>
              <a:rPr lang="en-GB"/>
              <a:t>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eu</a:t>
            </a:r>
            <a:r>
              <a:rPr lang="en-GB"/>
              <a:t> solum </a:t>
            </a:r>
            <a:r>
              <a:rPr lang="en-GB" err="1"/>
              <a:t>idque</a:t>
            </a:r>
            <a:r>
              <a:rPr lang="en-GB"/>
              <a:t> </a:t>
            </a:r>
            <a:r>
              <a:rPr lang="en-GB" err="1"/>
              <a:t>erant</a:t>
            </a:r>
            <a:r>
              <a:rPr lang="en-GB"/>
              <a:t> </a:t>
            </a:r>
            <a:r>
              <a:rPr lang="en-GB" err="1"/>
              <a:t>eos</a:t>
            </a:r>
            <a:r>
              <a:rPr lang="en-GB"/>
              <a:t>. Et </a:t>
            </a:r>
            <a:r>
              <a:rPr lang="en-GB" err="1"/>
              <a:t>melius</a:t>
            </a:r>
            <a:r>
              <a:rPr lang="en-GB"/>
              <a:t> </a:t>
            </a:r>
            <a:r>
              <a:rPr lang="en-GB" err="1"/>
              <a:t>delenit</a:t>
            </a:r>
            <a:r>
              <a:rPr lang="en-GB"/>
              <a:t> </a:t>
            </a:r>
            <a:r>
              <a:rPr lang="en-GB" err="1"/>
              <a:t>denique</a:t>
            </a:r>
            <a:r>
              <a:rPr lang="en-GB"/>
              <a:t> vis, </a:t>
            </a:r>
            <a:r>
              <a:rPr lang="en-GB" err="1"/>
              <a:t>ea</a:t>
            </a:r>
            <a:r>
              <a:rPr lang="en-GB"/>
              <a:t> pro </a:t>
            </a:r>
            <a:r>
              <a:rPr lang="en-GB" err="1"/>
              <a:t>erat</a:t>
            </a:r>
            <a:r>
              <a:rPr lang="en-GB"/>
              <a:t> </a:t>
            </a:r>
            <a:r>
              <a:rPr lang="en-GB" err="1"/>
              <a:t>aeterno</a:t>
            </a:r>
            <a:r>
              <a:rPr lang="en-GB"/>
              <a:t>. </a:t>
            </a:r>
            <a:r>
              <a:rPr lang="en-GB" err="1"/>
              <a:t>Mea</a:t>
            </a:r>
            <a:r>
              <a:rPr lang="en-GB"/>
              <a:t> </a:t>
            </a:r>
            <a:r>
              <a:rPr lang="en-GB" err="1"/>
              <a:t>ei</a:t>
            </a:r>
            <a:r>
              <a:rPr lang="en-GB"/>
              <a:t> </a:t>
            </a:r>
            <a:r>
              <a:rPr lang="en-GB" err="1"/>
              <a:t>propriae</a:t>
            </a:r>
            <a:r>
              <a:rPr lang="en-GB"/>
              <a:t> </a:t>
            </a:r>
            <a:r>
              <a:rPr lang="en-GB" err="1"/>
              <a:t>conclusionemque</a:t>
            </a:r>
            <a:r>
              <a:rPr lang="en-GB"/>
              <a:t>.</a:t>
            </a:r>
          </a:p>
          <a:p>
            <a:r>
              <a:rPr lang="en-GB" err="1"/>
              <a:t>Atqui</a:t>
            </a:r>
            <a:r>
              <a:rPr lang="en-GB"/>
              <a:t> </a:t>
            </a:r>
            <a:r>
              <a:rPr lang="en-GB" err="1"/>
              <a:t>feugait</a:t>
            </a:r>
            <a:r>
              <a:rPr lang="en-GB"/>
              <a:t> </a:t>
            </a:r>
            <a:r>
              <a:rPr lang="en-GB" err="1"/>
              <a:t>eloquentiam</a:t>
            </a:r>
            <a:r>
              <a:rPr lang="en-GB"/>
              <a:t> </a:t>
            </a:r>
            <a:r>
              <a:rPr lang="en-GB" err="1"/>
              <a:t>vel</a:t>
            </a:r>
            <a:r>
              <a:rPr lang="en-GB"/>
              <a:t> ex, duo at </a:t>
            </a:r>
            <a:r>
              <a:rPr lang="en-GB" err="1"/>
              <a:t>wisi</a:t>
            </a:r>
            <a:r>
              <a:rPr lang="en-GB"/>
              <a:t> </a:t>
            </a:r>
            <a:r>
              <a:rPr lang="en-GB" err="1"/>
              <a:t>blandit</a:t>
            </a:r>
            <a:r>
              <a:rPr lang="en-GB"/>
              <a:t>. Has </a:t>
            </a:r>
            <a:r>
              <a:rPr lang="en-GB" err="1"/>
              <a:t>dolor</a:t>
            </a:r>
            <a:r>
              <a:rPr lang="en-GB"/>
              <a:t> </a:t>
            </a:r>
            <a:r>
              <a:rPr lang="en-GB" err="1"/>
              <a:t>contentiones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, et nostro </a:t>
            </a:r>
            <a:r>
              <a:rPr lang="en-GB" err="1"/>
              <a:t>forensibus</a:t>
            </a:r>
            <a:r>
              <a:rPr lang="en-GB"/>
              <a:t> quo. </a:t>
            </a:r>
            <a:r>
              <a:rPr lang="en-GB" err="1"/>
              <a:t>Ei</a:t>
            </a:r>
            <a:r>
              <a:rPr lang="en-GB"/>
              <a:t> </a:t>
            </a:r>
            <a:r>
              <a:rPr lang="en-GB" err="1"/>
              <a:t>mel</a:t>
            </a:r>
            <a:r>
              <a:rPr lang="en-GB"/>
              <a:t> dicta </a:t>
            </a:r>
            <a:r>
              <a:rPr lang="en-GB" err="1"/>
              <a:t>utinam</a:t>
            </a:r>
            <a:r>
              <a:rPr lang="en-GB"/>
              <a:t> </a:t>
            </a:r>
            <a:r>
              <a:rPr lang="en-GB" err="1"/>
              <a:t>appellantur</a:t>
            </a:r>
            <a:r>
              <a:rPr lang="en-GB"/>
              <a:t>. </a:t>
            </a:r>
          </a:p>
          <a:p>
            <a:r>
              <a:rPr lang="en-GB" err="1"/>
              <a:t>Dico</a:t>
            </a:r>
            <a:r>
              <a:rPr lang="en-GB"/>
              <a:t> prima </a:t>
            </a:r>
            <a:r>
              <a:rPr lang="en-GB" err="1"/>
              <a:t>efficiantur</a:t>
            </a:r>
            <a:r>
              <a:rPr lang="en-GB"/>
              <a:t> </a:t>
            </a:r>
            <a:r>
              <a:rPr lang="en-GB" err="1"/>
              <a:t>sed</a:t>
            </a:r>
            <a:r>
              <a:rPr lang="en-GB"/>
              <a:t> cu, ne utroque </a:t>
            </a:r>
            <a:r>
              <a:rPr lang="en-GB" err="1"/>
              <a:t>recusabo</a:t>
            </a:r>
            <a:r>
              <a:rPr lang="en-GB"/>
              <a:t> </a:t>
            </a:r>
            <a:r>
              <a:rPr lang="en-GB" err="1"/>
              <a:t>pri</a:t>
            </a:r>
            <a:r>
              <a:rPr lang="en-GB"/>
              <a:t>. Mel </a:t>
            </a:r>
            <a:r>
              <a:rPr lang="en-GB" err="1"/>
              <a:t>eu</a:t>
            </a:r>
            <a:r>
              <a:rPr lang="en-GB"/>
              <a:t> </a:t>
            </a:r>
            <a:r>
              <a:rPr lang="en-GB" err="1"/>
              <a:t>ornatus</a:t>
            </a:r>
            <a:r>
              <a:rPr lang="en-GB"/>
              <a:t> </a:t>
            </a:r>
            <a:r>
              <a:rPr lang="en-GB" err="1"/>
              <a:t>mnesarchum</a:t>
            </a:r>
            <a:r>
              <a:rPr lang="en-GB"/>
              <a:t>, </a:t>
            </a:r>
            <a:r>
              <a:rPr lang="en-GB" err="1"/>
              <a:t>eum</a:t>
            </a:r>
            <a:r>
              <a:rPr lang="en-GB"/>
              <a:t> </a:t>
            </a:r>
            <a:r>
              <a:rPr lang="en-GB" err="1"/>
              <a:t>adversarium</a:t>
            </a:r>
            <a:r>
              <a:rPr lang="en-GB"/>
              <a:t> </a:t>
            </a:r>
            <a:r>
              <a:rPr lang="en-GB" err="1"/>
              <a:t>definitiones</a:t>
            </a:r>
            <a:r>
              <a:rPr lang="en-GB"/>
              <a:t> no has </a:t>
            </a:r>
            <a:r>
              <a:rPr lang="en-GB" err="1"/>
              <a:t>dolor</a:t>
            </a:r>
            <a:r>
              <a:rPr lang="en-GB"/>
              <a:t> </a:t>
            </a:r>
            <a:r>
              <a:rPr lang="en-GB" err="1"/>
              <a:t>contentiones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, et nostro.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3A7520-2F4D-8AF4-C863-4F94509B7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20</a:t>
            </a:fld>
            <a:endParaRPr lang="en-GB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381F0A3-EEAE-586A-0D80-F305D513DE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/>
              <a:t>20%</a:t>
            </a:r>
          </a:p>
          <a:p>
            <a:pPr lvl="1"/>
            <a:r>
              <a:rPr lang="en-GB"/>
              <a:t>Lorem ipsum </a:t>
            </a:r>
            <a:r>
              <a:rPr lang="en-GB" err="1"/>
              <a:t>dolor</a:t>
            </a:r>
            <a:endParaRPr lang="en-GB"/>
          </a:p>
          <a:p>
            <a:pPr lvl="2"/>
            <a:r>
              <a:rPr lang="en-GB"/>
              <a:t>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eu</a:t>
            </a:r>
            <a:r>
              <a:rPr lang="en-GB"/>
              <a:t> solum </a:t>
            </a:r>
            <a:r>
              <a:rPr lang="en-GB" err="1"/>
              <a:t>idque</a:t>
            </a:r>
            <a:r>
              <a:rPr lang="en-GB"/>
              <a:t> errant </a:t>
            </a:r>
            <a:r>
              <a:rPr lang="en-GB" err="1"/>
              <a:t>eos</a:t>
            </a:r>
            <a:endParaRPr lang="en-GB"/>
          </a:p>
          <a:p>
            <a:r>
              <a:rPr lang="en-GB"/>
              <a:t>50%</a:t>
            </a:r>
          </a:p>
          <a:p>
            <a:pPr lvl="1"/>
            <a:r>
              <a:rPr lang="en-GB"/>
              <a:t>Lorem ipsum </a:t>
            </a:r>
            <a:r>
              <a:rPr lang="en-GB" err="1"/>
              <a:t>dolor</a:t>
            </a:r>
            <a:endParaRPr lang="en-GB"/>
          </a:p>
          <a:p>
            <a:pPr lvl="2"/>
            <a:r>
              <a:rPr lang="en-GB"/>
              <a:t>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eu</a:t>
            </a:r>
            <a:r>
              <a:rPr lang="en-GB"/>
              <a:t> solum </a:t>
            </a:r>
            <a:r>
              <a:rPr lang="en-GB" err="1"/>
              <a:t>idque</a:t>
            </a:r>
            <a:r>
              <a:rPr lang="en-GB"/>
              <a:t> errant </a:t>
            </a:r>
            <a:r>
              <a:rPr lang="en-GB" err="1"/>
              <a:t>eos</a:t>
            </a:r>
            <a:endParaRPr lang="en-GB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077F6EC-CF92-DA05-AB09-288A569D5A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Creating breakthroughs for brands </a:t>
            </a:r>
            <a:br>
              <a:rPr lang="en-GB"/>
            </a:br>
            <a:r>
              <a:rPr lang="en-GB"/>
              <a:t>in an age of new possibilities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BA7FE53-9F7A-C400-0E22-B6134F6E2C28}"/>
              </a:ext>
            </a:extLst>
          </p:cNvPr>
          <p:cNvCxnSpPr/>
          <p:nvPr/>
        </p:nvCxnSpPr>
        <p:spPr>
          <a:xfrm>
            <a:off x="9954603" y="3158390"/>
            <a:ext cx="1927654" cy="0"/>
          </a:xfrm>
          <a:prstGeom prst="line">
            <a:avLst/>
          </a:prstGeom>
          <a:ln w="12700">
            <a:solidFill>
              <a:schemeClr val="bg2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74621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B5A2BC4D-AB3B-7048-ED02-9A3E011EA20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059556F-9181-0076-8440-2E518D67E74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pPr lvl="1"/>
            <a:r>
              <a:rPr lang="en-GB"/>
              <a:t>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eu</a:t>
            </a:r>
            <a:r>
              <a:rPr lang="en-GB"/>
              <a:t> solum </a:t>
            </a:r>
            <a:r>
              <a:rPr lang="en-GB" err="1"/>
              <a:t>idque</a:t>
            </a:r>
            <a:r>
              <a:rPr lang="en-GB"/>
              <a:t> </a:t>
            </a:r>
            <a:r>
              <a:rPr lang="en-GB" err="1"/>
              <a:t>erant</a:t>
            </a:r>
            <a:r>
              <a:rPr lang="en-GB"/>
              <a:t> </a:t>
            </a:r>
            <a:r>
              <a:rPr lang="en-GB" err="1"/>
              <a:t>eos</a:t>
            </a:r>
            <a:r>
              <a:rPr lang="en-GB"/>
              <a:t>. </a:t>
            </a:r>
            <a:r>
              <a:rPr lang="en-GB" err="1"/>
              <a:t>Numquam</a:t>
            </a:r>
            <a:r>
              <a:rPr lang="en-GB"/>
              <a:t> </a:t>
            </a:r>
            <a:r>
              <a:rPr lang="en-GB" err="1"/>
              <a:t>consulatu</a:t>
            </a:r>
            <a:r>
              <a:rPr lang="en-GB"/>
              <a:t> </a:t>
            </a:r>
            <a:r>
              <a:rPr lang="en-GB" err="1"/>
              <a:t>sed</a:t>
            </a:r>
            <a:r>
              <a:rPr lang="en-GB"/>
              <a:t> </a:t>
            </a:r>
            <a:r>
              <a:rPr lang="en-GB" err="1"/>
              <a:t>eu</a:t>
            </a:r>
            <a:r>
              <a:rPr lang="en-GB"/>
              <a:t>, dicta </a:t>
            </a:r>
            <a:r>
              <a:rPr lang="en-GB" err="1"/>
              <a:t>facilisis</a:t>
            </a:r>
            <a:r>
              <a:rPr lang="en-GB"/>
              <a:t> </a:t>
            </a:r>
            <a:r>
              <a:rPr lang="en-GB" err="1"/>
              <a:t>eu</a:t>
            </a:r>
            <a:r>
              <a:rPr lang="en-GB"/>
              <a:t> vis. Et </a:t>
            </a:r>
            <a:r>
              <a:rPr lang="en-GB" err="1"/>
              <a:t>melius</a:t>
            </a:r>
            <a:r>
              <a:rPr lang="en-GB"/>
              <a:t> </a:t>
            </a:r>
            <a:r>
              <a:rPr lang="en-GB" err="1"/>
              <a:t>delenit</a:t>
            </a:r>
            <a:r>
              <a:rPr lang="en-GB"/>
              <a:t> </a:t>
            </a:r>
            <a:r>
              <a:rPr lang="en-GB" err="1"/>
              <a:t>denique</a:t>
            </a:r>
            <a:r>
              <a:rPr lang="en-GB"/>
              <a:t> vis, </a:t>
            </a:r>
            <a:r>
              <a:rPr lang="en-GB" err="1"/>
              <a:t>ea</a:t>
            </a:r>
            <a:r>
              <a:rPr lang="en-GB"/>
              <a:t> pro </a:t>
            </a:r>
            <a:r>
              <a:rPr lang="en-GB" err="1"/>
              <a:t>erat</a:t>
            </a:r>
            <a:r>
              <a:rPr lang="en-GB"/>
              <a:t> </a:t>
            </a:r>
            <a:r>
              <a:rPr lang="en-GB" err="1"/>
              <a:t>aeterno</a:t>
            </a:r>
            <a:r>
              <a:rPr lang="en-GB"/>
              <a:t>. </a:t>
            </a:r>
            <a:r>
              <a:rPr lang="en-GB" err="1"/>
              <a:t>Mea</a:t>
            </a:r>
            <a:r>
              <a:rPr lang="en-GB"/>
              <a:t> </a:t>
            </a:r>
            <a:r>
              <a:rPr lang="en-GB" err="1"/>
              <a:t>ei</a:t>
            </a:r>
            <a:r>
              <a:rPr lang="en-GB"/>
              <a:t> </a:t>
            </a:r>
            <a:r>
              <a:rPr lang="en-GB" err="1"/>
              <a:t>propriae</a:t>
            </a:r>
            <a:r>
              <a:rPr lang="en-GB"/>
              <a:t> </a:t>
            </a:r>
            <a:r>
              <a:rPr lang="en-GB" err="1"/>
              <a:t>conclusionemque</a:t>
            </a:r>
            <a:r>
              <a:rPr lang="en-GB"/>
              <a:t>.</a:t>
            </a:r>
          </a:p>
          <a:p>
            <a:r>
              <a:rPr lang="en-GB" err="1"/>
              <a:t>Atqui</a:t>
            </a:r>
            <a:r>
              <a:rPr lang="en-GB"/>
              <a:t> </a:t>
            </a:r>
            <a:r>
              <a:rPr lang="en-GB" err="1"/>
              <a:t>feugait</a:t>
            </a:r>
            <a:r>
              <a:rPr lang="en-GB"/>
              <a:t> </a:t>
            </a:r>
            <a:r>
              <a:rPr lang="en-GB" err="1"/>
              <a:t>eloquentiam</a:t>
            </a:r>
            <a:r>
              <a:rPr lang="en-GB"/>
              <a:t> </a:t>
            </a:r>
            <a:r>
              <a:rPr lang="en-GB" err="1"/>
              <a:t>vel</a:t>
            </a:r>
            <a:r>
              <a:rPr lang="en-GB"/>
              <a:t> ex, duo at </a:t>
            </a:r>
            <a:r>
              <a:rPr lang="en-GB" err="1"/>
              <a:t>wisi</a:t>
            </a:r>
            <a:r>
              <a:rPr lang="en-GB"/>
              <a:t> </a:t>
            </a:r>
            <a:r>
              <a:rPr lang="en-GB" err="1"/>
              <a:t>blandit</a:t>
            </a:r>
            <a:r>
              <a:rPr lang="en-GB"/>
              <a:t>. Has </a:t>
            </a:r>
            <a:r>
              <a:rPr lang="en-GB" err="1"/>
              <a:t>dolor</a:t>
            </a:r>
            <a:r>
              <a:rPr lang="en-GB"/>
              <a:t> </a:t>
            </a:r>
            <a:r>
              <a:rPr lang="en-GB" err="1"/>
              <a:t>contentiones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, et nostro </a:t>
            </a:r>
            <a:r>
              <a:rPr lang="en-GB" err="1"/>
              <a:t>forensibus</a:t>
            </a:r>
            <a:r>
              <a:rPr lang="en-GB"/>
              <a:t> quo. </a:t>
            </a:r>
            <a:r>
              <a:rPr lang="en-GB" err="1"/>
              <a:t>Ei</a:t>
            </a:r>
            <a:r>
              <a:rPr lang="en-GB"/>
              <a:t> </a:t>
            </a:r>
            <a:r>
              <a:rPr lang="en-GB" err="1"/>
              <a:t>mel</a:t>
            </a:r>
            <a:r>
              <a:rPr lang="en-GB"/>
              <a:t> dicta </a:t>
            </a:r>
            <a:r>
              <a:rPr lang="en-GB" err="1"/>
              <a:t>utinam</a:t>
            </a:r>
            <a:r>
              <a:rPr lang="en-GB"/>
              <a:t> </a:t>
            </a:r>
            <a:r>
              <a:rPr lang="en-GB" err="1"/>
              <a:t>appellantur</a:t>
            </a:r>
            <a:r>
              <a:rPr lang="en-GB"/>
              <a:t>. </a:t>
            </a:r>
            <a:r>
              <a:rPr lang="en-GB" err="1"/>
              <a:t>Dico</a:t>
            </a:r>
            <a:r>
              <a:rPr lang="en-GB"/>
              <a:t> prima </a:t>
            </a:r>
            <a:r>
              <a:rPr lang="en-GB" err="1"/>
              <a:t>efficiantur</a:t>
            </a:r>
            <a:r>
              <a:rPr lang="en-GB"/>
              <a:t> </a:t>
            </a:r>
            <a:r>
              <a:rPr lang="en-GB" err="1"/>
              <a:t>sed</a:t>
            </a:r>
            <a:r>
              <a:rPr lang="en-GB"/>
              <a:t> cu, ne utroque </a:t>
            </a:r>
            <a:r>
              <a:rPr lang="en-GB" err="1"/>
              <a:t>recusabo</a:t>
            </a:r>
            <a:r>
              <a:rPr lang="en-GB"/>
              <a:t> </a:t>
            </a:r>
            <a:r>
              <a:rPr lang="en-GB" err="1"/>
              <a:t>pri</a:t>
            </a:r>
            <a:r>
              <a:rPr lang="en-GB"/>
              <a:t>.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3A7520-2F4D-8AF4-C863-4F94509B7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21</a:t>
            </a:fld>
            <a:endParaRPr lang="en-GB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381F0A3-EEAE-586A-0D80-F305D513DE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/>
              <a:t>20%</a:t>
            </a:r>
          </a:p>
          <a:p>
            <a:pPr lvl="1"/>
            <a:r>
              <a:rPr lang="en-GB"/>
              <a:t>Lorem ipsum </a:t>
            </a:r>
            <a:r>
              <a:rPr lang="en-GB" err="1"/>
              <a:t>dolor</a:t>
            </a:r>
            <a:endParaRPr lang="en-GB"/>
          </a:p>
          <a:p>
            <a:pPr lvl="2"/>
            <a:r>
              <a:rPr lang="en-GB"/>
              <a:t>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eu</a:t>
            </a:r>
            <a:r>
              <a:rPr lang="en-GB"/>
              <a:t> solum </a:t>
            </a:r>
            <a:r>
              <a:rPr lang="en-GB" err="1"/>
              <a:t>idque</a:t>
            </a:r>
            <a:r>
              <a:rPr lang="en-GB"/>
              <a:t> errant </a:t>
            </a:r>
            <a:r>
              <a:rPr lang="en-GB" err="1"/>
              <a:t>eos</a:t>
            </a:r>
            <a:endParaRPr lang="en-GB"/>
          </a:p>
          <a:p>
            <a:r>
              <a:rPr lang="en-GB"/>
              <a:t>50%</a:t>
            </a:r>
          </a:p>
          <a:p>
            <a:pPr lvl="1"/>
            <a:r>
              <a:rPr lang="en-GB"/>
              <a:t>Lorem ipsum </a:t>
            </a:r>
            <a:r>
              <a:rPr lang="en-GB" err="1"/>
              <a:t>dolor</a:t>
            </a:r>
            <a:endParaRPr lang="en-GB"/>
          </a:p>
          <a:p>
            <a:pPr lvl="2"/>
            <a:r>
              <a:rPr lang="en-GB"/>
              <a:t>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eu</a:t>
            </a:r>
            <a:r>
              <a:rPr lang="en-GB"/>
              <a:t> solum </a:t>
            </a:r>
            <a:r>
              <a:rPr lang="en-GB" err="1"/>
              <a:t>idque</a:t>
            </a:r>
            <a:r>
              <a:rPr lang="en-GB"/>
              <a:t> errant </a:t>
            </a:r>
            <a:r>
              <a:rPr lang="en-GB" err="1"/>
              <a:t>eos</a:t>
            </a:r>
            <a:endParaRPr lang="en-GB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077F6EC-CF92-DA05-AB09-288A569D5A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Breakthroughs for brands in an age of new possibilities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BA7FE53-9F7A-C400-0E22-B6134F6E2C28}"/>
              </a:ext>
            </a:extLst>
          </p:cNvPr>
          <p:cNvCxnSpPr/>
          <p:nvPr/>
        </p:nvCxnSpPr>
        <p:spPr>
          <a:xfrm>
            <a:off x="9954603" y="3158390"/>
            <a:ext cx="1927654" cy="0"/>
          </a:xfrm>
          <a:prstGeom prst="line">
            <a:avLst/>
          </a:prstGeom>
          <a:ln w="12700">
            <a:solidFill>
              <a:schemeClr val="bg2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11D3419B-2E4C-8E57-B7C6-30FBE732BBB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58445488"/>
              </p:ext>
            </p:extLst>
          </p:nvPr>
        </p:nvGraphicFramePr>
        <p:xfrm>
          <a:off x="5284004" y="719667"/>
          <a:ext cx="4186215" cy="54186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3810788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65B58F2-63E0-A287-0C05-2ADE7C5F10A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9C22E9-C8E7-089F-A9BB-31FDCAC2DB7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pPr lvl="1"/>
            <a:r>
              <a:rPr lang="en-GB"/>
              <a:t>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eu</a:t>
            </a:r>
            <a:r>
              <a:rPr lang="en-GB"/>
              <a:t> solum </a:t>
            </a:r>
            <a:r>
              <a:rPr lang="en-GB" err="1"/>
              <a:t>idque</a:t>
            </a:r>
            <a:r>
              <a:rPr lang="en-GB"/>
              <a:t> </a:t>
            </a:r>
            <a:r>
              <a:rPr lang="en-GB" err="1"/>
              <a:t>erant</a:t>
            </a:r>
            <a:r>
              <a:rPr lang="en-GB"/>
              <a:t> </a:t>
            </a:r>
            <a:r>
              <a:rPr lang="en-GB" err="1"/>
              <a:t>eos</a:t>
            </a:r>
            <a:r>
              <a:rPr lang="en-GB"/>
              <a:t>. </a:t>
            </a:r>
            <a:r>
              <a:rPr lang="en-GB" err="1"/>
              <a:t>Numquam</a:t>
            </a:r>
            <a:r>
              <a:rPr lang="en-GB"/>
              <a:t> </a:t>
            </a:r>
            <a:r>
              <a:rPr lang="en-GB" err="1"/>
              <a:t>consulatu</a:t>
            </a:r>
            <a:r>
              <a:rPr lang="en-GB"/>
              <a:t> </a:t>
            </a:r>
            <a:r>
              <a:rPr lang="en-GB" err="1"/>
              <a:t>sed</a:t>
            </a:r>
            <a:r>
              <a:rPr lang="en-GB"/>
              <a:t> </a:t>
            </a:r>
            <a:r>
              <a:rPr lang="en-GB" err="1"/>
              <a:t>eu</a:t>
            </a:r>
            <a:r>
              <a:rPr lang="en-GB"/>
              <a:t>, dicta </a:t>
            </a:r>
            <a:r>
              <a:rPr lang="en-GB" err="1"/>
              <a:t>facilisis</a:t>
            </a:r>
            <a:r>
              <a:rPr lang="en-GB"/>
              <a:t> </a:t>
            </a:r>
            <a:r>
              <a:rPr lang="en-GB" err="1"/>
              <a:t>eu</a:t>
            </a:r>
            <a:r>
              <a:rPr lang="en-GB"/>
              <a:t> vis. Et </a:t>
            </a:r>
            <a:r>
              <a:rPr lang="en-GB" err="1"/>
              <a:t>melius</a:t>
            </a:r>
            <a:r>
              <a:rPr lang="en-GB"/>
              <a:t> </a:t>
            </a:r>
            <a:r>
              <a:rPr lang="en-GB" err="1"/>
              <a:t>delenit</a:t>
            </a:r>
            <a:r>
              <a:rPr lang="en-GB"/>
              <a:t> </a:t>
            </a:r>
            <a:r>
              <a:rPr lang="en-GB" err="1"/>
              <a:t>denique</a:t>
            </a:r>
            <a:r>
              <a:rPr lang="en-GB"/>
              <a:t> vis, </a:t>
            </a:r>
            <a:r>
              <a:rPr lang="en-GB" err="1"/>
              <a:t>ea</a:t>
            </a:r>
            <a:r>
              <a:rPr lang="en-GB"/>
              <a:t> pro </a:t>
            </a:r>
            <a:r>
              <a:rPr lang="en-GB" err="1"/>
              <a:t>erat</a:t>
            </a:r>
            <a:r>
              <a:rPr lang="en-GB"/>
              <a:t> </a:t>
            </a:r>
            <a:r>
              <a:rPr lang="en-GB" err="1"/>
              <a:t>aeterno</a:t>
            </a:r>
            <a:r>
              <a:rPr lang="en-GB"/>
              <a:t>. </a:t>
            </a:r>
            <a:r>
              <a:rPr lang="en-GB" err="1"/>
              <a:t>Mea</a:t>
            </a:r>
            <a:r>
              <a:rPr lang="en-GB"/>
              <a:t> </a:t>
            </a:r>
            <a:r>
              <a:rPr lang="en-GB" err="1"/>
              <a:t>ei</a:t>
            </a:r>
            <a:r>
              <a:rPr lang="en-GB"/>
              <a:t> </a:t>
            </a:r>
            <a:r>
              <a:rPr lang="en-GB" err="1"/>
              <a:t>propriae</a:t>
            </a:r>
            <a:r>
              <a:rPr lang="en-GB"/>
              <a:t> </a:t>
            </a:r>
            <a:r>
              <a:rPr lang="en-GB" err="1"/>
              <a:t>conclusionemque</a:t>
            </a:r>
            <a:r>
              <a:rPr lang="en-GB"/>
              <a:t>.</a:t>
            </a:r>
          </a:p>
          <a:p>
            <a:r>
              <a:rPr lang="en-GB" err="1"/>
              <a:t>Atqui</a:t>
            </a:r>
            <a:r>
              <a:rPr lang="en-GB"/>
              <a:t> </a:t>
            </a:r>
            <a:r>
              <a:rPr lang="en-GB" err="1"/>
              <a:t>feugait</a:t>
            </a:r>
            <a:r>
              <a:rPr lang="en-GB"/>
              <a:t> </a:t>
            </a:r>
            <a:r>
              <a:rPr lang="en-GB" err="1"/>
              <a:t>eloquentiam</a:t>
            </a:r>
            <a:r>
              <a:rPr lang="en-GB"/>
              <a:t> </a:t>
            </a:r>
            <a:r>
              <a:rPr lang="en-GB" err="1"/>
              <a:t>vel</a:t>
            </a:r>
            <a:r>
              <a:rPr lang="en-GB"/>
              <a:t> ex, duo at </a:t>
            </a:r>
            <a:r>
              <a:rPr lang="en-GB" err="1"/>
              <a:t>wisi</a:t>
            </a:r>
            <a:r>
              <a:rPr lang="en-GB"/>
              <a:t> </a:t>
            </a:r>
            <a:r>
              <a:rPr lang="en-GB" err="1"/>
              <a:t>blandit</a:t>
            </a:r>
            <a:r>
              <a:rPr lang="en-GB"/>
              <a:t>. Has </a:t>
            </a:r>
            <a:r>
              <a:rPr lang="en-GB" err="1"/>
              <a:t>dolor</a:t>
            </a:r>
            <a:r>
              <a:rPr lang="en-GB"/>
              <a:t> </a:t>
            </a:r>
            <a:r>
              <a:rPr lang="en-GB" err="1"/>
              <a:t>contentiones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, et nostro </a:t>
            </a:r>
            <a:r>
              <a:rPr lang="en-GB" err="1"/>
              <a:t>forensibus</a:t>
            </a:r>
            <a:r>
              <a:rPr lang="en-GB"/>
              <a:t> quo. </a:t>
            </a:r>
            <a:r>
              <a:rPr lang="en-GB" err="1"/>
              <a:t>Ei</a:t>
            </a:r>
            <a:r>
              <a:rPr lang="en-GB"/>
              <a:t> </a:t>
            </a:r>
            <a:r>
              <a:rPr lang="en-GB" err="1"/>
              <a:t>mel</a:t>
            </a:r>
            <a:r>
              <a:rPr lang="en-GB"/>
              <a:t> dicta </a:t>
            </a:r>
            <a:r>
              <a:rPr lang="en-GB" err="1"/>
              <a:t>utinam</a:t>
            </a:r>
            <a:r>
              <a:rPr lang="en-GB"/>
              <a:t> </a:t>
            </a:r>
            <a:r>
              <a:rPr lang="en-GB" err="1"/>
              <a:t>appellantur</a:t>
            </a:r>
            <a:r>
              <a:rPr lang="en-GB"/>
              <a:t>. </a:t>
            </a:r>
            <a:r>
              <a:rPr lang="en-GB" err="1"/>
              <a:t>Dico</a:t>
            </a:r>
            <a:r>
              <a:rPr lang="en-GB"/>
              <a:t> prima </a:t>
            </a:r>
            <a:r>
              <a:rPr lang="en-GB" err="1"/>
              <a:t>efficiantur</a:t>
            </a:r>
            <a:r>
              <a:rPr lang="en-GB"/>
              <a:t> </a:t>
            </a:r>
            <a:r>
              <a:rPr lang="en-GB" err="1"/>
              <a:t>sed</a:t>
            </a:r>
            <a:r>
              <a:rPr lang="en-GB"/>
              <a:t> cu, ne utroque </a:t>
            </a:r>
            <a:r>
              <a:rPr lang="en-GB" err="1"/>
              <a:t>recusabo</a:t>
            </a:r>
            <a:r>
              <a:rPr lang="en-GB"/>
              <a:t> </a:t>
            </a:r>
            <a:r>
              <a:rPr lang="en-GB" err="1"/>
              <a:t>pri</a:t>
            </a:r>
            <a:r>
              <a:rPr lang="en-GB"/>
              <a:t>.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7E67C4-BA07-51B6-37C0-B659FA4A3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22</a:t>
            </a:fld>
            <a:endParaRPr lang="en-GB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6E334E6-E683-7315-1A0B-5111CD3532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Breakthroughs for brands in an age of new possibilities</a:t>
            </a:r>
          </a:p>
        </p:txBody>
      </p:sp>
      <p:graphicFrame>
        <p:nvGraphicFramePr>
          <p:cNvPr id="6" name="Table 6">
            <a:extLst>
              <a:ext uri="{FF2B5EF4-FFF2-40B4-BE49-F238E27FC236}">
                <a16:creationId xmlns:a16="http://schemas.microsoft.com/office/drawing/2014/main" id="{1870D610-B9CC-8681-4957-FF8153E845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8178614"/>
              </p:ext>
            </p:extLst>
          </p:nvPr>
        </p:nvGraphicFramePr>
        <p:xfrm>
          <a:off x="5775325" y="682625"/>
          <a:ext cx="5780092" cy="48037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7253">
                  <a:extLst>
                    <a:ext uri="{9D8B030D-6E8A-4147-A177-3AD203B41FA5}">
                      <a16:colId xmlns:a16="http://schemas.microsoft.com/office/drawing/2014/main" val="1143956134"/>
                    </a:ext>
                  </a:extLst>
                </a:gridCol>
                <a:gridCol w="1022793">
                  <a:extLst>
                    <a:ext uri="{9D8B030D-6E8A-4147-A177-3AD203B41FA5}">
                      <a16:colId xmlns:a16="http://schemas.microsoft.com/office/drawing/2014/main" val="1130121919"/>
                    </a:ext>
                  </a:extLst>
                </a:gridCol>
                <a:gridCol w="1861518">
                  <a:extLst>
                    <a:ext uri="{9D8B030D-6E8A-4147-A177-3AD203B41FA5}">
                      <a16:colId xmlns:a16="http://schemas.microsoft.com/office/drawing/2014/main" val="2519692099"/>
                    </a:ext>
                  </a:extLst>
                </a:gridCol>
                <a:gridCol w="1028528">
                  <a:extLst>
                    <a:ext uri="{9D8B030D-6E8A-4147-A177-3AD203B41FA5}">
                      <a16:colId xmlns:a16="http://schemas.microsoft.com/office/drawing/2014/main" val="3941993627"/>
                    </a:ext>
                  </a:extLst>
                </a:gridCol>
              </a:tblGrid>
              <a:tr h="436707">
                <a:tc>
                  <a:txBody>
                    <a:bodyPr/>
                    <a:lstStyle/>
                    <a:p>
                      <a:pPr algn="l"/>
                      <a:r>
                        <a:rPr lang="en-GB" sz="1100" b="1" err="1">
                          <a:solidFill>
                            <a:schemeClr val="tx1"/>
                          </a:solidFill>
                        </a:rPr>
                        <a:t>Dico</a:t>
                      </a:r>
                      <a:r>
                        <a:rPr lang="en-GB" sz="1100" b="1">
                          <a:solidFill>
                            <a:schemeClr val="tx1"/>
                          </a:solidFill>
                        </a:rPr>
                        <a:t> prima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36370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>
                          <a:solidFill>
                            <a:schemeClr val="tx1"/>
                          </a:solidFill>
                        </a:rPr>
                        <a:t>Prima </a:t>
                      </a:r>
                      <a:r>
                        <a:rPr lang="en-GB" sz="1100" b="1" err="1">
                          <a:solidFill>
                            <a:schemeClr val="tx1"/>
                          </a:solidFill>
                        </a:rPr>
                        <a:t>efficiantur</a:t>
                      </a:r>
                      <a:endParaRPr lang="en-GB" sz="11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100" b="1" err="1">
                          <a:solidFill>
                            <a:schemeClr val="tx1"/>
                          </a:solidFill>
                        </a:rPr>
                        <a:t>Appellantur</a:t>
                      </a:r>
                      <a:endParaRPr lang="en-GB" sz="11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1">
                          <a:solidFill>
                            <a:schemeClr val="tx1"/>
                          </a:solidFill>
                        </a:rPr>
                        <a:t>Total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084754"/>
                  </a:ext>
                </a:extLst>
              </a:tr>
              <a:tr h="436707">
                <a:tc>
                  <a:txBody>
                    <a:bodyPr/>
                    <a:lstStyle/>
                    <a:p>
                      <a:pPr algn="l"/>
                      <a:r>
                        <a:rPr lang="en-GB" sz="1000" b="0" err="1">
                          <a:solidFill>
                            <a:schemeClr val="tx1"/>
                          </a:solidFill>
                        </a:rPr>
                        <a:t>Dico</a:t>
                      </a:r>
                      <a:r>
                        <a:rPr lang="en-GB" sz="1000" b="0">
                          <a:solidFill>
                            <a:schemeClr val="tx1"/>
                          </a:solidFill>
                        </a:rPr>
                        <a:t> prima </a:t>
                      </a:r>
                      <a:r>
                        <a:rPr lang="en-GB" sz="1000" b="0" err="1">
                          <a:solidFill>
                            <a:schemeClr val="tx1"/>
                          </a:solidFill>
                        </a:rPr>
                        <a:t>efficiantur</a:t>
                      </a:r>
                      <a:endParaRPr lang="en-GB" sz="10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b="0">
                          <a:solidFill>
                            <a:schemeClr val="tx1"/>
                          </a:solidFill>
                        </a:rPr>
                        <a:t>100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000" b="0" err="1">
                          <a:solidFill>
                            <a:schemeClr val="tx1"/>
                          </a:solidFill>
                        </a:rPr>
                        <a:t>Dico</a:t>
                      </a:r>
                      <a:r>
                        <a:rPr lang="en-GB" sz="1000" b="0">
                          <a:solidFill>
                            <a:schemeClr val="tx1"/>
                          </a:solidFill>
                        </a:rPr>
                        <a:t> prima </a:t>
                      </a:r>
                      <a:r>
                        <a:rPr lang="en-GB" sz="1000" b="0" err="1">
                          <a:solidFill>
                            <a:schemeClr val="tx1"/>
                          </a:solidFill>
                        </a:rPr>
                        <a:t>efficiantur</a:t>
                      </a:r>
                      <a:endParaRPr lang="en-GB" sz="10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b="0">
                          <a:solidFill>
                            <a:schemeClr val="tx1"/>
                          </a:solidFill>
                        </a:rPr>
                        <a:t>100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9503768"/>
                  </a:ext>
                </a:extLst>
              </a:tr>
              <a:tr h="436707">
                <a:tc>
                  <a:txBody>
                    <a:bodyPr/>
                    <a:lstStyle/>
                    <a:p>
                      <a:pPr algn="l"/>
                      <a:r>
                        <a:rPr lang="en-GB" sz="1000" b="0" err="1">
                          <a:solidFill>
                            <a:schemeClr val="tx1"/>
                          </a:solidFill>
                        </a:rPr>
                        <a:t>Dico</a:t>
                      </a:r>
                      <a:r>
                        <a:rPr lang="en-GB" sz="1000" b="0">
                          <a:solidFill>
                            <a:schemeClr val="tx1"/>
                          </a:solidFill>
                        </a:rPr>
                        <a:t> prima </a:t>
                      </a:r>
                      <a:r>
                        <a:rPr lang="en-GB" sz="1000" b="0" err="1">
                          <a:solidFill>
                            <a:schemeClr val="tx1"/>
                          </a:solidFill>
                        </a:rPr>
                        <a:t>efficiantur</a:t>
                      </a:r>
                      <a:endParaRPr lang="en-GB" sz="10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b="0">
                          <a:solidFill>
                            <a:schemeClr val="tx1"/>
                          </a:solidFill>
                        </a:rPr>
                        <a:t>200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000" b="0" err="1">
                          <a:solidFill>
                            <a:schemeClr val="tx1"/>
                          </a:solidFill>
                        </a:rPr>
                        <a:t>Dico</a:t>
                      </a:r>
                      <a:r>
                        <a:rPr lang="en-GB" sz="1000" b="0">
                          <a:solidFill>
                            <a:schemeClr val="tx1"/>
                          </a:solidFill>
                        </a:rPr>
                        <a:t> prima </a:t>
                      </a:r>
                      <a:r>
                        <a:rPr lang="en-GB" sz="1000" b="0" err="1">
                          <a:solidFill>
                            <a:schemeClr val="tx1"/>
                          </a:solidFill>
                        </a:rPr>
                        <a:t>efficiantur</a:t>
                      </a:r>
                      <a:endParaRPr lang="en-GB" sz="10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b="0">
                          <a:solidFill>
                            <a:schemeClr val="tx1"/>
                          </a:solidFill>
                        </a:rPr>
                        <a:t>200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7071440"/>
                  </a:ext>
                </a:extLst>
              </a:tr>
              <a:tr h="436707">
                <a:tc>
                  <a:txBody>
                    <a:bodyPr/>
                    <a:lstStyle/>
                    <a:p>
                      <a:pPr algn="l"/>
                      <a:r>
                        <a:rPr lang="en-GB" sz="1000" b="0" err="1">
                          <a:solidFill>
                            <a:schemeClr val="tx1"/>
                          </a:solidFill>
                        </a:rPr>
                        <a:t>Dico</a:t>
                      </a:r>
                      <a:r>
                        <a:rPr lang="en-GB" sz="1000" b="0">
                          <a:solidFill>
                            <a:schemeClr val="tx1"/>
                          </a:solidFill>
                        </a:rPr>
                        <a:t> prima </a:t>
                      </a:r>
                      <a:r>
                        <a:rPr lang="en-GB" sz="1000" b="0" err="1">
                          <a:solidFill>
                            <a:schemeClr val="tx1"/>
                          </a:solidFill>
                        </a:rPr>
                        <a:t>efficiantur</a:t>
                      </a:r>
                      <a:endParaRPr lang="en-GB" sz="10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b="0">
                          <a:solidFill>
                            <a:schemeClr val="tx1"/>
                          </a:solidFill>
                        </a:rPr>
                        <a:t>300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000" b="0" err="1">
                          <a:solidFill>
                            <a:schemeClr val="tx1"/>
                          </a:solidFill>
                        </a:rPr>
                        <a:t>Dico</a:t>
                      </a:r>
                      <a:r>
                        <a:rPr lang="en-GB" sz="1000" b="0">
                          <a:solidFill>
                            <a:schemeClr val="tx1"/>
                          </a:solidFill>
                        </a:rPr>
                        <a:t> prima </a:t>
                      </a:r>
                      <a:r>
                        <a:rPr lang="en-GB" sz="1000" b="0" err="1">
                          <a:solidFill>
                            <a:schemeClr val="tx1"/>
                          </a:solidFill>
                        </a:rPr>
                        <a:t>efficiantur</a:t>
                      </a:r>
                      <a:endParaRPr lang="en-GB" sz="10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b="0">
                          <a:solidFill>
                            <a:schemeClr val="tx1"/>
                          </a:solidFill>
                        </a:rPr>
                        <a:t>300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4651788"/>
                  </a:ext>
                </a:extLst>
              </a:tr>
              <a:tr h="436707">
                <a:tc>
                  <a:txBody>
                    <a:bodyPr/>
                    <a:lstStyle/>
                    <a:p>
                      <a:pPr algn="l"/>
                      <a:r>
                        <a:rPr lang="en-GB" sz="1000" b="0" err="1">
                          <a:solidFill>
                            <a:schemeClr val="tx1"/>
                          </a:solidFill>
                        </a:rPr>
                        <a:t>Dico</a:t>
                      </a:r>
                      <a:r>
                        <a:rPr lang="en-GB" sz="1000" b="0">
                          <a:solidFill>
                            <a:schemeClr val="tx1"/>
                          </a:solidFill>
                        </a:rPr>
                        <a:t> prima </a:t>
                      </a:r>
                      <a:r>
                        <a:rPr lang="en-GB" sz="1000" b="0" err="1">
                          <a:solidFill>
                            <a:schemeClr val="tx1"/>
                          </a:solidFill>
                        </a:rPr>
                        <a:t>efficiantur</a:t>
                      </a:r>
                      <a:endParaRPr lang="en-GB" sz="10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b="0">
                          <a:solidFill>
                            <a:schemeClr val="tx1"/>
                          </a:solidFill>
                        </a:rPr>
                        <a:t>100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000" b="0" err="1">
                          <a:solidFill>
                            <a:schemeClr val="tx1"/>
                          </a:solidFill>
                        </a:rPr>
                        <a:t>Dico</a:t>
                      </a:r>
                      <a:r>
                        <a:rPr lang="en-GB" sz="1000" b="0">
                          <a:solidFill>
                            <a:schemeClr val="tx1"/>
                          </a:solidFill>
                        </a:rPr>
                        <a:t> prima </a:t>
                      </a:r>
                      <a:r>
                        <a:rPr lang="en-GB" sz="1000" b="0" err="1">
                          <a:solidFill>
                            <a:schemeClr val="tx1"/>
                          </a:solidFill>
                        </a:rPr>
                        <a:t>efficiantur</a:t>
                      </a:r>
                      <a:endParaRPr lang="en-GB" sz="10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b="0">
                          <a:solidFill>
                            <a:schemeClr val="tx1"/>
                          </a:solidFill>
                        </a:rPr>
                        <a:t>100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700178"/>
                  </a:ext>
                </a:extLst>
              </a:tr>
              <a:tr h="436707">
                <a:tc>
                  <a:txBody>
                    <a:bodyPr/>
                    <a:lstStyle/>
                    <a:p>
                      <a:pPr algn="l"/>
                      <a:r>
                        <a:rPr lang="en-GB" sz="1000" b="0" err="1">
                          <a:solidFill>
                            <a:schemeClr val="tx1"/>
                          </a:solidFill>
                        </a:rPr>
                        <a:t>Dico</a:t>
                      </a:r>
                      <a:r>
                        <a:rPr lang="en-GB" sz="1000" b="0">
                          <a:solidFill>
                            <a:schemeClr val="tx1"/>
                          </a:solidFill>
                        </a:rPr>
                        <a:t> prima </a:t>
                      </a:r>
                      <a:r>
                        <a:rPr lang="en-GB" sz="1000" b="0" err="1">
                          <a:solidFill>
                            <a:schemeClr val="tx1"/>
                          </a:solidFill>
                        </a:rPr>
                        <a:t>efficiantur</a:t>
                      </a:r>
                      <a:endParaRPr lang="en-GB" sz="10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b="0">
                          <a:solidFill>
                            <a:schemeClr val="tx1"/>
                          </a:solidFill>
                        </a:rPr>
                        <a:t>100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000" b="0" err="1">
                          <a:solidFill>
                            <a:schemeClr val="tx1"/>
                          </a:solidFill>
                        </a:rPr>
                        <a:t>Dico</a:t>
                      </a:r>
                      <a:r>
                        <a:rPr lang="en-GB" sz="1000" b="0">
                          <a:solidFill>
                            <a:schemeClr val="tx1"/>
                          </a:solidFill>
                        </a:rPr>
                        <a:t> prima </a:t>
                      </a:r>
                      <a:r>
                        <a:rPr lang="en-GB" sz="1000" b="0" err="1">
                          <a:solidFill>
                            <a:schemeClr val="tx1"/>
                          </a:solidFill>
                        </a:rPr>
                        <a:t>efficiantur</a:t>
                      </a:r>
                      <a:endParaRPr lang="en-GB" sz="10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b="0">
                          <a:solidFill>
                            <a:schemeClr val="tx1"/>
                          </a:solidFill>
                        </a:rPr>
                        <a:t>100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9036416"/>
                  </a:ext>
                </a:extLst>
              </a:tr>
              <a:tr h="436707">
                <a:tc>
                  <a:txBody>
                    <a:bodyPr/>
                    <a:lstStyle/>
                    <a:p>
                      <a:pPr algn="l"/>
                      <a:r>
                        <a:rPr lang="en-GB" sz="1000" b="0" err="1">
                          <a:solidFill>
                            <a:schemeClr val="tx1"/>
                          </a:solidFill>
                        </a:rPr>
                        <a:t>Dico</a:t>
                      </a:r>
                      <a:r>
                        <a:rPr lang="en-GB" sz="1000" b="0">
                          <a:solidFill>
                            <a:schemeClr val="tx1"/>
                          </a:solidFill>
                        </a:rPr>
                        <a:t> prima </a:t>
                      </a:r>
                      <a:r>
                        <a:rPr lang="en-GB" sz="1000" b="0" err="1">
                          <a:solidFill>
                            <a:schemeClr val="tx1"/>
                          </a:solidFill>
                        </a:rPr>
                        <a:t>efficiantur</a:t>
                      </a:r>
                      <a:endParaRPr lang="en-GB" sz="10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b="0">
                          <a:solidFill>
                            <a:schemeClr val="tx1"/>
                          </a:solidFill>
                        </a:rPr>
                        <a:t>100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000" b="0" err="1">
                          <a:solidFill>
                            <a:schemeClr val="tx1"/>
                          </a:solidFill>
                        </a:rPr>
                        <a:t>Dico</a:t>
                      </a:r>
                      <a:r>
                        <a:rPr lang="en-GB" sz="1000" b="0">
                          <a:solidFill>
                            <a:schemeClr val="tx1"/>
                          </a:solidFill>
                        </a:rPr>
                        <a:t> prima </a:t>
                      </a:r>
                      <a:r>
                        <a:rPr lang="en-GB" sz="1000" b="0" err="1">
                          <a:solidFill>
                            <a:schemeClr val="tx1"/>
                          </a:solidFill>
                        </a:rPr>
                        <a:t>efficiantur</a:t>
                      </a:r>
                      <a:endParaRPr lang="en-GB" sz="10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b="0">
                          <a:solidFill>
                            <a:schemeClr val="tx1"/>
                          </a:solidFill>
                        </a:rPr>
                        <a:t>100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3593754"/>
                  </a:ext>
                </a:extLst>
              </a:tr>
              <a:tr h="436707">
                <a:tc>
                  <a:txBody>
                    <a:bodyPr/>
                    <a:lstStyle/>
                    <a:p>
                      <a:pPr algn="l"/>
                      <a:r>
                        <a:rPr lang="en-GB" sz="1000" b="0" err="1">
                          <a:solidFill>
                            <a:schemeClr val="tx1"/>
                          </a:solidFill>
                        </a:rPr>
                        <a:t>Dico</a:t>
                      </a:r>
                      <a:r>
                        <a:rPr lang="en-GB" sz="1000" b="0">
                          <a:solidFill>
                            <a:schemeClr val="tx1"/>
                          </a:solidFill>
                        </a:rPr>
                        <a:t> prima </a:t>
                      </a:r>
                      <a:r>
                        <a:rPr lang="en-GB" sz="1000" b="0" err="1">
                          <a:solidFill>
                            <a:schemeClr val="tx1"/>
                          </a:solidFill>
                        </a:rPr>
                        <a:t>efficiantur</a:t>
                      </a:r>
                      <a:endParaRPr lang="en-GB" sz="10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b="0">
                          <a:solidFill>
                            <a:schemeClr val="tx1"/>
                          </a:solidFill>
                        </a:rPr>
                        <a:t>400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000" b="0" err="1">
                          <a:solidFill>
                            <a:schemeClr val="tx1"/>
                          </a:solidFill>
                        </a:rPr>
                        <a:t>Dico</a:t>
                      </a:r>
                      <a:r>
                        <a:rPr lang="en-GB" sz="1000" b="0">
                          <a:solidFill>
                            <a:schemeClr val="tx1"/>
                          </a:solidFill>
                        </a:rPr>
                        <a:t> prima </a:t>
                      </a:r>
                      <a:r>
                        <a:rPr lang="en-GB" sz="1000" b="0" err="1">
                          <a:solidFill>
                            <a:schemeClr val="tx1"/>
                          </a:solidFill>
                        </a:rPr>
                        <a:t>efficiantur</a:t>
                      </a:r>
                      <a:endParaRPr lang="en-GB" sz="10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b="0">
                          <a:solidFill>
                            <a:schemeClr val="tx1"/>
                          </a:solidFill>
                        </a:rPr>
                        <a:t>400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1485638"/>
                  </a:ext>
                </a:extLst>
              </a:tr>
              <a:tr h="436707">
                <a:tc>
                  <a:txBody>
                    <a:bodyPr/>
                    <a:lstStyle/>
                    <a:p>
                      <a:pPr algn="l"/>
                      <a:r>
                        <a:rPr lang="en-GB" sz="1000" b="0">
                          <a:solidFill>
                            <a:schemeClr val="tx1"/>
                          </a:solidFill>
                        </a:rPr>
                        <a:t>Dico prima efficiantur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b="0">
                          <a:solidFill>
                            <a:schemeClr val="tx1"/>
                          </a:solidFill>
                        </a:rPr>
                        <a:t>500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000" b="0" err="1">
                          <a:solidFill>
                            <a:schemeClr val="tx1"/>
                          </a:solidFill>
                        </a:rPr>
                        <a:t>Dico</a:t>
                      </a:r>
                      <a:r>
                        <a:rPr lang="en-GB" sz="1000" b="0">
                          <a:solidFill>
                            <a:schemeClr val="tx1"/>
                          </a:solidFill>
                        </a:rPr>
                        <a:t> prima </a:t>
                      </a:r>
                      <a:r>
                        <a:rPr lang="en-GB" sz="1000" b="0" err="1">
                          <a:solidFill>
                            <a:schemeClr val="tx1"/>
                          </a:solidFill>
                        </a:rPr>
                        <a:t>efficiantur</a:t>
                      </a:r>
                      <a:endParaRPr lang="en-GB" sz="10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b="0">
                          <a:solidFill>
                            <a:schemeClr val="tx1"/>
                          </a:solidFill>
                        </a:rPr>
                        <a:t>500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2426237"/>
                  </a:ext>
                </a:extLst>
              </a:tr>
              <a:tr h="436707">
                <a:tc>
                  <a:txBody>
                    <a:bodyPr/>
                    <a:lstStyle/>
                    <a:p>
                      <a:pPr algn="l"/>
                      <a:r>
                        <a:rPr lang="en-GB" sz="1000" b="0" err="1">
                          <a:solidFill>
                            <a:schemeClr val="tx1"/>
                          </a:solidFill>
                        </a:rPr>
                        <a:t>Dico</a:t>
                      </a:r>
                      <a:r>
                        <a:rPr lang="en-GB" sz="1000" b="0">
                          <a:solidFill>
                            <a:schemeClr val="tx1"/>
                          </a:solidFill>
                        </a:rPr>
                        <a:t> prima </a:t>
                      </a:r>
                      <a:r>
                        <a:rPr lang="en-GB" sz="1000" b="0" err="1">
                          <a:solidFill>
                            <a:schemeClr val="tx1"/>
                          </a:solidFill>
                        </a:rPr>
                        <a:t>efficiantur</a:t>
                      </a:r>
                      <a:endParaRPr lang="en-GB" sz="10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b="0">
                          <a:solidFill>
                            <a:schemeClr val="tx1"/>
                          </a:solidFill>
                        </a:rPr>
                        <a:t>600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000" b="0" err="1">
                          <a:solidFill>
                            <a:schemeClr val="tx1"/>
                          </a:solidFill>
                        </a:rPr>
                        <a:t>Dico</a:t>
                      </a:r>
                      <a:r>
                        <a:rPr lang="en-GB" sz="1000" b="0">
                          <a:solidFill>
                            <a:schemeClr val="tx1"/>
                          </a:solidFill>
                        </a:rPr>
                        <a:t> prima </a:t>
                      </a:r>
                      <a:r>
                        <a:rPr lang="en-GB" sz="1000" b="0" err="1">
                          <a:solidFill>
                            <a:schemeClr val="tx1"/>
                          </a:solidFill>
                        </a:rPr>
                        <a:t>efficiantur</a:t>
                      </a:r>
                      <a:endParaRPr lang="en-GB" sz="10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b="0">
                          <a:solidFill>
                            <a:schemeClr val="tx1"/>
                          </a:solidFill>
                        </a:rPr>
                        <a:t>600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0621402"/>
                  </a:ext>
                </a:extLst>
              </a:tr>
              <a:tr h="436707">
                <a:tc>
                  <a:txBody>
                    <a:bodyPr/>
                    <a:lstStyle/>
                    <a:p>
                      <a:pPr algn="l"/>
                      <a:r>
                        <a:rPr lang="en-GB" sz="1400" b="1">
                          <a:solidFill>
                            <a:schemeClr val="bg1"/>
                          </a:solidFill>
                        </a:rPr>
                        <a:t>Total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b="1">
                          <a:solidFill>
                            <a:schemeClr val="bg1"/>
                          </a:solidFill>
                        </a:rPr>
                        <a:t>2,400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GB" sz="1000" b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b="1">
                          <a:solidFill>
                            <a:schemeClr val="bg1"/>
                          </a:solidFill>
                        </a:rPr>
                        <a:t>2,400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27848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73643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6069B51C-4830-E4E3-43CC-5E868346910C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l="3412" r="3412"/>
          <a:stretch>
            <a:fillRect/>
          </a:stretch>
        </p:blipFill>
        <p:spPr/>
      </p:pic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DB8674A-50A7-5FA5-3D81-CC0CDFAAE3D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83BA82F8-767A-59DF-0A02-73C93D1CFC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261" y="335280"/>
            <a:ext cx="10765383" cy="1033145"/>
          </a:xfrm>
        </p:spPr>
        <p:txBody>
          <a:bodyPr/>
          <a:lstStyle/>
          <a:p>
            <a:r>
              <a:rPr lang="en-GB"/>
              <a:t>Creating breakthroughs for brands </a:t>
            </a:r>
            <a:br>
              <a:rPr lang="en-GB"/>
            </a:br>
            <a:r>
              <a:rPr lang="en-GB"/>
              <a:t>in an age of new possibilities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45FC214B-23F2-D559-50A1-79685F81A55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pPr marL="0" marR="0" lvl="0" indent="0" algn="ctr" defTabSz="36370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8000" b="0" i="0" u="none" strike="noStrike" kern="1200" cap="none" spc="0" normalizeH="0" baseline="0" noProof="0">
                <a:ln>
                  <a:noFill/>
                </a:ln>
                <a:solidFill>
                  <a:srgbClr val="0A0F0D"/>
                </a:solidFill>
                <a:effectLst/>
                <a:uLnTx/>
                <a:uFillTx/>
                <a:latin typeface="Century Gothic"/>
                <a:ea typeface="+mn-ea"/>
                <a:cs typeface="+mn-cs"/>
              </a:rPr>
              <a:t>20%</a:t>
            </a:r>
          </a:p>
          <a:p>
            <a:pPr marL="0" marR="0" lvl="1" indent="0" algn="ctr" defTabSz="36370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GB" sz="1600" b="1" i="0" u="none" strike="noStrike" kern="1200" cap="none" spc="0" normalizeH="0" baseline="0" noProof="0">
                <a:ln>
                  <a:noFill/>
                </a:ln>
                <a:solidFill>
                  <a:srgbClr val="FD3E81"/>
                </a:solidFill>
                <a:effectLst/>
                <a:uLnTx/>
                <a:uFillTx/>
                <a:latin typeface="Century Gothic"/>
                <a:ea typeface="+mn-ea"/>
                <a:cs typeface="+mn-cs"/>
              </a:rPr>
              <a:t>Lorem ipsum </a:t>
            </a:r>
            <a:r>
              <a:rPr kumimoji="0" lang="en-GB" sz="1600" b="1" i="0" u="none" strike="noStrike" kern="1200" cap="none" spc="0" normalizeH="0" baseline="0" noProof="0" err="1">
                <a:ln>
                  <a:noFill/>
                </a:ln>
                <a:solidFill>
                  <a:srgbClr val="FD3E81"/>
                </a:solidFill>
                <a:effectLst/>
                <a:uLnTx/>
                <a:uFillTx/>
                <a:latin typeface="Century Gothic"/>
                <a:ea typeface="+mn-ea"/>
                <a:cs typeface="+mn-cs"/>
              </a:rPr>
              <a:t>dolor</a:t>
            </a:r>
            <a:endParaRPr kumimoji="0" lang="en-GB" sz="1600" b="1" i="0" u="none" strike="noStrike" kern="1200" cap="none" spc="0" normalizeH="0" baseline="0" noProof="0">
              <a:ln>
                <a:noFill/>
              </a:ln>
              <a:solidFill>
                <a:srgbClr val="FD3E81"/>
              </a:solidFill>
              <a:effectLst/>
              <a:uLnTx/>
              <a:uFillTx/>
              <a:latin typeface="Century Gothic"/>
              <a:ea typeface="+mn-ea"/>
              <a:cs typeface="+mn-cs"/>
            </a:endParaRPr>
          </a:p>
          <a:p>
            <a:pPr marL="0" marR="0" lvl="2" indent="0" algn="ctr" defTabSz="363702" rtl="0" eaLnBrk="1" fontAlgn="auto" latinLnBrk="0" hangingPunct="1">
              <a:spcBef>
                <a:spcPts val="0"/>
              </a:spcBef>
              <a:buClrTx/>
              <a:buSzTx/>
              <a:buFont typeface="System Font Regular"/>
              <a:buNone/>
              <a:tabLst/>
              <a:defRPr/>
            </a:pPr>
            <a:r>
              <a:rPr kumimoji="0" lang="en-GB" sz="1600" b="0" i="0" u="none" strike="noStrike" kern="1200" cap="none" spc="0" normalizeH="0" baseline="0" noProof="0">
                <a:ln>
                  <a:noFill/>
                </a:ln>
                <a:solidFill>
                  <a:srgbClr val="0A0F0D"/>
                </a:solidFill>
                <a:effectLst/>
                <a:uLnTx/>
                <a:uFillTx/>
                <a:latin typeface="Century Gothic"/>
                <a:ea typeface="+mn-ea"/>
                <a:cs typeface="+mn-cs"/>
              </a:rPr>
              <a:t>Sit </a:t>
            </a:r>
            <a:r>
              <a:rPr kumimoji="0" lang="en-GB" sz="1600" b="0" i="0" u="none" strike="noStrike" kern="1200" cap="none" spc="0" normalizeH="0" baseline="0" noProof="0" err="1">
                <a:ln>
                  <a:noFill/>
                </a:ln>
                <a:solidFill>
                  <a:srgbClr val="0A0F0D"/>
                </a:solidFill>
                <a:effectLst/>
                <a:uLnTx/>
                <a:uFillTx/>
                <a:latin typeface="Century Gothic"/>
                <a:ea typeface="+mn-ea"/>
                <a:cs typeface="+mn-cs"/>
              </a:rPr>
              <a:t>amet</a:t>
            </a:r>
            <a:r>
              <a:rPr kumimoji="0" lang="en-GB" sz="1600" b="0" i="0" u="none" strike="noStrike" kern="1200" cap="none" spc="0" normalizeH="0" baseline="0" noProof="0">
                <a:ln>
                  <a:noFill/>
                </a:ln>
                <a:solidFill>
                  <a:srgbClr val="0A0F0D"/>
                </a:solidFill>
                <a:effectLst/>
                <a:uLnTx/>
                <a:uFillTx/>
                <a:latin typeface="Century Gothic"/>
                <a:ea typeface="+mn-ea"/>
                <a:cs typeface="+mn-cs"/>
              </a:rPr>
              <a:t>, </a:t>
            </a:r>
            <a:r>
              <a:rPr kumimoji="0" lang="en-GB" sz="1600" b="0" i="0" u="none" strike="noStrike" kern="1200" cap="none" spc="0" normalizeH="0" baseline="0" noProof="0" err="1">
                <a:ln>
                  <a:noFill/>
                </a:ln>
                <a:solidFill>
                  <a:srgbClr val="0A0F0D"/>
                </a:solidFill>
                <a:effectLst/>
                <a:uLnTx/>
                <a:uFillTx/>
                <a:latin typeface="Century Gothic"/>
                <a:ea typeface="+mn-ea"/>
                <a:cs typeface="+mn-cs"/>
              </a:rPr>
              <a:t>eu</a:t>
            </a:r>
            <a:r>
              <a:rPr kumimoji="0" lang="en-GB" sz="1600" b="0" i="0" u="none" strike="noStrike" kern="1200" cap="none" spc="0" normalizeH="0" baseline="0" noProof="0">
                <a:ln>
                  <a:noFill/>
                </a:ln>
                <a:solidFill>
                  <a:srgbClr val="0A0F0D"/>
                </a:solidFill>
                <a:effectLst/>
                <a:uLnTx/>
                <a:uFillTx/>
                <a:latin typeface="Century Gothic"/>
                <a:ea typeface="+mn-ea"/>
                <a:cs typeface="+mn-cs"/>
              </a:rPr>
              <a:t> solum </a:t>
            </a:r>
            <a:r>
              <a:rPr kumimoji="0" lang="en-GB" sz="1600" b="0" i="0" u="none" strike="noStrike" kern="1200" cap="none" spc="0" normalizeH="0" baseline="0" noProof="0" err="1">
                <a:ln>
                  <a:noFill/>
                </a:ln>
                <a:solidFill>
                  <a:srgbClr val="0A0F0D"/>
                </a:solidFill>
                <a:effectLst/>
                <a:uLnTx/>
                <a:uFillTx/>
                <a:latin typeface="Century Gothic"/>
                <a:ea typeface="+mn-ea"/>
                <a:cs typeface="+mn-cs"/>
              </a:rPr>
              <a:t>idque</a:t>
            </a:r>
            <a:r>
              <a:rPr kumimoji="0" lang="en-GB" sz="1600" b="0" i="0" u="none" strike="noStrike" kern="1200" cap="none" spc="0" normalizeH="0" baseline="0" noProof="0">
                <a:ln>
                  <a:noFill/>
                </a:ln>
                <a:solidFill>
                  <a:srgbClr val="0A0F0D"/>
                </a:solidFill>
                <a:effectLst/>
                <a:uLnTx/>
                <a:uFillTx/>
                <a:latin typeface="Century Gothic"/>
                <a:ea typeface="+mn-ea"/>
                <a:cs typeface="+mn-cs"/>
              </a:rPr>
              <a:t> errant </a:t>
            </a:r>
            <a:r>
              <a:rPr kumimoji="0" lang="en-GB" sz="1600" b="0" i="0" u="none" strike="noStrike" kern="1200" cap="none" spc="0" normalizeH="0" baseline="0" noProof="0" err="1">
                <a:ln>
                  <a:noFill/>
                </a:ln>
                <a:solidFill>
                  <a:srgbClr val="0A0F0D"/>
                </a:solidFill>
                <a:effectLst/>
                <a:uLnTx/>
                <a:uFillTx/>
                <a:latin typeface="Century Gothic"/>
                <a:ea typeface="+mn-ea"/>
                <a:cs typeface="+mn-cs"/>
              </a:rPr>
              <a:t>eos</a:t>
            </a:r>
            <a:endParaRPr kumimoji="0" lang="en-GB" sz="1600" b="0" i="0" u="none" strike="noStrike" kern="1200" cap="none" spc="0" normalizeH="0" baseline="0" noProof="0">
              <a:ln>
                <a:noFill/>
              </a:ln>
              <a:solidFill>
                <a:srgbClr val="0A0F0D"/>
              </a:solidFill>
              <a:effectLst/>
              <a:uLnTx/>
              <a:uFillTx/>
              <a:latin typeface="Century Gothic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BBA8771-9D0A-7D62-F9ED-09F5714862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23</a:t>
            </a:fld>
            <a:endParaRPr lang="en-GB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E63A0D2-F8F3-A766-FF38-81BCED6D7D9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0" marR="0" lvl="0" indent="0" algn="ctr" defTabSz="36370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8000" b="0" i="0" u="none" strike="noStrike" kern="1200" cap="none" spc="0" normalizeH="0" baseline="0" noProof="0">
                <a:ln>
                  <a:noFill/>
                </a:ln>
                <a:solidFill>
                  <a:srgbClr val="0A0F0D"/>
                </a:solidFill>
                <a:effectLst/>
                <a:uLnTx/>
                <a:uFillTx/>
                <a:latin typeface="Century Gothic"/>
                <a:ea typeface="+mn-ea"/>
                <a:cs typeface="+mn-cs"/>
              </a:rPr>
              <a:t>30%</a:t>
            </a:r>
          </a:p>
          <a:p>
            <a:pPr marL="0" marR="0" lvl="1" indent="0" algn="ctr" defTabSz="36370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GB" sz="1600" b="1" i="0" u="none" strike="noStrike" kern="1200" cap="none" spc="0" normalizeH="0" baseline="0" noProof="0">
                <a:ln>
                  <a:noFill/>
                </a:ln>
                <a:solidFill>
                  <a:srgbClr val="FD3E81"/>
                </a:solidFill>
                <a:effectLst/>
                <a:uLnTx/>
                <a:uFillTx/>
                <a:latin typeface="Century Gothic"/>
                <a:ea typeface="+mn-ea"/>
                <a:cs typeface="+mn-cs"/>
              </a:rPr>
              <a:t>Lorem ipsum </a:t>
            </a:r>
            <a:r>
              <a:rPr kumimoji="0" lang="en-GB" sz="1600" b="1" i="0" u="none" strike="noStrike" kern="1200" cap="none" spc="0" normalizeH="0" baseline="0" noProof="0" err="1">
                <a:ln>
                  <a:noFill/>
                </a:ln>
                <a:solidFill>
                  <a:srgbClr val="FD3E81"/>
                </a:solidFill>
                <a:effectLst/>
                <a:uLnTx/>
                <a:uFillTx/>
                <a:latin typeface="Century Gothic"/>
                <a:ea typeface="+mn-ea"/>
                <a:cs typeface="+mn-cs"/>
              </a:rPr>
              <a:t>dolor</a:t>
            </a:r>
            <a:endParaRPr kumimoji="0" lang="en-GB" sz="1600" b="1" i="0" u="none" strike="noStrike" kern="1200" cap="none" spc="0" normalizeH="0" baseline="0" noProof="0">
              <a:ln>
                <a:noFill/>
              </a:ln>
              <a:solidFill>
                <a:srgbClr val="FD3E81"/>
              </a:solidFill>
              <a:effectLst/>
              <a:uLnTx/>
              <a:uFillTx/>
              <a:latin typeface="Century Gothic"/>
              <a:ea typeface="+mn-ea"/>
              <a:cs typeface="+mn-cs"/>
            </a:endParaRPr>
          </a:p>
          <a:p>
            <a:pPr marL="0" marR="0" lvl="2" indent="0" algn="ctr" defTabSz="363702" rtl="0" eaLnBrk="1" fontAlgn="auto" latinLnBrk="0" hangingPunct="1">
              <a:spcBef>
                <a:spcPts val="0"/>
              </a:spcBef>
              <a:buClrTx/>
              <a:buSzTx/>
              <a:buFont typeface="System Font Regular"/>
              <a:buNone/>
              <a:tabLst/>
              <a:defRPr/>
            </a:pPr>
            <a:r>
              <a:rPr kumimoji="0" lang="en-GB" sz="1600" b="0" i="0" u="none" strike="noStrike" kern="1200" cap="none" spc="0" normalizeH="0" baseline="0" noProof="0">
                <a:ln>
                  <a:noFill/>
                </a:ln>
                <a:solidFill>
                  <a:srgbClr val="0A0F0D"/>
                </a:solidFill>
                <a:effectLst/>
                <a:uLnTx/>
                <a:uFillTx/>
                <a:latin typeface="Century Gothic"/>
                <a:ea typeface="+mn-ea"/>
                <a:cs typeface="+mn-cs"/>
              </a:rPr>
              <a:t>Sit </a:t>
            </a:r>
            <a:r>
              <a:rPr kumimoji="0" lang="en-GB" sz="1600" b="0" i="0" u="none" strike="noStrike" kern="1200" cap="none" spc="0" normalizeH="0" baseline="0" noProof="0" err="1">
                <a:ln>
                  <a:noFill/>
                </a:ln>
                <a:solidFill>
                  <a:srgbClr val="0A0F0D"/>
                </a:solidFill>
                <a:effectLst/>
                <a:uLnTx/>
                <a:uFillTx/>
                <a:latin typeface="Century Gothic"/>
                <a:ea typeface="+mn-ea"/>
                <a:cs typeface="+mn-cs"/>
              </a:rPr>
              <a:t>amet</a:t>
            </a:r>
            <a:r>
              <a:rPr kumimoji="0" lang="en-GB" sz="1600" b="0" i="0" u="none" strike="noStrike" kern="1200" cap="none" spc="0" normalizeH="0" baseline="0" noProof="0">
                <a:ln>
                  <a:noFill/>
                </a:ln>
                <a:solidFill>
                  <a:srgbClr val="0A0F0D"/>
                </a:solidFill>
                <a:effectLst/>
                <a:uLnTx/>
                <a:uFillTx/>
                <a:latin typeface="Century Gothic"/>
                <a:ea typeface="+mn-ea"/>
                <a:cs typeface="+mn-cs"/>
              </a:rPr>
              <a:t>, </a:t>
            </a:r>
            <a:r>
              <a:rPr kumimoji="0" lang="en-GB" sz="1600" b="0" i="0" u="none" strike="noStrike" kern="1200" cap="none" spc="0" normalizeH="0" baseline="0" noProof="0" err="1">
                <a:ln>
                  <a:noFill/>
                </a:ln>
                <a:solidFill>
                  <a:srgbClr val="0A0F0D"/>
                </a:solidFill>
                <a:effectLst/>
                <a:uLnTx/>
                <a:uFillTx/>
                <a:latin typeface="Century Gothic"/>
                <a:ea typeface="+mn-ea"/>
                <a:cs typeface="+mn-cs"/>
              </a:rPr>
              <a:t>eu</a:t>
            </a:r>
            <a:r>
              <a:rPr kumimoji="0" lang="en-GB" sz="1600" b="0" i="0" u="none" strike="noStrike" kern="1200" cap="none" spc="0" normalizeH="0" baseline="0" noProof="0">
                <a:ln>
                  <a:noFill/>
                </a:ln>
                <a:solidFill>
                  <a:srgbClr val="0A0F0D"/>
                </a:solidFill>
                <a:effectLst/>
                <a:uLnTx/>
                <a:uFillTx/>
                <a:latin typeface="Century Gothic"/>
                <a:ea typeface="+mn-ea"/>
                <a:cs typeface="+mn-cs"/>
              </a:rPr>
              <a:t> solum </a:t>
            </a:r>
            <a:r>
              <a:rPr kumimoji="0" lang="en-GB" sz="1600" b="0" i="0" u="none" strike="noStrike" kern="1200" cap="none" spc="0" normalizeH="0" baseline="0" noProof="0" err="1">
                <a:ln>
                  <a:noFill/>
                </a:ln>
                <a:solidFill>
                  <a:srgbClr val="0A0F0D"/>
                </a:solidFill>
                <a:effectLst/>
                <a:uLnTx/>
                <a:uFillTx/>
                <a:latin typeface="Century Gothic"/>
                <a:ea typeface="+mn-ea"/>
                <a:cs typeface="+mn-cs"/>
              </a:rPr>
              <a:t>idque</a:t>
            </a:r>
            <a:r>
              <a:rPr kumimoji="0" lang="en-GB" sz="1600" b="0" i="0" u="none" strike="noStrike" kern="1200" cap="none" spc="0" normalizeH="0" baseline="0" noProof="0">
                <a:ln>
                  <a:noFill/>
                </a:ln>
                <a:solidFill>
                  <a:srgbClr val="0A0F0D"/>
                </a:solidFill>
                <a:effectLst/>
                <a:uLnTx/>
                <a:uFillTx/>
                <a:latin typeface="Century Gothic"/>
                <a:ea typeface="+mn-ea"/>
                <a:cs typeface="+mn-cs"/>
              </a:rPr>
              <a:t> errant </a:t>
            </a:r>
            <a:r>
              <a:rPr kumimoji="0" lang="en-GB" sz="1600" b="0" i="0" u="none" strike="noStrike" kern="1200" cap="none" spc="0" normalizeH="0" baseline="0" noProof="0" err="1">
                <a:ln>
                  <a:noFill/>
                </a:ln>
                <a:solidFill>
                  <a:srgbClr val="0A0F0D"/>
                </a:solidFill>
                <a:effectLst/>
                <a:uLnTx/>
                <a:uFillTx/>
                <a:latin typeface="Century Gothic"/>
                <a:ea typeface="+mn-ea"/>
                <a:cs typeface="+mn-cs"/>
              </a:rPr>
              <a:t>eos</a:t>
            </a:r>
            <a:endParaRPr kumimoji="0" lang="en-GB" sz="1600" b="0" i="0" u="none" strike="noStrike" kern="1200" cap="none" spc="0" normalizeH="0" baseline="0" noProof="0">
              <a:ln>
                <a:noFill/>
              </a:ln>
              <a:solidFill>
                <a:srgbClr val="0A0F0D"/>
              </a:solidFill>
              <a:effectLst/>
              <a:uLnTx/>
              <a:uFillTx/>
              <a:latin typeface="Century Gothic"/>
              <a:ea typeface="+mn-ea"/>
              <a:cs typeface="+mn-cs"/>
            </a:endParaRP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CA7B177-6177-D40E-AD20-D5F0AC35137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 marL="0" marR="0" lvl="0" indent="0" algn="ctr" defTabSz="36370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8000" b="0" i="0" u="none" strike="noStrike" kern="1200" cap="none" spc="0" normalizeH="0" baseline="0" noProof="0">
                <a:ln>
                  <a:noFill/>
                </a:ln>
                <a:solidFill>
                  <a:srgbClr val="0A0F0D"/>
                </a:solidFill>
                <a:effectLst/>
                <a:uLnTx/>
                <a:uFillTx/>
                <a:latin typeface="Century Gothic"/>
                <a:ea typeface="+mn-ea"/>
                <a:cs typeface="+mn-cs"/>
              </a:rPr>
              <a:t>10%</a:t>
            </a:r>
          </a:p>
          <a:p>
            <a:pPr marL="0" marR="0" lvl="1" indent="0" algn="ctr" defTabSz="36370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GB" sz="1600" b="1" i="0" u="none" strike="noStrike" kern="1200" cap="none" spc="0" normalizeH="0" baseline="0" noProof="0">
                <a:ln>
                  <a:noFill/>
                </a:ln>
                <a:solidFill>
                  <a:srgbClr val="FD3E81"/>
                </a:solidFill>
                <a:effectLst/>
                <a:uLnTx/>
                <a:uFillTx/>
                <a:latin typeface="Century Gothic"/>
                <a:ea typeface="+mn-ea"/>
                <a:cs typeface="+mn-cs"/>
              </a:rPr>
              <a:t>Lorem ipsum </a:t>
            </a:r>
            <a:r>
              <a:rPr kumimoji="0" lang="en-GB" sz="1600" b="1" i="0" u="none" strike="noStrike" kern="1200" cap="none" spc="0" normalizeH="0" baseline="0" noProof="0" err="1">
                <a:ln>
                  <a:noFill/>
                </a:ln>
                <a:solidFill>
                  <a:srgbClr val="FD3E81"/>
                </a:solidFill>
                <a:effectLst/>
                <a:uLnTx/>
                <a:uFillTx/>
                <a:latin typeface="Century Gothic"/>
                <a:ea typeface="+mn-ea"/>
                <a:cs typeface="+mn-cs"/>
              </a:rPr>
              <a:t>dolor</a:t>
            </a:r>
            <a:endParaRPr kumimoji="0" lang="en-GB" sz="1600" b="1" i="0" u="none" strike="noStrike" kern="1200" cap="none" spc="0" normalizeH="0" baseline="0" noProof="0">
              <a:ln>
                <a:noFill/>
              </a:ln>
              <a:solidFill>
                <a:srgbClr val="FD3E81"/>
              </a:solidFill>
              <a:effectLst/>
              <a:uLnTx/>
              <a:uFillTx/>
              <a:latin typeface="Century Gothic"/>
              <a:ea typeface="+mn-ea"/>
              <a:cs typeface="+mn-cs"/>
            </a:endParaRPr>
          </a:p>
          <a:p>
            <a:pPr marL="0" marR="0" lvl="2" indent="0" algn="ctr" defTabSz="363702" rtl="0" eaLnBrk="1" fontAlgn="auto" latinLnBrk="0" hangingPunct="1">
              <a:spcBef>
                <a:spcPts val="0"/>
              </a:spcBef>
              <a:buClrTx/>
              <a:buSzTx/>
              <a:buFont typeface="System Font Regular"/>
              <a:buNone/>
              <a:tabLst/>
              <a:defRPr/>
            </a:pPr>
            <a:r>
              <a:rPr kumimoji="0" lang="en-GB" sz="1600" b="0" i="0" u="none" strike="noStrike" kern="1200" cap="none" spc="0" normalizeH="0" baseline="0" noProof="0">
                <a:ln>
                  <a:noFill/>
                </a:ln>
                <a:solidFill>
                  <a:srgbClr val="0A0F0D"/>
                </a:solidFill>
                <a:effectLst/>
                <a:uLnTx/>
                <a:uFillTx/>
                <a:latin typeface="Century Gothic"/>
                <a:ea typeface="+mn-ea"/>
                <a:cs typeface="+mn-cs"/>
              </a:rPr>
              <a:t>Sit </a:t>
            </a:r>
            <a:r>
              <a:rPr kumimoji="0" lang="en-GB" sz="1600" b="0" i="0" u="none" strike="noStrike" kern="1200" cap="none" spc="0" normalizeH="0" baseline="0" noProof="0" err="1">
                <a:ln>
                  <a:noFill/>
                </a:ln>
                <a:solidFill>
                  <a:srgbClr val="0A0F0D"/>
                </a:solidFill>
                <a:effectLst/>
                <a:uLnTx/>
                <a:uFillTx/>
                <a:latin typeface="Century Gothic"/>
                <a:ea typeface="+mn-ea"/>
                <a:cs typeface="+mn-cs"/>
              </a:rPr>
              <a:t>amet</a:t>
            </a:r>
            <a:r>
              <a:rPr kumimoji="0" lang="en-GB" sz="1600" b="0" i="0" u="none" strike="noStrike" kern="1200" cap="none" spc="0" normalizeH="0" baseline="0" noProof="0">
                <a:ln>
                  <a:noFill/>
                </a:ln>
                <a:solidFill>
                  <a:srgbClr val="0A0F0D"/>
                </a:solidFill>
                <a:effectLst/>
                <a:uLnTx/>
                <a:uFillTx/>
                <a:latin typeface="Century Gothic"/>
                <a:ea typeface="+mn-ea"/>
                <a:cs typeface="+mn-cs"/>
              </a:rPr>
              <a:t>, </a:t>
            </a:r>
            <a:r>
              <a:rPr kumimoji="0" lang="en-GB" sz="1600" b="0" i="0" u="none" strike="noStrike" kern="1200" cap="none" spc="0" normalizeH="0" baseline="0" noProof="0" err="1">
                <a:ln>
                  <a:noFill/>
                </a:ln>
                <a:solidFill>
                  <a:srgbClr val="0A0F0D"/>
                </a:solidFill>
                <a:effectLst/>
                <a:uLnTx/>
                <a:uFillTx/>
                <a:latin typeface="Century Gothic"/>
                <a:ea typeface="+mn-ea"/>
                <a:cs typeface="+mn-cs"/>
              </a:rPr>
              <a:t>eu</a:t>
            </a:r>
            <a:r>
              <a:rPr kumimoji="0" lang="en-GB" sz="1600" b="0" i="0" u="none" strike="noStrike" kern="1200" cap="none" spc="0" normalizeH="0" baseline="0" noProof="0">
                <a:ln>
                  <a:noFill/>
                </a:ln>
                <a:solidFill>
                  <a:srgbClr val="0A0F0D"/>
                </a:solidFill>
                <a:effectLst/>
                <a:uLnTx/>
                <a:uFillTx/>
                <a:latin typeface="Century Gothic"/>
                <a:ea typeface="+mn-ea"/>
                <a:cs typeface="+mn-cs"/>
              </a:rPr>
              <a:t> solum </a:t>
            </a:r>
            <a:r>
              <a:rPr kumimoji="0" lang="en-GB" sz="1600" b="0" i="0" u="none" strike="noStrike" kern="1200" cap="none" spc="0" normalizeH="0" baseline="0" noProof="0" err="1">
                <a:ln>
                  <a:noFill/>
                </a:ln>
                <a:solidFill>
                  <a:srgbClr val="0A0F0D"/>
                </a:solidFill>
                <a:effectLst/>
                <a:uLnTx/>
                <a:uFillTx/>
                <a:latin typeface="Century Gothic"/>
                <a:ea typeface="+mn-ea"/>
                <a:cs typeface="+mn-cs"/>
              </a:rPr>
              <a:t>idque</a:t>
            </a:r>
            <a:r>
              <a:rPr kumimoji="0" lang="en-GB" sz="1600" b="0" i="0" u="none" strike="noStrike" kern="1200" cap="none" spc="0" normalizeH="0" baseline="0" noProof="0">
                <a:ln>
                  <a:noFill/>
                </a:ln>
                <a:solidFill>
                  <a:srgbClr val="0A0F0D"/>
                </a:solidFill>
                <a:effectLst/>
                <a:uLnTx/>
                <a:uFillTx/>
                <a:latin typeface="Century Gothic"/>
                <a:ea typeface="+mn-ea"/>
                <a:cs typeface="+mn-cs"/>
              </a:rPr>
              <a:t> errant </a:t>
            </a:r>
            <a:r>
              <a:rPr kumimoji="0" lang="en-GB" sz="1600" b="0" i="0" u="none" strike="noStrike" kern="1200" cap="none" spc="0" normalizeH="0" baseline="0" noProof="0" err="1">
                <a:ln>
                  <a:noFill/>
                </a:ln>
                <a:solidFill>
                  <a:srgbClr val="0A0F0D"/>
                </a:solidFill>
                <a:effectLst/>
                <a:uLnTx/>
                <a:uFillTx/>
                <a:latin typeface="Century Gothic"/>
                <a:ea typeface="+mn-ea"/>
                <a:cs typeface="+mn-cs"/>
              </a:rPr>
              <a:t>eos</a:t>
            </a:r>
            <a:endParaRPr kumimoji="0" lang="en-GB" sz="1600" b="0" i="0" u="none" strike="noStrike" kern="1200" cap="none" spc="0" normalizeH="0" baseline="0" noProof="0">
              <a:ln>
                <a:noFill/>
              </a:ln>
              <a:solidFill>
                <a:srgbClr val="0A0F0D"/>
              </a:solidFill>
              <a:effectLst/>
              <a:uLnTx/>
              <a:uFillTx/>
              <a:latin typeface="Century Gothic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459310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9CCEAA34-8EC3-AC6B-F2E2-63256570408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l="3412" r="3412"/>
          <a:stretch>
            <a:fillRect/>
          </a:stretch>
        </p:blipFill>
        <p:spPr/>
      </p:pic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DB8674A-50A7-5FA5-3D81-CC0CDFAAE3D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83BA82F8-767A-59DF-0A02-73C93D1CF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Creating breakthroughs for brands </a:t>
            </a:r>
            <a:br>
              <a:rPr lang="en-GB"/>
            </a:br>
            <a:r>
              <a:rPr lang="en-GB"/>
              <a:t>in an age of new possibilities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45FC214B-23F2-D559-50A1-79685F81A55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pPr marL="0" marR="0" lvl="0" indent="0" algn="ctr" defTabSz="36370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80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Century Gothic"/>
                <a:ea typeface="+mn-ea"/>
                <a:cs typeface="+mn-cs"/>
              </a:rPr>
              <a:t>20%</a:t>
            </a:r>
          </a:p>
          <a:p>
            <a:pPr marL="0" marR="0" lvl="1" indent="0" algn="ctr" defTabSz="36370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GB" sz="1600" b="1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Century Gothic"/>
                <a:ea typeface="+mn-ea"/>
                <a:cs typeface="+mn-cs"/>
              </a:rPr>
              <a:t>Lorem ipsum </a:t>
            </a:r>
            <a:r>
              <a:rPr kumimoji="0" lang="en-GB" sz="1600" b="1" i="0" u="none" strike="noStrike" kern="1200" cap="none" spc="0" normalizeH="0" baseline="0" noProof="0" err="1">
                <a:ln>
                  <a:noFill/>
                </a:ln>
                <a:effectLst/>
                <a:uLnTx/>
                <a:uFillTx/>
                <a:latin typeface="Century Gothic"/>
                <a:ea typeface="+mn-ea"/>
                <a:cs typeface="+mn-cs"/>
              </a:rPr>
              <a:t>dolor</a:t>
            </a:r>
            <a:endParaRPr kumimoji="0" lang="en-GB" sz="16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entury Gothic"/>
              <a:ea typeface="+mn-ea"/>
              <a:cs typeface="+mn-cs"/>
            </a:endParaRPr>
          </a:p>
          <a:p>
            <a:pPr marL="0" marR="0" lvl="2" indent="0" algn="ctr" defTabSz="363702" rtl="0" eaLnBrk="1" fontAlgn="auto" latinLnBrk="0" hangingPunct="1">
              <a:spcBef>
                <a:spcPts val="0"/>
              </a:spcBef>
              <a:buClrTx/>
              <a:buSzTx/>
              <a:buFont typeface="System Font Regular"/>
              <a:buNone/>
              <a:tabLst/>
              <a:defRPr/>
            </a:pPr>
            <a:r>
              <a:rPr kumimoji="0" lang="en-GB" sz="16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Century Gothic"/>
                <a:ea typeface="+mn-ea"/>
                <a:cs typeface="+mn-cs"/>
              </a:rPr>
              <a:t>Sit </a:t>
            </a:r>
            <a:r>
              <a:rPr kumimoji="0" lang="en-GB" sz="1600" b="0" i="0" u="none" strike="noStrike" kern="1200" cap="none" spc="0" normalizeH="0" baseline="0" noProof="0" err="1">
                <a:ln>
                  <a:noFill/>
                </a:ln>
                <a:effectLst/>
                <a:uLnTx/>
                <a:uFillTx/>
                <a:latin typeface="Century Gothic"/>
                <a:ea typeface="+mn-ea"/>
                <a:cs typeface="+mn-cs"/>
              </a:rPr>
              <a:t>amet</a:t>
            </a:r>
            <a:r>
              <a:rPr kumimoji="0" lang="en-GB" sz="16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Century Gothic"/>
                <a:ea typeface="+mn-ea"/>
                <a:cs typeface="+mn-cs"/>
              </a:rPr>
              <a:t>, </a:t>
            </a:r>
            <a:r>
              <a:rPr kumimoji="0" lang="en-GB" sz="1600" b="0" i="0" u="none" strike="noStrike" kern="1200" cap="none" spc="0" normalizeH="0" baseline="0" noProof="0" err="1">
                <a:ln>
                  <a:noFill/>
                </a:ln>
                <a:effectLst/>
                <a:uLnTx/>
                <a:uFillTx/>
                <a:latin typeface="Century Gothic"/>
                <a:ea typeface="+mn-ea"/>
                <a:cs typeface="+mn-cs"/>
              </a:rPr>
              <a:t>eu</a:t>
            </a:r>
            <a:r>
              <a:rPr kumimoji="0" lang="en-GB" sz="16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Century Gothic"/>
                <a:ea typeface="+mn-ea"/>
                <a:cs typeface="+mn-cs"/>
              </a:rPr>
              <a:t> solum </a:t>
            </a:r>
            <a:r>
              <a:rPr kumimoji="0" lang="en-GB" sz="1600" b="0" i="0" u="none" strike="noStrike" kern="1200" cap="none" spc="0" normalizeH="0" baseline="0" noProof="0" err="1">
                <a:ln>
                  <a:noFill/>
                </a:ln>
                <a:effectLst/>
                <a:uLnTx/>
                <a:uFillTx/>
                <a:latin typeface="Century Gothic"/>
                <a:ea typeface="+mn-ea"/>
                <a:cs typeface="+mn-cs"/>
              </a:rPr>
              <a:t>idque</a:t>
            </a:r>
            <a:r>
              <a:rPr kumimoji="0" lang="en-GB" sz="16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Century Gothic"/>
                <a:ea typeface="+mn-ea"/>
                <a:cs typeface="+mn-cs"/>
              </a:rPr>
              <a:t> errant </a:t>
            </a:r>
            <a:r>
              <a:rPr kumimoji="0" lang="en-GB" sz="1600" b="0" i="0" u="none" strike="noStrike" kern="1200" cap="none" spc="0" normalizeH="0" baseline="0" noProof="0" err="1">
                <a:ln>
                  <a:noFill/>
                </a:ln>
                <a:effectLst/>
                <a:uLnTx/>
                <a:uFillTx/>
                <a:latin typeface="Century Gothic"/>
                <a:ea typeface="+mn-ea"/>
                <a:cs typeface="+mn-cs"/>
              </a:rPr>
              <a:t>eos</a:t>
            </a:r>
            <a:endParaRPr kumimoji="0" lang="en-GB" sz="16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entury Gothic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BBA8771-9D0A-7D62-F9ED-09F5714862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24</a:t>
            </a:fld>
            <a:endParaRPr lang="en-GB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E63A0D2-F8F3-A766-FF38-81BCED6D7D9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0" marR="0" lvl="0" indent="0" algn="ctr" defTabSz="36370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80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Century Gothic"/>
                <a:ea typeface="+mn-ea"/>
                <a:cs typeface="+mn-cs"/>
              </a:rPr>
              <a:t>30%</a:t>
            </a:r>
          </a:p>
          <a:p>
            <a:pPr marL="0" marR="0" lvl="1" indent="0" algn="ctr" defTabSz="36370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GB" sz="1600" b="1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Century Gothic"/>
                <a:ea typeface="+mn-ea"/>
                <a:cs typeface="+mn-cs"/>
              </a:rPr>
              <a:t>Lorem ipsum </a:t>
            </a:r>
            <a:r>
              <a:rPr kumimoji="0" lang="en-GB" sz="1600" b="1" i="0" u="none" strike="noStrike" kern="1200" cap="none" spc="0" normalizeH="0" baseline="0" noProof="0" err="1">
                <a:ln>
                  <a:noFill/>
                </a:ln>
                <a:effectLst/>
                <a:uLnTx/>
                <a:uFillTx/>
                <a:latin typeface="Century Gothic"/>
                <a:ea typeface="+mn-ea"/>
                <a:cs typeface="+mn-cs"/>
              </a:rPr>
              <a:t>dolor</a:t>
            </a:r>
            <a:endParaRPr kumimoji="0" lang="en-GB" sz="16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entury Gothic"/>
              <a:ea typeface="+mn-ea"/>
              <a:cs typeface="+mn-cs"/>
            </a:endParaRPr>
          </a:p>
          <a:p>
            <a:pPr marL="0" marR="0" lvl="2" indent="0" algn="ctr" defTabSz="363702" rtl="0" eaLnBrk="1" fontAlgn="auto" latinLnBrk="0" hangingPunct="1">
              <a:spcBef>
                <a:spcPts val="0"/>
              </a:spcBef>
              <a:buClrTx/>
              <a:buSzTx/>
              <a:buFont typeface="System Font Regular"/>
              <a:buNone/>
              <a:tabLst/>
              <a:defRPr/>
            </a:pPr>
            <a:r>
              <a:rPr kumimoji="0" lang="en-GB" sz="16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Century Gothic"/>
                <a:ea typeface="+mn-ea"/>
                <a:cs typeface="+mn-cs"/>
              </a:rPr>
              <a:t>Sit </a:t>
            </a:r>
            <a:r>
              <a:rPr kumimoji="0" lang="en-GB" sz="1600" b="0" i="0" u="none" strike="noStrike" kern="1200" cap="none" spc="0" normalizeH="0" baseline="0" noProof="0" err="1">
                <a:ln>
                  <a:noFill/>
                </a:ln>
                <a:effectLst/>
                <a:uLnTx/>
                <a:uFillTx/>
                <a:latin typeface="Century Gothic"/>
                <a:ea typeface="+mn-ea"/>
                <a:cs typeface="+mn-cs"/>
              </a:rPr>
              <a:t>amet</a:t>
            </a:r>
            <a:r>
              <a:rPr kumimoji="0" lang="en-GB" sz="16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Century Gothic"/>
                <a:ea typeface="+mn-ea"/>
                <a:cs typeface="+mn-cs"/>
              </a:rPr>
              <a:t>, </a:t>
            </a:r>
            <a:r>
              <a:rPr kumimoji="0" lang="en-GB" sz="1600" b="0" i="0" u="none" strike="noStrike" kern="1200" cap="none" spc="0" normalizeH="0" baseline="0" noProof="0" err="1">
                <a:ln>
                  <a:noFill/>
                </a:ln>
                <a:effectLst/>
                <a:uLnTx/>
                <a:uFillTx/>
                <a:latin typeface="Century Gothic"/>
                <a:ea typeface="+mn-ea"/>
                <a:cs typeface="+mn-cs"/>
              </a:rPr>
              <a:t>eu</a:t>
            </a:r>
            <a:r>
              <a:rPr kumimoji="0" lang="en-GB" sz="16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Century Gothic"/>
                <a:ea typeface="+mn-ea"/>
                <a:cs typeface="+mn-cs"/>
              </a:rPr>
              <a:t> solum </a:t>
            </a:r>
            <a:r>
              <a:rPr kumimoji="0" lang="en-GB" sz="1600" b="0" i="0" u="none" strike="noStrike" kern="1200" cap="none" spc="0" normalizeH="0" baseline="0" noProof="0" err="1">
                <a:ln>
                  <a:noFill/>
                </a:ln>
                <a:effectLst/>
                <a:uLnTx/>
                <a:uFillTx/>
                <a:latin typeface="Century Gothic"/>
                <a:ea typeface="+mn-ea"/>
                <a:cs typeface="+mn-cs"/>
              </a:rPr>
              <a:t>idque</a:t>
            </a:r>
            <a:r>
              <a:rPr kumimoji="0" lang="en-GB" sz="16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Century Gothic"/>
                <a:ea typeface="+mn-ea"/>
                <a:cs typeface="+mn-cs"/>
              </a:rPr>
              <a:t> errant </a:t>
            </a:r>
            <a:r>
              <a:rPr kumimoji="0" lang="en-GB" sz="1600" b="0" i="0" u="none" strike="noStrike" kern="1200" cap="none" spc="0" normalizeH="0" baseline="0" noProof="0" err="1">
                <a:ln>
                  <a:noFill/>
                </a:ln>
                <a:effectLst/>
                <a:uLnTx/>
                <a:uFillTx/>
                <a:latin typeface="Century Gothic"/>
                <a:ea typeface="+mn-ea"/>
                <a:cs typeface="+mn-cs"/>
              </a:rPr>
              <a:t>eos</a:t>
            </a:r>
            <a:endParaRPr kumimoji="0" lang="en-GB" sz="16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entury Gothic"/>
              <a:ea typeface="+mn-ea"/>
              <a:cs typeface="+mn-cs"/>
            </a:endParaRP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CA7B177-6177-D40E-AD20-D5F0AC35137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 marL="0" marR="0" lvl="0" indent="0" algn="ctr" defTabSz="36370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80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Century Gothic"/>
                <a:ea typeface="+mn-ea"/>
                <a:cs typeface="+mn-cs"/>
              </a:rPr>
              <a:t>10%</a:t>
            </a:r>
          </a:p>
          <a:p>
            <a:pPr marL="0" marR="0" lvl="1" indent="0" algn="ctr" defTabSz="36370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GB" sz="1600" b="1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Century Gothic"/>
                <a:ea typeface="+mn-ea"/>
                <a:cs typeface="+mn-cs"/>
              </a:rPr>
              <a:t>Lorem ipsum </a:t>
            </a:r>
            <a:r>
              <a:rPr kumimoji="0" lang="en-GB" sz="1600" b="1" i="0" u="none" strike="noStrike" kern="1200" cap="none" spc="0" normalizeH="0" baseline="0" noProof="0" err="1">
                <a:ln>
                  <a:noFill/>
                </a:ln>
                <a:effectLst/>
                <a:uLnTx/>
                <a:uFillTx/>
                <a:latin typeface="Century Gothic"/>
                <a:ea typeface="+mn-ea"/>
                <a:cs typeface="+mn-cs"/>
              </a:rPr>
              <a:t>dolor</a:t>
            </a:r>
            <a:endParaRPr kumimoji="0" lang="en-GB" sz="16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entury Gothic"/>
              <a:ea typeface="+mn-ea"/>
              <a:cs typeface="+mn-cs"/>
            </a:endParaRPr>
          </a:p>
          <a:p>
            <a:pPr marL="0" marR="0" lvl="2" indent="0" algn="ctr" defTabSz="363702" rtl="0" eaLnBrk="1" fontAlgn="auto" latinLnBrk="0" hangingPunct="1">
              <a:spcBef>
                <a:spcPts val="0"/>
              </a:spcBef>
              <a:buClrTx/>
              <a:buSzTx/>
              <a:buFont typeface="System Font Regular"/>
              <a:buNone/>
              <a:tabLst/>
              <a:defRPr/>
            </a:pPr>
            <a:r>
              <a:rPr kumimoji="0" lang="en-GB" sz="16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Century Gothic"/>
                <a:ea typeface="+mn-ea"/>
                <a:cs typeface="+mn-cs"/>
              </a:rPr>
              <a:t>Sit </a:t>
            </a:r>
            <a:r>
              <a:rPr kumimoji="0" lang="en-GB" sz="1600" b="0" i="0" u="none" strike="noStrike" kern="1200" cap="none" spc="0" normalizeH="0" baseline="0" noProof="0" err="1">
                <a:ln>
                  <a:noFill/>
                </a:ln>
                <a:effectLst/>
                <a:uLnTx/>
                <a:uFillTx/>
                <a:latin typeface="Century Gothic"/>
                <a:ea typeface="+mn-ea"/>
                <a:cs typeface="+mn-cs"/>
              </a:rPr>
              <a:t>amet</a:t>
            </a:r>
            <a:r>
              <a:rPr kumimoji="0" lang="en-GB" sz="16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Century Gothic"/>
                <a:ea typeface="+mn-ea"/>
                <a:cs typeface="+mn-cs"/>
              </a:rPr>
              <a:t>, </a:t>
            </a:r>
            <a:r>
              <a:rPr kumimoji="0" lang="en-GB" sz="1600" b="0" i="0" u="none" strike="noStrike" kern="1200" cap="none" spc="0" normalizeH="0" baseline="0" noProof="0" err="1">
                <a:ln>
                  <a:noFill/>
                </a:ln>
                <a:effectLst/>
                <a:uLnTx/>
                <a:uFillTx/>
                <a:latin typeface="Century Gothic"/>
                <a:ea typeface="+mn-ea"/>
                <a:cs typeface="+mn-cs"/>
              </a:rPr>
              <a:t>eu</a:t>
            </a:r>
            <a:r>
              <a:rPr kumimoji="0" lang="en-GB" sz="16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Century Gothic"/>
                <a:ea typeface="+mn-ea"/>
                <a:cs typeface="+mn-cs"/>
              </a:rPr>
              <a:t> solum </a:t>
            </a:r>
            <a:r>
              <a:rPr kumimoji="0" lang="en-GB" sz="1600" b="0" i="0" u="none" strike="noStrike" kern="1200" cap="none" spc="0" normalizeH="0" baseline="0" noProof="0" err="1">
                <a:ln>
                  <a:noFill/>
                </a:ln>
                <a:effectLst/>
                <a:uLnTx/>
                <a:uFillTx/>
                <a:latin typeface="Century Gothic"/>
                <a:ea typeface="+mn-ea"/>
                <a:cs typeface="+mn-cs"/>
              </a:rPr>
              <a:t>idque</a:t>
            </a:r>
            <a:r>
              <a:rPr kumimoji="0" lang="en-GB" sz="16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Century Gothic"/>
                <a:ea typeface="+mn-ea"/>
                <a:cs typeface="+mn-cs"/>
              </a:rPr>
              <a:t> errant </a:t>
            </a:r>
            <a:r>
              <a:rPr kumimoji="0" lang="en-GB" sz="1600" b="0" i="0" u="none" strike="noStrike" kern="1200" cap="none" spc="0" normalizeH="0" baseline="0" noProof="0" err="1">
                <a:ln>
                  <a:noFill/>
                </a:ln>
                <a:effectLst/>
                <a:uLnTx/>
                <a:uFillTx/>
                <a:latin typeface="Century Gothic"/>
                <a:ea typeface="+mn-ea"/>
                <a:cs typeface="+mn-cs"/>
              </a:rPr>
              <a:t>eos</a:t>
            </a:r>
            <a:endParaRPr kumimoji="0" lang="en-GB" sz="16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entury Gothic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061848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94F5A267-A717-7CEF-EB1B-B9CBD00FB63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FE42EAF-2A02-7D05-A741-792B14DC849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D9C8FF-26DC-EE9F-2082-185CCD59D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25</a:t>
            </a:fld>
            <a:endParaRPr lang="en-GB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428438A-7CDC-DBEA-BDC6-27C3EF01379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EA4D9E-B39F-3B1D-918A-923D55C133E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5285059-872C-0856-25C0-852FE0009D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Creating breakthroughs for brands </a:t>
            </a:r>
            <a:br>
              <a:rPr lang="en-GB"/>
            </a:br>
            <a:r>
              <a:rPr lang="en-GB"/>
              <a:t>in an age of new possibilities</a:t>
            </a:r>
          </a:p>
        </p:txBody>
      </p:sp>
      <p:pic>
        <p:nvPicPr>
          <p:cNvPr id="59" name="Graphic 58">
            <a:extLst>
              <a:ext uri="{FF2B5EF4-FFF2-40B4-BE49-F238E27FC236}">
                <a16:creationId xmlns:a16="http://schemas.microsoft.com/office/drawing/2014/main" id="{F0149D22-EB8F-22AD-3F79-AFCE25C39A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58154" y="2776482"/>
            <a:ext cx="1027832" cy="237192"/>
          </a:xfrm>
          <a:prstGeom prst="rect">
            <a:avLst/>
          </a:prstGeom>
        </p:spPr>
      </p:pic>
      <p:pic>
        <p:nvPicPr>
          <p:cNvPr id="60" name="Graphic 59">
            <a:extLst>
              <a:ext uri="{FF2B5EF4-FFF2-40B4-BE49-F238E27FC236}">
                <a16:creationId xmlns:a16="http://schemas.microsoft.com/office/drawing/2014/main" id="{E00AD21A-467F-2604-5995-2602B2FA06E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13424" y="4090181"/>
            <a:ext cx="613414" cy="265812"/>
          </a:xfrm>
          <a:prstGeom prst="rect">
            <a:avLst/>
          </a:prstGeom>
        </p:spPr>
      </p:pic>
      <p:pic>
        <p:nvPicPr>
          <p:cNvPr id="61" name="Graphic 60">
            <a:extLst>
              <a:ext uri="{FF2B5EF4-FFF2-40B4-BE49-F238E27FC236}">
                <a16:creationId xmlns:a16="http://schemas.microsoft.com/office/drawing/2014/main" id="{A888FB5E-9DBD-B7C1-4530-78B5900AA9D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813424" y="5367037"/>
            <a:ext cx="952119" cy="315272"/>
          </a:xfrm>
          <a:prstGeom prst="rect">
            <a:avLst/>
          </a:prstGeom>
        </p:spPr>
      </p:pic>
      <p:pic>
        <p:nvPicPr>
          <p:cNvPr id="62" name="Graphic 61">
            <a:extLst>
              <a:ext uri="{FF2B5EF4-FFF2-40B4-BE49-F238E27FC236}">
                <a16:creationId xmlns:a16="http://schemas.microsoft.com/office/drawing/2014/main" id="{C1156010-68B2-BF11-49A7-975E703183E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130882" y="2763304"/>
            <a:ext cx="1027836" cy="347651"/>
          </a:xfrm>
          <a:prstGeom prst="rect">
            <a:avLst/>
          </a:prstGeom>
        </p:spPr>
      </p:pic>
      <p:pic>
        <p:nvPicPr>
          <p:cNvPr id="63" name="Graphic 62">
            <a:extLst>
              <a:ext uri="{FF2B5EF4-FFF2-40B4-BE49-F238E27FC236}">
                <a16:creationId xmlns:a16="http://schemas.microsoft.com/office/drawing/2014/main" id="{5C285A6D-AE4B-9659-7AB7-BB68AD75D8B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785118" y="2770553"/>
            <a:ext cx="846328" cy="249049"/>
          </a:xfrm>
          <a:prstGeom prst="rect">
            <a:avLst/>
          </a:prstGeom>
        </p:spPr>
      </p:pic>
      <p:pic>
        <p:nvPicPr>
          <p:cNvPr id="64" name="Graphic 63">
            <a:extLst>
              <a:ext uri="{FF2B5EF4-FFF2-40B4-BE49-F238E27FC236}">
                <a16:creationId xmlns:a16="http://schemas.microsoft.com/office/drawing/2014/main" id="{6517DF31-5987-4C9E-2ADA-B37B62EE763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813424" y="2812072"/>
            <a:ext cx="1472258" cy="166012"/>
          </a:xfrm>
          <a:prstGeom prst="rect">
            <a:avLst/>
          </a:prstGeom>
        </p:spPr>
      </p:pic>
      <p:pic>
        <p:nvPicPr>
          <p:cNvPr id="65" name="Graphic 64">
            <a:extLst>
              <a:ext uri="{FF2B5EF4-FFF2-40B4-BE49-F238E27FC236}">
                <a16:creationId xmlns:a16="http://schemas.microsoft.com/office/drawing/2014/main" id="{54C640A5-2DD3-B0BE-3E4C-63A47F48FAF6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185423" y="2850715"/>
            <a:ext cx="2186500" cy="127369"/>
          </a:xfrm>
          <a:prstGeom prst="rect">
            <a:avLst/>
          </a:prstGeom>
        </p:spPr>
      </p:pic>
      <p:grpSp>
        <p:nvGrpSpPr>
          <p:cNvPr id="66" name="Group 65">
            <a:extLst>
              <a:ext uri="{FF2B5EF4-FFF2-40B4-BE49-F238E27FC236}">
                <a16:creationId xmlns:a16="http://schemas.microsoft.com/office/drawing/2014/main" id="{674443A6-2933-BBC4-A010-F26126B59EF9}"/>
              </a:ext>
            </a:extLst>
          </p:cNvPr>
          <p:cNvGrpSpPr/>
          <p:nvPr/>
        </p:nvGrpSpPr>
        <p:grpSpPr>
          <a:xfrm>
            <a:off x="3821270" y="3846407"/>
            <a:ext cx="753361" cy="753361"/>
            <a:chOff x="8615634" y="5032586"/>
            <a:chExt cx="2028951" cy="2028952"/>
          </a:xfrm>
        </p:grpSpPr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1155809E-AC78-3100-E0DC-F0546D5CA28F}"/>
                </a:ext>
              </a:extLst>
            </p:cNvPr>
            <p:cNvSpPr/>
            <p:nvPr/>
          </p:nvSpPr>
          <p:spPr>
            <a:xfrm>
              <a:off x="8615634" y="5032586"/>
              <a:ext cx="2028951" cy="2028952"/>
            </a:xfrm>
            <a:custGeom>
              <a:avLst/>
              <a:gdLst>
                <a:gd name="connsiteX0" fmla="*/ 0 w 2028952"/>
                <a:gd name="connsiteY0" fmla="*/ 0 h 2028952"/>
                <a:gd name="connsiteX1" fmla="*/ 2028953 w 2028952"/>
                <a:gd name="connsiteY1" fmla="*/ 0 h 2028952"/>
                <a:gd name="connsiteX2" fmla="*/ 2028953 w 2028952"/>
                <a:gd name="connsiteY2" fmla="*/ 2028953 h 2028952"/>
                <a:gd name="connsiteX3" fmla="*/ 0 w 2028952"/>
                <a:gd name="connsiteY3" fmla="*/ 2028953 h 2028952"/>
                <a:gd name="connsiteX4" fmla="*/ 0 w 2028952"/>
                <a:gd name="connsiteY4" fmla="*/ 0 h 2028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28952" h="2028952">
                  <a:moveTo>
                    <a:pt x="0" y="0"/>
                  </a:moveTo>
                  <a:lnTo>
                    <a:pt x="2028953" y="0"/>
                  </a:lnTo>
                  <a:lnTo>
                    <a:pt x="2028953" y="2028953"/>
                  </a:lnTo>
                  <a:lnTo>
                    <a:pt x="0" y="20289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0"/>
              </a:srgbClr>
            </a:solidFill>
            <a:ln w="1051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25412C94-7265-A7FE-E1EC-878DC73637E8}"/>
                </a:ext>
              </a:extLst>
            </p:cNvPr>
            <p:cNvSpPr/>
            <p:nvPr/>
          </p:nvSpPr>
          <p:spPr>
            <a:xfrm>
              <a:off x="8786750" y="5180814"/>
              <a:ext cx="1686700" cy="1686689"/>
            </a:xfrm>
            <a:custGeom>
              <a:avLst/>
              <a:gdLst>
                <a:gd name="connsiteX0" fmla="*/ 843355 w 1686699"/>
                <a:gd name="connsiteY0" fmla="*/ 54083 h 1686689"/>
                <a:gd name="connsiteX1" fmla="*/ 256751 w 1686699"/>
                <a:gd name="connsiteY1" fmla="*/ 314991 h 1686689"/>
                <a:gd name="connsiteX2" fmla="*/ 54683 w 1686699"/>
                <a:gd name="connsiteY2" fmla="*/ 843345 h 1686689"/>
                <a:gd name="connsiteX3" fmla="*/ 315591 w 1686699"/>
                <a:gd name="connsiteY3" fmla="*/ 1429360 h 1686689"/>
                <a:gd name="connsiteX4" fmla="*/ 843355 w 1686699"/>
                <a:gd name="connsiteY4" fmla="*/ 1632027 h 1686689"/>
                <a:gd name="connsiteX5" fmla="*/ 1429360 w 1686699"/>
                <a:gd name="connsiteY5" fmla="*/ 1371119 h 1686689"/>
                <a:gd name="connsiteX6" fmla="*/ 1632028 w 1686699"/>
                <a:gd name="connsiteY6" fmla="*/ 843345 h 1686689"/>
                <a:gd name="connsiteX7" fmla="*/ 1371119 w 1686699"/>
                <a:gd name="connsiteY7" fmla="*/ 256740 h 1686689"/>
                <a:gd name="connsiteX8" fmla="*/ 843355 w 1686699"/>
                <a:gd name="connsiteY8" fmla="*/ 54083 h 1686689"/>
                <a:gd name="connsiteX9" fmla="*/ 843355 w 1686699"/>
                <a:gd name="connsiteY9" fmla="*/ 0 h 1686689"/>
                <a:gd name="connsiteX10" fmla="*/ 1686699 w 1686699"/>
                <a:gd name="connsiteY10" fmla="*/ 843344 h 1686689"/>
                <a:gd name="connsiteX11" fmla="*/ 843355 w 1686699"/>
                <a:gd name="connsiteY11" fmla="*/ 1686689 h 1686689"/>
                <a:gd name="connsiteX12" fmla="*/ 0 w 1686699"/>
                <a:gd name="connsiteY12" fmla="*/ 843344 h 1686689"/>
                <a:gd name="connsiteX13" fmla="*/ 843355 w 1686699"/>
                <a:gd name="connsiteY13" fmla="*/ 0 h 1686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86699" h="1686689">
                  <a:moveTo>
                    <a:pt x="843355" y="54083"/>
                  </a:moveTo>
                  <a:cubicBezTo>
                    <a:pt x="621667" y="54083"/>
                    <a:pt x="405336" y="150354"/>
                    <a:pt x="256751" y="314991"/>
                  </a:cubicBezTo>
                  <a:cubicBezTo>
                    <a:pt x="127186" y="459408"/>
                    <a:pt x="54683" y="649592"/>
                    <a:pt x="54683" y="843345"/>
                  </a:cubicBezTo>
                  <a:cubicBezTo>
                    <a:pt x="54683" y="1065023"/>
                    <a:pt x="150375" y="1280785"/>
                    <a:pt x="315591" y="1429360"/>
                  </a:cubicBezTo>
                  <a:cubicBezTo>
                    <a:pt x="459419" y="1558924"/>
                    <a:pt x="649603" y="1632027"/>
                    <a:pt x="843355" y="1632027"/>
                  </a:cubicBezTo>
                  <a:cubicBezTo>
                    <a:pt x="1065044" y="1632027"/>
                    <a:pt x="1281364" y="1535736"/>
                    <a:pt x="1429360" y="1371119"/>
                  </a:cubicBezTo>
                  <a:cubicBezTo>
                    <a:pt x="1559514" y="1227292"/>
                    <a:pt x="1632028" y="1037108"/>
                    <a:pt x="1632028" y="843345"/>
                  </a:cubicBezTo>
                  <a:cubicBezTo>
                    <a:pt x="1632028" y="621067"/>
                    <a:pt x="1536325" y="405326"/>
                    <a:pt x="1371119" y="256740"/>
                  </a:cubicBezTo>
                  <a:cubicBezTo>
                    <a:pt x="1227302" y="127186"/>
                    <a:pt x="1037108" y="54083"/>
                    <a:pt x="843355" y="54083"/>
                  </a:cubicBezTo>
                  <a:close/>
                  <a:moveTo>
                    <a:pt x="843355" y="0"/>
                  </a:moveTo>
                  <a:cubicBezTo>
                    <a:pt x="1306342" y="0"/>
                    <a:pt x="1686699" y="379768"/>
                    <a:pt x="1686699" y="843344"/>
                  </a:cubicBezTo>
                  <a:cubicBezTo>
                    <a:pt x="1686699" y="1306331"/>
                    <a:pt x="1306342" y="1686689"/>
                    <a:pt x="843355" y="1686689"/>
                  </a:cubicBezTo>
                  <a:cubicBezTo>
                    <a:pt x="379768" y="1686689"/>
                    <a:pt x="0" y="1306331"/>
                    <a:pt x="0" y="843344"/>
                  </a:cubicBezTo>
                  <a:cubicBezTo>
                    <a:pt x="0" y="379768"/>
                    <a:pt x="379779" y="0"/>
                    <a:pt x="843355" y="0"/>
                  </a:cubicBezTo>
                  <a:close/>
                </a:path>
              </a:pathLst>
            </a:custGeom>
            <a:solidFill>
              <a:srgbClr val="000000"/>
            </a:solidFill>
            <a:ln w="1051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9" name="Freeform 68">
              <a:extLst>
                <a:ext uri="{FF2B5EF4-FFF2-40B4-BE49-F238E27FC236}">
                  <a16:creationId xmlns:a16="http://schemas.microsoft.com/office/drawing/2014/main" id="{60E5F613-43EC-D46B-0A56-6F5F1B3418CB}"/>
                </a:ext>
              </a:extLst>
            </p:cNvPr>
            <p:cNvSpPr/>
            <p:nvPr/>
          </p:nvSpPr>
          <p:spPr>
            <a:xfrm>
              <a:off x="8916921" y="5308001"/>
              <a:ext cx="1456674" cy="1422812"/>
            </a:xfrm>
            <a:custGeom>
              <a:avLst/>
              <a:gdLst>
                <a:gd name="connsiteX0" fmla="*/ 651381 w 1456674"/>
                <a:gd name="connsiteY0" fmla="*/ 1208850 h 1422812"/>
                <a:gd name="connsiteX1" fmla="*/ 651381 w 1456674"/>
                <a:gd name="connsiteY1" fmla="*/ 1271248 h 1422812"/>
                <a:gd name="connsiteX2" fmla="*/ 753589 w 1456674"/>
                <a:gd name="connsiteY2" fmla="*/ 1271248 h 1422812"/>
                <a:gd name="connsiteX3" fmla="*/ 795798 w 1456674"/>
                <a:gd name="connsiteY3" fmla="*/ 1240344 h 1422812"/>
                <a:gd name="connsiteX4" fmla="*/ 753589 w 1456674"/>
                <a:gd name="connsiteY4" fmla="*/ 1208850 h 1422812"/>
                <a:gd name="connsiteX5" fmla="*/ 585404 w 1456674"/>
                <a:gd name="connsiteY5" fmla="*/ 1161304 h 1422812"/>
                <a:gd name="connsiteX6" fmla="*/ 761326 w 1456674"/>
                <a:gd name="connsiteY6" fmla="*/ 1161304 h 1422812"/>
                <a:gd name="connsiteX7" fmla="*/ 862375 w 1456674"/>
                <a:gd name="connsiteY7" fmla="*/ 1239154 h 1422812"/>
                <a:gd name="connsiteX8" fmla="*/ 795209 w 1456674"/>
                <a:gd name="connsiteY8" fmla="*/ 1318794 h 1422812"/>
                <a:gd name="connsiteX9" fmla="*/ 873059 w 1456674"/>
                <a:gd name="connsiteY9" fmla="*/ 1422802 h 1422812"/>
                <a:gd name="connsiteX10" fmla="*/ 795209 w 1456674"/>
                <a:gd name="connsiteY10" fmla="*/ 1422802 h 1422812"/>
                <a:gd name="connsiteX11" fmla="*/ 726274 w 1456674"/>
                <a:gd name="connsiteY11" fmla="*/ 1318794 h 1422812"/>
                <a:gd name="connsiteX12" fmla="*/ 651381 w 1456674"/>
                <a:gd name="connsiteY12" fmla="*/ 1318794 h 1422812"/>
                <a:gd name="connsiteX13" fmla="*/ 651381 w 1456674"/>
                <a:gd name="connsiteY13" fmla="*/ 1318805 h 1422812"/>
                <a:gd name="connsiteX14" fmla="*/ 651381 w 1456674"/>
                <a:gd name="connsiteY14" fmla="*/ 1422812 h 1422812"/>
                <a:gd name="connsiteX15" fmla="*/ 585404 w 1456674"/>
                <a:gd name="connsiteY15" fmla="*/ 1422812 h 1422812"/>
                <a:gd name="connsiteX16" fmla="*/ 585404 w 1456674"/>
                <a:gd name="connsiteY16" fmla="*/ 870691 h 1422812"/>
                <a:gd name="connsiteX17" fmla="*/ 849892 w 1456674"/>
                <a:gd name="connsiteY17" fmla="*/ 870691 h 1422812"/>
                <a:gd name="connsiteX18" fmla="*/ 849892 w 1456674"/>
                <a:gd name="connsiteY18" fmla="*/ 917648 h 1422812"/>
                <a:gd name="connsiteX19" fmla="*/ 651381 w 1456674"/>
                <a:gd name="connsiteY19" fmla="*/ 917648 h 1422812"/>
                <a:gd name="connsiteX20" fmla="*/ 651381 w 1456674"/>
                <a:gd name="connsiteY20" fmla="*/ 974688 h 1422812"/>
                <a:gd name="connsiteX21" fmla="*/ 843934 w 1456674"/>
                <a:gd name="connsiteY21" fmla="*/ 974688 h 1422812"/>
                <a:gd name="connsiteX22" fmla="*/ 843934 w 1456674"/>
                <a:gd name="connsiteY22" fmla="*/ 1021645 h 1422812"/>
                <a:gd name="connsiteX23" fmla="*/ 651381 w 1456674"/>
                <a:gd name="connsiteY23" fmla="*/ 1021645 h 1422812"/>
                <a:gd name="connsiteX24" fmla="*/ 651381 w 1456674"/>
                <a:gd name="connsiteY24" fmla="*/ 1084643 h 1422812"/>
                <a:gd name="connsiteX25" fmla="*/ 856428 w 1456674"/>
                <a:gd name="connsiteY25" fmla="*/ 1084643 h 1422812"/>
                <a:gd name="connsiteX26" fmla="*/ 856428 w 1456674"/>
                <a:gd name="connsiteY26" fmla="*/ 1131599 h 1422812"/>
                <a:gd name="connsiteX27" fmla="*/ 585404 w 1456674"/>
                <a:gd name="connsiteY27" fmla="*/ 1131599 h 1422812"/>
                <a:gd name="connsiteX28" fmla="*/ 65377 w 1456674"/>
                <a:gd name="connsiteY28" fmla="*/ 727453 h 1422812"/>
                <a:gd name="connsiteX29" fmla="*/ 65377 w 1456674"/>
                <a:gd name="connsiteY29" fmla="*/ 795788 h 1422812"/>
                <a:gd name="connsiteX30" fmla="*/ 161058 w 1456674"/>
                <a:gd name="connsiteY30" fmla="*/ 795788 h 1422812"/>
                <a:gd name="connsiteX31" fmla="*/ 206226 w 1456674"/>
                <a:gd name="connsiteY31" fmla="*/ 760736 h 1422812"/>
                <a:gd name="connsiteX32" fmla="*/ 161058 w 1456674"/>
                <a:gd name="connsiteY32" fmla="*/ 727453 h 1422812"/>
                <a:gd name="connsiteX33" fmla="*/ 442177 w 1456674"/>
                <a:gd name="connsiteY33" fmla="*/ 649003 h 1422812"/>
                <a:gd name="connsiteX34" fmla="*/ 398789 w 1456674"/>
                <a:gd name="connsiteY34" fmla="*/ 744084 h 1422812"/>
                <a:gd name="connsiteX35" fmla="*/ 487344 w 1456674"/>
                <a:gd name="connsiteY35" fmla="*/ 744084 h 1422812"/>
                <a:gd name="connsiteX36" fmla="*/ 443366 w 1456674"/>
                <a:gd name="connsiteY36" fmla="*/ 649003 h 1422812"/>
                <a:gd name="connsiteX37" fmla="*/ 442777 w 1456674"/>
                <a:gd name="connsiteY37" fmla="*/ 649592 h 1422812"/>
                <a:gd name="connsiteX38" fmla="*/ 65377 w 1456674"/>
                <a:gd name="connsiteY38" fmla="*/ 628803 h 1422812"/>
                <a:gd name="connsiteX39" fmla="*/ 65377 w 1456674"/>
                <a:gd name="connsiteY39" fmla="*/ 682286 h 1422812"/>
                <a:gd name="connsiteX40" fmla="*/ 161058 w 1456674"/>
                <a:gd name="connsiteY40" fmla="*/ 682286 h 1422812"/>
                <a:gd name="connsiteX41" fmla="*/ 195531 w 1456674"/>
                <a:gd name="connsiteY41" fmla="*/ 656139 h 1422812"/>
                <a:gd name="connsiteX42" fmla="*/ 161058 w 1456674"/>
                <a:gd name="connsiteY42" fmla="*/ 628803 h 1422812"/>
                <a:gd name="connsiteX43" fmla="*/ 1234996 w 1456674"/>
                <a:gd name="connsiteY43" fmla="*/ 628793 h 1422812"/>
                <a:gd name="connsiteX44" fmla="*/ 1234996 w 1456674"/>
                <a:gd name="connsiteY44" fmla="*/ 691791 h 1422812"/>
                <a:gd name="connsiteX45" fmla="*/ 1337835 w 1456674"/>
                <a:gd name="connsiteY45" fmla="*/ 691791 h 1422812"/>
                <a:gd name="connsiteX46" fmla="*/ 1380024 w 1456674"/>
                <a:gd name="connsiteY46" fmla="*/ 660297 h 1422812"/>
                <a:gd name="connsiteX47" fmla="*/ 1337835 w 1456674"/>
                <a:gd name="connsiteY47" fmla="*/ 628793 h 1422812"/>
                <a:gd name="connsiteX48" fmla="*/ 1169640 w 1456674"/>
                <a:gd name="connsiteY48" fmla="*/ 581847 h 1422812"/>
                <a:gd name="connsiteX49" fmla="*/ 1344962 w 1456674"/>
                <a:gd name="connsiteY49" fmla="*/ 581847 h 1422812"/>
                <a:gd name="connsiteX50" fmla="*/ 1446580 w 1456674"/>
                <a:gd name="connsiteY50" fmla="*/ 659697 h 1422812"/>
                <a:gd name="connsiteX51" fmla="*/ 1378834 w 1456674"/>
                <a:gd name="connsiteY51" fmla="*/ 738737 h 1422812"/>
                <a:gd name="connsiteX52" fmla="*/ 1456674 w 1456674"/>
                <a:gd name="connsiteY52" fmla="*/ 842744 h 1422812"/>
                <a:gd name="connsiteX53" fmla="*/ 1378834 w 1456674"/>
                <a:gd name="connsiteY53" fmla="*/ 842744 h 1422812"/>
                <a:gd name="connsiteX54" fmla="*/ 1310478 w 1456674"/>
                <a:gd name="connsiteY54" fmla="*/ 738737 h 1422812"/>
                <a:gd name="connsiteX55" fmla="*/ 1234996 w 1456674"/>
                <a:gd name="connsiteY55" fmla="*/ 738737 h 1422812"/>
                <a:gd name="connsiteX56" fmla="*/ 1234996 w 1456674"/>
                <a:gd name="connsiteY56" fmla="*/ 842744 h 1422812"/>
                <a:gd name="connsiteX57" fmla="*/ 1169640 w 1456674"/>
                <a:gd name="connsiteY57" fmla="*/ 842744 h 1422812"/>
                <a:gd name="connsiteX58" fmla="*/ 877217 w 1456674"/>
                <a:gd name="connsiteY58" fmla="*/ 581847 h 1422812"/>
                <a:gd name="connsiteX59" fmla="*/ 1123284 w 1456674"/>
                <a:gd name="connsiteY59" fmla="*/ 581847 h 1422812"/>
                <a:gd name="connsiteX60" fmla="*/ 1123284 w 1456674"/>
                <a:gd name="connsiteY60" fmla="*/ 628793 h 1422812"/>
                <a:gd name="connsiteX61" fmla="*/ 943194 w 1456674"/>
                <a:gd name="connsiteY61" fmla="*/ 628793 h 1422812"/>
                <a:gd name="connsiteX62" fmla="*/ 943194 w 1456674"/>
                <a:gd name="connsiteY62" fmla="*/ 685854 h 1422812"/>
                <a:gd name="connsiteX63" fmla="*/ 1117337 w 1456674"/>
                <a:gd name="connsiteY63" fmla="*/ 685854 h 1422812"/>
                <a:gd name="connsiteX64" fmla="*/ 1117337 w 1456674"/>
                <a:gd name="connsiteY64" fmla="*/ 732800 h 1422812"/>
                <a:gd name="connsiteX65" fmla="*/ 943194 w 1456674"/>
                <a:gd name="connsiteY65" fmla="*/ 732800 h 1422812"/>
                <a:gd name="connsiteX66" fmla="*/ 943194 w 1456674"/>
                <a:gd name="connsiteY66" fmla="*/ 795788 h 1422812"/>
                <a:gd name="connsiteX67" fmla="*/ 1130421 w 1456674"/>
                <a:gd name="connsiteY67" fmla="*/ 795788 h 1422812"/>
                <a:gd name="connsiteX68" fmla="*/ 1130421 w 1456674"/>
                <a:gd name="connsiteY68" fmla="*/ 842744 h 1422812"/>
                <a:gd name="connsiteX69" fmla="*/ 877217 w 1456674"/>
                <a:gd name="connsiteY69" fmla="*/ 842744 h 1422812"/>
                <a:gd name="connsiteX70" fmla="*/ 550353 w 1456674"/>
                <a:gd name="connsiteY70" fmla="*/ 581847 h 1422812"/>
                <a:gd name="connsiteX71" fmla="*/ 630582 w 1456674"/>
                <a:gd name="connsiteY71" fmla="*/ 581847 h 1422812"/>
                <a:gd name="connsiteX72" fmla="*/ 707254 w 1456674"/>
                <a:gd name="connsiteY72" fmla="*/ 685254 h 1422812"/>
                <a:gd name="connsiteX73" fmla="*/ 783925 w 1456674"/>
                <a:gd name="connsiteY73" fmla="*/ 581847 h 1422812"/>
                <a:gd name="connsiteX74" fmla="*/ 864144 w 1456674"/>
                <a:gd name="connsiteY74" fmla="*/ 581847 h 1422812"/>
                <a:gd name="connsiteX75" fmla="*/ 739947 w 1456674"/>
                <a:gd name="connsiteY75" fmla="*/ 742895 h 1422812"/>
                <a:gd name="connsiteX76" fmla="*/ 739947 w 1456674"/>
                <a:gd name="connsiteY76" fmla="*/ 842744 h 1422812"/>
                <a:gd name="connsiteX77" fmla="*/ 674560 w 1456674"/>
                <a:gd name="connsiteY77" fmla="*/ 842744 h 1422812"/>
                <a:gd name="connsiteX78" fmla="*/ 674560 w 1456674"/>
                <a:gd name="connsiteY78" fmla="*/ 742895 h 1422812"/>
                <a:gd name="connsiteX79" fmla="*/ 407704 w 1456674"/>
                <a:gd name="connsiteY79" fmla="*/ 581847 h 1422812"/>
                <a:gd name="connsiteX80" fmla="*/ 477839 w 1456674"/>
                <a:gd name="connsiteY80" fmla="*/ 581847 h 1422812"/>
                <a:gd name="connsiteX81" fmla="*/ 606214 w 1456674"/>
                <a:gd name="connsiteY81" fmla="*/ 842744 h 1422812"/>
                <a:gd name="connsiteX82" fmla="*/ 532511 w 1456674"/>
                <a:gd name="connsiteY82" fmla="*/ 842744 h 1422812"/>
                <a:gd name="connsiteX83" fmla="*/ 508743 w 1456674"/>
                <a:gd name="connsiteY83" fmla="*/ 791041 h 1422812"/>
                <a:gd name="connsiteX84" fmla="*/ 376800 w 1456674"/>
                <a:gd name="connsiteY84" fmla="*/ 791041 h 1422812"/>
                <a:gd name="connsiteX85" fmla="*/ 353032 w 1456674"/>
                <a:gd name="connsiteY85" fmla="*/ 842744 h 1422812"/>
                <a:gd name="connsiteX86" fmla="*/ 279339 w 1456674"/>
                <a:gd name="connsiteY86" fmla="*/ 842744 h 1422812"/>
                <a:gd name="connsiteX87" fmla="*/ 0 w 1456674"/>
                <a:gd name="connsiteY87" fmla="*/ 581847 h 1422812"/>
                <a:gd name="connsiteX88" fmla="*/ 161069 w 1456674"/>
                <a:gd name="connsiteY88" fmla="*/ 581847 h 1422812"/>
                <a:gd name="connsiteX89" fmla="*/ 259129 w 1456674"/>
                <a:gd name="connsiteY89" fmla="*/ 644845 h 1422812"/>
                <a:gd name="connsiteX90" fmla="*/ 218120 w 1456674"/>
                <a:gd name="connsiteY90" fmla="*/ 698327 h 1422812"/>
                <a:gd name="connsiteX91" fmla="*/ 273392 w 1456674"/>
                <a:gd name="connsiteY91" fmla="*/ 766683 h 1422812"/>
                <a:gd name="connsiteX92" fmla="*/ 181869 w 1456674"/>
                <a:gd name="connsiteY92" fmla="*/ 842755 h 1422812"/>
                <a:gd name="connsiteX93" fmla="*/ 0 w 1456674"/>
                <a:gd name="connsiteY93" fmla="*/ 842755 h 1422812"/>
                <a:gd name="connsiteX94" fmla="*/ 709632 w 1456674"/>
                <a:gd name="connsiteY94" fmla="*/ 357190 h 1422812"/>
                <a:gd name="connsiteX95" fmla="*/ 665644 w 1456674"/>
                <a:gd name="connsiteY95" fmla="*/ 452282 h 1422812"/>
                <a:gd name="connsiteX96" fmla="*/ 754189 w 1456674"/>
                <a:gd name="connsiteY96" fmla="*/ 452282 h 1422812"/>
                <a:gd name="connsiteX97" fmla="*/ 710222 w 1456674"/>
                <a:gd name="connsiteY97" fmla="*/ 357190 h 1422812"/>
                <a:gd name="connsiteX98" fmla="*/ 710222 w 1456674"/>
                <a:gd name="connsiteY98" fmla="*/ 358379 h 1422812"/>
                <a:gd name="connsiteX99" fmla="*/ 675160 w 1456674"/>
                <a:gd name="connsiteY99" fmla="*/ 290623 h 1422812"/>
                <a:gd name="connsiteX100" fmla="*/ 745295 w 1456674"/>
                <a:gd name="connsiteY100" fmla="*/ 290623 h 1422812"/>
                <a:gd name="connsiteX101" fmla="*/ 873059 w 1456674"/>
                <a:gd name="connsiteY101" fmla="*/ 551532 h 1422812"/>
                <a:gd name="connsiteX102" fmla="*/ 799956 w 1456674"/>
                <a:gd name="connsiteY102" fmla="*/ 551532 h 1422812"/>
                <a:gd name="connsiteX103" fmla="*/ 776188 w 1456674"/>
                <a:gd name="connsiteY103" fmla="*/ 499828 h 1422812"/>
                <a:gd name="connsiteX104" fmla="*/ 644255 w 1456674"/>
                <a:gd name="connsiteY104" fmla="*/ 499828 h 1422812"/>
                <a:gd name="connsiteX105" fmla="*/ 619877 w 1456674"/>
                <a:gd name="connsiteY105" fmla="*/ 551532 h 1422812"/>
                <a:gd name="connsiteX106" fmla="*/ 546784 w 1456674"/>
                <a:gd name="connsiteY106" fmla="*/ 551532 h 1422812"/>
                <a:gd name="connsiteX107" fmla="*/ 638308 w 1456674"/>
                <a:gd name="connsiteY107" fmla="*/ 146206 h 1422812"/>
                <a:gd name="connsiteX108" fmla="*/ 638308 w 1456674"/>
                <a:gd name="connsiteY108" fmla="*/ 213952 h 1422812"/>
                <a:gd name="connsiteX109" fmla="*/ 733979 w 1456674"/>
                <a:gd name="connsiteY109" fmla="*/ 213952 h 1422812"/>
                <a:gd name="connsiteX110" fmla="*/ 779746 w 1456674"/>
                <a:gd name="connsiteY110" fmla="*/ 178890 h 1422812"/>
                <a:gd name="connsiteX111" fmla="*/ 733979 w 1456674"/>
                <a:gd name="connsiteY111" fmla="*/ 146206 h 1422812"/>
                <a:gd name="connsiteX112" fmla="*/ 638308 w 1456674"/>
                <a:gd name="connsiteY112" fmla="*/ 47546 h 1422812"/>
                <a:gd name="connsiteX113" fmla="*/ 638308 w 1456674"/>
                <a:gd name="connsiteY113" fmla="*/ 100439 h 1422812"/>
                <a:gd name="connsiteX114" fmla="*/ 733979 w 1456674"/>
                <a:gd name="connsiteY114" fmla="*/ 100439 h 1422812"/>
                <a:gd name="connsiteX115" fmla="*/ 769052 w 1456674"/>
                <a:gd name="connsiteY115" fmla="*/ 74882 h 1422812"/>
                <a:gd name="connsiteX116" fmla="*/ 733979 w 1456674"/>
                <a:gd name="connsiteY116" fmla="*/ 47546 h 1422812"/>
                <a:gd name="connsiteX117" fmla="*/ 572931 w 1456674"/>
                <a:gd name="connsiteY117" fmla="*/ 0 h 1422812"/>
                <a:gd name="connsiteX118" fmla="*/ 733990 w 1456674"/>
                <a:gd name="connsiteY118" fmla="*/ 0 h 1422812"/>
                <a:gd name="connsiteX119" fmla="*/ 832050 w 1456674"/>
                <a:gd name="connsiteY119" fmla="*/ 63598 h 1422812"/>
                <a:gd name="connsiteX120" fmla="*/ 791051 w 1456674"/>
                <a:gd name="connsiteY120" fmla="*/ 117081 h 1422812"/>
                <a:gd name="connsiteX121" fmla="*/ 846313 w 1456674"/>
                <a:gd name="connsiteY121" fmla="*/ 185437 h 1422812"/>
                <a:gd name="connsiteX122" fmla="*/ 754789 w 1456674"/>
                <a:gd name="connsiteY122" fmla="*/ 261508 h 1422812"/>
                <a:gd name="connsiteX123" fmla="*/ 572931 w 1456674"/>
                <a:gd name="connsiteY123" fmla="*/ 261508 h 142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</a:cxnLst>
              <a:rect l="l" t="t" r="r" b="b"/>
              <a:pathLst>
                <a:path w="1456674" h="1422812">
                  <a:moveTo>
                    <a:pt x="651381" y="1208850"/>
                  </a:moveTo>
                  <a:lnTo>
                    <a:pt x="651381" y="1271248"/>
                  </a:lnTo>
                  <a:lnTo>
                    <a:pt x="753589" y="1271248"/>
                  </a:lnTo>
                  <a:cubicBezTo>
                    <a:pt x="774988" y="1271248"/>
                    <a:pt x="795798" y="1265311"/>
                    <a:pt x="795798" y="1240344"/>
                  </a:cubicBezTo>
                  <a:cubicBezTo>
                    <a:pt x="795798" y="1214786"/>
                    <a:pt x="774988" y="1208850"/>
                    <a:pt x="753589" y="1208850"/>
                  </a:cubicBezTo>
                  <a:close/>
                  <a:moveTo>
                    <a:pt x="585404" y="1161304"/>
                  </a:moveTo>
                  <a:lnTo>
                    <a:pt x="761326" y="1161304"/>
                  </a:lnTo>
                  <a:cubicBezTo>
                    <a:pt x="812429" y="1161304"/>
                    <a:pt x="862375" y="1179145"/>
                    <a:pt x="862375" y="1239154"/>
                  </a:cubicBezTo>
                  <a:cubicBezTo>
                    <a:pt x="862375" y="1284921"/>
                    <a:pt x="836818" y="1309900"/>
                    <a:pt x="795209" y="1318794"/>
                  </a:cubicBezTo>
                  <a:lnTo>
                    <a:pt x="873059" y="1422802"/>
                  </a:lnTo>
                  <a:lnTo>
                    <a:pt x="795209" y="1422802"/>
                  </a:lnTo>
                  <a:lnTo>
                    <a:pt x="726274" y="1318794"/>
                  </a:lnTo>
                  <a:lnTo>
                    <a:pt x="651381" y="1318794"/>
                  </a:lnTo>
                  <a:lnTo>
                    <a:pt x="651381" y="1318805"/>
                  </a:lnTo>
                  <a:lnTo>
                    <a:pt x="651381" y="1422812"/>
                  </a:lnTo>
                  <a:lnTo>
                    <a:pt x="585404" y="1422812"/>
                  </a:lnTo>
                  <a:close/>
                  <a:moveTo>
                    <a:pt x="585404" y="870691"/>
                  </a:moveTo>
                  <a:lnTo>
                    <a:pt x="849892" y="870691"/>
                  </a:lnTo>
                  <a:lnTo>
                    <a:pt x="849892" y="917648"/>
                  </a:lnTo>
                  <a:lnTo>
                    <a:pt x="651381" y="917648"/>
                  </a:lnTo>
                  <a:lnTo>
                    <a:pt x="651381" y="974688"/>
                  </a:lnTo>
                  <a:lnTo>
                    <a:pt x="843934" y="974688"/>
                  </a:lnTo>
                  <a:lnTo>
                    <a:pt x="843934" y="1021645"/>
                  </a:lnTo>
                  <a:lnTo>
                    <a:pt x="651381" y="1021645"/>
                  </a:lnTo>
                  <a:lnTo>
                    <a:pt x="651381" y="1084643"/>
                  </a:lnTo>
                  <a:lnTo>
                    <a:pt x="856428" y="1084643"/>
                  </a:lnTo>
                  <a:lnTo>
                    <a:pt x="856428" y="1131599"/>
                  </a:lnTo>
                  <a:lnTo>
                    <a:pt x="585404" y="1131599"/>
                  </a:lnTo>
                  <a:close/>
                  <a:moveTo>
                    <a:pt x="65377" y="727453"/>
                  </a:moveTo>
                  <a:lnTo>
                    <a:pt x="65377" y="795788"/>
                  </a:lnTo>
                  <a:lnTo>
                    <a:pt x="161058" y="795788"/>
                  </a:lnTo>
                  <a:cubicBezTo>
                    <a:pt x="185426" y="795788"/>
                    <a:pt x="206226" y="788651"/>
                    <a:pt x="206226" y="760736"/>
                  </a:cubicBezTo>
                  <a:cubicBezTo>
                    <a:pt x="206226" y="730411"/>
                    <a:pt x="186026" y="727453"/>
                    <a:pt x="161058" y="727453"/>
                  </a:cubicBezTo>
                  <a:close/>
                  <a:moveTo>
                    <a:pt x="442177" y="649003"/>
                  </a:moveTo>
                  <a:lnTo>
                    <a:pt x="398789" y="744084"/>
                  </a:lnTo>
                  <a:lnTo>
                    <a:pt x="487344" y="744084"/>
                  </a:lnTo>
                  <a:lnTo>
                    <a:pt x="443366" y="649003"/>
                  </a:lnTo>
                  <a:lnTo>
                    <a:pt x="442777" y="649592"/>
                  </a:lnTo>
                  <a:close/>
                  <a:moveTo>
                    <a:pt x="65377" y="628803"/>
                  </a:moveTo>
                  <a:lnTo>
                    <a:pt x="65377" y="682286"/>
                  </a:lnTo>
                  <a:lnTo>
                    <a:pt x="161058" y="682286"/>
                  </a:lnTo>
                  <a:cubicBezTo>
                    <a:pt x="178890" y="682286"/>
                    <a:pt x="194342" y="676349"/>
                    <a:pt x="195531" y="656139"/>
                  </a:cubicBezTo>
                  <a:cubicBezTo>
                    <a:pt x="197310" y="634150"/>
                    <a:pt x="179490" y="628803"/>
                    <a:pt x="161058" y="628803"/>
                  </a:cubicBezTo>
                  <a:close/>
                  <a:moveTo>
                    <a:pt x="1234996" y="628793"/>
                  </a:moveTo>
                  <a:lnTo>
                    <a:pt x="1234996" y="691791"/>
                  </a:lnTo>
                  <a:lnTo>
                    <a:pt x="1337835" y="691791"/>
                  </a:lnTo>
                  <a:cubicBezTo>
                    <a:pt x="1358645" y="691791"/>
                    <a:pt x="1380024" y="685854"/>
                    <a:pt x="1380024" y="660297"/>
                  </a:cubicBezTo>
                  <a:cubicBezTo>
                    <a:pt x="1380024" y="634740"/>
                    <a:pt x="1359235" y="628793"/>
                    <a:pt x="1337835" y="628793"/>
                  </a:cubicBezTo>
                  <a:close/>
                  <a:moveTo>
                    <a:pt x="1169640" y="581847"/>
                  </a:moveTo>
                  <a:lnTo>
                    <a:pt x="1344962" y="581847"/>
                  </a:lnTo>
                  <a:cubicBezTo>
                    <a:pt x="1396066" y="581847"/>
                    <a:pt x="1446580" y="599678"/>
                    <a:pt x="1446580" y="659697"/>
                  </a:cubicBezTo>
                  <a:cubicBezTo>
                    <a:pt x="1446580" y="705464"/>
                    <a:pt x="1420433" y="729821"/>
                    <a:pt x="1378834" y="738737"/>
                  </a:cubicBezTo>
                  <a:lnTo>
                    <a:pt x="1456674" y="842744"/>
                  </a:lnTo>
                  <a:lnTo>
                    <a:pt x="1378834" y="842744"/>
                  </a:lnTo>
                  <a:lnTo>
                    <a:pt x="1310478" y="738737"/>
                  </a:lnTo>
                  <a:lnTo>
                    <a:pt x="1234996" y="738737"/>
                  </a:lnTo>
                  <a:lnTo>
                    <a:pt x="1234996" y="842744"/>
                  </a:lnTo>
                  <a:lnTo>
                    <a:pt x="1169640" y="842744"/>
                  </a:lnTo>
                  <a:close/>
                  <a:moveTo>
                    <a:pt x="877217" y="581847"/>
                  </a:moveTo>
                  <a:lnTo>
                    <a:pt x="1123284" y="581847"/>
                  </a:lnTo>
                  <a:lnTo>
                    <a:pt x="1123284" y="628793"/>
                  </a:lnTo>
                  <a:lnTo>
                    <a:pt x="943194" y="628793"/>
                  </a:lnTo>
                  <a:lnTo>
                    <a:pt x="943194" y="685854"/>
                  </a:lnTo>
                  <a:lnTo>
                    <a:pt x="1117337" y="685854"/>
                  </a:lnTo>
                  <a:lnTo>
                    <a:pt x="1117337" y="732800"/>
                  </a:lnTo>
                  <a:lnTo>
                    <a:pt x="943194" y="732800"/>
                  </a:lnTo>
                  <a:lnTo>
                    <a:pt x="943194" y="795788"/>
                  </a:lnTo>
                  <a:lnTo>
                    <a:pt x="1130421" y="795788"/>
                  </a:lnTo>
                  <a:lnTo>
                    <a:pt x="1130421" y="842744"/>
                  </a:lnTo>
                  <a:lnTo>
                    <a:pt x="877217" y="842744"/>
                  </a:lnTo>
                  <a:close/>
                  <a:moveTo>
                    <a:pt x="550353" y="581847"/>
                  </a:moveTo>
                  <a:lnTo>
                    <a:pt x="630582" y="581847"/>
                  </a:lnTo>
                  <a:lnTo>
                    <a:pt x="707254" y="685254"/>
                  </a:lnTo>
                  <a:lnTo>
                    <a:pt x="783925" y="581847"/>
                  </a:lnTo>
                  <a:lnTo>
                    <a:pt x="864144" y="581847"/>
                  </a:lnTo>
                  <a:lnTo>
                    <a:pt x="739947" y="742895"/>
                  </a:lnTo>
                  <a:lnTo>
                    <a:pt x="739947" y="842744"/>
                  </a:lnTo>
                  <a:lnTo>
                    <a:pt x="674560" y="842744"/>
                  </a:lnTo>
                  <a:lnTo>
                    <a:pt x="674560" y="742895"/>
                  </a:lnTo>
                  <a:close/>
                  <a:moveTo>
                    <a:pt x="407704" y="581847"/>
                  </a:moveTo>
                  <a:lnTo>
                    <a:pt x="477839" y="581847"/>
                  </a:lnTo>
                  <a:lnTo>
                    <a:pt x="606214" y="842744"/>
                  </a:lnTo>
                  <a:lnTo>
                    <a:pt x="532511" y="842744"/>
                  </a:lnTo>
                  <a:lnTo>
                    <a:pt x="508743" y="791041"/>
                  </a:lnTo>
                  <a:lnTo>
                    <a:pt x="376800" y="791041"/>
                  </a:lnTo>
                  <a:lnTo>
                    <a:pt x="353032" y="842744"/>
                  </a:lnTo>
                  <a:lnTo>
                    <a:pt x="279339" y="842744"/>
                  </a:lnTo>
                  <a:close/>
                  <a:moveTo>
                    <a:pt x="0" y="581847"/>
                  </a:moveTo>
                  <a:lnTo>
                    <a:pt x="161069" y="581847"/>
                  </a:lnTo>
                  <a:cubicBezTo>
                    <a:pt x="206236" y="581847"/>
                    <a:pt x="259129" y="588983"/>
                    <a:pt x="259129" y="644845"/>
                  </a:cubicBezTo>
                  <a:cubicBezTo>
                    <a:pt x="259129" y="673370"/>
                    <a:pt x="242488" y="688233"/>
                    <a:pt x="218120" y="698327"/>
                  </a:cubicBezTo>
                  <a:cubicBezTo>
                    <a:pt x="251993" y="706054"/>
                    <a:pt x="273392" y="731611"/>
                    <a:pt x="273392" y="766683"/>
                  </a:cubicBezTo>
                  <a:cubicBezTo>
                    <a:pt x="273392" y="822545"/>
                    <a:pt x="231193" y="842755"/>
                    <a:pt x="181869" y="842755"/>
                  </a:cubicBezTo>
                  <a:lnTo>
                    <a:pt x="0" y="842755"/>
                  </a:lnTo>
                  <a:close/>
                  <a:moveTo>
                    <a:pt x="709632" y="357190"/>
                  </a:moveTo>
                  <a:lnTo>
                    <a:pt x="665644" y="452282"/>
                  </a:lnTo>
                  <a:lnTo>
                    <a:pt x="754189" y="452282"/>
                  </a:lnTo>
                  <a:lnTo>
                    <a:pt x="710222" y="357190"/>
                  </a:lnTo>
                  <a:lnTo>
                    <a:pt x="710222" y="358379"/>
                  </a:lnTo>
                  <a:close/>
                  <a:moveTo>
                    <a:pt x="675160" y="290623"/>
                  </a:moveTo>
                  <a:lnTo>
                    <a:pt x="745295" y="290623"/>
                  </a:lnTo>
                  <a:lnTo>
                    <a:pt x="873059" y="551532"/>
                  </a:lnTo>
                  <a:lnTo>
                    <a:pt x="799956" y="551532"/>
                  </a:lnTo>
                  <a:lnTo>
                    <a:pt x="776188" y="499828"/>
                  </a:lnTo>
                  <a:lnTo>
                    <a:pt x="644255" y="499828"/>
                  </a:lnTo>
                  <a:lnTo>
                    <a:pt x="619877" y="551532"/>
                  </a:lnTo>
                  <a:lnTo>
                    <a:pt x="546784" y="551532"/>
                  </a:lnTo>
                  <a:close/>
                  <a:moveTo>
                    <a:pt x="638308" y="146206"/>
                  </a:moveTo>
                  <a:lnTo>
                    <a:pt x="638308" y="213952"/>
                  </a:lnTo>
                  <a:lnTo>
                    <a:pt x="733979" y="213952"/>
                  </a:lnTo>
                  <a:cubicBezTo>
                    <a:pt x="758957" y="213952"/>
                    <a:pt x="779746" y="206826"/>
                    <a:pt x="779746" y="178890"/>
                  </a:cubicBezTo>
                  <a:cubicBezTo>
                    <a:pt x="779746" y="149175"/>
                    <a:pt x="758957" y="146206"/>
                    <a:pt x="733979" y="146206"/>
                  </a:cubicBezTo>
                  <a:close/>
                  <a:moveTo>
                    <a:pt x="638308" y="47546"/>
                  </a:moveTo>
                  <a:lnTo>
                    <a:pt x="638308" y="100439"/>
                  </a:lnTo>
                  <a:lnTo>
                    <a:pt x="733979" y="100439"/>
                  </a:lnTo>
                  <a:cubicBezTo>
                    <a:pt x="751821" y="100439"/>
                    <a:pt x="767262" y="94503"/>
                    <a:pt x="769052" y="74882"/>
                  </a:cubicBezTo>
                  <a:cubicBezTo>
                    <a:pt x="770241" y="52304"/>
                    <a:pt x="752421" y="47546"/>
                    <a:pt x="733979" y="47546"/>
                  </a:cubicBezTo>
                  <a:close/>
                  <a:moveTo>
                    <a:pt x="572931" y="0"/>
                  </a:moveTo>
                  <a:lnTo>
                    <a:pt x="733990" y="0"/>
                  </a:lnTo>
                  <a:cubicBezTo>
                    <a:pt x="779157" y="0"/>
                    <a:pt x="832050" y="7126"/>
                    <a:pt x="832050" y="63598"/>
                  </a:cubicBezTo>
                  <a:cubicBezTo>
                    <a:pt x="832050" y="91524"/>
                    <a:pt x="815419" y="106386"/>
                    <a:pt x="791051" y="117081"/>
                  </a:cubicBezTo>
                  <a:cubicBezTo>
                    <a:pt x="824913" y="124807"/>
                    <a:pt x="846313" y="149764"/>
                    <a:pt x="846313" y="185437"/>
                  </a:cubicBezTo>
                  <a:cubicBezTo>
                    <a:pt x="846313" y="241309"/>
                    <a:pt x="804124" y="261508"/>
                    <a:pt x="754789" y="261508"/>
                  </a:cubicBezTo>
                  <a:lnTo>
                    <a:pt x="572931" y="261508"/>
                  </a:lnTo>
                  <a:close/>
                </a:path>
              </a:pathLst>
            </a:custGeom>
            <a:solidFill>
              <a:srgbClr val="000000"/>
            </a:solidFill>
            <a:ln w="1051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pic>
        <p:nvPicPr>
          <p:cNvPr id="70" name="Graphic 69">
            <a:extLst>
              <a:ext uri="{FF2B5EF4-FFF2-40B4-BE49-F238E27FC236}">
                <a16:creationId xmlns:a16="http://schemas.microsoft.com/office/drawing/2014/main" id="{2AF527BB-AA09-170F-CDDA-55A156FD1178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490224" y="4134463"/>
            <a:ext cx="992066" cy="177249"/>
          </a:xfrm>
          <a:prstGeom prst="rect">
            <a:avLst/>
          </a:prstGeom>
        </p:spPr>
      </p:pic>
      <p:pic>
        <p:nvPicPr>
          <p:cNvPr id="71" name="Graphic 70">
            <a:extLst>
              <a:ext uri="{FF2B5EF4-FFF2-40B4-BE49-F238E27FC236}">
                <a16:creationId xmlns:a16="http://schemas.microsoft.com/office/drawing/2014/main" id="{E6ABD5AA-ACEE-EA49-CF8C-374F87804AEE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7876722" y="4090181"/>
            <a:ext cx="766553" cy="265811"/>
          </a:xfrm>
          <a:prstGeom prst="rect">
            <a:avLst/>
          </a:prstGeom>
        </p:spPr>
      </p:pic>
      <p:grpSp>
        <p:nvGrpSpPr>
          <p:cNvPr id="72" name="Group 71">
            <a:extLst>
              <a:ext uri="{FF2B5EF4-FFF2-40B4-BE49-F238E27FC236}">
                <a16:creationId xmlns:a16="http://schemas.microsoft.com/office/drawing/2014/main" id="{E0E35224-51AA-9D1D-1CAD-ADBF3110827F}"/>
              </a:ext>
            </a:extLst>
          </p:cNvPr>
          <p:cNvGrpSpPr/>
          <p:nvPr/>
        </p:nvGrpSpPr>
        <p:grpSpPr>
          <a:xfrm>
            <a:off x="4969063" y="3994525"/>
            <a:ext cx="1126729" cy="457124"/>
            <a:chOff x="4344174" y="5920383"/>
            <a:chExt cx="1928352" cy="782348"/>
          </a:xfrm>
        </p:grpSpPr>
        <p:pic>
          <p:nvPicPr>
            <p:cNvPr id="73" name="Picture 2">
              <a:extLst>
                <a:ext uri="{FF2B5EF4-FFF2-40B4-BE49-F238E27FC236}">
                  <a16:creationId xmlns:a16="http://schemas.microsoft.com/office/drawing/2014/main" id="{403F7CF1-75BD-F4F2-4E04-B0FB883C28D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0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75327"/>
            <a:stretch/>
          </p:blipFill>
          <p:spPr bwMode="auto">
            <a:xfrm>
              <a:off x="4344174" y="5920383"/>
              <a:ext cx="836151" cy="78234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D695012F-8244-8721-8A63-D3D01E364E95}"/>
                </a:ext>
              </a:extLst>
            </p:cNvPr>
            <p:cNvGrpSpPr/>
            <p:nvPr/>
          </p:nvGrpSpPr>
          <p:grpSpPr>
            <a:xfrm>
              <a:off x="5206751" y="5974446"/>
              <a:ext cx="1065775" cy="677645"/>
              <a:chOff x="5206751" y="5974446"/>
              <a:chExt cx="1065775" cy="677645"/>
            </a:xfrm>
          </p:grpSpPr>
          <p:pic>
            <p:nvPicPr>
              <p:cNvPr id="75" name="Picture 2">
                <a:extLst>
                  <a:ext uri="{FF2B5EF4-FFF2-40B4-BE49-F238E27FC236}">
                    <a16:creationId xmlns:a16="http://schemas.microsoft.com/office/drawing/2014/main" id="{8B67D2DA-DD98-78FD-AC70-85FFEDDA653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0">
                <a:biLevel thresh="7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5691" t="31381" r="41676" b="31381"/>
              <a:stretch/>
            </p:blipFill>
            <p:spPr bwMode="auto">
              <a:xfrm>
                <a:off x="5206751" y="5974446"/>
                <a:ext cx="1065775" cy="28076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6" name="Picture 2">
                <a:extLst>
                  <a:ext uri="{FF2B5EF4-FFF2-40B4-BE49-F238E27FC236}">
                    <a16:creationId xmlns:a16="http://schemas.microsoft.com/office/drawing/2014/main" id="{2D8219AB-3AC2-66C8-257E-8A55ABF4A98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0">
                <a:biLevel thresh="7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7189" t="31381" r="23983" b="31381"/>
              <a:stretch/>
            </p:blipFill>
            <p:spPr bwMode="auto">
              <a:xfrm>
                <a:off x="5206751" y="6171297"/>
                <a:ext cx="614925" cy="28076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7" name="Picture 2">
                <a:extLst>
                  <a:ext uri="{FF2B5EF4-FFF2-40B4-BE49-F238E27FC236}">
                    <a16:creationId xmlns:a16="http://schemas.microsoft.com/office/drawing/2014/main" id="{429DE532-6707-798E-A8B8-81EF3799C07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0">
                <a:biLevel thresh="7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5562" t="31381" r="-1164" b="31381"/>
              <a:stretch/>
            </p:blipFill>
            <p:spPr bwMode="auto">
              <a:xfrm>
                <a:off x="5206751" y="6371322"/>
                <a:ext cx="836152" cy="28076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pic>
        <p:nvPicPr>
          <p:cNvPr id="78" name="Graphic 77">
            <a:extLst>
              <a:ext uri="{FF2B5EF4-FFF2-40B4-BE49-F238E27FC236}">
                <a16:creationId xmlns:a16="http://schemas.microsoft.com/office/drawing/2014/main" id="{4A818546-E0B8-B944-61DC-52BB24ACFDC6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9037707" y="4159402"/>
            <a:ext cx="1025326" cy="127370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81F8A667-8EE4-FF76-5413-8CC9304E269A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7885614" y="5182238"/>
            <a:ext cx="609639" cy="609639"/>
          </a:xfrm>
          <a:prstGeom prst="rect">
            <a:avLst/>
          </a:prstGeom>
        </p:spPr>
      </p:pic>
      <p:pic>
        <p:nvPicPr>
          <p:cNvPr id="80" name="Picture 79">
            <a:extLst>
              <a:ext uri="{FF2B5EF4-FFF2-40B4-BE49-F238E27FC236}">
                <a16:creationId xmlns:a16="http://schemas.microsoft.com/office/drawing/2014/main" id="{D2D4A100-D52D-C3DE-2D7D-48D0BF137706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504469" y="5456926"/>
            <a:ext cx="922503" cy="135493"/>
          </a:xfrm>
          <a:prstGeom prst="rect">
            <a:avLst/>
          </a:prstGeom>
        </p:spPr>
      </p:pic>
      <p:pic>
        <p:nvPicPr>
          <p:cNvPr id="81" name="Picture 80">
            <a:extLst>
              <a:ext uri="{FF2B5EF4-FFF2-40B4-BE49-F238E27FC236}">
                <a16:creationId xmlns:a16="http://schemas.microsoft.com/office/drawing/2014/main" id="{4E063111-92F4-FC34-74A3-4F13EF42CBF6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224185" y="5182238"/>
            <a:ext cx="753361" cy="753361"/>
          </a:xfrm>
          <a:prstGeom prst="rect">
            <a:avLst/>
          </a:prstGeom>
        </p:spPr>
      </p:pic>
      <p:pic>
        <p:nvPicPr>
          <p:cNvPr id="82" name="Picture 81">
            <a:extLst>
              <a:ext uri="{FF2B5EF4-FFF2-40B4-BE49-F238E27FC236}">
                <a16:creationId xmlns:a16="http://schemas.microsoft.com/office/drawing/2014/main" id="{A6DC3420-AEDF-9D3A-C03E-A225F0D25FF5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5436188" y="5214768"/>
            <a:ext cx="609639" cy="648971"/>
          </a:xfrm>
          <a:prstGeom prst="rect">
            <a:avLst/>
          </a:prstGeom>
        </p:spPr>
      </p:pic>
      <p:pic>
        <p:nvPicPr>
          <p:cNvPr id="83" name="Picture 82" descr="Shape&#10;&#10;Description automatically generated with medium confidence">
            <a:extLst>
              <a:ext uri="{FF2B5EF4-FFF2-40B4-BE49-F238E27FC236}">
                <a16:creationId xmlns:a16="http://schemas.microsoft.com/office/drawing/2014/main" id="{0025C41E-001A-74B8-066E-06D3AA0D3C54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8953895" y="5337617"/>
            <a:ext cx="1391705" cy="280263"/>
          </a:xfrm>
          <a:prstGeom prst="rect">
            <a:avLst/>
          </a:prstGeom>
        </p:spPr>
      </p:pic>
      <p:pic>
        <p:nvPicPr>
          <p:cNvPr id="84" name="Picture 83">
            <a:extLst>
              <a:ext uri="{FF2B5EF4-FFF2-40B4-BE49-F238E27FC236}">
                <a16:creationId xmlns:a16="http://schemas.microsoft.com/office/drawing/2014/main" id="{2F364954-4EA0-5501-82BF-F748C4BBBCDA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0457465" y="4090181"/>
            <a:ext cx="914458" cy="294308"/>
          </a:xfrm>
          <a:prstGeom prst="rect">
            <a:avLst/>
          </a:prstGeom>
        </p:spPr>
      </p:pic>
      <p:pic>
        <p:nvPicPr>
          <p:cNvPr id="85" name="Picture 84">
            <a:extLst>
              <a:ext uri="{FF2B5EF4-FFF2-40B4-BE49-F238E27FC236}">
                <a16:creationId xmlns:a16="http://schemas.microsoft.com/office/drawing/2014/main" id="{E7332701-5EBF-9CAB-C6DA-4A2C025F4455}"/>
              </a:ext>
            </a:extLst>
      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0804244" y="5307444"/>
            <a:ext cx="567679" cy="340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227888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Placeholder 10">
            <a:extLst>
              <a:ext uri="{FF2B5EF4-FFF2-40B4-BE49-F238E27FC236}">
                <a16:creationId xmlns:a16="http://schemas.microsoft.com/office/drawing/2014/main" id="{EC974B1F-32EC-D84C-874A-BBE1B41A3AB9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64" name="Text Placeholder 63">
            <a:extLst>
              <a:ext uri="{FF2B5EF4-FFF2-40B4-BE49-F238E27FC236}">
                <a16:creationId xmlns:a16="http://schemas.microsoft.com/office/drawing/2014/main" id="{EACF0E68-C391-A2D6-F444-382529824B5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E3746E5-2683-41AD-CF8B-F68F43DEB14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0" name="Text Placeholder 59">
            <a:extLst>
              <a:ext uri="{FF2B5EF4-FFF2-40B4-BE49-F238E27FC236}">
                <a16:creationId xmlns:a16="http://schemas.microsoft.com/office/drawing/2014/main" id="{99CA5313-94E2-C14C-6AB8-B8C9EA9B961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A04D33-7DEC-1D2A-D5EB-7871999A1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26</a:t>
            </a:fld>
            <a:endParaRPr lang="en-GB"/>
          </a:p>
        </p:txBody>
      </p:sp>
      <p:sp>
        <p:nvSpPr>
          <p:cNvPr id="62" name="Text Placeholder 61">
            <a:extLst>
              <a:ext uri="{FF2B5EF4-FFF2-40B4-BE49-F238E27FC236}">
                <a16:creationId xmlns:a16="http://schemas.microsoft.com/office/drawing/2014/main" id="{AD5E8305-471C-E464-F46E-D20A41942D6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3" name="Text Placeholder 62">
            <a:extLst>
              <a:ext uri="{FF2B5EF4-FFF2-40B4-BE49-F238E27FC236}">
                <a16:creationId xmlns:a16="http://schemas.microsoft.com/office/drawing/2014/main" id="{FFCE6FB0-9EFC-BC53-E2CC-A619AA38892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1" name="Text Placeholder 60">
            <a:extLst>
              <a:ext uri="{FF2B5EF4-FFF2-40B4-BE49-F238E27FC236}">
                <a16:creationId xmlns:a16="http://schemas.microsoft.com/office/drawing/2014/main" id="{6F75DEFC-D954-48B9-081A-84E0D008323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30DEAE95-ADD5-066E-DCD3-703D4FA2B8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Creating breakthroughs for brands </a:t>
            </a:r>
            <a:br>
              <a:rPr lang="en-GB"/>
            </a:br>
            <a:r>
              <a:rPr lang="en-GB"/>
              <a:t>in an age of new possibilities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4F524EE0-936A-F9BF-5949-D5582F3E2C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58154" y="2776482"/>
            <a:ext cx="1027832" cy="237192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A2D9CECE-9C06-1FF9-EC1B-9B9F6E62875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813424" y="4090181"/>
            <a:ext cx="613414" cy="265812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8194623F-DFA9-9500-C7B9-AFDB22B4591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813424" y="5367037"/>
            <a:ext cx="952119" cy="315272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F628D505-E111-5A31-A68E-7C6578D1ECE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130882" y="2763304"/>
            <a:ext cx="1027836" cy="347651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AE2EAEA2-9155-0F73-EB19-94918F26ADC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785118" y="2770553"/>
            <a:ext cx="846328" cy="249049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96E0BCA7-5815-B3BE-5114-3F920832713D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813424" y="2812072"/>
            <a:ext cx="1472258" cy="166012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FE6F391E-E6F0-BA62-6247-892216A1CEFB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185423" y="2850715"/>
            <a:ext cx="2186500" cy="127369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370152C8-FE56-A3F5-BEFD-09270FA0483D}"/>
              </a:ext>
            </a:extLst>
          </p:cNvPr>
          <p:cNvGrpSpPr/>
          <p:nvPr/>
        </p:nvGrpSpPr>
        <p:grpSpPr>
          <a:xfrm>
            <a:off x="3821270" y="3846407"/>
            <a:ext cx="753361" cy="753361"/>
            <a:chOff x="8615634" y="5032586"/>
            <a:chExt cx="2028951" cy="2028952"/>
          </a:xfrm>
        </p:grpSpPr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79DE1C5D-7CAF-9A46-6DC2-7BED3A2D157C}"/>
                </a:ext>
              </a:extLst>
            </p:cNvPr>
            <p:cNvSpPr/>
            <p:nvPr/>
          </p:nvSpPr>
          <p:spPr>
            <a:xfrm>
              <a:off x="8615634" y="5032586"/>
              <a:ext cx="2028951" cy="2028952"/>
            </a:xfrm>
            <a:custGeom>
              <a:avLst/>
              <a:gdLst>
                <a:gd name="connsiteX0" fmla="*/ 0 w 2028952"/>
                <a:gd name="connsiteY0" fmla="*/ 0 h 2028952"/>
                <a:gd name="connsiteX1" fmla="*/ 2028953 w 2028952"/>
                <a:gd name="connsiteY1" fmla="*/ 0 h 2028952"/>
                <a:gd name="connsiteX2" fmla="*/ 2028953 w 2028952"/>
                <a:gd name="connsiteY2" fmla="*/ 2028953 h 2028952"/>
                <a:gd name="connsiteX3" fmla="*/ 0 w 2028952"/>
                <a:gd name="connsiteY3" fmla="*/ 2028953 h 2028952"/>
                <a:gd name="connsiteX4" fmla="*/ 0 w 2028952"/>
                <a:gd name="connsiteY4" fmla="*/ 0 h 2028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28952" h="2028952">
                  <a:moveTo>
                    <a:pt x="0" y="0"/>
                  </a:moveTo>
                  <a:lnTo>
                    <a:pt x="2028953" y="0"/>
                  </a:lnTo>
                  <a:lnTo>
                    <a:pt x="2028953" y="2028953"/>
                  </a:lnTo>
                  <a:lnTo>
                    <a:pt x="0" y="20289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0"/>
              </a:srgbClr>
            </a:solidFill>
            <a:ln w="1051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C90321A5-037B-3E8E-B501-34B07FF36813}"/>
                </a:ext>
              </a:extLst>
            </p:cNvPr>
            <p:cNvSpPr/>
            <p:nvPr/>
          </p:nvSpPr>
          <p:spPr>
            <a:xfrm>
              <a:off x="8786750" y="5180814"/>
              <a:ext cx="1686700" cy="1686689"/>
            </a:xfrm>
            <a:custGeom>
              <a:avLst/>
              <a:gdLst>
                <a:gd name="connsiteX0" fmla="*/ 843355 w 1686699"/>
                <a:gd name="connsiteY0" fmla="*/ 54083 h 1686689"/>
                <a:gd name="connsiteX1" fmla="*/ 256751 w 1686699"/>
                <a:gd name="connsiteY1" fmla="*/ 314991 h 1686689"/>
                <a:gd name="connsiteX2" fmla="*/ 54683 w 1686699"/>
                <a:gd name="connsiteY2" fmla="*/ 843345 h 1686689"/>
                <a:gd name="connsiteX3" fmla="*/ 315591 w 1686699"/>
                <a:gd name="connsiteY3" fmla="*/ 1429360 h 1686689"/>
                <a:gd name="connsiteX4" fmla="*/ 843355 w 1686699"/>
                <a:gd name="connsiteY4" fmla="*/ 1632027 h 1686689"/>
                <a:gd name="connsiteX5" fmla="*/ 1429360 w 1686699"/>
                <a:gd name="connsiteY5" fmla="*/ 1371119 h 1686689"/>
                <a:gd name="connsiteX6" fmla="*/ 1632028 w 1686699"/>
                <a:gd name="connsiteY6" fmla="*/ 843345 h 1686689"/>
                <a:gd name="connsiteX7" fmla="*/ 1371119 w 1686699"/>
                <a:gd name="connsiteY7" fmla="*/ 256740 h 1686689"/>
                <a:gd name="connsiteX8" fmla="*/ 843355 w 1686699"/>
                <a:gd name="connsiteY8" fmla="*/ 54083 h 1686689"/>
                <a:gd name="connsiteX9" fmla="*/ 843355 w 1686699"/>
                <a:gd name="connsiteY9" fmla="*/ 0 h 1686689"/>
                <a:gd name="connsiteX10" fmla="*/ 1686699 w 1686699"/>
                <a:gd name="connsiteY10" fmla="*/ 843344 h 1686689"/>
                <a:gd name="connsiteX11" fmla="*/ 843355 w 1686699"/>
                <a:gd name="connsiteY11" fmla="*/ 1686689 h 1686689"/>
                <a:gd name="connsiteX12" fmla="*/ 0 w 1686699"/>
                <a:gd name="connsiteY12" fmla="*/ 843344 h 1686689"/>
                <a:gd name="connsiteX13" fmla="*/ 843355 w 1686699"/>
                <a:gd name="connsiteY13" fmla="*/ 0 h 1686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86699" h="1686689">
                  <a:moveTo>
                    <a:pt x="843355" y="54083"/>
                  </a:moveTo>
                  <a:cubicBezTo>
                    <a:pt x="621667" y="54083"/>
                    <a:pt x="405336" y="150354"/>
                    <a:pt x="256751" y="314991"/>
                  </a:cubicBezTo>
                  <a:cubicBezTo>
                    <a:pt x="127186" y="459408"/>
                    <a:pt x="54683" y="649592"/>
                    <a:pt x="54683" y="843345"/>
                  </a:cubicBezTo>
                  <a:cubicBezTo>
                    <a:pt x="54683" y="1065023"/>
                    <a:pt x="150375" y="1280785"/>
                    <a:pt x="315591" y="1429360"/>
                  </a:cubicBezTo>
                  <a:cubicBezTo>
                    <a:pt x="459419" y="1558924"/>
                    <a:pt x="649603" y="1632027"/>
                    <a:pt x="843355" y="1632027"/>
                  </a:cubicBezTo>
                  <a:cubicBezTo>
                    <a:pt x="1065044" y="1632027"/>
                    <a:pt x="1281364" y="1535736"/>
                    <a:pt x="1429360" y="1371119"/>
                  </a:cubicBezTo>
                  <a:cubicBezTo>
                    <a:pt x="1559514" y="1227292"/>
                    <a:pt x="1632028" y="1037108"/>
                    <a:pt x="1632028" y="843345"/>
                  </a:cubicBezTo>
                  <a:cubicBezTo>
                    <a:pt x="1632028" y="621067"/>
                    <a:pt x="1536325" y="405326"/>
                    <a:pt x="1371119" y="256740"/>
                  </a:cubicBezTo>
                  <a:cubicBezTo>
                    <a:pt x="1227302" y="127186"/>
                    <a:pt x="1037108" y="54083"/>
                    <a:pt x="843355" y="54083"/>
                  </a:cubicBezTo>
                  <a:close/>
                  <a:moveTo>
                    <a:pt x="843355" y="0"/>
                  </a:moveTo>
                  <a:cubicBezTo>
                    <a:pt x="1306342" y="0"/>
                    <a:pt x="1686699" y="379768"/>
                    <a:pt x="1686699" y="843344"/>
                  </a:cubicBezTo>
                  <a:cubicBezTo>
                    <a:pt x="1686699" y="1306331"/>
                    <a:pt x="1306342" y="1686689"/>
                    <a:pt x="843355" y="1686689"/>
                  </a:cubicBezTo>
                  <a:cubicBezTo>
                    <a:pt x="379768" y="1686689"/>
                    <a:pt x="0" y="1306331"/>
                    <a:pt x="0" y="843344"/>
                  </a:cubicBezTo>
                  <a:cubicBezTo>
                    <a:pt x="0" y="379768"/>
                    <a:pt x="379779" y="0"/>
                    <a:pt x="843355" y="0"/>
                  </a:cubicBezTo>
                  <a:close/>
                </a:path>
              </a:pathLst>
            </a:custGeom>
            <a:solidFill>
              <a:srgbClr val="000000"/>
            </a:solidFill>
            <a:ln w="1051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0B4C308C-B1BA-3B61-9166-FB88CE2D8A18}"/>
                </a:ext>
              </a:extLst>
            </p:cNvPr>
            <p:cNvSpPr/>
            <p:nvPr/>
          </p:nvSpPr>
          <p:spPr>
            <a:xfrm>
              <a:off x="8916921" y="5308001"/>
              <a:ext cx="1456674" cy="1422812"/>
            </a:xfrm>
            <a:custGeom>
              <a:avLst/>
              <a:gdLst>
                <a:gd name="connsiteX0" fmla="*/ 651381 w 1456674"/>
                <a:gd name="connsiteY0" fmla="*/ 1208850 h 1422812"/>
                <a:gd name="connsiteX1" fmla="*/ 651381 w 1456674"/>
                <a:gd name="connsiteY1" fmla="*/ 1271248 h 1422812"/>
                <a:gd name="connsiteX2" fmla="*/ 753589 w 1456674"/>
                <a:gd name="connsiteY2" fmla="*/ 1271248 h 1422812"/>
                <a:gd name="connsiteX3" fmla="*/ 795798 w 1456674"/>
                <a:gd name="connsiteY3" fmla="*/ 1240344 h 1422812"/>
                <a:gd name="connsiteX4" fmla="*/ 753589 w 1456674"/>
                <a:gd name="connsiteY4" fmla="*/ 1208850 h 1422812"/>
                <a:gd name="connsiteX5" fmla="*/ 585404 w 1456674"/>
                <a:gd name="connsiteY5" fmla="*/ 1161304 h 1422812"/>
                <a:gd name="connsiteX6" fmla="*/ 761326 w 1456674"/>
                <a:gd name="connsiteY6" fmla="*/ 1161304 h 1422812"/>
                <a:gd name="connsiteX7" fmla="*/ 862375 w 1456674"/>
                <a:gd name="connsiteY7" fmla="*/ 1239154 h 1422812"/>
                <a:gd name="connsiteX8" fmla="*/ 795209 w 1456674"/>
                <a:gd name="connsiteY8" fmla="*/ 1318794 h 1422812"/>
                <a:gd name="connsiteX9" fmla="*/ 873059 w 1456674"/>
                <a:gd name="connsiteY9" fmla="*/ 1422802 h 1422812"/>
                <a:gd name="connsiteX10" fmla="*/ 795209 w 1456674"/>
                <a:gd name="connsiteY10" fmla="*/ 1422802 h 1422812"/>
                <a:gd name="connsiteX11" fmla="*/ 726274 w 1456674"/>
                <a:gd name="connsiteY11" fmla="*/ 1318794 h 1422812"/>
                <a:gd name="connsiteX12" fmla="*/ 651381 w 1456674"/>
                <a:gd name="connsiteY12" fmla="*/ 1318794 h 1422812"/>
                <a:gd name="connsiteX13" fmla="*/ 651381 w 1456674"/>
                <a:gd name="connsiteY13" fmla="*/ 1318805 h 1422812"/>
                <a:gd name="connsiteX14" fmla="*/ 651381 w 1456674"/>
                <a:gd name="connsiteY14" fmla="*/ 1422812 h 1422812"/>
                <a:gd name="connsiteX15" fmla="*/ 585404 w 1456674"/>
                <a:gd name="connsiteY15" fmla="*/ 1422812 h 1422812"/>
                <a:gd name="connsiteX16" fmla="*/ 585404 w 1456674"/>
                <a:gd name="connsiteY16" fmla="*/ 870691 h 1422812"/>
                <a:gd name="connsiteX17" fmla="*/ 849892 w 1456674"/>
                <a:gd name="connsiteY17" fmla="*/ 870691 h 1422812"/>
                <a:gd name="connsiteX18" fmla="*/ 849892 w 1456674"/>
                <a:gd name="connsiteY18" fmla="*/ 917648 h 1422812"/>
                <a:gd name="connsiteX19" fmla="*/ 651381 w 1456674"/>
                <a:gd name="connsiteY19" fmla="*/ 917648 h 1422812"/>
                <a:gd name="connsiteX20" fmla="*/ 651381 w 1456674"/>
                <a:gd name="connsiteY20" fmla="*/ 974688 h 1422812"/>
                <a:gd name="connsiteX21" fmla="*/ 843934 w 1456674"/>
                <a:gd name="connsiteY21" fmla="*/ 974688 h 1422812"/>
                <a:gd name="connsiteX22" fmla="*/ 843934 w 1456674"/>
                <a:gd name="connsiteY22" fmla="*/ 1021645 h 1422812"/>
                <a:gd name="connsiteX23" fmla="*/ 651381 w 1456674"/>
                <a:gd name="connsiteY23" fmla="*/ 1021645 h 1422812"/>
                <a:gd name="connsiteX24" fmla="*/ 651381 w 1456674"/>
                <a:gd name="connsiteY24" fmla="*/ 1084643 h 1422812"/>
                <a:gd name="connsiteX25" fmla="*/ 856428 w 1456674"/>
                <a:gd name="connsiteY25" fmla="*/ 1084643 h 1422812"/>
                <a:gd name="connsiteX26" fmla="*/ 856428 w 1456674"/>
                <a:gd name="connsiteY26" fmla="*/ 1131599 h 1422812"/>
                <a:gd name="connsiteX27" fmla="*/ 585404 w 1456674"/>
                <a:gd name="connsiteY27" fmla="*/ 1131599 h 1422812"/>
                <a:gd name="connsiteX28" fmla="*/ 65377 w 1456674"/>
                <a:gd name="connsiteY28" fmla="*/ 727453 h 1422812"/>
                <a:gd name="connsiteX29" fmla="*/ 65377 w 1456674"/>
                <a:gd name="connsiteY29" fmla="*/ 795788 h 1422812"/>
                <a:gd name="connsiteX30" fmla="*/ 161058 w 1456674"/>
                <a:gd name="connsiteY30" fmla="*/ 795788 h 1422812"/>
                <a:gd name="connsiteX31" fmla="*/ 206226 w 1456674"/>
                <a:gd name="connsiteY31" fmla="*/ 760736 h 1422812"/>
                <a:gd name="connsiteX32" fmla="*/ 161058 w 1456674"/>
                <a:gd name="connsiteY32" fmla="*/ 727453 h 1422812"/>
                <a:gd name="connsiteX33" fmla="*/ 442177 w 1456674"/>
                <a:gd name="connsiteY33" fmla="*/ 649003 h 1422812"/>
                <a:gd name="connsiteX34" fmla="*/ 398789 w 1456674"/>
                <a:gd name="connsiteY34" fmla="*/ 744084 h 1422812"/>
                <a:gd name="connsiteX35" fmla="*/ 487344 w 1456674"/>
                <a:gd name="connsiteY35" fmla="*/ 744084 h 1422812"/>
                <a:gd name="connsiteX36" fmla="*/ 443366 w 1456674"/>
                <a:gd name="connsiteY36" fmla="*/ 649003 h 1422812"/>
                <a:gd name="connsiteX37" fmla="*/ 442777 w 1456674"/>
                <a:gd name="connsiteY37" fmla="*/ 649592 h 1422812"/>
                <a:gd name="connsiteX38" fmla="*/ 65377 w 1456674"/>
                <a:gd name="connsiteY38" fmla="*/ 628803 h 1422812"/>
                <a:gd name="connsiteX39" fmla="*/ 65377 w 1456674"/>
                <a:gd name="connsiteY39" fmla="*/ 682286 h 1422812"/>
                <a:gd name="connsiteX40" fmla="*/ 161058 w 1456674"/>
                <a:gd name="connsiteY40" fmla="*/ 682286 h 1422812"/>
                <a:gd name="connsiteX41" fmla="*/ 195531 w 1456674"/>
                <a:gd name="connsiteY41" fmla="*/ 656139 h 1422812"/>
                <a:gd name="connsiteX42" fmla="*/ 161058 w 1456674"/>
                <a:gd name="connsiteY42" fmla="*/ 628803 h 1422812"/>
                <a:gd name="connsiteX43" fmla="*/ 1234996 w 1456674"/>
                <a:gd name="connsiteY43" fmla="*/ 628793 h 1422812"/>
                <a:gd name="connsiteX44" fmla="*/ 1234996 w 1456674"/>
                <a:gd name="connsiteY44" fmla="*/ 691791 h 1422812"/>
                <a:gd name="connsiteX45" fmla="*/ 1337835 w 1456674"/>
                <a:gd name="connsiteY45" fmla="*/ 691791 h 1422812"/>
                <a:gd name="connsiteX46" fmla="*/ 1380024 w 1456674"/>
                <a:gd name="connsiteY46" fmla="*/ 660297 h 1422812"/>
                <a:gd name="connsiteX47" fmla="*/ 1337835 w 1456674"/>
                <a:gd name="connsiteY47" fmla="*/ 628793 h 1422812"/>
                <a:gd name="connsiteX48" fmla="*/ 1169640 w 1456674"/>
                <a:gd name="connsiteY48" fmla="*/ 581847 h 1422812"/>
                <a:gd name="connsiteX49" fmla="*/ 1344962 w 1456674"/>
                <a:gd name="connsiteY49" fmla="*/ 581847 h 1422812"/>
                <a:gd name="connsiteX50" fmla="*/ 1446580 w 1456674"/>
                <a:gd name="connsiteY50" fmla="*/ 659697 h 1422812"/>
                <a:gd name="connsiteX51" fmla="*/ 1378834 w 1456674"/>
                <a:gd name="connsiteY51" fmla="*/ 738737 h 1422812"/>
                <a:gd name="connsiteX52" fmla="*/ 1456674 w 1456674"/>
                <a:gd name="connsiteY52" fmla="*/ 842744 h 1422812"/>
                <a:gd name="connsiteX53" fmla="*/ 1378834 w 1456674"/>
                <a:gd name="connsiteY53" fmla="*/ 842744 h 1422812"/>
                <a:gd name="connsiteX54" fmla="*/ 1310478 w 1456674"/>
                <a:gd name="connsiteY54" fmla="*/ 738737 h 1422812"/>
                <a:gd name="connsiteX55" fmla="*/ 1234996 w 1456674"/>
                <a:gd name="connsiteY55" fmla="*/ 738737 h 1422812"/>
                <a:gd name="connsiteX56" fmla="*/ 1234996 w 1456674"/>
                <a:gd name="connsiteY56" fmla="*/ 842744 h 1422812"/>
                <a:gd name="connsiteX57" fmla="*/ 1169640 w 1456674"/>
                <a:gd name="connsiteY57" fmla="*/ 842744 h 1422812"/>
                <a:gd name="connsiteX58" fmla="*/ 877217 w 1456674"/>
                <a:gd name="connsiteY58" fmla="*/ 581847 h 1422812"/>
                <a:gd name="connsiteX59" fmla="*/ 1123284 w 1456674"/>
                <a:gd name="connsiteY59" fmla="*/ 581847 h 1422812"/>
                <a:gd name="connsiteX60" fmla="*/ 1123284 w 1456674"/>
                <a:gd name="connsiteY60" fmla="*/ 628793 h 1422812"/>
                <a:gd name="connsiteX61" fmla="*/ 943194 w 1456674"/>
                <a:gd name="connsiteY61" fmla="*/ 628793 h 1422812"/>
                <a:gd name="connsiteX62" fmla="*/ 943194 w 1456674"/>
                <a:gd name="connsiteY62" fmla="*/ 685854 h 1422812"/>
                <a:gd name="connsiteX63" fmla="*/ 1117337 w 1456674"/>
                <a:gd name="connsiteY63" fmla="*/ 685854 h 1422812"/>
                <a:gd name="connsiteX64" fmla="*/ 1117337 w 1456674"/>
                <a:gd name="connsiteY64" fmla="*/ 732800 h 1422812"/>
                <a:gd name="connsiteX65" fmla="*/ 943194 w 1456674"/>
                <a:gd name="connsiteY65" fmla="*/ 732800 h 1422812"/>
                <a:gd name="connsiteX66" fmla="*/ 943194 w 1456674"/>
                <a:gd name="connsiteY66" fmla="*/ 795788 h 1422812"/>
                <a:gd name="connsiteX67" fmla="*/ 1130421 w 1456674"/>
                <a:gd name="connsiteY67" fmla="*/ 795788 h 1422812"/>
                <a:gd name="connsiteX68" fmla="*/ 1130421 w 1456674"/>
                <a:gd name="connsiteY68" fmla="*/ 842744 h 1422812"/>
                <a:gd name="connsiteX69" fmla="*/ 877217 w 1456674"/>
                <a:gd name="connsiteY69" fmla="*/ 842744 h 1422812"/>
                <a:gd name="connsiteX70" fmla="*/ 550353 w 1456674"/>
                <a:gd name="connsiteY70" fmla="*/ 581847 h 1422812"/>
                <a:gd name="connsiteX71" fmla="*/ 630582 w 1456674"/>
                <a:gd name="connsiteY71" fmla="*/ 581847 h 1422812"/>
                <a:gd name="connsiteX72" fmla="*/ 707254 w 1456674"/>
                <a:gd name="connsiteY72" fmla="*/ 685254 h 1422812"/>
                <a:gd name="connsiteX73" fmla="*/ 783925 w 1456674"/>
                <a:gd name="connsiteY73" fmla="*/ 581847 h 1422812"/>
                <a:gd name="connsiteX74" fmla="*/ 864144 w 1456674"/>
                <a:gd name="connsiteY74" fmla="*/ 581847 h 1422812"/>
                <a:gd name="connsiteX75" fmla="*/ 739947 w 1456674"/>
                <a:gd name="connsiteY75" fmla="*/ 742895 h 1422812"/>
                <a:gd name="connsiteX76" fmla="*/ 739947 w 1456674"/>
                <a:gd name="connsiteY76" fmla="*/ 842744 h 1422812"/>
                <a:gd name="connsiteX77" fmla="*/ 674560 w 1456674"/>
                <a:gd name="connsiteY77" fmla="*/ 842744 h 1422812"/>
                <a:gd name="connsiteX78" fmla="*/ 674560 w 1456674"/>
                <a:gd name="connsiteY78" fmla="*/ 742895 h 1422812"/>
                <a:gd name="connsiteX79" fmla="*/ 407704 w 1456674"/>
                <a:gd name="connsiteY79" fmla="*/ 581847 h 1422812"/>
                <a:gd name="connsiteX80" fmla="*/ 477839 w 1456674"/>
                <a:gd name="connsiteY80" fmla="*/ 581847 h 1422812"/>
                <a:gd name="connsiteX81" fmla="*/ 606214 w 1456674"/>
                <a:gd name="connsiteY81" fmla="*/ 842744 h 1422812"/>
                <a:gd name="connsiteX82" fmla="*/ 532511 w 1456674"/>
                <a:gd name="connsiteY82" fmla="*/ 842744 h 1422812"/>
                <a:gd name="connsiteX83" fmla="*/ 508743 w 1456674"/>
                <a:gd name="connsiteY83" fmla="*/ 791041 h 1422812"/>
                <a:gd name="connsiteX84" fmla="*/ 376800 w 1456674"/>
                <a:gd name="connsiteY84" fmla="*/ 791041 h 1422812"/>
                <a:gd name="connsiteX85" fmla="*/ 353032 w 1456674"/>
                <a:gd name="connsiteY85" fmla="*/ 842744 h 1422812"/>
                <a:gd name="connsiteX86" fmla="*/ 279339 w 1456674"/>
                <a:gd name="connsiteY86" fmla="*/ 842744 h 1422812"/>
                <a:gd name="connsiteX87" fmla="*/ 0 w 1456674"/>
                <a:gd name="connsiteY87" fmla="*/ 581847 h 1422812"/>
                <a:gd name="connsiteX88" fmla="*/ 161069 w 1456674"/>
                <a:gd name="connsiteY88" fmla="*/ 581847 h 1422812"/>
                <a:gd name="connsiteX89" fmla="*/ 259129 w 1456674"/>
                <a:gd name="connsiteY89" fmla="*/ 644845 h 1422812"/>
                <a:gd name="connsiteX90" fmla="*/ 218120 w 1456674"/>
                <a:gd name="connsiteY90" fmla="*/ 698327 h 1422812"/>
                <a:gd name="connsiteX91" fmla="*/ 273392 w 1456674"/>
                <a:gd name="connsiteY91" fmla="*/ 766683 h 1422812"/>
                <a:gd name="connsiteX92" fmla="*/ 181869 w 1456674"/>
                <a:gd name="connsiteY92" fmla="*/ 842755 h 1422812"/>
                <a:gd name="connsiteX93" fmla="*/ 0 w 1456674"/>
                <a:gd name="connsiteY93" fmla="*/ 842755 h 1422812"/>
                <a:gd name="connsiteX94" fmla="*/ 709632 w 1456674"/>
                <a:gd name="connsiteY94" fmla="*/ 357190 h 1422812"/>
                <a:gd name="connsiteX95" fmla="*/ 665644 w 1456674"/>
                <a:gd name="connsiteY95" fmla="*/ 452282 h 1422812"/>
                <a:gd name="connsiteX96" fmla="*/ 754189 w 1456674"/>
                <a:gd name="connsiteY96" fmla="*/ 452282 h 1422812"/>
                <a:gd name="connsiteX97" fmla="*/ 710222 w 1456674"/>
                <a:gd name="connsiteY97" fmla="*/ 357190 h 1422812"/>
                <a:gd name="connsiteX98" fmla="*/ 710222 w 1456674"/>
                <a:gd name="connsiteY98" fmla="*/ 358379 h 1422812"/>
                <a:gd name="connsiteX99" fmla="*/ 675160 w 1456674"/>
                <a:gd name="connsiteY99" fmla="*/ 290623 h 1422812"/>
                <a:gd name="connsiteX100" fmla="*/ 745295 w 1456674"/>
                <a:gd name="connsiteY100" fmla="*/ 290623 h 1422812"/>
                <a:gd name="connsiteX101" fmla="*/ 873059 w 1456674"/>
                <a:gd name="connsiteY101" fmla="*/ 551532 h 1422812"/>
                <a:gd name="connsiteX102" fmla="*/ 799956 w 1456674"/>
                <a:gd name="connsiteY102" fmla="*/ 551532 h 1422812"/>
                <a:gd name="connsiteX103" fmla="*/ 776188 w 1456674"/>
                <a:gd name="connsiteY103" fmla="*/ 499828 h 1422812"/>
                <a:gd name="connsiteX104" fmla="*/ 644255 w 1456674"/>
                <a:gd name="connsiteY104" fmla="*/ 499828 h 1422812"/>
                <a:gd name="connsiteX105" fmla="*/ 619877 w 1456674"/>
                <a:gd name="connsiteY105" fmla="*/ 551532 h 1422812"/>
                <a:gd name="connsiteX106" fmla="*/ 546784 w 1456674"/>
                <a:gd name="connsiteY106" fmla="*/ 551532 h 1422812"/>
                <a:gd name="connsiteX107" fmla="*/ 638308 w 1456674"/>
                <a:gd name="connsiteY107" fmla="*/ 146206 h 1422812"/>
                <a:gd name="connsiteX108" fmla="*/ 638308 w 1456674"/>
                <a:gd name="connsiteY108" fmla="*/ 213952 h 1422812"/>
                <a:gd name="connsiteX109" fmla="*/ 733979 w 1456674"/>
                <a:gd name="connsiteY109" fmla="*/ 213952 h 1422812"/>
                <a:gd name="connsiteX110" fmla="*/ 779746 w 1456674"/>
                <a:gd name="connsiteY110" fmla="*/ 178890 h 1422812"/>
                <a:gd name="connsiteX111" fmla="*/ 733979 w 1456674"/>
                <a:gd name="connsiteY111" fmla="*/ 146206 h 1422812"/>
                <a:gd name="connsiteX112" fmla="*/ 638308 w 1456674"/>
                <a:gd name="connsiteY112" fmla="*/ 47546 h 1422812"/>
                <a:gd name="connsiteX113" fmla="*/ 638308 w 1456674"/>
                <a:gd name="connsiteY113" fmla="*/ 100439 h 1422812"/>
                <a:gd name="connsiteX114" fmla="*/ 733979 w 1456674"/>
                <a:gd name="connsiteY114" fmla="*/ 100439 h 1422812"/>
                <a:gd name="connsiteX115" fmla="*/ 769052 w 1456674"/>
                <a:gd name="connsiteY115" fmla="*/ 74882 h 1422812"/>
                <a:gd name="connsiteX116" fmla="*/ 733979 w 1456674"/>
                <a:gd name="connsiteY116" fmla="*/ 47546 h 1422812"/>
                <a:gd name="connsiteX117" fmla="*/ 572931 w 1456674"/>
                <a:gd name="connsiteY117" fmla="*/ 0 h 1422812"/>
                <a:gd name="connsiteX118" fmla="*/ 733990 w 1456674"/>
                <a:gd name="connsiteY118" fmla="*/ 0 h 1422812"/>
                <a:gd name="connsiteX119" fmla="*/ 832050 w 1456674"/>
                <a:gd name="connsiteY119" fmla="*/ 63598 h 1422812"/>
                <a:gd name="connsiteX120" fmla="*/ 791051 w 1456674"/>
                <a:gd name="connsiteY120" fmla="*/ 117081 h 1422812"/>
                <a:gd name="connsiteX121" fmla="*/ 846313 w 1456674"/>
                <a:gd name="connsiteY121" fmla="*/ 185437 h 1422812"/>
                <a:gd name="connsiteX122" fmla="*/ 754789 w 1456674"/>
                <a:gd name="connsiteY122" fmla="*/ 261508 h 1422812"/>
                <a:gd name="connsiteX123" fmla="*/ 572931 w 1456674"/>
                <a:gd name="connsiteY123" fmla="*/ 261508 h 142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</a:cxnLst>
              <a:rect l="l" t="t" r="r" b="b"/>
              <a:pathLst>
                <a:path w="1456674" h="1422812">
                  <a:moveTo>
                    <a:pt x="651381" y="1208850"/>
                  </a:moveTo>
                  <a:lnTo>
                    <a:pt x="651381" y="1271248"/>
                  </a:lnTo>
                  <a:lnTo>
                    <a:pt x="753589" y="1271248"/>
                  </a:lnTo>
                  <a:cubicBezTo>
                    <a:pt x="774988" y="1271248"/>
                    <a:pt x="795798" y="1265311"/>
                    <a:pt x="795798" y="1240344"/>
                  </a:cubicBezTo>
                  <a:cubicBezTo>
                    <a:pt x="795798" y="1214786"/>
                    <a:pt x="774988" y="1208850"/>
                    <a:pt x="753589" y="1208850"/>
                  </a:cubicBezTo>
                  <a:close/>
                  <a:moveTo>
                    <a:pt x="585404" y="1161304"/>
                  </a:moveTo>
                  <a:lnTo>
                    <a:pt x="761326" y="1161304"/>
                  </a:lnTo>
                  <a:cubicBezTo>
                    <a:pt x="812429" y="1161304"/>
                    <a:pt x="862375" y="1179145"/>
                    <a:pt x="862375" y="1239154"/>
                  </a:cubicBezTo>
                  <a:cubicBezTo>
                    <a:pt x="862375" y="1284921"/>
                    <a:pt x="836818" y="1309900"/>
                    <a:pt x="795209" y="1318794"/>
                  </a:cubicBezTo>
                  <a:lnTo>
                    <a:pt x="873059" y="1422802"/>
                  </a:lnTo>
                  <a:lnTo>
                    <a:pt x="795209" y="1422802"/>
                  </a:lnTo>
                  <a:lnTo>
                    <a:pt x="726274" y="1318794"/>
                  </a:lnTo>
                  <a:lnTo>
                    <a:pt x="651381" y="1318794"/>
                  </a:lnTo>
                  <a:lnTo>
                    <a:pt x="651381" y="1318805"/>
                  </a:lnTo>
                  <a:lnTo>
                    <a:pt x="651381" y="1422812"/>
                  </a:lnTo>
                  <a:lnTo>
                    <a:pt x="585404" y="1422812"/>
                  </a:lnTo>
                  <a:close/>
                  <a:moveTo>
                    <a:pt x="585404" y="870691"/>
                  </a:moveTo>
                  <a:lnTo>
                    <a:pt x="849892" y="870691"/>
                  </a:lnTo>
                  <a:lnTo>
                    <a:pt x="849892" y="917648"/>
                  </a:lnTo>
                  <a:lnTo>
                    <a:pt x="651381" y="917648"/>
                  </a:lnTo>
                  <a:lnTo>
                    <a:pt x="651381" y="974688"/>
                  </a:lnTo>
                  <a:lnTo>
                    <a:pt x="843934" y="974688"/>
                  </a:lnTo>
                  <a:lnTo>
                    <a:pt x="843934" y="1021645"/>
                  </a:lnTo>
                  <a:lnTo>
                    <a:pt x="651381" y="1021645"/>
                  </a:lnTo>
                  <a:lnTo>
                    <a:pt x="651381" y="1084643"/>
                  </a:lnTo>
                  <a:lnTo>
                    <a:pt x="856428" y="1084643"/>
                  </a:lnTo>
                  <a:lnTo>
                    <a:pt x="856428" y="1131599"/>
                  </a:lnTo>
                  <a:lnTo>
                    <a:pt x="585404" y="1131599"/>
                  </a:lnTo>
                  <a:close/>
                  <a:moveTo>
                    <a:pt x="65377" y="727453"/>
                  </a:moveTo>
                  <a:lnTo>
                    <a:pt x="65377" y="795788"/>
                  </a:lnTo>
                  <a:lnTo>
                    <a:pt x="161058" y="795788"/>
                  </a:lnTo>
                  <a:cubicBezTo>
                    <a:pt x="185426" y="795788"/>
                    <a:pt x="206226" y="788651"/>
                    <a:pt x="206226" y="760736"/>
                  </a:cubicBezTo>
                  <a:cubicBezTo>
                    <a:pt x="206226" y="730411"/>
                    <a:pt x="186026" y="727453"/>
                    <a:pt x="161058" y="727453"/>
                  </a:cubicBezTo>
                  <a:close/>
                  <a:moveTo>
                    <a:pt x="442177" y="649003"/>
                  </a:moveTo>
                  <a:lnTo>
                    <a:pt x="398789" y="744084"/>
                  </a:lnTo>
                  <a:lnTo>
                    <a:pt x="487344" y="744084"/>
                  </a:lnTo>
                  <a:lnTo>
                    <a:pt x="443366" y="649003"/>
                  </a:lnTo>
                  <a:lnTo>
                    <a:pt x="442777" y="649592"/>
                  </a:lnTo>
                  <a:close/>
                  <a:moveTo>
                    <a:pt x="65377" y="628803"/>
                  </a:moveTo>
                  <a:lnTo>
                    <a:pt x="65377" y="682286"/>
                  </a:lnTo>
                  <a:lnTo>
                    <a:pt x="161058" y="682286"/>
                  </a:lnTo>
                  <a:cubicBezTo>
                    <a:pt x="178890" y="682286"/>
                    <a:pt x="194342" y="676349"/>
                    <a:pt x="195531" y="656139"/>
                  </a:cubicBezTo>
                  <a:cubicBezTo>
                    <a:pt x="197310" y="634150"/>
                    <a:pt x="179490" y="628803"/>
                    <a:pt x="161058" y="628803"/>
                  </a:cubicBezTo>
                  <a:close/>
                  <a:moveTo>
                    <a:pt x="1234996" y="628793"/>
                  </a:moveTo>
                  <a:lnTo>
                    <a:pt x="1234996" y="691791"/>
                  </a:lnTo>
                  <a:lnTo>
                    <a:pt x="1337835" y="691791"/>
                  </a:lnTo>
                  <a:cubicBezTo>
                    <a:pt x="1358645" y="691791"/>
                    <a:pt x="1380024" y="685854"/>
                    <a:pt x="1380024" y="660297"/>
                  </a:cubicBezTo>
                  <a:cubicBezTo>
                    <a:pt x="1380024" y="634740"/>
                    <a:pt x="1359235" y="628793"/>
                    <a:pt x="1337835" y="628793"/>
                  </a:cubicBezTo>
                  <a:close/>
                  <a:moveTo>
                    <a:pt x="1169640" y="581847"/>
                  </a:moveTo>
                  <a:lnTo>
                    <a:pt x="1344962" y="581847"/>
                  </a:lnTo>
                  <a:cubicBezTo>
                    <a:pt x="1396066" y="581847"/>
                    <a:pt x="1446580" y="599678"/>
                    <a:pt x="1446580" y="659697"/>
                  </a:cubicBezTo>
                  <a:cubicBezTo>
                    <a:pt x="1446580" y="705464"/>
                    <a:pt x="1420433" y="729821"/>
                    <a:pt x="1378834" y="738737"/>
                  </a:cubicBezTo>
                  <a:lnTo>
                    <a:pt x="1456674" y="842744"/>
                  </a:lnTo>
                  <a:lnTo>
                    <a:pt x="1378834" y="842744"/>
                  </a:lnTo>
                  <a:lnTo>
                    <a:pt x="1310478" y="738737"/>
                  </a:lnTo>
                  <a:lnTo>
                    <a:pt x="1234996" y="738737"/>
                  </a:lnTo>
                  <a:lnTo>
                    <a:pt x="1234996" y="842744"/>
                  </a:lnTo>
                  <a:lnTo>
                    <a:pt x="1169640" y="842744"/>
                  </a:lnTo>
                  <a:close/>
                  <a:moveTo>
                    <a:pt x="877217" y="581847"/>
                  </a:moveTo>
                  <a:lnTo>
                    <a:pt x="1123284" y="581847"/>
                  </a:lnTo>
                  <a:lnTo>
                    <a:pt x="1123284" y="628793"/>
                  </a:lnTo>
                  <a:lnTo>
                    <a:pt x="943194" y="628793"/>
                  </a:lnTo>
                  <a:lnTo>
                    <a:pt x="943194" y="685854"/>
                  </a:lnTo>
                  <a:lnTo>
                    <a:pt x="1117337" y="685854"/>
                  </a:lnTo>
                  <a:lnTo>
                    <a:pt x="1117337" y="732800"/>
                  </a:lnTo>
                  <a:lnTo>
                    <a:pt x="943194" y="732800"/>
                  </a:lnTo>
                  <a:lnTo>
                    <a:pt x="943194" y="795788"/>
                  </a:lnTo>
                  <a:lnTo>
                    <a:pt x="1130421" y="795788"/>
                  </a:lnTo>
                  <a:lnTo>
                    <a:pt x="1130421" y="842744"/>
                  </a:lnTo>
                  <a:lnTo>
                    <a:pt x="877217" y="842744"/>
                  </a:lnTo>
                  <a:close/>
                  <a:moveTo>
                    <a:pt x="550353" y="581847"/>
                  </a:moveTo>
                  <a:lnTo>
                    <a:pt x="630582" y="581847"/>
                  </a:lnTo>
                  <a:lnTo>
                    <a:pt x="707254" y="685254"/>
                  </a:lnTo>
                  <a:lnTo>
                    <a:pt x="783925" y="581847"/>
                  </a:lnTo>
                  <a:lnTo>
                    <a:pt x="864144" y="581847"/>
                  </a:lnTo>
                  <a:lnTo>
                    <a:pt x="739947" y="742895"/>
                  </a:lnTo>
                  <a:lnTo>
                    <a:pt x="739947" y="842744"/>
                  </a:lnTo>
                  <a:lnTo>
                    <a:pt x="674560" y="842744"/>
                  </a:lnTo>
                  <a:lnTo>
                    <a:pt x="674560" y="742895"/>
                  </a:lnTo>
                  <a:close/>
                  <a:moveTo>
                    <a:pt x="407704" y="581847"/>
                  </a:moveTo>
                  <a:lnTo>
                    <a:pt x="477839" y="581847"/>
                  </a:lnTo>
                  <a:lnTo>
                    <a:pt x="606214" y="842744"/>
                  </a:lnTo>
                  <a:lnTo>
                    <a:pt x="532511" y="842744"/>
                  </a:lnTo>
                  <a:lnTo>
                    <a:pt x="508743" y="791041"/>
                  </a:lnTo>
                  <a:lnTo>
                    <a:pt x="376800" y="791041"/>
                  </a:lnTo>
                  <a:lnTo>
                    <a:pt x="353032" y="842744"/>
                  </a:lnTo>
                  <a:lnTo>
                    <a:pt x="279339" y="842744"/>
                  </a:lnTo>
                  <a:close/>
                  <a:moveTo>
                    <a:pt x="0" y="581847"/>
                  </a:moveTo>
                  <a:lnTo>
                    <a:pt x="161069" y="581847"/>
                  </a:lnTo>
                  <a:cubicBezTo>
                    <a:pt x="206236" y="581847"/>
                    <a:pt x="259129" y="588983"/>
                    <a:pt x="259129" y="644845"/>
                  </a:cubicBezTo>
                  <a:cubicBezTo>
                    <a:pt x="259129" y="673370"/>
                    <a:pt x="242488" y="688233"/>
                    <a:pt x="218120" y="698327"/>
                  </a:cubicBezTo>
                  <a:cubicBezTo>
                    <a:pt x="251993" y="706054"/>
                    <a:pt x="273392" y="731611"/>
                    <a:pt x="273392" y="766683"/>
                  </a:cubicBezTo>
                  <a:cubicBezTo>
                    <a:pt x="273392" y="822545"/>
                    <a:pt x="231193" y="842755"/>
                    <a:pt x="181869" y="842755"/>
                  </a:cubicBezTo>
                  <a:lnTo>
                    <a:pt x="0" y="842755"/>
                  </a:lnTo>
                  <a:close/>
                  <a:moveTo>
                    <a:pt x="709632" y="357190"/>
                  </a:moveTo>
                  <a:lnTo>
                    <a:pt x="665644" y="452282"/>
                  </a:lnTo>
                  <a:lnTo>
                    <a:pt x="754189" y="452282"/>
                  </a:lnTo>
                  <a:lnTo>
                    <a:pt x="710222" y="357190"/>
                  </a:lnTo>
                  <a:lnTo>
                    <a:pt x="710222" y="358379"/>
                  </a:lnTo>
                  <a:close/>
                  <a:moveTo>
                    <a:pt x="675160" y="290623"/>
                  </a:moveTo>
                  <a:lnTo>
                    <a:pt x="745295" y="290623"/>
                  </a:lnTo>
                  <a:lnTo>
                    <a:pt x="873059" y="551532"/>
                  </a:lnTo>
                  <a:lnTo>
                    <a:pt x="799956" y="551532"/>
                  </a:lnTo>
                  <a:lnTo>
                    <a:pt x="776188" y="499828"/>
                  </a:lnTo>
                  <a:lnTo>
                    <a:pt x="644255" y="499828"/>
                  </a:lnTo>
                  <a:lnTo>
                    <a:pt x="619877" y="551532"/>
                  </a:lnTo>
                  <a:lnTo>
                    <a:pt x="546784" y="551532"/>
                  </a:lnTo>
                  <a:close/>
                  <a:moveTo>
                    <a:pt x="638308" y="146206"/>
                  </a:moveTo>
                  <a:lnTo>
                    <a:pt x="638308" y="213952"/>
                  </a:lnTo>
                  <a:lnTo>
                    <a:pt x="733979" y="213952"/>
                  </a:lnTo>
                  <a:cubicBezTo>
                    <a:pt x="758957" y="213952"/>
                    <a:pt x="779746" y="206826"/>
                    <a:pt x="779746" y="178890"/>
                  </a:cubicBezTo>
                  <a:cubicBezTo>
                    <a:pt x="779746" y="149175"/>
                    <a:pt x="758957" y="146206"/>
                    <a:pt x="733979" y="146206"/>
                  </a:cubicBezTo>
                  <a:close/>
                  <a:moveTo>
                    <a:pt x="638308" y="47546"/>
                  </a:moveTo>
                  <a:lnTo>
                    <a:pt x="638308" y="100439"/>
                  </a:lnTo>
                  <a:lnTo>
                    <a:pt x="733979" y="100439"/>
                  </a:lnTo>
                  <a:cubicBezTo>
                    <a:pt x="751821" y="100439"/>
                    <a:pt x="767262" y="94503"/>
                    <a:pt x="769052" y="74882"/>
                  </a:cubicBezTo>
                  <a:cubicBezTo>
                    <a:pt x="770241" y="52304"/>
                    <a:pt x="752421" y="47546"/>
                    <a:pt x="733979" y="47546"/>
                  </a:cubicBezTo>
                  <a:close/>
                  <a:moveTo>
                    <a:pt x="572931" y="0"/>
                  </a:moveTo>
                  <a:lnTo>
                    <a:pt x="733990" y="0"/>
                  </a:lnTo>
                  <a:cubicBezTo>
                    <a:pt x="779157" y="0"/>
                    <a:pt x="832050" y="7126"/>
                    <a:pt x="832050" y="63598"/>
                  </a:cubicBezTo>
                  <a:cubicBezTo>
                    <a:pt x="832050" y="91524"/>
                    <a:pt x="815419" y="106386"/>
                    <a:pt x="791051" y="117081"/>
                  </a:cubicBezTo>
                  <a:cubicBezTo>
                    <a:pt x="824913" y="124807"/>
                    <a:pt x="846313" y="149764"/>
                    <a:pt x="846313" y="185437"/>
                  </a:cubicBezTo>
                  <a:cubicBezTo>
                    <a:pt x="846313" y="241309"/>
                    <a:pt x="804124" y="261508"/>
                    <a:pt x="754789" y="261508"/>
                  </a:cubicBezTo>
                  <a:lnTo>
                    <a:pt x="572931" y="261508"/>
                  </a:lnTo>
                  <a:close/>
                </a:path>
              </a:pathLst>
            </a:custGeom>
            <a:solidFill>
              <a:srgbClr val="000000"/>
            </a:solidFill>
            <a:ln w="1051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pic>
        <p:nvPicPr>
          <p:cNvPr id="20" name="Graphic 19">
            <a:extLst>
              <a:ext uri="{FF2B5EF4-FFF2-40B4-BE49-F238E27FC236}">
                <a16:creationId xmlns:a16="http://schemas.microsoft.com/office/drawing/2014/main" id="{6133CC7A-8E0A-39B1-A530-1C6F90D64407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6490224" y="4134463"/>
            <a:ext cx="992066" cy="177249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D0AD0709-6C43-7A70-A1A6-EF056DDE3857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7876722" y="4090181"/>
            <a:ext cx="766553" cy="265811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0A3713EC-F273-9F58-3223-518B99B314FF}"/>
              </a:ext>
            </a:extLst>
          </p:cNvPr>
          <p:cNvGrpSpPr/>
          <p:nvPr/>
        </p:nvGrpSpPr>
        <p:grpSpPr>
          <a:xfrm>
            <a:off x="4969063" y="3994525"/>
            <a:ext cx="1126729" cy="457124"/>
            <a:chOff x="4344174" y="5920383"/>
            <a:chExt cx="1928352" cy="782348"/>
          </a:xfrm>
        </p:grpSpPr>
        <p:pic>
          <p:nvPicPr>
            <p:cNvPr id="23" name="Picture 2">
              <a:extLst>
                <a:ext uri="{FF2B5EF4-FFF2-40B4-BE49-F238E27FC236}">
                  <a16:creationId xmlns:a16="http://schemas.microsoft.com/office/drawing/2014/main" id="{C524BCC0-C0BE-49BC-409E-97F71B3729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1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75327"/>
            <a:stretch/>
          </p:blipFill>
          <p:spPr bwMode="auto">
            <a:xfrm>
              <a:off x="4344174" y="5920383"/>
              <a:ext cx="836151" cy="78234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43582740-57EA-B083-03D7-0C323E5DD6B4}"/>
                </a:ext>
              </a:extLst>
            </p:cNvPr>
            <p:cNvGrpSpPr/>
            <p:nvPr/>
          </p:nvGrpSpPr>
          <p:grpSpPr>
            <a:xfrm>
              <a:off x="5206751" y="5974446"/>
              <a:ext cx="1065775" cy="677645"/>
              <a:chOff x="5206751" y="5974446"/>
              <a:chExt cx="1065775" cy="677645"/>
            </a:xfrm>
          </p:grpSpPr>
          <p:pic>
            <p:nvPicPr>
              <p:cNvPr id="25" name="Picture 2">
                <a:extLst>
                  <a:ext uri="{FF2B5EF4-FFF2-40B4-BE49-F238E27FC236}">
                    <a16:creationId xmlns:a16="http://schemas.microsoft.com/office/drawing/2014/main" id="{1C2104E8-0EE2-97AD-0B26-1A1997C259C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1">
                <a:biLevel thresh="7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5691" t="31381" r="41676" b="31381"/>
              <a:stretch/>
            </p:blipFill>
            <p:spPr bwMode="auto">
              <a:xfrm>
                <a:off x="5206751" y="5974446"/>
                <a:ext cx="1065775" cy="28076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6" name="Picture 2">
                <a:extLst>
                  <a:ext uri="{FF2B5EF4-FFF2-40B4-BE49-F238E27FC236}">
                    <a16:creationId xmlns:a16="http://schemas.microsoft.com/office/drawing/2014/main" id="{4DE97DB6-4366-B2F5-CC0B-7DA76204F34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1">
                <a:biLevel thresh="7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7189" t="31381" r="23983" b="31381"/>
              <a:stretch/>
            </p:blipFill>
            <p:spPr bwMode="auto">
              <a:xfrm>
                <a:off x="5206751" y="6171297"/>
                <a:ext cx="614925" cy="28076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7" name="Picture 2">
                <a:extLst>
                  <a:ext uri="{FF2B5EF4-FFF2-40B4-BE49-F238E27FC236}">
                    <a16:creationId xmlns:a16="http://schemas.microsoft.com/office/drawing/2014/main" id="{CB641DB3-7CF8-CB3F-04B3-0D527165A9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1">
                <a:biLevel thresh="7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5562" t="31381" r="-1164" b="31381"/>
              <a:stretch/>
            </p:blipFill>
            <p:spPr bwMode="auto">
              <a:xfrm>
                <a:off x="5206751" y="6371322"/>
                <a:ext cx="836152" cy="28076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pic>
        <p:nvPicPr>
          <p:cNvPr id="28" name="Graphic 27">
            <a:extLst>
              <a:ext uri="{FF2B5EF4-FFF2-40B4-BE49-F238E27FC236}">
                <a16:creationId xmlns:a16="http://schemas.microsoft.com/office/drawing/2014/main" id="{87FE6B41-2A96-2DDA-9EEE-EA4264DDD9D9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9037707" y="4159402"/>
            <a:ext cx="1025326" cy="12737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B2197A79-EE4C-0C28-1D3B-566B9609F621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7885614" y="5182238"/>
            <a:ext cx="609639" cy="609639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0602F4EC-D460-DBCC-D6A9-76299A63C68A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504469" y="5456926"/>
            <a:ext cx="922503" cy="135493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E6B997D4-5CB1-FA0C-8D33-C685906C5DA7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224185" y="5182238"/>
            <a:ext cx="753361" cy="753361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D711DA9F-6124-74D8-E3A6-3145A3394D35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5436188" y="5214768"/>
            <a:ext cx="609639" cy="648971"/>
          </a:xfrm>
          <a:prstGeom prst="rect">
            <a:avLst/>
          </a:prstGeom>
        </p:spPr>
      </p:pic>
      <p:pic>
        <p:nvPicPr>
          <p:cNvPr id="56" name="Picture 55" descr="Shape&#10;&#10;Description automatically generated with medium confidence">
            <a:extLst>
              <a:ext uri="{FF2B5EF4-FFF2-40B4-BE49-F238E27FC236}">
                <a16:creationId xmlns:a16="http://schemas.microsoft.com/office/drawing/2014/main" id="{4F6E5746-EE7E-561C-159E-210DC23F4B1A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8953895" y="5337617"/>
            <a:ext cx="1391705" cy="280263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888103C5-0C69-DC62-2D74-83BA4CC4EA1F}"/>
              </a:ext>
            </a:extLst>
      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0457465" y="4090181"/>
            <a:ext cx="914458" cy="294308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6FF45E30-4526-561A-26F8-95E143E70EED}"/>
              </a:ext>
            </a:extLst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0804244" y="5307444"/>
            <a:ext cx="567679" cy="340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623609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F6E040-28E9-0867-C187-40C374AEE53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730ECABE-55E1-19BD-4CA9-BFD36A0EF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5D4CA0-C544-B87D-1B88-FAD04A9B3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27</a:t>
            </a:fld>
            <a:endParaRPr lang="en-GB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83B2DAD-2699-21DB-3D9A-9916702A5D7B}"/>
              </a:ext>
            </a:extLst>
          </p:cNvPr>
          <p:cNvCxnSpPr>
            <a:cxnSpLocks/>
          </p:cNvCxnSpPr>
          <p:nvPr/>
        </p:nvCxnSpPr>
        <p:spPr>
          <a:xfrm>
            <a:off x="642050" y="3841592"/>
            <a:ext cx="11537012" cy="0"/>
          </a:xfrm>
          <a:prstGeom prst="line">
            <a:avLst/>
          </a:prstGeom>
          <a:noFill/>
          <a:ln w="12700" cap="flat" cmpd="sng" algn="ctr">
            <a:solidFill>
              <a:schemeClr val="tx1"/>
            </a:solidFill>
            <a:prstDash val="solid"/>
            <a:miter lim="800000"/>
            <a:headEnd type="oval" w="lg" len="lg"/>
          </a:ln>
          <a:effectLst/>
        </p:spPr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FD6183EC-14A2-0982-7C06-73D8DD91F6BB}"/>
              </a:ext>
            </a:extLst>
          </p:cNvPr>
          <p:cNvSpPr/>
          <p:nvPr/>
        </p:nvSpPr>
        <p:spPr>
          <a:xfrm>
            <a:off x="1030417" y="3648162"/>
            <a:ext cx="386860" cy="386860"/>
          </a:xfrm>
          <a:prstGeom prst="ellipse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non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0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entury Gothic" panose="020F0302020204030204"/>
                <a:ea typeface="+mn-ea"/>
                <a:cs typeface="+mn-cs"/>
              </a:rPr>
              <a:t>Jan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6A2DD70-C390-9508-BD1B-7E9157A03FFE}"/>
              </a:ext>
            </a:extLst>
          </p:cNvPr>
          <p:cNvCxnSpPr>
            <a:cxnSpLocks/>
          </p:cNvCxnSpPr>
          <p:nvPr/>
        </p:nvCxnSpPr>
        <p:spPr>
          <a:xfrm>
            <a:off x="1223847" y="3295835"/>
            <a:ext cx="0" cy="352327"/>
          </a:xfrm>
          <a:prstGeom prst="line">
            <a:avLst/>
          </a:prstGeom>
          <a:noFill/>
          <a:ln w="12700" cap="flat" cmpd="sng" algn="ctr">
            <a:solidFill>
              <a:schemeClr val="tx1"/>
            </a:solidFill>
            <a:prstDash val="solid"/>
            <a:miter lim="800000"/>
            <a:headEnd type="oval"/>
          </a:ln>
          <a:effectLst/>
        </p:spPr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FD0B518B-0F74-282C-71F0-F6B5383337CB}"/>
              </a:ext>
            </a:extLst>
          </p:cNvPr>
          <p:cNvSpPr/>
          <p:nvPr/>
        </p:nvSpPr>
        <p:spPr>
          <a:xfrm>
            <a:off x="1030418" y="1951680"/>
            <a:ext cx="2693454" cy="12311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b="1">
                <a:solidFill>
                  <a:schemeClr val="tx2"/>
                </a:solidFill>
                <a:latin typeface="Century Gothic" panose="020F0302020204030204"/>
              </a:rPr>
              <a:t>Title</a:t>
            </a:r>
          </a:p>
          <a:p>
            <a:pPr marL="7938" lvl="1"/>
            <a:r>
              <a:rPr lang="en-GB" sz="1400">
                <a:latin typeface="Century Gothic" panose="020B0502020202020204" pitchFamily="34" charset="0"/>
              </a:rPr>
              <a:t>Lorem ipsum </a:t>
            </a:r>
            <a:r>
              <a:rPr lang="en-GB" sz="1400" err="1">
                <a:latin typeface="Century Gothic" panose="020B0502020202020204" pitchFamily="34" charset="0"/>
              </a:rPr>
              <a:t>dolor</a:t>
            </a:r>
            <a:r>
              <a:rPr lang="en-GB" sz="1400">
                <a:latin typeface="Century Gothic" panose="020B0502020202020204" pitchFamily="34" charset="0"/>
              </a:rPr>
              <a:t> sit </a:t>
            </a:r>
            <a:r>
              <a:rPr lang="en-GB" sz="1400" err="1">
                <a:latin typeface="Century Gothic" panose="020B0502020202020204" pitchFamily="34" charset="0"/>
              </a:rPr>
              <a:t>amet</a:t>
            </a:r>
            <a:r>
              <a:rPr lang="en-GB" sz="1400">
                <a:latin typeface="Century Gothic" panose="020B0502020202020204" pitchFamily="34" charset="0"/>
              </a:rPr>
              <a:t>, </a:t>
            </a:r>
            <a:r>
              <a:rPr lang="en-GB" sz="1400" err="1">
                <a:latin typeface="Century Gothic" panose="020B0502020202020204" pitchFamily="34" charset="0"/>
              </a:rPr>
              <a:t>consectetur</a:t>
            </a:r>
            <a:r>
              <a:rPr lang="en-GB" sz="1400">
                <a:latin typeface="Century Gothic" panose="020B0502020202020204" pitchFamily="34" charset="0"/>
              </a:rPr>
              <a:t> </a:t>
            </a:r>
            <a:r>
              <a:rPr lang="en-GB" sz="1400" err="1">
                <a:latin typeface="Century Gothic" panose="020B0502020202020204" pitchFamily="34" charset="0"/>
              </a:rPr>
              <a:t>adipiscing</a:t>
            </a:r>
            <a:r>
              <a:rPr lang="en-GB" sz="1400">
                <a:latin typeface="Century Gothic" panose="020B0502020202020204" pitchFamily="34" charset="0"/>
              </a:rPr>
              <a:t> </a:t>
            </a:r>
            <a:r>
              <a:rPr lang="en-GB" sz="1400" err="1">
                <a:latin typeface="Century Gothic" panose="020B0502020202020204" pitchFamily="34" charset="0"/>
              </a:rPr>
              <a:t>elit</a:t>
            </a:r>
            <a:r>
              <a:rPr lang="en-GB" sz="1400">
                <a:latin typeface="Century Gothic" panose="020B0502020202020204" pitchFamily="34" charset="0"/>
              </a:rPr>
              <a:t>. </a:t>
            </a:r>
            <a:r>
              <a:rPr lang="en-GB" sz="1400" err="1">
                <a:latin typeface="Century Gothic" panose="020B0502020202020204" pitchFamily="34" charset="0"/>
              </a:rPr>
              <a:t>Aliquam</a:t>
            </a:r>
            <a:r>
              <a:rPr lang="en-GB" sz="1400">
                <a:latin typeface="Century Gothic" panose="020B0502020202020204" pitchFamily="34" charset="0"/>
              </a:rPr>
              <a:t> </a:t>
            </a:r>
            <a:r>
              <a:rPr lang="en-GB" sz="1400" err="1">
                <a:latin typeface="Century Gothic" panose="020B0502020202020204" pitchFamily="34" charset="0"/>
              </a:rPr>
              <a:t>erat</a:t>
            </a:r>
            <a:r>
              <a:rPr lang="en-GB" sz="1400">
                <a:latin typeface="Century Gothic" panose="020B0502020202020204" pitchFamily="34" charset="0"/>
              </a:rPr>
              <a:t> </a:t>
            </a:r>
            <a:r>
              <a:rPr lang="en-GB" sz="1400" err="1">
                <a:latin typeface="Century Gothic" panose="020B0502020202020204" pitchFamily="34" charset="0"/>
              </a:rPr>
              <a:t>neque</a:t>
            </a:r>
            <a:r>
              <a:rPr lang="en-GB" sz="1400">
                <a:latin typeface="Century Gothic" panose="020B0502020202020204" pitchFamily="34" charset="0"/>
              </a:rPr>
              <a:t>, </a:t>
            </a:r>
            <a:r>
              <a:rPr lang="en-GB" sz="1400" err="1">
                <a:latin typeface="Century Gothic" panose="020B0502020202020204" pitchFamily="34" charset="0"/>
              </a:rPr>
              <a:t>vehicula</a:t>
            </a:r>
            <a:r>
              <a:rPr lang="en-GB" sz="1400">
                <a:latin typeface="Century Gothic" panose="020B0502020202020204" pitchFamily="34" charset="0"/>
              </a:rPr>
              <a:t> </a:t>
            </a:r>
            <a:r>
              <a:rPr lang="en-GB" sz="1400" err="1">
                <a:latin typeface="Century Gothic" panose="020B0502020202020204" pitchFamily="34" charset="0"/>
              </a:rPr>
              <a:t>ut</a:t>
            </a:r>
            <a:r>
              <a:rPr lang="en-GB" sz="1400">
                <a:latin typeface="Century Gothic" panose="020B0502020202020204" pitchFamily="34" charset="0"/>
              </a:rPr>
              <a:t> </a:t>
            </a:r>
            <a:r>
              <a:rPr lang="en-GB" sz="1400" err="1">
                <a:latin typeface="Century Gothic" panose="020B0502020202020204" pitchFamily="34" charset="0"/>
              </a:rPr>
              <a:t>facilisis</a:t>
            </a:r>
            <a:endParaRPr lang="en-GB" sz="1400">
              <a:latin typeface="Century Gothic" panose="020F0302020204030204"/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A8BCCD24-70BA-E5F4-4699-BE00D961EAC2}"/>
              </a:ext>
            </a:extLst>
          </p:cNvPr>
          <p:cNvSpPr/>
          <p:nvPr/>
        </p:nvSpPr>
        <p:spPr>
          <a:xfrm>
            <a:off x="3337011" y="3648162"/>
            <a:ext cx="386860" cy="386860"/>
          </a:xfrm>
          <a:prstGeom prst="ellipse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non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0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entury Gothic" panose="020F0302020204030204"/>
                <a:ea typeface="+mn-ea"/>
                <a:cs typeface="+mn-cs"/>
              </a:rPr>
              <a:t>Feb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3D15A01-F74D-0945-B96F-544F745ADC37}"/>
              </a:ext>
            </a:extLst>
          </p:cNvPr>
          <p:cNvCxnSpPr>
            <a:cxnSpLocks/>
          </p:cNvCxnSpPr>
          <p:nvPr/>
        </p:nvCxnSpPr>
        <p:spPr>
          <a:xfrm flipV="1">
            <a:off x="3530441" y="4035022"/>
            <a:ext cx="0" cy="352327"/>
          </a:xfrm>
          <a:prstGeom prst="line">
            <a:avLst/>
          </a:prstGeom>
          <a:noFill/>
          <a:ln w="12700" cap="flat" cmpd="sng" algn="ctr">
            <a:solidFill>
              <a:schemeClr val="tx1"/>
            </a:solidFill>
            <a:prstDash val="solid"/>
            <a:miter lim="800000"/>
            <a:headEnd type="oval"/>
          </a:ln>
          <a:effectLst/>
        </p:spPr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755A6E7C-4F21-3881-0134-A08C4AB3FBAD}"/>
              </a:ext>
            </a:extLst>
          </p:cNvPr>
          <p:cNvSpPr/>
          <p:nvPr/>
        </p:nvSpPr>
        <p:spPr>
          <a:xfrm>
            <a:off x="5874265" y="3648162"/>
            <a:ext cx="386860" cy="386860"/>
          </a:xfrm>
          <a:prstGeom prst="ellipse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non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0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entury Gothic" panose="020F0302020204030204"/>
                <a:ea typeface="+mn-ea"/>
                <a:cs typeface="+mn-cs"/>
              </a:rPr>
              <a:t>Mar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A1B3727-1A0C-4846-8AEF-4319A79BD7D3}"/>
              </a:ext>
            </a:extLst>
          </p:cNvPr>
          <p:cNvCxnSpPr>
            <a:cxnSpLocks/>
          </p:cNvCxnSpPr>
          <p:nvPr/>
        </p:nvCxnSpPr>
        <p:spPr>
          <a:xfrm>
            <a:off x="6067695" y="3295835"/>
            <a:ext cx="0" cy="352327"/>
          </a:xfrm>
          <a:prstGeom prst="line">
            <a:avLst/>
          </a:prstGeom>
          <a:noFill/>
          <a:ln w="12700" cap="flat" cmpd="sng" algn="ctr">
            <a:solidFill>
              <a:schemeClr val="tx1"/>
            </a:solidFill>
            <a:prstDash val="solid"/>
            <a:miter lim="800000"/>
            <a:headEnd type="oval"/>
          </a:ln>
          <a:effectLst/>
        </p:spPr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0FCDC48B-67FC-D6C2-CA55-6548316BD4F7}"/>
              </a:ext>
            </a:extLst>
          </p:cNvPr>
          <p:cNvSpPr/>
          <p:nvPr/>
        </p:nvSpPr>
        <p:spPr>
          <a:xfrm>
            <a:off x="8592752" y="3648162"/>
            <a:ext cx="386860" cy="386860"/>
          </a:xfrm>
          <a:prstGeom prst="ellipse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non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0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entury Gothic" panose="020F0302020204030204"/>
                <a:ea typeface="+mn-ea"/>
                <a:cs typeface="+mn-cs"/>
              </a:rPr>
              <a:t>Apr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DD60BBC-6E4F-2ACB-24A2-0A1359D1E8F5}"/>
              </a:ext>
            </a:extLst>
          </p:cNvPr>
          <p:cNvCxnSpPr>
            <a:cxnSpLocks/>
          </p:cNvCxnSpPr>
          <p:nvPr/>
        </p:nvCxnSpPr>
        <p:spPr>
          <a:xfrm flipV="1">
            <a:off x="8786182" y="4035022"/>
            <a:ext cx="0" cy="352327"/>
          </a:xfrm>
          <a:prstGeom prst="line">
            <a:avLst/>
          </a:prstGeom>
          <a:noFill/>
          <a:ln w="12700" cap="flat" cmpd="sng" algn="ctr">
            <a:solidFill>
              <a:schemeClr val="tx1"/>
            </a:solidFill>
            <a:prstDash val="solid"/>
            <a:miter lim="800000"/>
            <a:headEnd type="oval"/>
          </a:ln>
          <a:effectLst/>
        </p:spPr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41477F86-7A2C-25EE-95BB-C34AA8E3206D}"/>
              </a:ext>
            </a:extLst>
          </p:cNvPr>
          <p:cNvSpPr/>
          <p:nvPr/>
        </p:nvSpPr>
        <p:spPr>
          <a:xfrm>
            <a:off x="3337011" y="4543928"/>
            <a:ext cx="2693454" cy="12311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b="1">
                <a:solidFill>
                  <a:schemeClr val="tx2"/>
                </a:solidFill>
                <a:latin typeface="Century Gothic" panose="020F0302020204030204"/>
              </a:rPr>
              <a:t>Title</a:t>
            </a:r>
          </a:p>
          <a:p>
            <a:pPr marL="7938" lvl="1"/>
            <a:r>
              <a:rPr lang="en-GB" sz="1400">
                <a:latin typeface="Century Gothic" panose="020B0502020202020204" pitchFamily="34" charset="0"/>
              </a:rPr>
              <a:t>Lorem ipsum </a:t>
            </a:r>
            <a:r>
              <a:rPr lang="en-GB" sz="1400" err="1">
                <a:latin typeface="Century Gothic" panose="020B0502020202020204" pitchFamily="34" charset="0"/>
              </a:rPr>
              <a:t>dolor</a:t>
            </a:r>
            <a:r>
              <a:rPr lang="en-GB" sz="1400">
                <a:latin typeface="Century Gothic" panose="020B0502020202020204" pitchFamily="34" charset="0"/>
              </a:rPr>
              <a:t> sit </a:t>
            </a:r>
            <a:r>
              <a:rPr lang="en-GB" sz="1400" err="1">
                <a:latin typeface="Century Gothic" panose="020B0502020202020204" pitchFamily="34" charset="0"/>
              </a:rPr>
              <a:t>amet</a:t>
            </a:r>
            <a:r>
              <a:rPr lang="en-GB" sz="1400">
                <a:latin typeface="Century Gothic" panose="020B0502020202020204" pitchFamily="34" charset="0"/>
              </a:rPr>
              <a:t>, </a:t>
            </a:r>
            <a:r>
              <a:rPr lang="en-GB" sz="1400" err="1">
                <a:latin typeface="Century Gothic" panose="020B0502020202020204" pitchFamily="34" charset="0"/>
              </a:rPr>
              <a:t>consectetur</a:t>
            </a:r>
            <a:r>
              <a:rPr lang="en-GB" sz="1400">
                <a:latin typeface="Century Gothic" panose="020B0502020202020204" pitchFamily="34" charset="0"/>
              </a:rPr>
              <a:t> </a:t>
            </a:r>
            <a:r>
              <a:rPr lang="en-GB" sz="1400" err="1">
                <a:latin typeface="Century Gothic" panose="020B0502020202020204" pitchFamily="34" charset="0"/>
              </a:rPr>
              <a:t>adipiscing</a:t>
            </a:r>
            <a:r>
              <a:rPr lang="en-GB" sz="1400">
                <a:latin typeface="Century Gothic" panose="020B0502020202020204" pitchFamily="34" charset="0"/>
              </a:rPr>
              <a:t> </a:t>
            </a:r>
            <a:r>
              <a:rPr lang="en-GB" sz="1400" err="1">
                <a:latin typeface="Century Gothic" panose="020B0502020202020204" pitchFamily="34" charset="0"/>
              </a:rPr>
              <a:t>elit</a:t>
            </a:r>
            <a:r>
              <a:rPr lang="en-GB" sz="1400">
                <a:latin typeface="Century Gothic" panose="020B0502020202020204" pitchFamily="34" charset="0"/>
              </a:rPr>
              <a:t>. </a:t>
            </a:r>
            <a:r>
              <a:rPr lang="en-GB" sz="1400" err="1">
                <a:latin typeface="Century Gothic" panose="020B0502020202020204" pitchFamily="34" charset="0"/>
              </a:rPr>
              <a:t>Aliquam</a:t>
            </a:r>
            <a:r>
              <a:rPr lang="en-GB" sz="1400">
                <a:latin typeface="Century Gothic" panose="020B0502020202020204" pitchFamily="34" charset="0"/>
              </a:rPr>
              <a:t> </a:t>
            </a:r>
            <a:r>
              <a:rPr lang="en-GB" sz="1400" err="1">
                <a:latin typeface="Century Gothic" panose="020B0502020202020204" pitchFamily="34" charset="0"/>
              </a:rPr>
              <a:t>erat</a:t>
            </a:r>
            <a:r>
              <a:rPr lang="en-GB" sz="1400">
                <a:latin typeface="Century Gothic" panose="020B0502020202020204" pitchFamily="34" charset="0"/>
              </a:rPr>
              <a:t> </a:t>
            </a:r>
            <a:r>
              <a:rPr lang="en-GB" sz="1400" err="1">
                <a:latin typeface="Century Gothic" panose="020B0502020202020204" pitchFamily="34" charset="0"/>
              </a:rPr>
              <a:t>neque</a:t>
            </a:r>
            <a:r>
              <a:rPr lang="en-GB" sz="1400">
                <a:latin typeface="Century Gothic" panose="020B0502020202020204" pitchFamily="34" charset="0"/>
              </a:rPr>
              <a:t>, </a:t>
            </a:r>
            <a:r>
              <a:rPr lang="en-GB" sz="1400" err="1">
                <a:latin typeface="Century Gothic" panose="020B0502020202020204" pitchFamily="34" charset="0"/>
              </a:rPr>
              <a:t>vehicula</a:t>
            </a:r>
            <a:r>
              <a:rPr lang="en-GB" sz="1400">
                <a:latin typeface="Century Gothic" panose="020B0502020202020204" pitchFamily="34" charset="0"/>
              </a:rPr>
              <a:t> </a:t>
            </a:r>
            <a:r>
              <a:rPr lang="en-GB" sz="1400" err="1">
                <a:latin typeface="Century Gothic" panose="020B0502020202020204" pitchFamily="34" charset="0"/>
              </a:rPr>
              <a:t>ut</a:t>
            </a:r>
            <a:r>
              <a:rPr lang="en-GB" sz="1400">
                <a:latin typeface="Century Gothic" panose="020B0502020202020204" pitchFamily="34" charset="0"/>
              </a:rPr>
              <a:t> </a:t>
            </a:r>
            <a:r>
              <a:rPr lang="en-GB" sz="1400" err="1">
                <a:latin typeface="Century Gothic" panose="020B0502020202020204" pitchFamily="34" charset="0"/>
              </a:rPr>
              <a:t>facilisis</a:t>
            </a:r>
            <a:endParaRPr lang="en-GB" sz="1400">
              <a:latin typeface="Century Gothic" panose="020F0302020204030204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2FDF591-7B3F-58E7-C6E6-CDD722E0A4F8}"/>
              </a:ext>
            </a:extLst>
          </p:cNvPr>
          <p:cNvSpPr/>
          <p:nvPr/>
        </p:nvSpPr>
        <p:spPr>
          <a:xfrm>
            <a:off x="8592752" y="4543928"/>
            <a:ext cx="2693454" cy="12311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b="1">
                <a:solidFill>
                  <a:schemeClr val="tx2"/>
                </a:solidFill>
                <a:latin typeface="Century Gothic" panose="020F0302020204030204"/>
              </a:rPr>
              <a:t>Title</a:t>
            </a:r>
          </a:p>
          <a:p>
            <a:pPr marL="7938" lvl="1"/>
            <a:r>
              <a:rPr lang="en-GB" sz="1400">
                <a:latin typeface="Century Gothic" panose="020B0502020202020204" pitchFamily="34" charset="0"/>
              </a:rPr>
              <a:t>Lorem ipsum </a:t>
            </a:r>
            <a:r>
              <a:rPr lang="en-GB" sz="1400" err="1">
                <a:latin typeface="Century Gothic" panose="020B0502020202020204" pitchFamily="34" charset="0"/>
              </a:rPr>
              <a:t>dolor</a:t>
            </a:r>
            <a:r>
              <a:rPr lang="en-GB" sz="1400">
                <a:latin typeface="Century Gothic" panose="020B0502020202020204" pitchFamily="34" charset="0"/>
              </a:rPr>
              <a:t> sit </a:t>
            </a:r>
            <a:r>
              <a:rPr lang="en-GB" sz="1400" err="1">
                <a:latin typeface="Century Gothic" panose="020B0502020202020204" pitchFamily="34" charset="0"/>
              </a:rPr>
              <a:t>amet</a:t>
            </a:r>
            <a:r>
              <a:rPr lang="en-GB" sz="1400">
                <a:latin typeface="Century Gothic" panose="020B0502020202020204" pitchFamily="34" charset="0"/>
              </a:rPr>
              <a:t>, </a:t>
            </a:r>
            <a:r>
              <a:rPr lang="en-GB" sz="1400" err="1">
                <a:latin typeface="Century Gothic" panose="020B0502020202020204" pitchFamily="34" charset="0"/>
              </a:rPr>
              <a:t>consectetur</a:t>
            </a:r>
            <a:r>
              <a:rPr lang="en-GB" sz="1400">
                <a:latin typeface="Century Gothic" panose="020B0502020202020204" pitchFamily="34" charset="0"/>
              </a:rPr>
              <a:t> </a:t>
            </a:r>
            <a:r>
              <a:rPr lang="en-GB" sz="1400" err="1">
                <a:latin typeface="Century Gothic" panose="020B0502020202020204" pitchFamily="34" charset="0"/>
              </a:rPr>
              <a:t>adipiscing</a:t>
            </a:r>
            <a:r>
              <a:rPr lang="en-GB" sz="1400">
                <a:latin typeface="Century Gothic" panose="020B0502020202020204" pitchFamily="34" charset="0"/>
              </a:rPr>
              <a:t> </a:t>
            </a:r>
            <a:r>
              <a:rPr lang="en-GB" sz="1400" err="1">
                <a:latin typeface="Century Gothic" panose="020B0502020202020204" pitchFamily="34" charset="0"/>
              </a:rPr>
              <a:t>elit</a:t>
            </a:r>
            <a:r>
              <a:rPr lang="en-GB" sz="1400">
                <a:latin typeface="Century Gothic" panose="020B0502020202020204" pitchFamily="34" charset="0"/>
              </a:rPr>
              <a:t>. </a:t>
            </a:r>
            <a:r>
              <a:rPr lang="en-GB" sz="1400" err="1">
                <a:latin typeface="Century Gothic" panose="020B0502020202020204" pitchFamily="34" charset="0"/>
              </a:rPr>
              <a:t>Aliquam</a:t>
            </a:r>
            <a:r>
              <a:rPr lang="en-GB" sz="1400">
                <a:latin typeface="Century Gothic" panose="020B0502020202020204" pitchFamily="34" charset="0"/>
              </a:rPr>
              <a:t> </a:t>
            </a:r>
            <a:r>
              <a:rPr lang="en-GB" sz="1400" err="1">
                <a:latin typeface="Century Gothic" panose="020B0502020202020204" pitchFamily="34" charset="0"/>
              </a:rPr>
              <a:t>erat</a:t>
            </a:r>
            <a:r>
              <a:rPr lang="en-GB" sz="1400">
                <a:latin typeface="Century Gothic" panose="020B0502020202020204" pitchFamily="34" charset="0"/>
              </a:rPr>
              <a:t> </a:t>
            </a:r>
            <a:r>
              <a:rPr lang="en-GB" sz="1400" err="1">
                <a:latin typeface="Century Gothic" panose="020B0502020202020204" pitchFamily="34" charset="0"/>
              </a:rPr>
              <a:t>neque</a:t>
            </a:r>
            <a:r>
              <a:rPr lang="en-GB" sz="1400">
                <a:latin typeface="Century Gothic" panose="020B0502020202020204" pitchFamily="34" charset="0"/>
              </a:rPr>
              <a:t>, </a:t>
            </a:r>
            <a:r>
              <a:rPr lang="en-GB" sz="1400" err="1">
                <a:latin typeface="Century Gothic" panose="020B0502020202020204" pitchFamily="34" charset="0"/>
              </a:rPr>
              <a:t>vehicula</a:t>
            </a:r>
            <a:r>
              <a:rPr lang="en-GB" sz="1400">
                <a:latin typeface="Century Gothic" panose="020B0502020202020204" pitchFamily="34" charset="0"/>
              </a:rPr>
              <a:t> </a:t>
            </a:r>
            <a:r>
              <a:rPr lang="en-GB" sz="1400" err="1">
                <a:latin typeface="Century Gothic" panose="020B0502020202020204" pitchFamily="34" charset="0"/>
              </a:rPr>
              <a:t>ut</a:t>
            </a:r>
            <a:r>
              <a:rPr lang="en-GB" sz="1400">
                <a:latin typeface="Century Gothic" panose="020B0502020202020204" pitchFamily="34" charset="0"/>
              </a:rPr>
              <a:t> </a:t>
            </a:r>
            <a:r>
              <a:rPr lang="en-GB" sz="1400" err="1">
                <a:latin typeface="Century Gothic" panose="020B0502020202020204" pitchFamily="34" charset="0"/>
              </a:rPr>
              <a:t>facilisis</a:t>
            </a:r>
            <a:endParaRPr lang="en-GB" sz="1400">
              <a:latin typeface="Century Gothic" panose="020F0302020204030204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365CEC3-1379-E954-DA29-232F05DD3BDC}"/>
              </a:ext>
            </a:extLst>
          </p:cNvPr>
          <p:cNvSpPr/>
          <p:nvPr/>
        </p:nvSpPr>
        <p:spPr>
          <a:xfrm>
            <a:off x="5843812" y="1951680"/>
            <a:ext cx="2693454" cy="12311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b="1">
                <a:solidFill>
                  <a:schemeClr val="tx2"/>
                </a:solidFill>
                <a:latin typeface="Century Gothic" panose="020F0302020204030204"/>
              </a:rPr>
              <a:t>Title</a:t>
            </a:r>
          </a:p>
          <a:p>
            <a:pPr marL="7938" lvl="1"/>
            <a:r>
              <a:rPr lang="en-GB" sz="1400">
                <a:latin typeface="Century Gothic" panose="020B0502020202020204" pitchFamily="34" charset="0"/>
              </a:rPr>
              <a:t>Lorem ipsum </a:t>
            </a:r>
            <a:r>
              <a:rPr lang="en-GB" sz="1400" err="1">
                <a:latin typeface="Century Gothic" panose="020B0502020202020204" pitchFamily="34" charset="0"/>
              </a:rPr>
              <a:t>dolor</a:t>
            </a:r>
            <a:r>
              <a:rPr lang="en-GB" sz="1400">
                <a:latin typeface="Century Gothic" panose="020B0502020202020204" pitchFamily="34" charset="0"/>
              </a:rPr>
              <a:t> sit </a:t>
            </a:r>
            <a:r>
              <a:rPr lang="en-GB" sz="1400" err="1">
                <a:latin typeface="Century Gothic" panose="020B0502020202020204" pitchFamily="34" charset="0"/>
              </a:rPr>
              <a:t>amet</a:t>
            </a:r>
            <a:r>
              <a:rPr lang="en-GB" sz="1400">
                <a:latin typeface="Century Gothic" panose="020B0502020202020204" pitchFamily="34" charset="0"/>
              </a:rPr>
              <a:t>, </a:t>
            </a:r>
            <a:r>
              <a:rPr lang="en-GB" sz="1400" err="1">
                <a:latin typeface="Century Gothic" panose="020B0502020202020204" pitchFamily="34" charset="0"/>
              </a:rPr>
              <a:t>consectetur</a:t>
            </a:r>
            <a:r>
              <a:rPr lang="en-GB" sz="1400">
                <a:latin typeface="Century Gothic" panose="020B0502020202020204" pitchFamily="34" charset="0"/>
              </a:rPr>
              <a:t> </a:t>
            </a:r>
            <a:r>
              <a:rPr lang="en-GB" sz="1400" err="1">
                <a:latin typeface="Century Gothic" panose="020B0502020202020204" pitchFamily="34" charset="0"/>
              </a:rPr>
              <a:t>adipiscing</a:t>
            </a:r>
            <a:r>
              <a:rPr lang="en-GB" sz="1400">
                <a:latin typeface="Century Gothic" panose="020B0502020202020204" pitchFamily="34" charset="0"/>
              </a:rPr>
              <a:t> </a:t>
            </a:r>
            <a:r>
              <a:rPr lang="en-GB" sz="1400" err="1">
                <a:latin typeface="Century Gothic" panose="020B0502020202020204" pitchFamily="34" charset="0"/>
              </a:rPr>
              <a:t>elit</a:t>
            </a:r>
            <a:r>
              <a:rPr lang="en-GB" sz="1400">
                <a:latin typeface="Century Gothic" panose="020B0502020202020204" pitchFamily="34" charset="0"/>
              </a:rPr>
              <a:t>. </a:t>
            </a:r>
            <a:r>
              <a:rPr lang="en-GB" sz="1400" err="1">
                <a:latin typeface="Century Gothic" panose="020B0502020202020204" pitchFamily="34" charset="0"/>
              </a:rPr>
              <a:t>Aliquam</a:t>
            </a:r>
            <a:r>
              <a:rPr lang="en-GB" sz="1400">
                <a:latin typeface="Century Gothic" panose="020B0502020202020204" pitchFamily="34" charset="0"/>
              </a:rPr>
              <a:t> </a:t>
            </a:r>
            <a:r>
              <a:rPr lang="en-GB" sz="1400" err="1">
                <a:latin typeface="Century Gothic" panose="020B0502020202020204" pitchFamily="34" charset="0"/>
              </a:rPr>
              <a:t>erat</a:t>
            </a:r>
            <a:r>
              <a:rPr lang="en-GB" sz="1400">
                <a:latin typeface="Century Gothic" panose="020B0502020202020204" pitchFamily="34" charset="0"/>
              </a:rPr>
              <a:t> </a:t>
            </a:r>
            <a:r>
              <a:rPr lang="en-GB" sz="1400" err="1">
                <a:latin typeface="Century Gothic" panose="020B0502020202020204" pitchFamily="34" charset="0"/>
              </a:rPr>
              <a:t>neque</a:t>
            </a:r>
            <a:r>
              <a:rPr lang="en-GB" sz="1400">
                <a:latin typeface="Century Gothic" panose="020B0502020202020204" pitchFamily="34" charset="0"/>
              </a:rPr>
              <a:t>, </a:t>
            </a:r>
            <a:r>
              <a:rPr lang="en-GB" sz="1400" err="1">
                <a:latin typeface="Century Gothic" panose="020B0502020202020204" pitchFamily="34" charset="0"/>
              </a:rPr>
              <a:t>vehicula</a:t>
            </a:r>
            <a:r>
              <a:rPr lang="en-GB" sz="1400">
                <a:latin typeface="Century Gothic" panose="020B0502020202020204" pitchFamily="34" charset="0"/>
              </a:rPr>
              <a:t> </a:t>
            </a:r>
            <a:r>
              <a:rPr lang="en-GB" sz="1400" err="1">
                <a:latin typeface="Century Gothic" panose="020B0502020202020204" pitchFamily="34" charset="0"/>
              </a:rPr>
              <a:t>ut</a:t>
            </a:r>
            <a:r>
              <a:rPr lang="en-GB" sz="1400">
                <a:latin typeface="Century Gothic" panose="020B0502020202020204" pitchFamily="34" charset="0"/>
              </a:rPr>
              <a:t> </a:t>
            </a:r>
            <a:r>
              <a:rPr lang="en-GB" sz="1400" err="1">
                <a:latin typeface="Century Gothic" panose="020B0502020202020204" pitchFamily="34" charset="0"/>
              </a:rPr>
              <a:t>facilisis</a:t>
            </a:r>
            <a:endParaRPr lang="en-GB" sz="1400">
              <a:latin typeface="Century Gothic" panose="020F03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7381335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F6E040-28E9-0867-C187-40C374AEE53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730ECABE-55E1-19BD-4CA9-BFD36A0EF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5D4CA0-C544-B87D-1B88-FAD04A9B3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28</a:t>
            </a:fld>
            <a:endParaRPr lang="en-GB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C3A17790-6796-39ED-FB37-0CDFC8CF15DA}"/>
              </a:ext>
            </a:extLst>
          </p:cNvPr>
          <p:cNvCxnSpPr>
            <a:cxnSpLocks/>
          </p:cNvCxnSpPr>
          <p:nvPr/>
        </p:nvCxnSpPr>
        <p:spPr>
          <a:xfrm flipH="1">
            <a:off x="0" y="3841592"/>
            <a:ext cx="11537012" cy="0"/>
          </a:xfrm>
          <a:prstGeom prst="line">
            <a:avLst/>
          </a:prstGeom>
          <a:noFill/>
          <a:ln w="12700" cap="flat" cmpd="sng" algn="ctr">
            <a:solidFill>
              <a:schemeClr val="tx1"/>
            </a:solidFill>
            <a:prstDash val="solid"/>
            <a:miter lim="800000"/>
            <a:headEnd type="oval" w="lg" len="lg"/>
          </a:ln>
          <a:effectLst/>
        </p:spPr>
      </p:cxnSp>
      <p:sp>
        <p:nvSpPr>
          <p:cNvPr id="3" name="Oval 2">
            <a:extLst>
              <a:ext uri="{FF2B5EF4-FFF2-40B4-BE49-F238E27FC236}">
                <a16:creationId xmlns:a16="http://schemas.microsoft.com/office/drawing/2014/main" id="{9A5FF30E-A65C-99FC-886D-90AC0E5A566A}"/>
              </a:ext>
            </a:extLst>
          </p:cNvPr>
          <p:cNvSpPr/>
          <p:nvPr/>
        </p:nvSpPr>
        <p:spPr>
          <a:xfrm>
            <a:off x="1477841" y="3648163"/>
            <a:ext cx="386860" cy="386860"/>
          </a:xfrm>
          <a:prstGeom prst="ellipse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non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0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entury Gothic" panose="020F0302020204030204"/>
                <a:ea typeface="+mn-ea"/>
                <a:cs typeface="+mn-cs"/>
              </a:rPr>
              <a:t>May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250D443-7F23-EC91-BE4B-13B5E0A15B6A}"/>
              </a:ext>
            </a:extLst>
          </p:cNvPr>
          <p:cNvCxnSpPr>
            <a:cxnSpLocks/>
          </p:cNvCxnSpPr>
          <p:nvPr/>
        </p:nvCxnSpPr>
        <p:spPr>
          <a:xfrm>
            <a:off x="1671271" y="3295836"/>
            <a:ext cx="0" cy="352327"/>
          </a:xfrm>
          <a:prstGeom prst="line">
            <a:avLst/>
          </a:prstGeom>
          <a:noFill/>
          <a:ln w="12700" cap="flat" cmpd="sng" algn="ctr">
            <a:solidFill>
              <a:schemeClr val="tx1"/>
            </a:solidFill>
            <a:prstDash val="solid"/>
            <a:miter lim="800000"/>
            <a:headEnd type="oval"/>
          </a:ln>
          <a:effectLst/>
        </p:spPr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D96B808D-C0BA-7BEF-0DF8-AE51CA79F817}"/>
              </a:ext>
            </a:extLst>
          </p:cNvPr>
          <p:cNvSpPr/>
          <p:nvPr/>
        </p:nvSpPr>
        <p:spPr>
          <a:xfrm>
            <a:off x="3784435" y="3648163"/>
            <a:ext cx="386860" cy="386860"/>
          </a:xfrm>
          <a:prstGeom prst="ellipse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non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0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entury Gothic" panose="020F0302020204030204"/>
                <a:ea typeface="+mn-ea"/>
                <a:cs typeface="+mn-cs"/>
              </a:rPr>
              <a:t>Jun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F801DFE-005E-8AC1-1BAB-5FB022ACAD8F}"/>
              </a:ext>
            </a:extLst>
          </p:cNvPr>
          <p:cNvCxnSpPr>
            <a:cxnSpLocks/>
          </p:cNvCxnSpPr>
          <p:nvPr/>
        </p:nvCxnSpPr>
        <p:spPr>
          <a:xfrm flipV="1">
            <a:off x="3977865" y="4035023"/>
            <a:ext cx="0" cy="352327"/>
          </a:xfrm>
          <a:prstGeom prst="line">
            <a:avLst/>
          </a:prstGeom>
          <a:noFill/>
          <a:ln w="12700" cap="flat" cmpd="sng" algn="ctr">
            <a:solidFill>
              <a:schemeClr val="tx1"/>
            </a:solidFill>
            <a:prstDash val="solid"/>
            <a:miter lim="800000"/>
            <a:headEnd type="oval"/>
          </a:ln>
          <a:effectLst/>
        </p:spPr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99784207-9B45-0240-9A41-241A2BA1E9BE}"/>
              </a:ext>
            </a:extLst>
          </p:cNvPr>
          <p:cNvSpPr/>
          <p:nvPr/>
        </p:nvSpPr>
        <p:spPr>
          <a:xfrm>
            <a:off x="6321689" y="3648163"/>
            <a:ext cx="386860" cy="386860"/>
          </a:xfrm>
          <a:prstGeom prst="ellipse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non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0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entury Gothic" panose="020F0302020204030204"/>
                <a:ea typeface="+mn-ea"/>
                <a:cs typeface="+mn-cs"/>
              </a:rPr>
              <a:t>Jul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5347266-C3D0-B28D-5F80-5FEEAEF35961}"/>
              </a:ext>
            </a:extLst>
          </p:cNvPr>
          <p:cNvCxnSpPr>
            <a:cxnSpLocks/>
          </p:cNvCxnSpPr>
          <p:nvPr/>
        </p:nvCxnSpPr>
        <p:spPr>
          <a:xfrm>
            <a:off x="6515119" y="3295836"/>
            <a:ext cx="0" cy="352327"/>
          </a:xfrm>
          <a:prstGeom prst="line">
            <a:avLst/>
          </a:prstGeom>
          <a:noFill/>
          <a:ln w="12700" cap="flat" cmpd="sng" algn="ctr">
            <a:solidFill>
              <a:schemeClr val="tx1"/>
            </a:solidFill>
            <a:prstDash val="solid"/>
            <a:miter lim="800000"/>
            <a:headEnd type="oval"/>
          </a:ln>
          <a:effectLst/>
        </p:spPr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19921828-5859-554F-3EF8-210F2A02EBAB}"/>
              </a:ext>
            </a:extLst>
          </p:cNvPr>
          <p:cNvSpPr/>
          <p:nvPr/>
        </p:nvSpPr>
        <p:spPr>
          <a:xfrm>
            <a:off x="9040176" y="3648163"/>
            <a:ext cx="386860" cy="386860"/>
          </a:xfrm>
          <a:prstGeom prst="ellipse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non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0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entury Gothic" panose="020F0302020204030204"/>
                <a:ea typeface="+mn-ea"/>
                <a:cs typeface="+mn-cs"/>
              </a:rPr>
              <a:t>Aug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78A8FE7-5F8C-A1E8-7AFB-8ED9D6EC7183}"/>
              </a:ext>
            </a:extLst>
          </p:cNvPr>
          <p:cNvCxnSpPr>
            <a:cxnSpLocks/>
          </p:cNvCxnSpPr>
          <p:nvPr/>
        </p:nvCxnSpPr>
        <p:spPr>
          <a:xfrm flipV="1">
            <a:off x="9233606" y="4035023"/>
            <a:ext cx="0" cy="352327"/>
          </a:xfrm>
          <a:prstGeom prst="line">
            <a:avLst/>
          </a:prstGeom>
          <a:noFill/>
          <a:ln w="12700" cap="flat" cmpd="sng" algn="ctr">
            <a:solidFill>
              <a:schemeClr val="tx1"/>
            </a:solidFill>
            <a:prstDash val="solid"/>
            <a:miter lim="800000"/>
            <a:headEnd type="oval"/>
          </a:ln>
          <a:effectLst/>
        </p:spPr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3BA42495-EB2F-FDCA-8532-032B8605BB40}"/>
              </a:ext>
            </a:extLst>
          </p:cNvPr>
          <p:cNvSpPr/>
          <p:nvPr/>
        </p:nvSpPr>
        <p:spPr>
          <a:xfrm>
            <a:off x="1444389" y="1951680"/>
            <a:ext cx="2693454" cy="12311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b="1">
                <a:solidFill>
                  <a:schemeClr val="tx2"/>
                </a:solidFill>
                <a:latin typeface="Century Gothic" panose="020F0302020204030204"/>
              </a:rPr>
              <a:t>Title</a:t>
            </a:r>
          </a:p>
          <a:p>
            <a:pPr marL="7938" lvl="1"/>
            <a:r>
              <a:rPr lang="en-GB" sz="1400">
                <a:latin typeface="Century Gothic" panose="020B0502020202020204" pitchFamily="34" charset="0"/>
              </a:rPr>
              <a:t>Lorem ipsum </a:t>
            </a:r>
            <a:r>
              <a:rPr lang="en-GB" sz="1400" err="1">
                <a:latin typeface="Century Gothic" panose="020B0502020202020204" pitchFamily="34" charset="0"/>
              </a:rPr>
              <a:t>dolor</a:t>
            </a:r>
            <a:r>
              <a:rPr lang="en-GB" sz="1400">
                <a:latin typeface="Century Gothic" panose="020B0502020202020204" pitchFamily="34" charset="0"/>
              </a:rPr>
              <a:t> sit </a:t>
            </a:r>
            <a:r>
              <a:rPr lang="en-GB" sz="1400" err="1">
                <a:latin typeface="Century Gothic" panose="020B0502020202020204" pitchFamily="34" charset="0"/>
              </a:rPr>
              <a:t>amet</a:t>
            </a:r>
            <a:r>
              <a:rPr lang="en-GB" sz="1400">
                <a:latin typeface="Century Gothic" panose="020B0502020202020204" pitchFamily="34" charset="0"/>
              </a:rPr>
              <a:t>, </a:t>
            </a:r>
            <a:r>
              <a:rPr lang="en-GB" sz="1400" err="1">
                <a:latin typeface="Century Gothic" panose="020B0502020202020204" pitchFamily="34" charset="0"/>
              </a:rPr>
              <a:t>consectetur</a:t>
            </a:r>
            <a:r>
              <a:rPr lang="en-GB" sz="1400">
                <a:latin typeface="Century Gothic" panose="020B0502020202020204" pitchFamily="34" charset="0"/>
              </a:rPr>
              <a:t> </a:t>
            </a:r>
            <a:r>
              <a:rPr lang="en-GB" sz="1400" err="1">
                <a:latin typeface="Century Gothic" panose="020B0502020202020204" pitchFamily="34" charset="0"/>
              </a:rPr>
              <a:t>adipiscing</a:t>
            </a:r>
            <a:r>
              <a:rPr lang="en-GB" sz="1400">
                <a:latin typeface="Century Gothic" panose="020B0502020202020204" pitchFamily="34" charset="0"/>
              </a:rPr>
              <a:t> </a:t>
            </a:r>
            <a:r>
              <a:rPr lang="en-GB" sz="1400" err="1">
                <a:latin typeface="Century Gothic" panose="020B0502020202020204" pitchFamily="34" charset="0"/>
              </a:rPr>
              <a:t>elit</a:t>
            </a:r>
            <a:r>
              <a:rPr lang="en-GB" sz="1400">
                <a:latin typeface="Century Gothic" panose="020B0502020202020204" pitchFamily="34" charset="0"/>
              </a:rPr>
              <a:t>. </a:t>
            </a:r>
            <a:r>
              <a:rPr lang="en-GB" sz="1400" err="1">
                <a:latin typeface="Century Gothic" panose="020B0502020202020204" pitchFamily="34" charset="0"/>
              </a:rPr>
              <a:t>Aliquam</a:t>
            </a:r>
            <a:r>
              <a:rPr lang="en-GB" sz="1400">
                <a:latin typeface="Century Gothic" panose="020B0502020202020204" pitchFamily="34" charset="0"/>
              </a:rPr>
              <a:t> </a:t>
            </a:r>
            <a:r>
              <a:rPr lang="en-GB" sz="1400" err="1">
                <a:latin typeface="Century Gothic" panose="020B0502020202020204" pitchFamily="34" charset="0"/>
              </a:rPr>
              <a:t>erat</a:t>
            </a:r>
            <a:r>
              <a:rPr lang="en-GB" sz="1400">
                <a:latin typeface="Century Gothic" panose="020B0502020202020204" pitchFamily="34" charset="0"/>
              </a:rPr>
              <a:t> </a:t>
            </a:r>
            <a:r>
              <a:rPr lang="en-GB" sz="1400" err="1">
                <a:latin typeface="Century Gothic" panose="020B0502020202020204" pitchFamily="34" charset="0"/>
              </a:rPr>
              <a:t>neque</a:t>
            </a:r>
            <a:r>
              <a:rPr lang="en-GB" sz="1400">
                <a:latin typeface="Century Gothic" panose="020B0502020202020204" pitchFamily="34" charset="0"/>
              </a:rPr>
              <a:t>, </a:t>
            </a:r>
            <a:r>
              <a:rPr lang="en-GB" sz="1400" err="1">
                <a:latin typeface="Century Gothic" panose="020B0502020202020204" pitchFamily="34" charset="0"/>
              </a:rPr>
              <a:t>vehicula</a:t>
            </a:r>
            <a:r>
              <a:rPr lang="en-GB" sz="1400">
                <a:latin typeface="Century Gothic" panose="020B0502020202020204" pitchFamily="34" charset="0"/>
              </a:rPr>
              <a:t> </a:t>
            </a:r>
            <a:r>
              <a:rPr lang="en-GB" sz="1400" err="1">
                <a:latin typeface="Century Gothic" panose="020B0502020202020204" pitchFamily="34" charset="0"/>
              </a:rPr>
              <a:t>ut</a:t>
            </a:r>
            <a:r>
              <a:rPr lang="en-GB" sz="1400">
                <a:latin typeface="Century Gothic" panose="020B0502020202020204" pitchFamily="34" charset="0"/>
              </a:rPr>
              <a:t> </a:t>
            </a:r>
            <a:r>
              <a:rPr lang="en-GB" sz="1400" err="1">
                <a:latin typeface="Century Gothic" panose="020B0502020202020204" pitchFamily="34" charset="0"/>
              </a:rPr>
              <a:t>facilisis</a:t>
            </a:r>
            <a:endParaRPr lang="en-GB" sz="1400">
              <a:latin typeface="Century Gothic" panose="020F0302020204030204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73D64F6-11C5-24CB-478D-CC17F02089C2}"/>
              </a:ext>
            </a:extLst>
          </p:cNvPr>
          <p:cNvSpPr/>
          <p:nvPr/>
        </p:nvSpPr>
        <p:spPr>
          <a:xfrm>
            <a:off x="3750982" y="4543928"/>
            <a:ext cx="2693454" cy="12311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b="1">
                <a:solidFill>
                  <a:schemeClr val="tx2"/>
                </a:solidFill>
                <a:latin typeface="Century Gothic" panose="020F0302020204030204"/>
              </a:rPr>
              <a:t>Title</a:t>
            </a:r>
          </a:p>
          <a:p>
            <a:pPr marL="7938" lvl="1"/>
            <a:r>
              <a:rPr lang="en-GB" sz="1400">
                <a:latin typeface="Century Gothic" panose="020B0502020202020204" pitchFamily="34" charset="0"/>
              </a:rPr>
              <a:t>Lorem ipsum </a:t>
            </a:r>
            <a:r>
              <a:rPr lang="en-GB" sz="1400" err="1">
                <a:latin typeface="Century Gothic" panose="020B0502020202020204" pitchFamily="34" charset="0"/>
              </a:rPr>
              <a:t>dolor</a:t>
            </a:r>
            <a:r>
              <a:rPr lang="en-GB" sz="1400">
                <a:latin typeface="Century Gothic" panose="020B0502020202020204" pitchFamily="34" charset="0"/>
              </a:rPr>
              <a:t> sit </a:t>
            </a:r>
            <a:r>
              <a:rPr lang="en-GB" sz="1400" err="1">
                <a:latin typeface="Century Gothic" panose="020B0502020202020204" pitchFamily="34" charset="0"/>
              </a:rPr>
              <a:t>amet</a:t>
            </a:r>
            <a:r>
              <a:rPr lang="en-GB" sz="1400">
                <a:latin typeface="Century Gothic" panose="020B0502020202020204" pitchFamily="34" charset="0"/>
              </a:rPr>
              <a:t>, </a:t>
            </a:r>
            <a:r>
              <a:rPr lang="en-GB" sz="1400" err="1">
                <a:latin typeface="Century Gothic" panose="020B0502020202020204" pitchFamily="34" charset="0"/>
              </a:rPr>
              <a:t>consectetur</a:t>
            </a:r>
            <a:r>
              <a:rPr lang="en-GB" sz="1400">
                <a:latin typeface="Century Gothic" panose="020B0502020202020204" pitchFamily="34" charset="0"/>
              </a:rPr>
              <a:t> </a:t>
            </a:r>
            <a:r>
              <a:rPr lang="en-GB" sz="1400" err="1">
                <a:latin typeface="Century Gothic" panose="020B0502020202020204" pitchFamily="34" charset="0"/>
              </a:rPr>
              <a:t>adipiscing</a:t>
            </a:r>
            <a:r>
              <a:rPr lang="en-GB" sz="1400">
                <a:latin typeface="Century Gothic" panose="020B0502020202020204" pitchFamily="34" charset="0"/>
              </a:rPr>
              <a:t> </a:t>
            </a:r>
            <a:r>
              <a:rPr lang="en-GB" sz="1400" err="1">
                <a:latin typeface="Century Gothic" panose="020B0502020202020204" pitchFamily="34" charset="0"/>
              </a:rPr>
              <a:t>elit</a:t>
            </a:r>
            <a:r>
              <a:rPr lang="en-GB" sz="1400">
                <a:latin typeface="Century Gothic" panose="020B0502020202020204" pitchFamily="34" charset="0"/>
              </a:rPr>
              <a:t>. </a:t>
            </a:r>
            <a:r>
              <a:rPr lang="en-GB" sz="1400" err="1">
                <a:latin typeface="Century Gothic" panose="020B0502020202020204" pitchFamily="34" charset="0"/>
              </a:rPr>
              <a:t>Aliquam</a:t>
            </a:r>
            <a:r>
              <a:rPr lang="en-GB" sz="1400">
                <a:latin typeface="Century Gothic" panose="020B0502020202020204" pitchFamily="34" charset="0"/>
              </a:rPr>
              <a:t> </a:t>
            </a:r>
            <a:r>
              <a:rPr lang="en-GB" sz="1400" err="1">
                <a:latin typeface="Century Gothic" panose="020B0502020202020204" pitchFamily="34" charset="0"/>
              </a:rPr>
              <a:t>erat</a:t>
            </a:r>
            <a:r>
              <a:rPr lang="en-GB" sz="1400">
                <a:latin typeface="Century Gothic" panose="020B0502020202020204" pitchFamily="34" charset="0"/>
              </a:rPr>
              <a:t> </a:t>
            </a:r>
            <a:r>
              <a:rPr lang="en-GB" sz="1400" err="1">
                <a:latin typeface="Century Gothic" panose="020B0502020202020204" pitchFamily="34" charset="0"/>
              </a:rPr>
              <a:t>neque</a:t>
            </a:r>
            <a:r>
              <a:rPr lang="en-GB" sz="1400">
                <a:latin typeface="Century Gothic" panose="020B0502020202020204" pitchFamily="34" charset="0"/>
              </a:rPr>
              <a:t>, </a:t>
            </a:r>
            <a:r>
              <a:rPr lang="en-GB" sz="1400" err="1">
                <a:latin typeface="Century Gothic" panose="020B0502020202020204" pitchFamily="34" charset="0"/>
              </a:rPr>
              <a:t>vehicula</a:t>
            </a:r>
            <a:r>
              <a:rPr lang="en-GB" sz="1400">
                <a:latin typeface="Century Gothic" panose="020B0502020202020204" pitchFamily="34" charset="0"/>
              </a:rPr>
              <a:t> </a:t>
            </a:r>
            <a:r>
              <a:rPr lang="en-GB" sz="1400" err="1">
                <a:latin typeface="Century Gothic" panose="020B0502020202020204" pitchFamily="34" charset="0"/>
              </a:rPr>
              <a:t>ut</a:t>
            </a:r>
            <a:r>
              <a:rPr lang="en-GB" sz="1400">
                <a:latin typeface="Century Gothic" panose="020B0502020202020204" pitchFamily="34" charset="0"/>
              </a:rPr>
              <a:t> </a:t>
            </a:r>
            <a:r>
              <a:rPr lang="en-GB" sz="1400" err="1">
                <a:latin typeface="Century Gothic" panose="020B0502020202020204" pitchFamily="34" charset="0"/>
              </a:rPr>
              <a:t>facilisis</a:t>
            </a:r>
            <a:endParaRPr lang="en-GB" sz="1400">
              <a:latin typeface="Century Gothic" panose="020F0302020204030204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ED1A296-4E44-4A03-9308-36213DE169E8}"/>
              </a:ext>
            </a:extLst>
          </p:cNvPr>
          <p:cNvSpPr/>
          <p:nvPr/>
        </p:nvSpPr>
        <p:spPr>
          <a:xfrm>
            <a:off x="9006723" y="4543928"/>
            <a:ext cx="2693454" cy="12311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b="1">
                <a:solidFill>
                  <a:schemeClr val="tx2"/>
                </a:solidFill>
                <a:latin typeface="Century Gothic" panose="020F0302020204030204"/>
              </a:rPr>
              <a:t>Title</a:t>
            </a:r>
          </a:p>
          <a:p>
            <a:pPr marL="7938" lvl="1"/>
            <a:r>
              <a:rPr lang="en-GB" sz="1400">
                <a:latin typeface="Century Gothic" panose="020B0502020202020204" pitchFamily="34" charset="0"/>
              </a:rPr>
              <a:t>Lorem ipsum </a:t>
            </a:r>
            <a:r>
              <a:rPr lang="en-GB" sz="1400" err="1">
                <a:latin typeface="Century Gothic" panose="020B0502020202020204" pitchFamily="34" charset="0"/>
              </a:rPr>
              <a:t>dolor</a:t>
            </a:r>
            <a:r>
              <a:rPr lang="en-GB" sz="1400">
                <a:latin typeface="Century Gothic" panose="020B0502020202020204" pitchFamily="34" charset="0"/>
              </a:rPr>
              <a:t> sit </a:t>
            </a:r>
            <a:r>
              <a:rPr lang="en-GB" sz="1400" err="1">
                <a:latin typeface="Century Gothic" panose="020B0502020202020204" pitchFamily="34" charset="0"/>
              </a:rPr>
              <a:t>amet</a:t>
            </a:r>
            <a:r>
              <a:rPr lang="en-GB" sz="1400">
                <a:latin typeface="Century Gothic" panose="020B0502020202020204" pitchFamily="34" charset="0"/>
              </a:rPr>
              <a:t>, </a:t>
            </a:r>
            <a:r>
              <a:rPr lang="en-GB" sz="1400" err="1">
                <a:latin typeface="Century Gothic" panose="020B0502020202020204" pitchFamily="34" charset="0"/>
              </a:rPr>
              <a:t>consectetur</a:t>
            </a:r>
            <a:r>
              <a:rPr lang="en-GB" sz="1400">
                <a:latin typeface="Century Gothic" panose="020B0502020202020204" pitchFamily="34" charset="0"/>
              </a:rPr>
              <a:t> </a:t>
            </a:r>
            <a:r>
              <a:rPr lang="en-GB" sz="1400" err="1">
                <a:latin typeface="Century Gothic" panose="020B0502020202020204" pitchFamily="34" charset="0"/>
              </a:rPr>
              <a:t>adipiscing</a:t>
            </a:r>
            <a:r>
              <a:rPr lang="en-GB" sz="1400">
                <a:latin typeface="Century Gothic" panose="020B0502020202020204" pitchFamily="34" charset="0"/>
              </a:rPr>
              <a:t> </a:t>
            </a:r>
            <a:r>
              <a:rPr lang="en-GB" sz="1400" err="1">
                <a:latin typeface="Century Gothic" panose="020B0502020202020204" pitchFamily="34" charset="0"/>
              </a:rPr>
              <a:t>elit</a:t>
            </a:r>
            <a:r>
              <a:rPr lang="en-GB" sz="1400">
                <a:latin typeface="Century Gothic" panose="020B0502020202020204" pitchFamily="34" charset="0"/>
              </a:rPr>
              <a:t>. </a:t>
            </a:r>
            <a:r>
              <a:rPr lang="en-GB" sz="1400" err="1">
                <a:latin typeface="Century Gothic" panose="020B0502020202020204" pitchFamily="34" charset="0"/>
              </a:rPr>
              <a:t>Aliquam</a:t>
            </a:r>
            <a:r>
              <a:rPr lang="en-GB" sz="1400">
                <a:latin typeface="Century Gothic" panose="020B0502020202020204" pitchFamily="34" charset="0"/>
              </a:rPr>
              <a:t> </a:t>
            </a:r>
            <a:r>
              <a:rPr lang="en-GB" sz="1400" err="1">
                <a:latin typeface="Century Gothic" panose="020B0502020202020204" pitchFamily="34" charset="0"/>
              </a:rPr>
              <a:t>erat</a:t>
            </a:r>
            <a:r>
              <a:rPr lang="en-GB" sz="1400">
                <a:latin typeface="Century Gothic" panose="020B0502020202020204" pitchFamily="34" charset="0"/>
              </a:rPr>
              <a:t> </a:t>
            </a:r>
            <a:r>
              <a:rPr lang="en-GB" sz="1400" err="1">
                <a:latin typeface="Century Gothic" panose="020B0502020202020204" pitchFamily="34" charset="0"/>
              </a:rPr>
              <a:t>neque</a:t>
            </a:r>
            <a:r>
              <a:rPr lang="en-GB" sz="1400">
                <a:latin typeface="Century Gothic" panose="020B0502020202020204" pitchFamily="34" charset="0"/>
              </a:rPr>
              <a:t>, </a:t>
            </a:r>
            <a:r>
              <a:rPr lang="en-GB" sz="1400" err="1">
                <a:latin typeface="Century Gothic" panose="020B0502020202020204" pitchFamily="34" charset="0"/>
              </a:rPr>
              <a:t>vehicula</a:t>
            </a:r>
            <a:r>
              <a:rPr lang="en-GB" sz="1400">
                <a:latin typeface="Century Gothic" panose="020B0502020202020204" pitchFamily="34" charset="0"/>
              </a:rPr>
              <a:t> </a:t>
            </a:r>
            <a:r>
              <a:rPr lang="en-GB" sz="1400" err="1">
                <a:latin typeface="Century Gothic" panose="020B0502020202020204" pitchFamily="34" charset="0"/>
              </a:rPr>
              <a:t>ut</a:t>
            </a:r>
            <a:r>
              <a:rPr lang="en-GB" sz="1400">
                <a:latin typeface="Century Gothic" panose="020B0502020202020204" pitchFamily="34" charset="0"/>
              </a:rPr>
              <a:t> </a:t>
            </a:r>
            <a:r>
              <a:rPr lang="en-GB" sz="1400" err="1">
                <a:latin typeface="Century Gothic" panose="020B0502020202020204" pitchFamily="34" charset="0"/>
              </a:rPr>
              <a:t>facilisis</a:t>
            </a:r>
            <a:endParaRPr lang="en-GB" sz="1400">
              <a:latin typeface="Century Gothic" panose="020F0302020204030204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751BE50-E109-77D9-74E3-EA200AED633D}"/>
              </a:ext>
            </a:extLst>
          </p:cNvPr>
          <p:cNvSpPr/>
          <p:nvPr/>
        </p:nvSpPr>
        <p:spPr>
          <a:xfrm>
            <a:off x="6257783" y="1951680"/>
            <a:ext cx="2693454" cy="12311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b="1">
                <a:solidFill>
                  <a:schemeClr val="tx2"/>
                </a:solidFill>
                <a:latin typeface="Century Gothic" panose="020F0302020204030204"/>
              </a:rPr>
              <a:t>Title</a:t>
            </a:r>
          </a:p>
          <a:p>
            <a:pPr marL="7938" lvl="1"/>
            <a:r>
              <a:rPr lang="en-GB" sz="1400">
                <a:latin typeface="Century Gothic" panose="020B0502020202020204" pitchFamily="34" charset="0"/>
              </a:rPr>
              <a:t>Lorem ipsum </a:t>
            </a:r>
            <a:r>
              <a:rPr lang="en-GB" sz="1400" err="1">
                <a:latin typeface="Century Gothic" panose="020B0502020202020204" pitchFamily="34" charset="0"/>
              </a:rPr>
              <a:t>dolor</a:t>
            </a:r>
            <a:r>
              <a:rPr lang="en-GB" sz="1400">
                <a:latin typeface="Century Gothic" panose="020B0502020202020204" pitchFamily="34" charset="0"/>
              </a:rPr>
              <a:t> sit </a:t>
            </a:r>
            <a:r>
              <a:rPr lang="en-GB" sz="1400" err="1">
                <a:latin typeface="Century Gothic" panose="020B0502020202020204" pitchFamily="34" charset="0"/>
              </a:rPr>
              <a:t>amet</a:t>
            </a:r>
            <a:r>
              <a:rPr lang="en-GB" sz="1400">
                <a:latin typeface="Century Gothic" panose="020B0502020202020204" pitchFamily="34" charset="0"/>
              </a:rPr>
              <a:t>, </a:t>
            </a:r>
            <a:r>
              <a:rPr lang="en-GB" sz="1400" err="1">
                <a:latin typeface="Century Gothic" panose="020B0502020202020204" pitchFamily="34" charset="0"/>
              </a:rPr>
              <a:t>consectetur</a:t>
            </a:r>
            <a:r>
              <a:rPr lang="en-GB" sz="1400">
                <a:latin typeface="Century Gothic" panose="020B0502020202020204" pitchFamily="34" charset="0"/>
              </a:rPr>
              <a:t> </a:t>
            </a:r>
            <a:r>
              <a:rPr lang="en-GB" sz="1400" err="1">
                <a:latin typeface="Century Gothic" panose="020B0502020202020204" pitchFamily="34" charset="0"/>
              </a:rPr>
              <a:t>adipiscing</a:t>
            </a:r>
            <a:r>
              <a:rPr lang="en-GB" sz="1400">
                <a:latin typeface="Century Gothic" panose="020B0502020202020204" pitchFamily="34" charset="0"/>
              </a:rPr>
              <a:t> </a:t>
            </a:r>
            <a:r>
              <a:rPr lang="en-GB" sz="1400" err="1">
                <a:latin typeface="Century Gothic" panose="020B0502020202020204" pitchFamily="34" charset="0"/>
              </a:rPr>
              <a:t>elit</a:t>
            </a:r>
            <a:r>
              <a:rPr lang="en-GB" sz="1400">
                <a:latin typeface="Century Gothic" panose="020B0502020202020204" pitchFamily="34" charset="0"/>
              </a:rPr>
              <a:t>. </a:t>
            </a:r>
            <a:r>
              <a:rPr lang="en-GB" sz="1400" err="1">
                <a:latin typeface="Century Gothic" panose="020B0502020202020204" pitchFamily="34" charset="0"/>
              </a:rPr>
              <a:t>Aliquam</a:t>
            </a:r>
            <a:r>
              <a:rPr lang="en-GB" sz="1400">
                <a:latin typeface="Century Gothic" panose="020B0502020202020204" pitchFamily="34" charset="0"/>
              </a:rPr>
              <a:t> </a:t>
            </a:r>
            <a:r>
              <a:rPr lang="en-GB" sz="1400" err="1">
                <a:latin typeface="Century Gothic" panose="020B0502020202020204" pitchFamily="34" charset="0"/>
              </a:rPr>
              <a:t>erat</a:t>
            </a:r>
            <a:r>
              <a:rPr lang="en-GB" sz="1400">
                <a:latin typeface="Century Gothic" panose="020B0502020202020204" pitchFamily="34" charset="0"/>
              </a:rPr>
              <a:t> </a:t>
            </a:r>
            <a:r>
              <a:rPr lang="en-GB" sz="1400" err="1">
                <a:latin typeface="Century Gothic" panose="020B0502020202020204" pitchFamily="34" charset="0"/>
              </a:rPr>
              <a:t>neque</a:t>
            </a:r>
            <a:r>
              <a:rPr lang="en-GB" sz="1400">
                <a:latin typeface="Century Gothic" panose="020B0502020202020204" pitchFamily="34" charset="0"/>
              </a:rPr>
              <a:t>, </a:t>
            </a:r>
            <a:r>
              <a:rPr lang="en-GB" sz="1400" err="1">
                <a:latin typeface="Century Gothic" panose="020B0502020202020204" pitchFamily="34" charset="0"/>
              </a:rPr>
              <a:t>vehicula</a:t>
            </a:r>
            <a:r>
              <a:rPr lang="en-GB" sz="1400">
                <a:latin typeface="Century Gothic" panose="020B0502020202020204" pitchFamily="34" charset="0"/>
              </a:rPr>
              <a:t> </a:t>
            </a:r>
            <a:r>
              <a:rPr lang="en-GB" sz="1400" err="1">
                <a:latin typeface="Century Gothic" panose="020B0502020202020204" pitchFamily="34" charset="0"/>
              </a:rPr>
              <a:t>ut</a:t>
            </a:r>
            <a:r>
              <a:rPr lang="en-GB" sz="1400">
                <a:latin typeface="Century Gothic" panose="020B0502020202020204" pitchFamily="34" charset="0"/>
              </a:rPr>
              <a:t> </a:t>
            </a:r>
            <a:r>
              <a:rPr lang="en-GB" sz="1400" err="1">
                <a:latin typeface="Century Gothic" panose="020B0502020202020204" pitchFamily="34" charset="0"/>
              </a:rPr>
              <a:t>facilisis</a:t>
            </a:r>
            <a:endParaRPr lang="en-GB" sz="1400">
              <a:latin typeface="Century Gothic" panose="020F03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898777483"/>
      </p:ext>
    </p:extLst>
  </p:cSld>
  <p:clrMapOvr>
    <a:masterClrMapping/>
  </p:clrMapOvr>
</p:sld>
</file>

<file path=ppt/theme/theme1.xml><?xml version="1.0" encoding="utf-8"?>
<a:theme xmlns:a="http://schemas.openxmlformats.org/drawingml/2006/main" name="emTemplate // Jan 2023">
  <a:themeElements>
    <a:clrScheme name="Custom 4">
      <a:dk1>
        <a:srgbClr val="0A0F0D"/>
      </a:dk1>
      <a:lt1>
        <a:srgbClr val="FFFFFF"/>
      </a:lt1>
      <a:dk2>
        <a:srgbClr val="FD3E81"/>
      </a:dk2>
      <a:lt2>
        <a:srgbClr val="E3DCDB"/>
      </a:lt2>
      <a:accent1>
        <a:srgbClr val="61E1E0"/>
      </a:accent1>
      <a:accent2>
        <a:srgbClr val="3454D1"/>
      </a:accent2>
      <a:accent3>
        <a:srgbClr val="FAA916"/>
      </a:accent3>
      <a:accent4>
        <a:srgbClr val="792359"/>
      </a:accent4>
      <a:accent5>
        <a:srgbClr val="B8B8FF"/>
      </a:accent5>
      <a:accent6>
        <a:srgbClr val="CEC3C1"/>
      </a:accent6>
      <a:hlink>
        <a:srgbClr val="FC3D80"/>
      </a:hlink>
      <a:folHlink>
        <a:srgbClr val="FD3E81"/>
      </a:folHlink>
    </a:clrScheme>
    <a:fontScheme name="EM Fonts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6"/>
        </a:solidFill>
        <a:ln>
          <a:noFill/>
        </a:ln>
      </a:spPr>
      <a:bodyPr lIns="72000" rIns="72000" rtlCol="0" anchor="ctr"/>
      <a:lstStyle>
        <a:defPPr algn="ctr">
          <a:lnSpc>
            <a:spcPct val="110000"/>
          </a:lnSpc>
          <a:spcAft>
            <a:spcPts val="600"/>
          </a:spcAft>
          <a:defRPr sz="160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custClrLst>
    <a:custClr name="blank">
      <a:srgbClr val="FFFFFF"/>
    </a:custClr>
    <a:custClr name="Black Tint 1">
      <a:srgbClr val="3B3F3D"/>
    </a:custClr>
    <a:custClr name="Light Clay">
      <a:srgbClr val="CEC3C1"/>
    </a:custClr>
    <a:custClr name="Pink Tint 1">
      <a:srgbClr val="FD4D8B"/>
    </a:custClr>
    <a:custClr name="Turpuoise Tint 1">
      <a:srgbClr val="82E7E7"/>
    </a:custClr>
    <a:custClr name="Cerulean Tint 1">
      <a:srgbClr val="5F78DB"/>
    </a:custClr>
    <a:custClr name="Tangerine Tint 1">
      <a:srgbClr val="FBBC46"/>
    </a:custClr>
    <a:custClr name="Merlot Tint 1">
      <a:srgbClr val="944F7A"/>
    </a:custClr>
    <a:custClr name="Periwinkle Tint 1">
      <a:srgbClr val="C6C6FF"/>
    </a:custClr>
    <a:custClr name="Clay Tint 1">
      <a:srgbClr val="D8CFCE"/>
    </a:custClr>
    <a:custClr name="blank">
      <a:srgbClr val="FFFFFF"/>
    </a:custClr>
    <a:custClr name="Black Tint 2">
      <a:srgbClr val="6C6F6E"/>
    </a:custClr>
    <a:custClr name="Light Clay Tint 2">
      <a:srgbClr val="D8CFCE"/>
    </a:custClr>
    <a:custClr name="Pink Tint 2">
      <a:srgbClr val="FD6896"/>
    </a:custClr>
    <a:custClr name="Turpuoise Tint 2">
      <a:srgbClr val="A4EEEE"/>
    </a:custClr>
    <a:custClr name="Cerulean Tint 2">
      <a:srgbClr val="8B9DE5"/>
    </a:custClr>
    <a:custClr name="Tangerine Tint 2">
      <a:srgbClr val="FCCE79"/>
    </a:custClr>
    <a:custClr name="Merlot Tint 2">
      <a:srgbClr val="AF7B9B"/>
    </a:custClr>
    <a:custClr name="Periwinkle Tint 2">
      <a:srgbClr val="D4D4FF"/>
    </a:custClr>
    <a:custClr name="Clay Tint 2">
      <a:srgbClr val="E3DCDB"/>
    </a:custClr>
    <a:custClr name="blank">
      <a:srgbClr val="FFFFFF"/>
    </a:custClr>
    <a:custClr name="Black Tint 3">
      <a:srgbClr val="9D9F9E"/>
    </a:custClr>
    <a:custClr name="Light Clay Tint 3">
      <a:srgbClr val="EDE9E9"/>
    </a:custClr>
    <a:custClr name="Pink Tint 3">
      <a:srgbClr val="FE84AE"/>
    </a:custClr>
    <a:custClr name="Turpuoise Tint 3">
      <a:srgbClr val="C6F4F4"/>
    </a:custClr>
    <a:custClr name="Cerulean Tint 3">
      <a:srgbClr val="B6C2EE"/>
    </a:custClr>
    <a:custClr name="Tangerine Tint 3">
      <a:srgbClr val="FDE1AB"/>
    </a:custClr>
    <a:custClr name="Merlot Tint 3">
      <a:srgbClr val="C9A7BD"/>
    </a:custClr>
    <a:custClr name="Periwinkle Tint 3">
      <a:srgbClr val="E3E3FF"/>
    </a:custClr>
    <a:custClr name="Clay Tint 3">
      <a:srgbClr val="EDE9E9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EM-ColorSwatch-Nov22">
    <a:dk1>
      <a:srgbClr val="0A0F0D"/>
    </a:dk1>
    <a:lt1>
      <a:srgbClr val="FFFFFF"/>
    </a:lt1>
    <a:dk2>
      <a:srgbClr val="FD3E81"/>
    </a:dk2>
    <a:lt2>
      <a:srgbClr val="CEC3C1"/>
    </a:lt2>
    <a:accent1>
      <a:srgbClr val="FD3E81"/>
    </a:accent1>
    <a:accent2>
      <a:srgbClr val="61E1E0"/>
    </a:accent2>
    <a:accent3>
      <a:srgbClr val="3454D1"/>
    </a:accent3>
    <a:accent4>
      <a:srgbClr val="FAA916"/>
    </a:accent4>
    <a:accent5>
      <a:srgbClr val="EDE9E9"/>
    </a:accent5>
    <a:accent6>
      <a:srgbClr val="C90248"/>
    </a:accent6>
    <a:hlink>
      <a:srgbClr val="FD3E81"/>
    </a:hlink>
    <a:folHlink>
      <a:srgbClr val="FD3E81"/>
    </a:folHlink>
  </a:clrScheme>
  <a:fontScheme name="EM Fonts">
    <a:majorFont>
      <a:latin typeface="Century Gothic"/>
      <a:ea typeface=""/>
      <a:cs typeface=""/>
    </a:majorFont>
    <a:minorFont>
      <a:latin typeface="Century Gothic"/>
      <a:ea typeface=""/>
      <a:cs typeface="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.xml><?xml version="1.0" encoding="utf-8"?>
<a:themeOverride xmlns:a="http://schemas.openxmlformats.org/drawingml/2006/main">
  <a:clrScheme name="EM-ColorSwatch-Nov22">
    <a:dk1>
      <a:srgbClr val="0A0F0D"/>
    </a:dk1>
    <a:lt1>
      <a:srgbClr val="FFFFFF"/>
    </a:lt1>
    <a:dk2>
      <a:srgbClr val="FD3E81"/>
    </a:dk2>
    <a:lt2>
      <a:srgbClr val="CEC3C1"/>
    </a:lt2>
    <a:accent1>
      <a:srgbClr val="FD3E81"/>
    </a:accent1>
    <a:accent2>
      <a:srgbClr val="61E1E0"/>
    </a:accent2>
    <a:accent3>
      <a:srgbClr val="3454D1"/>
    </a:accent3>
    <a:accent4>
      <a:srgbClr val="FAA916"/>
    </a:accent4>
    <a:accent5>
      <a:srgbClr val="EDE9E9"/>
    </a:accent5>
    <a:accent6>
      <a:srgbClr val="C90248"/>
    </a:accent6>
    <a:hlink>
      <a:srgbClr val="FD3E81"/>
    </a:hlink>
    <a:folHlink>
      <a:srgbClr val="FD3E81"/>
    </a:folHlink>
  </a:clrScheme>
  <a:fontScheme name="EM Fonts">
    <a:majorFont>
      <a:latin typeface="Century Gothic"/>
      <a:ea typeface=""/>
      <a:cs typeface=""/>
    </a:majorFont>
    <a:minorFont>
      <a:latin typeface="Century Gothic"/>
      <a:ea typeface=""/>
      <a:cs typeface="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.xml><?xml version="1.0" encoding="utf-8"?>
<a:themeOverride xmlns:a="http://schemas.openxmlformats.org/drawingml/2006/main">
  <a:clrScheme name="EM-ColorSwatch-Nov22">
    <a:dk1>
      <a:srgbClr val="0A0F0D"/>
    </a:dk1>
    <a:lt1>
      <a:srgbClr val="FFFFFF"/>
    </a:lt1>
    <a:dk2>
      <a:srgbClr val="FD3E81"/>
    </a:dk2>
    <a:lt2>
      <a:srgbClr val="CEC3C1"/>
    </a:lt2>
    <a:accent1>
      <a:srgbClr val="FD3E81"/>
    </a:accent1>
    <a:accent2>
      <a:srgbClr val="61E1E0"/>
    </a:accent2>
    <a:accent3>
      <a:srgbClr val="3454D1"/>
    </a:accent3>
    <a:accent4>
      <a:srgbClr val="FAA916"/>
    </a:accent4>
    <a:accent5>
      <a:srgbClr val="EDE9E9"/>
    </a:accent5>
    <a:accent6>
      <a:srgbClr val="C90248"/>
    </a:accent6>
    <a:hlink>
      <a:srgbClr val="FD3E81"/>
    </a:hlink>
    <a:folHlink>
      <a:srgbClr val="FD3E81"/>
    </a:folHlink>
  </a:clrScheme>
  <a:fontScheme name="EM Fonts">
    <a:majorFont>
      <a:latin typeface="Century Gothic"/>
      <a:ea typeface=""/>
      <a:cs typeface=""/>
    </a:majorFont>
    <a:minorFont>
      <a:latin typeface="Century Gothic"/>
      <a:ea typeface=""/>
      <a:cs typeface="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80b5cb99-4d0f-4b83-ae73-4b834bf7fb6d" xsi:nil="true"/>
    <lcf76f155ced4ddcb4097134ff3c332f xmlns="de983241-560f-4b3f-a705-2805922dcd43">
      <Terms xmlns="http://schemas.microsoft.com/office/infopath/2007/PartnerControls"/>
    </lcf76f155ced4ddcb4097134ff3c332f>
    <FileType xmlns="de983241-560f-4b3f-a705-2805922dcd43" xsi:nil="true"/>
    <CredsFormat xmlns="de983241-560f-4b3f-a705-2805922dcd43" xsi:nil="true"/>
    <SharedWithUsers xmlns="80b5cb99-4d0f-4b83-ae73-4b834bf7fb6d">
      <UserInfo>
        <DisplayName>Maria Ugrozova</DisplayName>
        <AccountId>4189</AccountId>
        <AccountType/>
      </UserInfo>
      <UserInfo>
        <DisplayName>Alejandra Perez</DisplayName>
        <AccountId>8431</AccountId>
        <AccountType/>
      </UserInfo>
    </SharedWithUsers>
    <ImageCategory xmlns="de983241-560f-4b3f-a705-2805922dcd43" xsi:nil="true"/>
    <Templates xmlns="de983241-560f-4b3f-a705-2805922dcd43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6B9B3585B66F14F870026BED5635ADF" ma:contentTypeVersion="20" ma:contentTypeDescription="Create a new document." ma:contentTypeScope="" ma:versionID="411e8907f9dc04e71ecb8935500f9e6f">
  <xsd:schema xmlns:xsd="http://www.w3.org/2001/XMLSchema" xmlns:xs="http://www.w3.org/2001/XMLSchema" xmlns:p="http://schemas.microsoft.com/office/2006/metadata/properties" xmlns:ns2="de983241-560f-4b3f-a705-2805922dcd43" xmlns:ns3="80b5cb99-4d0f-4b83-ae73-4b834bf7fb6d" targetNamespace="http://schemas.microsoft.com/office/2006/metadata/properties" ma:root="true" ma:fieldsID="4735b9b57a3fe5875f31931e16de78f9" ns2:_="" ns3:_="">
    <xsd:import namespace="de983241-560f-4b3f-a705-2805922dcd43"/>
    <xsd:import namespace="80b5cb99-4d0f-4b83-ae73-4b834bf7fb6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3:SharedWithUsers" minOccurs="0"/>
                <xsd:element ref="ns3:SharedWithDetails" minOccurs="0"/>
                <xsd:element ref="ns2:FileType" minOccurs="0"/>
                <xsd:element ref="ns2:CredsFormat" minOccurs="0"/>
                <xsd:element ref="ns2:ImageCategory" minOccurs="0"/>
                <xsd:element ref="ns2:Template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e983241-560f-4b3f-a705-2805922dcd4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OCR" ma:index="1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cb8c6112-a551-416c-b446-07c3fc3d0d4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FileType" ma:index="22" nillable="true" ma:displayName="Marketing and Print" ma:format="Dropdown" ma:internalName="FileType">
      <xsd:simpleType>
        <xsd:restriction base="dms:Choice">
          <xsd:enumeration value="LinkedIn Profile Banner"/>
          <xsd:enumeration value="Business Cards"/>
          <xsd:enumeration value="Merchandise"/>
          <xsd:enumeration value="Virtual Backgrounds"/>
          <xsd:enumeration value="Press Release"/>
        </xsd:restriction>
      </xsd:simpleType>
    </xsd:element>
    <xsd:element name="CredsFormat" ma:index="23" nillable="true" ma:displayName="Creds Format" ma:format="Dropdown" ma:internalName="CredsFormat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Chapter 1"/>
                    <xsd:enumeration value="Chapter 2"/>
                    <xsd:enumeration value="Animated"/>
                    <xsd:enumeration value="Simplified"/>
                    <xsd:enumeration value="Internal"/>
                    <xsd:enumeration value="External "/>
                    <xsd:enumeration value="Sizzle"/>
                  </xsd:restriction>
                </xsd:simpleType>
              </xsd:element>
            </xsd:sequence>
          </xsd:extension>
        </xsd:complexContent>
      </xsd:complexType>
    </xsd:element>
    <xsd:element name="ImageCategory" ma:index="24" nillable="true" ma:displayName="Image Category " ma:format="Dropdown" ma:internalName="ImageCategory">
      <xsd:simpleType>
        <xsd:restriction base="dms:Choice">
          <xsd:enumeration value="People - Warm Tones"/>
          <xsd:enumeration value="People - Cool Tones"/>
          <xsd:enumeration value="Background and Covers - Warm Tones"/>
          <xsd:enumeration value="Backgrounds and Covers - Cool Tones"/>
          <xsd:enumeration value="Breakthrough Thinking"/>
          <xsd:enumeration value="Hero Images"/>
          <xsd:enumeration value="Founders Day"/>
          <xsd:enumeration value="Logo"/>
        </xsd:restriction>
      </xsd:simpleType>
    </xsd:element>
    <xsd:element name="Templates" ma:index="25" nillable="true" ma:displayName="Templates" ma:format="Dropdown" ma:internalName="Templates">
      <xsd:simpleType>
        <xsd:restriction base="dms:Choice">
          <xsd:enumeration value="Case Study"/>
          <xsd:enumeration value="Flighting"/>
          <xsd:enumeration value="Flags"/>
          <xsd:enumeration value="Icons"/>
          <xsd:enumeration value="Maps"/>
          <xsd:enumeration value="Media"/>
          <xsd:enumeration value="Mosaics"/>
          <xsd:enumeration value="Statements"/>
          <xsd:enumeration value="Teams"/>
        </xsd:restriction>
      </xsd:simpleType>
    </xsd:element>
    <xsd:element name="MediaServiceObjectDetectorVersions" ma:index="26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7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0b5cb99-4d0f-4b83-ae73-4b834bf7fb6d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af8df444-536a-4993-8972-cbb3b2d59549}" ma:internalName="TaxCatchAll" ma:showField="CatchAllData" ma:web="80b5cb99-4d0f-4b83-ae73-4b834bf7fb6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0F1BE39-A404-4E7C-BC42-745C2A0A8ABB}">
  <ds:schemaRefs>
    <ds:schemaRef ds:uri="80b5cb99-4d0f-4b83-ae73-4b834bf7fb6d"/>
    <ds:schemaRef ds:uri="de983241-560f-4b3f-a705-2805922dcd43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D033F0E7-9F86-4B3E-BBAF-9EEAB26366C5}">
  <ds:schemaRefs>
    <ds:schemaRef ds:uri="80b5cb99-4d0f-4b83-ae73-4b834bf7fb6d"/>
    <ds:schemaRef ds:uri="de983241-560f-4b3f-a705-2805922dcd43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E82D4BC4-D0D4-4B59-BD63-1851ACCA5B8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28</Slides>
  <Notes>8</Notes>
  <HiddenSlides>2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29" baseType="lpstr">
      <vt:lpstr>emTemplate // Jan 2023</vt:lpstr>
      <vt:lpstr>EssenceMediacom brand PowerPoint instructions</vt:lpstr>
      <vt:lpstr>EssenceMediacom brand PowerPoint instructions</vt:lpstr>
      <vt:lpstr>PowerPoint Presentation</vt:lpstr>
      <vt:lpstr>PowerPoint Presentation</vt:lpstr>
      <vt:lpstr>O Conceito de Taxonomia</vt:lpstr>
      <vt:lpstr>PowerPoint Presentation</vt:lpstr>
      <vt:lpstr>PowerPoint Presentation</vt:lpstr>
      <vt:lpstr>Adserver e mensuração integrada</vt:lpstr>
      <vt:lpstr>Principais benefícios do Adserver e em destaque, onde focamos o uso</vt:lpstr>
      <vt:lpstr>AdOps - Campaign Manager floodlights vs Google Analytics</vt:lpstr>
      <vt:lpstr>Processos da área de Mídia/ Agências  </vt:lpstr>
      <vt:lpstr>Processos da área de AdOps  </vt:lpstr>
      <vt:lpstr>Formato que podemos subir no adserver.  </vt:lpstr>
      <vt:lpstr>Padrões de Solicitações via e-mail  </vt:lpstr>
      <vt:lpstr>PowerPoint Presentation</vt:lpstr>
      <vt:lpstr>Creating breakthroughs for brands  in an age of new possibilities</vt:lpstr>
      <vt:lpstr>PowerPoint Presentation</vt:lpstr>
      <vt:lpstr>PowerPoint Presentation</vt:lpstr>
      <vt:lpstr>Image left</vt:lpstr>
      <vt:lpstr>Creating breakthroughs for brands  in an age of new possibilities</vt:lpstr>
      <vt:lpstr>Breakthroughs for brands in an age of new possibilities</vt:lpstr>
      <vt:lpstr>Breakthroughs for brands in an age of new possibilities</vt:lpstr>
      <vt:lpstr>Creating breakthroughs for brands  in an age of new possibilities</vt:lpstr>
      <vt:lpstr>Creating breakthroughs for brands  in an age of new possibilities</vt:lpstr>
      <vt:lpstr>Creating breakthroughs for brands  in an age of new possibilities</vt:lpstr>
      <vt:lpstr>Creating breakthroughs for brands  in an age of new possibilities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Stephen Tyson</dc:creator>
  <cp:revision>1</cp:revision>
  <dcterms:created xsi:type="dcterms:W3CDTF">2020-04-07T11:04:52Z</dcterms:created>
  <dcterms:modified xsi:type="dcterms:W3CDTF">2024-06-27T20:33:48Z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0x010100C6B9B3585B66F14F870026BED5635ADF</vt:lpwstr>
  </property>
  <property fmtid="{D5CDD505-2E9C-101B-9397-08002B2CF9AE}" pid="3" name="MediaServiceImageTags">
    <vt:lpwstr/>
  </property>
</Properties>
</file>